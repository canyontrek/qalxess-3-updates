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6.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7.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8.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08" r:id="rId10"/>
    <p:sldMasterId id="2147483919" r:id="rId11"/>
    <p:sldMasterId id="2147483930" r:id="rId12"/>
  </p:sldMasterIdLst>
  <p:notesMasterIdLst>
    <p:notesMasterId r:id="rId51"/>
  </p:notesMasterIdLst>
  <p:sldIdLst>
    <p:sldId id="1429" r:id="rId13"/>
    <p:sldId id="1430" r:id="rId14"/>
    <p:sldId id="1431" r:id="rId15"/>
    <p:sldId id="1432" r:id="rId16"/>
    <p:sldId id="1433" r:id="rId17"/>
    <p:sldId id="1434" r:id="rId18"/>
    <p:sldId id="1435" r:id="rId19"/>
    <p:sldId id="1436" r:id="rId20"/>
    <p:sldId id="1437" r:id="rId21"/>
    <p:sldId id="1438" r:id="rId22"/>
    <p:sldId id="1439" r:id="rId23"/>
    <p:sldId id="1440" r:id="rId24"/>
    <p:sldId id="1441" r:id="rId25"/>
    <p:sldId id="1442" r:id="rId26"/>
    <p:sldId id="1443" r:id="rId27"/>
    <p:sldId id="1444" r:id="rId28"/>
    <p:sldId id="1445" r:id="rId29"/>
    <p:sldId id="1446" r:id="rId30"/>
    <p:sldId id="1465" r:id="rId31"/>
    <p:sldId id="1447" r:id="rId32"/>
    <p:sldId id="1448" r:id="rId33"/>
    <p:sldId id="1449" r:id="rId34"/>
    <p:sldId id="1450" r:id="rId35"/>
    <p:sldId id="1451" r:id="rId36"/>
    <p:sldId id="1452" r:id="rId37"/>
    <p:sldId id="1453" r:id="rId38"/>
    <p:sldId id="1454" r:id="rId39"/>
    <p:sldId id="1455" r:id="rId40"/>
    <p:sldId id="1456" r:id="rId41"/>
    <p:sldId id="1457" r:id="rId42"/>
    <p:sldId id="1458" r:id="rId43"/>
    <p:sldId id="1459" r:id="rId44"/>
    <p:sldId id="1460" r:id="rId45"/>
    <p:sldId id="1466" r:id="rId46"/>
    <p:sldId id="1461" r:id="rId47"/>
    <p:sldId id="1462" r:id="rId48"/>
    <p:sldId id="1463" r:id="rId49"/>
    <p:sldId id="146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429"/>
            <p14:sldId id="1430"/>
            <p14:sldId id="1431"/>
            <p14:sldId id="1432"/>
            <p14:sldId id="1433"/>
            <p14:sldId id="1434"/>
            <p14:sldId id="1435"/>
            <p14:sldId id="1436"/>
            <p14:sldId id="1437"/>
            <p14:sldId id="1438"/>
            <p14:sldId id="1439"/>
            <p14:sldId id="1440"/>
            <p14:sldId id="1441"/>
            <p14:sldId id="1442"/>
            <p14:sldId id="1443"/>
            <p14:sldId id="1444"/>
            <p14:sldId id="1445"/>
            <p14:sldId id="1446"/>
            <p14:sldId id="1465"/>
            <p14:sldId id="1447"/>
            <p14:sldId id="1448"/>
            <p14:sldId id="1449"/>
            <p14:sldId id="1450"/>
            <p14:sldId id="1451"/>
            <p14:sldId id="1452"/>
            <p14:sldId id="1453"/>
            <p14:sldId id="1454"/>
            <p14:sldId id="1455"/>
            <p14:sldId id="1456"/>
            <p14:sldId id="1457"/>
            <p14:sldId id="1458"/>
            <p14:sldId id="1459"/>
            <p14:sldId id="1460"/>
            <p14:sldId id="1466"/>
            <p14:sldId id="1461"/>
            <p14:sldId id="1462"/>
            <p14:sldId id="1463"/>
            <p14:sldId id="146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1B1820-41A4-48B4-9268-5844636472C1}" v="2" dt="2025-05-30T13:31:16.475"/>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0565"/>
    <p:restoredTop sz="91387"/>
  </p:normalViewPr>
  <p:slideViewPr>
    <p:cSldViewPr snapToGrid="0">
      <p:cViewPr varScale="1">
        <p:scale>
          <a:sx n="104" d="100"/>
          <a:sy n="104" d="100"/>
        </p:scale>
        <p:origin x="1128" y="318"/>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00" d="100"/>
          <a:sy n="100" d="100"/>
        </p:scale>
        <p:origin x="3552" y="-3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slide" Target="slides/slide29.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microsoft.com/office/2015/10/relationships/revisionInfo" Target="revisionInfo.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611B1820-41A4-48B4-9268-5844636472C1}"/>
    <pc:docChg chg="custSel modSld">
      <pc:chgData name="Feist, Ella" userId="992bbaf2-811d-42cb-a4d6-e7fc45e325e8" providerId="ADAL" clId="{611B1820-41A4-48B4-9268-5844636472C1}" dt="2025-05-30T13:31:49.236" v="62" actId="20577"/>
      <pc:docMkLst>
        <pc:docMk/>
      </pc:docMkLst>
      <pc:sldChg chg="modNotes">
        <pc:chgData name="Feist, Ella" userId="992bbaf2-811d-42cb-a4d6-e7fc45e325e8" providerId="ADAL" clId="{611B1820-41A4-48B4-9268-5844636472C1}" dt="2025-05-30T13:29:22.033" v="0" actId="207"/>
        <pc:sldMkLst>
          <pc:docMk/>
          <pc:sldMk cId="3875842625" sldId="1432"/>
        </pc:sldMkLst>
      </pc:sldChg>
      <pc:sldChg chg="modNotes">
        <pc:chgData name="Feist, Ella" userId="992bbaf2-811d-42cb-a4d6-e7fc45e325e8" providerId="ADAL" clId="{611B1820-41A4-48B4-9268-5844636472C1}" dt="2025-05-30T13:29:32.480" v="4" actId="120"/>
        <pc:sldMkLst>
          <pc:docMk/>
          <pc:sldMk cId="607710868" sldId="1433"/>
        </pc:sldMkLst>
      </pc:sldChg>
      <pc:sldChg chg="modNotes">
        <pc:chgData name="Feist, Ella" userId="992bbaf2-811d-42cb-a4d6-e7fc45e325e8" providerId="ADAL" clId="{611B1820-41A4-48B4-9268-5844636472C1}" dt="2025-05-30T13:29:59.010" v="11"/>
        <pc:sldMkLst>
          <pc:docMk/>
          <pc:sldMk cId="3383176735" sldId="1443"/>
        </pc:sldMkLst>
      </pc:sldChg>
      <pc:sldChg chg="modNotes">
        <pc:chgData name="Feist, Ella" userId="992bbaf2-811d-42cb-a4d6-e7fc45e325e8" providerId="ADAL" clId="{611B1820-41A4-48B4-9268-5844636472C1}" dt="2025-05-30T13:30:20.532" v="25" actId="313"/>
        <pc:sldMkLst>
          <pc:docMk/>
          <pc:sldMk cId="2245124239" sldId="1446"/>
        </pc:sldMkLst>
      </pc:sldChg>
      <pc:sldChg chg="modNotes">
        <pc:chgData name="Feist, Ella" userId="992bbaf2-811d-42cb-a4d6-e7fc45e325e8" providerId="ADAL" clId="{611B1820-41A4-48B4-9268-5844636472C1}" dt="2025-05-30T13:30:26.868" v="26" actId="207"/>
        <pc:sldMkLst>
          <pc:docMk/>
          <pc:sldMk cId="4048853648" sldId="1449"/>
        </pc:sldMkLst>
      </pc:sldChg>
      <pc:sldChg chg="modNotes">
        <pc:chgData name="Feist, Ella" userId="992bbaf2-811d-42cb-a4d6-e7fc45e325e8" providerId="ADAL" clId="{611B1820-41A4-48B4-9268-5844636472C1}" dt="2025-05-30T13:30:38.978" v="29" actId="20577"/>
        <pc:sldMkLst>
          <pc:docMk/>
          <pc:sldMk cId="3603618587" sldId="1450"/>
        </pc:sldMkLst>
      </pc:sldChg>
      <pc:sldChg chg="modNotes">
        <pc:chgData name="Feist, Ella" userId="992bbaf2-811d-42cb-a4d6-e7fc45e325e8" providerId="ADAL" clId="{611B1820-41A4-48B4-9268-5844636472C1}" dt="2025-05-30T13:30:46.909" v="33" actId="20577"/>
        <pc:sldMkLst>
          <pc:docMk/>
          <pc:sldMk cId="708785633" sldId="1451"/>
        </pc:sldMkLst>
      </pc:sldChg>
      <pc:sldChg chg="modNotes">
        <pc:chgData name="Feist, Ella" userId="992bbaf2-811d-42cb-a4d6-e7fc45e325e8" providerId="ADAL" clId="{611B1820-41A4-48B4-9268-5844636472C1}" dt="2025-05-30T13:30:49.750" v="34" actId="207"/>
        <pc:sldMkLst>
          <pc:docMk/>
          <pc:sldMk cId="3849777758" sldId="1452"/>
        </pc:sldMkLst>
      </pc:sldChg>
      <pc:sldChg chg="modNotes">
        <pc:chgData name="Feist, Ella" userId="992bbaf2-811d-42cb-a4d6-e7fc45e325e8" providerId="ADAL" clId="{611B1820-41A4-48B4-9268-5844636472C1}" dt="2025-05-30T13:30:53.709" v="35" actId="207"/>
        <pc:sldMkLst>
          <pc:docMk/>
          <pc:sldMk cId="2054473546" sldId="1455"/>
        </pc:sldMkLst>
      </pc:sldChg>
      <pc:sldChg chg="modNotes">
        <pc:chgData name="Feist, Ella" userId="992bbaf2-811d-42cb-a4d6-e7fc45e325e8" providerId="ADAL" clId="{611B1820-41A4-48B4-9268-5844636472C1}" dt="2025-05-30T13:31:36.947" v="58" actId="20577"/>
        <pc:sldMkLst>
          <pc:docMk/>
          <pc:sldMk cId="1726752196" sldId="1456"/>
        </pc:sldMkLst>
      </pc:sldChg>
      <pc:sldChg chg="modNotes">
        <pc:chgData name="Feist, Ella" userId="992bbaf2-811d-42cb-a4d6-e7fc45e325e8" providerId="ADAL" clId="{611B1820-41A4-48B4-9268-5844636472C1}" dt="2025-05-30T13:31:44.175" v="61" actId="12"/>
        <pc:sldMkLst>
          <pc:docMk/>
          <pc:sldMk cId="1147058099" sldId="1459"/>
        </pc:sldMkLst>
      </pc:sldChg>
      <pc:sldChg chg="modNotes">
        <pc:chgData name="Feist, Ella" userId="992bbaf2-811d-42cb-a4d6-e7fc45e325e8" providerId="ADAL" clId="{611B1820-41A4-48B4-9268-5844636472C1}" dt="2025-05-30T13:31:49.236" v="62" actId="20577"/>
        <pc:sldMkLst>
          <pc:docMk/>
          <pc:sldMk cId="693381351" sldId="1461"/>
        </pc:sldMkLst>
      </pc:sldChg>
    </pc:docChg>
  </pc:docChgLst>
  <pc:docChgLst>
    <pc:chgData name="Feist, Ella" userId="992bbaf2-811d-42cb-a4d6-e7fc45e325e8" providerId="ADAL" clId="{7AFE7C11-C71D-4349-8241-68E088248C89}"/>
    <pc:docChg chg="undo custSel modSld delMainMaster">
      <pc:chgData name="Feist, Ella" userId="992bbaf2-811d-42cb-a4d6-e7fc45e325e8" providerId="ADAL" clId="{7AFE7C11-C71D-4349-8241-68E088248C89}" dt="2025-05-28T15:28:38.022" v="485" actId="20577"/>
      <pc:docMkLst>
        <pc:docMk/>
      </pc:docMkLst>
      <pc:sldChg chg="modSp mod">
        <pc:chgData name="Feist, Ella" userId="992bbaf2-811d-42cb-a4d6-e7fc45e325e8" providerId="ADAL" clId="{7AFE7C11-C71D-4349-8241-68E088248C89}" dt="2025-05-28T15:11:16.218" v="13"/>
        <pc:sldMkLst>
          <pc:docMk/>
          <pc:sldMk cId="2163108125" sldId="1429"/>
        </pc:sldMkLst>
        <pc:spChg chg="mod">
          <ac:chgData name="Feist, Ella" userId="992bbaf2-811d-42cb-a4d6-e7fc45e325e8" providerId="ADAL" clId="{7AFE7C11-C71D-4349-8241-68E088248C89}" dt="2025-05-28T15:10:37.376" v="0"/>
          <ac:spMkLst>
            <pc:docMk/>
            <pc:sldMk cId="2163108125" sldId="1429"/>
            <ac:spMk id="4" creationId="{441B5810-8C67-B742-B639-848419728702}"/>
          </ac:spMkLst>
        </pc:spChg>
        <pc:graphicFrameChg chg="mod modGraphic">
          <ac:chgData name="Feist, Ella" userId="992bbaf2-811d-42cb-a4d6-e7fc45e325e8" providerId="ADAL" clId="{7AFE7C11-C71D-4349-8241-68E088248C89}" dt="2025-05-28T15:11:16.218" v="13"/>
          <ac:graphicFrameMkLst>
            <pc:docMk/>
            <pc:sldMk cId="2163108125" sldId="1429"/>
            <ac:graphicFrameMk id="6" creationId="{32D3FB19-7F6E-668D-10D7-BDC7DB4B051D}"/>
          </ac:graphicFrameMkLst>
        </pc:graphicFrameChg>
      </pc:sldChg>
      <pc:sldChg chg="modSp mod">
        <pc:chgData name="Feist, Ella" userId="992bbaf2-811d-42cb-a4d6-e7fc45e325e8" providerId="ADAL" clId="{7AFE7C11-C71D-4349-8241-68E088248C89}" dt="2025-05-28T15:11:19.613" v="14" actId="12"/>
        <pc:sldMkLst>
          <pc:docMk/>
          <pc:sldMk cId="3984997939" sldId="1430"/>
        </pc:sldMkLst>
        <pc:spChg chg="mod">
          <ac:chgData name="Feist, Ella" userId="992bbaf2-811d-42cb-a4d6-e7fc45e325e8" providerId="ADAL" clId="{7AFE7C11-C71D-4349-8241-68E088248C89}" dt="2025-05-28T15:11:19.613" v="14" actId="12"/>
          <ac:spMkLst>
            <pc:docMk/>
            <pc:sldMk cId="3984997939" sldId="1430"/>
            <ac:spMk id="6" creationId="{00000000-0000-0000-0000-000000000000}"/>
          </ac:spMkLst>
        </pc:spChg>
      </pc:sldChg>
      <pc:sldChg chg="modSp mod modClrScheme chgLayout">
        <pc:chgData name="Feist, Ella" userId="992bbaf2-811d-42cb-a4d6-e7fc45e325e8" providerId="ADAL" clId="{7AFE7C11-C71D-4349-8241-68E088248C89}" dt="2025-05-28T15:12:22.527" v="49" actId="14100"/>
        <pc:sldMkLst>
          <pc:docMk/>
          <pc:sldMk cId="3875842625" sldId="1432"/>
        </pc:sldMkLst>
        <pc:spChg chg="mod ord">
          <ac:chgData name="Feist, Ella" userId="992bbaf2-811d-42cb-a4d6-e7fc45e325e8" providerId="ADAL" clId="{7AFE7C11-C71D-4349-8241-68E088248C89}" dt="2025-05-28T15:11:24.765" v="15" actId="700"/>
          <ac:spMkLst>
            <pc:docMk/>
            <pc:sldMk cId="3875842625" sldId="1432"/>
            <ac:spMk id="2" creationId="{A9A6FF77-D641-4417-92E7-11CC6238BF20}"/>
          </ac:spMkLst>
        </pc:spChg>
        <pc:spChg chg="mod ord">
          <ac:chgData name="Feist, Ella" userId="992bbaf2-811d-42cb-a4d6-e7fc45e325e8" providerId="ADAL" clId="{7AFE7C11-C71D-4349-8241-68E088248C89}" dt="2025-05-28T15:11:27.547" v="16"/>
          <ac:spMkLst>
            <pc:docMk/>
            <pc:sldMk cId="3875842625" sldId="1432"/>
            <ac:spMk id="3" creationId="{11DD5F8E-BC86-A605-B28E-2FB71836D5FF}"/>
          </ac:spMkLst>
        </pc:spChg>
        <pc:spChg chg="mod ord">
          <ac:chgData name="Feist, Ella" userId="992bbaf2-811d-42cb-a4d6-e7fc45e325e8" providerId="ADAL" clId="{7AFE7C11-C71D-4349-8241-68E088248C89}" dt="2025-05-28T15:12:22.527" v="49" actId="14100"/>
          <ac:spMkLst>
            <pc:docMk/>
            <pc:sldMk cId="3875842625" sldId="1432"/>
            <ac:spMk id="5" creationId="{91A8ED3D-B755-43C9-BCB1-DCF495C0C9DB}"/>
          </ac:spMkLst>
        </pc:spChg>
      </pc:sldChg>
      <pc:sldChg chg="modSp mod">
        <pc:chgData name="Feist, Ella" userId="992bbaf2-811d-42cb-a4d6-e7fc45e325e8" providerId="ADAL" clId="{7AFE7C11-C71D-4349-8241-68E088248C89}" dt="2025-05-28T15:12:35.568" v="53" actId="20577"/>
        <pc:sldMkLst>
          <pc:docMk/>
          <pc:sldMk cId="607710868" sldId="1433"/>
        </pc:sldMkLst>
        <pc:spChg chg="mod">
          <ac:chgData name="Feist, Ella" userId="992bbaf2-811d-42cb-a4d6-e7fc45e325e8" providerId="ADAL" clId="{7AFE7C11-C71D-4349-8241-68E088248C89}" dt="2025-05-28T15:12:35.568" v="53" actId="20577"/>
          <ac:spMkLst>
            <pc:docMk/>
            <pc:sldMk cId="607710868" sldId="1433"/>
            <ac:spMk id="5" creationId="{91A8ED3D-B755-43C9-BCB1-DCF495C0C9DB}"/>
          </ac:spMkLst>
        </pc:spChg>
      </pc:sldChg>
      <pc:sldChg chg="modSp mod">
        <pc:chgData name="Feist, Ella" userId="992bbaf2-811d-42cb-a4d6-e7fc45e325e8" providerId="ADAL" clId="{7AFE7C11-C71D-4349-8241-68E088248C89}" dt="2025-05-28T15:12:39.134" v="54" actId="20577"/>
        <pc:sldMkLst>
          <pc:docMk/>
          <pc:sldMk cId="1049878568" sldId="1434"/>
        </pc:sldMkLst>
        <pc:spChg chg="mod">
          <ac:chgData name="Feist, Ella" userId="992bbaf2-811d-42cb-a4d6-e7fc45e325e8" providerId="ADAL" clId="{7AFE7C11-C71D-4349-8241-68E088248C89}" dt="2025-05-28T15:12:39.134" v="54" actId="20577"/>
          <ac:spMkLst>
            <pc:docMk/>
            <pc:sldMk cId="1049878568" sldId="1434"/>
            <ac:spMk id="4" creationId="{9ED32BBC-8A3B-5FB1-DB0F-B65F461BDA2D}"/>
          </ac:spMkLst>
        </pc:spChg>
      </pc:sldChg>
      <pc:sldChg chg="modSp mod modClrScheme chgLayout">
        <pc:chgData name="Feist, Ella" userId="992bbaf2-811d-42cb-a4d6-e7fc45e325e8" providerId="ADAL" clId="{7AFE7C11-C71D-4349-8241-68E088248C89}" dt="2025-05-28T15:13:07.072" v="67" actId="20577"/>
        <pc:sldMkLst>
          <pc:docMk/>
          <pc:sldMk cId="3773337242" sldId="1435"/>
        </pc:sldMkLst>
        <pc:spChg chg="mod ord">
          <ac:chgData name="Feist, Ella" userId="992bbaf2-811d-42cb-a4d6-e7fc45e325e8" providerId="ADAL" clId="{7AFE7C11-C71D-4349-8241-68E088248C89}" dt="2025-05-28T15:12:43.408" v="55" actId="700"/>
          <ac:spMkLst>
            <pc:docMk/>
            <pc:sldMk cId="3773337242" sldId="1435"/>
            <ac:spMk id="2" creationId="{A9A6FF77-D641-4417-92E7-11CC6238BF20}"/>
          </ac:spMkLst>
        </pc:spChg>
        <pc:spChg chg="mod ord">
          <ac:chgData name="Feist, Ella" userId="992bbaf2-811d-42cb-a4d6-e7fc45e325e8" providerId="ADAL" clId="{7AFE7C11-C71D-4349-8241-68E088248C89}" dt="2025-05-28T15:12:45.445" v="56" actId="20577"/>
          <ac:spMkLst>
            <pc:docMk/>
            <pc:sldMk cId="3773337242" sldId="1435"/>
            <ac:spMk id="3" creationId="{4CC6B93F-CF24-CF2C-C601-1CB77A1D31E1}"/>
          </ac:spMkLst>
        </pc:spChg>
        <pc:spChg chg="mod ord">
          <ac:chgData name="Feist, Ella" userId="992bbaf2-811d-42cb-a4d6-e7fc45e325e8" providerId="ADAL" clId="{7AFE7C11-C71D-4349-8241-68E088248C89}" dt="2025-05-28T15:13:07.072" v="67" actId="20577"/>
          <ac:spMkLst>
            <pc:docMk/>
            <pc:sldMk cId="3773337242" sldId="1435"/>
            <ac:spMk id="5" creationId="{91A8ED3D-B755-43C9-BCB1-DCF495C0C9DB}"/>
          </ac:spMkLst>
        </pc:spChg>
      </pc:sldChg>
      <pc:sldChg chg="modSp mod modClrScheme chgLayout">
        <pc:chgData name="Feist, Ella" userId="992bbaf2-811d-42cb-a4d6-e7fc45e325e8" providerId="ADAL" clId="{7AFE7C11-C71D-4349-8241-68E088248C89}" dt="2025-05-28T15:13:53.174" v="100" actId="20577"/>
        <pc:sldMkLst>
          <pc:docMk/>
          <pc:sldMk cId="1475888256" sldId="1436"/>
        </pc:sldMkLst>
        <pc:spChg chg="mod ord">
          <ac:chgData name="Feist, Ella" userId="992bbaf2-811d-42cb-a4d6-e7fc45e325e8" providerId="ADAL" clId="{7AFE7C11-C71D-4349-8241-68E088248C89}" dt="2025-05-28T15:13:13.062" v="69" actId="700"/>
          <ac:spMkLst>
            <pc:docMk/>
            <pc:sldMk cId="1475888256" sldId="1436"/>
            <ac:spMk id="2" creationId="{A9A6FF77-D641-4417-92E7-11CC6238BF20}"/>
          </ac:spMkLst>
        </pc:spChg>
        <pc:spChg chg="mod ord">
          <ac:chgData name="Feist, Ella" userId="992bbaf2-811d-42cb-a4d6-e7fc45e325e8" providerId="ADAL" clId="{7AFE7C11-C71D-4349-8241-68E088248C89}" dt="2025-05-28T15:13:13.062" v="69" actId="700"/>
          <ac:spMkLst>
            <pc:docMk/>
            <pc:sldMk cId="1475888256" sldId="1436"/>
            <ac:spMk id="3" creationId="{15CA3C41-B7BA-92A4-B20D-ED847B07753E}"/>
          </ac:spMkLst>
        </pc:spChg>
        <pc:spChg chg="mod ord">
          <ac:chgData name="Feist, Ella" userId="992bbaf2-811d-42cb-a4d6-e7fc45e325e8" providerId="ADAL" clId="{7AFE7C11-C71D-4349-8241-68E088248C89}" dt="2025-05-28T15:13:53.174" v="100" actId="20577"/>
          <ac:spMkLst>
            <pc:docMk/>
            <pc:sldMk cId="1475888256" sldId="1436"/>
            <ac:spMk id="5" creationId="{91A8ED3D-B755-43C9-BCB1-DCF495C0C9DB}"/>
          </ac:spMkLst>
        </pc:spChg>
      </pc:sldChg>
      <pc:sldChg chg="modSp mod modClrScheme chgLayout">
        <pc:chgData name="Feist, Ella" userId="992bbaf2-811d-42cb-a4d6-e7fc45e325e8" providerId="ADAL" clId="{7AFE7C11-C71D-4349-8241-68E088248C89}" dt="2025-05-28T15:14:30.838" v="119" actId="20577"/>
        <pc:sldMkLst>
          <pc:docMk/>
          <pc:sldMk cId="4152010338" sldId="1437"/>
        </pc:sldMkLst>
        <pc:spChg chg="mod ord">
          <ac:chgData name="Feist, Ella" userId="992bbaf2-811d-42cb-a4d6-e7fc45e325e8" providerId="ADAL" clId="{7AFE7C11-C71D-4349-8241-68E088248C89}" dt="2025-05-28T15:14:07.614" v="107" actId="700"/>
          <ac:spMkLst>
            <pc:docMk/>
            <pc:sldMk cId="4152010338" sldId="1437"/>
            <ac:spMk id="2" creationId="{A9A6FF77-D641-4417-92E7-11CC6238BF20}"/>
          </ac:spMkLst>
        </pc:spChg>
        <pc:spChg chg="mod ord">
          <ac:chgData name="Feist, Ella" userId="992bbaf2-811d-42cb-a4d6-e7fc45e325e8" providerId="ADAL" clId="{7AFE7C11-C71D-4349-8241-68E088248C89}" dt="2025-05-28T15:14:07.614" v="107" actId="700"/>
          <ac:spMkLst>
            <pc:docMk/>
            <pc:sldMk cId="4152010338" sldId="1437"/>
            <ac:spMk id="3" creationId="{12FF2785-1D3B-23EC-0403-A6FF70D6DF31}"/>
          </ac:spMkLst>
        </pc:spChg>
        <pc:spChg chg="mod ord">
          <ac:chgData name="Feist, Ella" userId="992bbaf2-811d-42cb-a4d6-e7fc45e325e8" providerId="ADAL" clId="{7AFE7C11-C71D-4349-8241-68E088248C89}" dt="2025-05-28T15:14:30.838" v="119" actId="20577"/>
          <ac:spMkLst>
            <pc:docMk/>
            <pc:sldMk cId="4152010338" sldId="1437"/>
            <ac:spMk id="5" creationId="{91A8ED3D-B755-43C9-BCB1-DCF495C0C9DB}"/>
          </ac:spMkLst>
        </pc:spChg>
      </pc:sldChg>
      <pc:sldChg chg="modSp mod">
        <pc:chgData name="Feist, Ella" userId="992bbaf2-811d-42cb-a4d6-e7fc45e325e8" providerId="ADAL" clId="{7AFE7C11-C71D-4349-8241-68E088248C89}" dt="2025-05-28T15:14:33.369" v="120" actId="20577"/>
        <pc:sldMkLst>
          <pc:docMk/>
          <pc:sldMk cId="1210212273" sldId="1438"/>
        </pc:sldMkLst>
        <pc:spChg chg="mod">
          <ac:chgData name="Feist, Ella" userId="992bbaf2-811d-42cb-a4d6-e7fc45e325e8" providerId="ADAL" clId="{7AFE7C11-C71D-4349-8241-68E088248C89}" dt="2025-05-28T15:14:33.369" v="120" actId="20577"/>
          <ac:spMkLst>
            <pc:docMk/>
            <pc:sldMk cId="1210212273" sldId="1438"/>
            <ac:spMk id="4" creationId="{9ED32BBC-8A3B-5FB1-DB0F-B65F461BDA2D}"/>
          </ac:spMkLst>
        </pc:spChg>
      </pc:sldChg>
      <pc:sldChg chg="modSp mod modClrScheme chgLayout">
        <pc:chgData name="Feist, Ella" userId="992bbaf2-811d-42cb-a4d6-e7fc45e325e8" providerId="ADAL" clId="{7AFE7C11-C71D-4349-8241-68E088248C89}" dt="2025-05-28T15:15:30.969" v="151" actId="20577"/>
        <pc:sldMkLst>
          <pc:docMk/>
          <pc:sldMk cId="3211821040" sldId="1439"/>
        </pc:sldMkLst>
        <pc:spChg chg="mod ord">
          <ac:chgData name="Feist, Ella" userId="992bbaf2-811d-42cb-a4d6-e7fc45e325e8" providerId="ADAL" clId="{7AFE7C11-C71D-4349-8241-68E088248C89}" dt="2025-05-28T15:14:37.299" v="121" actId="700"/>
          <ac:spMkLst>
            <pc:docMk/>
            <pc:sldMk cId="3211821040" sldId="1439"/>
            <ac:spMk id="2" creationId="{A9A6FF77-D641-4417-92E7-11CC6238BF20}"/>
          </ac:spMkLst>
        </pc:spChg>
        <pc:spChg chg="mod ord">
          <ac:chgData name="Feist, Ella" userId="992bbaf2-811d-42cb-a4d6-e7fc45e325e8" providerId="ADAL" clId="{7AFE7C11-C71D-4349-8241-68E088248C89}" dt="2025-05-28T15:14:45.014" v="123" actId="20577"/>
          <ac:spMkLst>
            <pc:docMk/>
            <pc:sldMk cId="3211821040" sldId="1439"/>
            <ac:spMk id="3" creationId="{F999C2F1-500B-5FA2-B085-16D4FDDA3973}"/>
          </ac:spMkLst>
        </pc:spChg>
        <pc:spChg chg="mod ord">
          <ac:chgData name="Feist, Ella" userId="992bbaf2-811d-42cb-a4d6-e7fc45e325e8" providerId="ADAL" clId="{7AFE7C11-C71D-4349-8241-68E088248C89}" dt="2025-05-28T15:15:30.969" v="151" actId="20577"/>
          <ac:spMkLst>
            <pc:docMk/>
            <pc:sldMk cId="3211821040" sldId="1439"/>
            <ac:spMk id="5" creationId="{91A8ED3D-B755-43C9-BCB1-DCF495C0C9DB}"/>
          </ac:spMkLst>
        </pc:spChg>
      </pc:sldChg>
      <pc:sldChg chg="modSp mod modClrScheme chgLayout">
        <pc:chgData name="Feist, Ella" userId="992bbaf2-811d-42cb-a4d6-e7fc45e325e8" providerId="ADAL" clId="{7AFE7C11-C71D-4349-8241-68E088248C89}" dt="2025-05-28T15:15:58.140" v="168" actId="20577"/>
        <pc:sldMkLst>
          <pc:docMk/>
          <pc:sldMk cId="3906877010" sldId="1440"/>
        </pc:sldMkLst>
        <pc:spChg chg="mod ord">
          <ac:chgData name="Feist, Ella" userId="992bbaf2-811d-42cb-a4d6-e7fc45e325e8" providerId="ADAL" clId="{7AFE7C11-C71D-4349-8241-68E088248C89}" dt="2025-05-28T15:15:36.506" v="152" actId="700"/>
          <ac:spMkLst>
            <pc:docMk/>
            <pc:sldMk cId="3906877010" sldId="1440"/>
            <ac:spMk id="2" creationId="{A9A6FF77-D641-4417-92E7-11CC6238BF20}"/>
          </ac:spMkLst>
        </pc:spChg>
        <pc:spChg chg="mod ord">
          <ac:chgData name="Feist, Ella" userId="992bbaf2-811d-42cb-a4d6-e7fc45e325e8" providerId="ADAL" clId="{7AFE7C11-C71D-4349-8241-68E088248C89}" dt="2025-05-28T15:15:36.506" v="152" actId="700"/>
          <ac:spMkLst>
            <pc:docMk/>
            <pc:sldMk cId="3906877010" sldId="1440"/>
            <ac:spMk id="3" creationId="{4FEECF55-18BA-2788-34F0-C606DBBDEED8}"/>
          </ac:spMkLst>
        </pc:spChg>
        <pc:spChg chg="mod ord">
          <ac:chgData name="Feist, Ella" userId="992bbaf2-811d-42cb-a4d6-e7fc45e325e8" providerId="ADAL" clId="{7AFE7C11-C71D-4349-8241-68E088248C89}" dt="2025-05-28T15:15:58.140" v="168" actId="20577"/>
          <ac:spMkLst>
            <pc:docMk/>
            <pc:sldMk cId="3906877010" sldId="1440"/>
            <ac:spMk id="5" creationId="{91A8ED3D-B755-43C9-BCB1-DCF495C0C9DB}"/>
          </ac:spMkLst>
        </pc:spChg>
      </pc:sldChg>
      <pc:sldChg chg="modSp mod modClrScheme chgLayout">
        <pc:chgData name="Feist, Ella" userId="992bbaf2-811d-42cb-a4d6-e7fc45e325e8" providerId="ADAL" clId="{7AFE7C11-C71D-4349-8241-68E088248C89}" dt="2025-05-28T15:17:31.113" v="223" actId="20577"/>
        <pc:sldMkLst>
          <pc:docMk/>
          <pc:sldMk cId="131953860" sldId="1442"/>
        </pc:sldMkLst>
        <pc:spChg chg="mod ord">
          <ac:chgData name="Feist, Ella" userId="992bbaf2-811d-42cb-a4d6-e7fc45e325e8" providerId="ADAL" clId="{7AFE7C11-C71D-4349-8241-68E088248C89}" dt="2025-05-28T15:16:08.100" v="170" actId="700"/>
          <ac:spMkLst>
            <pc:docMk/>
            <pc:sldMk cId="131953860" sldId="1442"/>
            <ac:spMk id="2" creationId="{A9A6FF77-D641-4417-92E7-11CC6238BF20}"/>
          </ac:spMkLst>
        </pc:spChg>
        <pc:spChg chg="mod ord">
          <ac:chgData name="Feist, Ella" userId="992bbaf2-811d-42cb-a4d6-e7fc45e325e8" providerId="ADAL" clId="{7AFE7C11-C71D-4349-8241-68E088248C89}" dt="2025-05-28T15:16:08.100" v="170" actId="700"/>
          <ac:spMkLst>
            <pc:docMk/>
            <pc:sldMk cId="131953860" sldId="1442"/>
            <ac:spMk id="3" creationId="{E756C489-753E-7348-B4C3-E82C23D6E798}"/>
          </ac:spMkLst>
        </pc:spChg>
        <pc:spChg chg="mod ord">
          <ac:chgData name="Feist, Ella" userId="992bbaf2-811d-42cb-a4d6-e7fc45e325e8" providerId="ADAL" clId="{7AFE7C11-C71D-4349-8241-68E088248C89}" dt="2025-05-28T15:17:31.113" v="223" actId="20577"/>
          <ac:spMkLst>
            <pc:docMk/>
            <pc:sldMk cId="131953860" sldId="1442"/>
            <ac:spMk id="5" creationId="{91A8ED3D-B755-43C9-BCB1-DCF495C0C9DB}"/>
          </ac:spMkLst>
        </pc:spChg>
      </pc:sldChg>
      <pc:sldChg chg="modSp mod">
        <pc:chgData name="Feist, Ella" userId="992bbaf2-811d-42cb-a4d6-e7fc45e325e8" providerId="ADAL" clId="{7AFE7C11-C71D-4349-8241-68E088248C89}" dt="2025-05-28T15:17:38.404" v="225" actId="403"/>
        <pc:sldMkLst>
          <pc:docMk/>
          <pc:sldMk cId="3383176735" sldId="1443"/>
        </pc:sldMkLst>
        <pc:spChg chg="mod">
          <ac:chgData name="Feist, Ella" userId="992bbaf2-811d-42cb-a4d6-e7fc45e325e8" providerId="ADAL" clId="{7AFE7C11-C71D-4349-8241-68E088248C89}" dt="2025-05-28T15:17:38.404" v="225" actId="403"/>
          <ac:spMkLst>
            <pc:docMk/>
            <pc:sldMk cId="3383176735" sldId="1443"/>
            <ac:spMk id="5" creationId="{91A8ED3D-B755-43C9-BCB1-DCF495C0C9DB}"/>
          </ac:spMkLst>
        </pc:spChg>
      </pc:sldChg>
      <pc:sldChg chg="modSp">
        <pc:chgData name="Feist, Ella" userId="992bbaf2-811d-42cb-a4d6-e7fc45e325e8" providerId="ADAL" clId="{7AFE7C11-C71D-4349-8241-68E088248C89}" dt="2025-05-28T15:17:43.577" v="226"/>
        <pc:sldMkLst>
          <pc:docMk/>
          <pc:sldMk cId="1229502389" sldId="1444"/>
        </pc:sldMkLst>
        <pc:spChg chg="mod">
          <ac:chgData name="Feist, Ella" userId="992bbaf2-811d-42cb-a4d6-e7fc45e325e8" providerId="ADAL" clId="{7AFE7C11-C71D-4349-8241-68E088248C89}" dt="2025-05-28T15:17:43.577" v="226"/>
          <ac:spMkLst>
            <pc:docMk/>
            <pc:sldMk cId="1229502389" sldId="1444"/>
            <ac:spMk id="4" creationId="{9ED32BBC-8A3B-5FB1-DB0F-B65F461BDA2D}"/>
          </ac:spMkLst>
        </pc:spChg>
      </pc:sldChg>
      <pc:sldChg chg="modSp mod modClrScheme chgLayout">
        <pc:chgData name="Feist, Ella" userId="992bbaf2-811d-42cb-a4d6-e7fc45e325e8" providerId="ADAL" clId="{7AFE7C11-C71D-4349-8241-68E088248C89}" dt="2025-05-28T15:18:05.553" v="235" actId="108"/>
        <pc:sldMkLst>
          <pc:docMk/>
          <pc:sldMk cId="4173888721" sldId="1445"/>
        </pc:sldMkLst>
        <pc:spChg chg="mod ord">
          <ac:chgData name="Feist, Ella" userId="992bbaf2-811d-42cb-a4d6-e7fc45e325e8" providerId="ADAL" clId="{7AFE7C11-C71D-4349-8241-68E088248C89}" dt="2025-05-28T15:17:47.986" v="227" actId="700"/>
          <ac:spMkLst>
            <pc:docMk/>
            <pc:sldMk cId="4173888721" sldId="1445"/>
            <ac:spMk id="3" creationId="{E5DCA1A1-16D8-19EC-BC56-89CF04B47C73}"/>
          </ac:spMkLst>
        </pc:spChg>
        <pc:spChg chg="mod ord">
          <ac:chgData name="Feist, Ella" userId="992bbaf2-811d-42cb-a4d6-e7fc45e325e8" providerId="ADAL" clId="{7AFE7C11-C71D-4349-8241-68E088248C89}" dt="2025-05-28T15:18:05.553" v="235" actId="108"/>
          <ac:spMkLst>
            <pc:docMk/>
            <pc:sldMk cId="4173888721" sldId="1445"/>
            <ac:spMk id="5" creationId="{91A8ED3D-B755-43C9-BCB1-DCF495C0C9DB}"/>
          </ac:spMkLst>
        </pc:spChg>
      </pc:sldChg>
      <pc:sldChg chg="modSp mod">
        <pc:chgData name="Feist, Ella" userId="992bbaf2-811d-42cb-a4d6-e7fc45e325e8" providerId="ADAL" clId="{7AFE7C11-C71D-4349-8241-68E088248C89}" dt="2025-05-28T15:18:49.091" v="245" actId="1076"/>
        <pc:sldMkLst>
          <pc:docMk/>
          <pc:sldMk cId="2245124239" sldId="1446"/>
        </pc:sldMkLst>
        <pc:spChg chg="mod">
          <ac:chgData name="Feist, Ella" userId="992bbaf2-811d-42cb-a4d6-e7fc45e325e8" providerId="ADAL" clId="{7AFE7C11-C71D-4349-8241-68E088248C89}" dt="2025-05-28T15:18:15.139" v="236" actId="2711"/>
          <ac:spMkLst>
            <pc:docMk/>
            <pc:sldMk cId="2245124239" sldId="1446"/>
            <ac:spMk id="5" creationId="{91A8ED3D-B755-43C9-BCB1-DCF495C0C9DB}"/>
          </ac:spMkLst>
        </pc:spChg>
        <pc:graphicFrameChg chg="mod modGraphic">
          <ac:chgData name="Feist, Ella" userId="992bbaf2-811d-42cb-a4d6-e7fc45e325e8" providerId="ADAL" clId="{7AFE7C11-C71D-4349-8241-68E088248C89}" dt="2025-05-28T15:18:49.091" v="245" actId="1076"/>
          <ac:graphicFrameMkLst>
            <pc:docMk/>
            <pc:sldMk cId="2245124239" sldId="1446"/>
            <ac:graphicFrameMk id="6" creationId="{D75774AF-D0A2-BD12-1488-EB1D39B20CD3}"/>
          </ac:graphicFrameMkLst>
        </pc:graphicFrameChg>
      </pc:sldChg>
      <pc:sldChg chg="addSp delSp modSp mod chgLayout">
        <pc:chgData name="Feist, Ella" userId="992bbaf2-811d-42cb-a4d6-e7fc45e325e8" providerId="ADAL" clId="{7AFE7C11-C71D-4349-8241-68E088248C89}" dt="2025-05-28T15:19:08.640" v="255" actId="20577"/>
        <pc:sldMkLst>
          <pc:docMk/>
          <pc:sldMk cId="2651542364" sldId="1447"/>
        </pc:sldMkLst>
        <pc:spChg chg="mod ord">
          <ac:chgData name="Feist, Ella" userId="992bbaf2-811d-42cb-a4d6-e7fc45e325e8" providerId="ADAL" clId="{7AFE7C11-C71D-4349-8241-68E088248C89}" dt="2025-05-28T15:18:59.878" v="248" actId="6264"/>
          <ac:spMkLst>
            <pc:docMk/>
            <pc:sldMk cId="2651542364" sldId="1447"/>
            <ac:spMk id="2" creationId="{D7EC235F-614F-714E-A97F-4FF50EFF14FD}"/>
          </ac:spMkLst>
        </pc:spChg>
        <pc:spChg chg="mod ord">
          <ac:chgData name="Feist, Ella" userId="992bbaf2-811d-42cb-a4d6-e7fc45e325e8" providerId="ADAL" clId="{7AFE7C11-C71D-4349-8241-68E088248C89}" dt="2025-05-28T15:19:08.640" v="255" actId="20577"/>
          <ac:spMkLst>
            <pc:docMk/>
            <pc:sldMk cId="2651542364" sldId="1447"/>
            <ac:spMk id="4" creationId="{E9C5A723-C0B1-124B-8CB6-AA3105C9A4E6}"/>
          </ac:spMkLst>
        </pc:spChg>
        <pc:spChg chg="mod ord">
          <ac:chgData name="Feist, Ella" userId="992bbaf2-811d-42cb-a4d6-e7fc45e325e8" providerId="ADAL" clId="{7AFE7C11-C71D-4349-8241-68E088248C89}" dt="2025-05-28T15:19:03.429" v="252" actId="20577"/>
          <ac:spMkLst>
            <pc:docMk/>
            <pc:sldMk cId="2651542364" sldId="1447"/>
            <ac:spMk id="5" creationId="{A6219B61-F6B4-9343-BA0B-07A3257A7B65}"/>
          </ac:spMkLst>
        </pc:spChg>
      </pc:sldChg>
      <pc:sldChg chg="modSp mod">
        <pc:chgData name="Feist, Ella" userId="992bbaf2-811d-42cb-a4d6-e7fc45e325e8" providerId="ADAL" clId="{7AFE7C11-C71D-4349-8241-68E088248C89}" dt="2025-05-28T15:20:12.355" v="285" actId="20577"/>
        <pc:sldMkLst>
          <pc:docMk/>
          <pc:sldMk cId="1873175525" sldId="1448"/>
        </pc:sldMkLst>
        <pc:spChg chg="mod">
          <ac:chgData name="Feist, Ella" userId="992bbaf2-811d-42cb-a4d6-e7fc45e325e8" providerId="ADAL" clId="{7AFE7C11-C71D-4349-8241-68E088248C89}" dt="2025-05-28T15:20:12.355" v="285" actId="20577"/>
          <ac:spMkLst>
            <pc:docMk/>
            <pc:sldMk cId="1873175525" sldId="1448"/>
            <ac:spMk id="5" creationId="{91A8ED3D-B755-43C9-BCB1-DCF495C0C9DB}"/>
          </ac:spMkLst>
        </pc:spChg>
      </pc:sldChg>
      <pc:sldChg chg="modSp mod">
        <pc:chgData name="Feist, Ella" userId="992bbaf2-811d-42cb-a4d6-e7fc45e325e8" providerId="ADAL" clId="{7AFE7C11-C71D-4349-8241-68E088248C89}" dt="2025-05-28T15:21:54.255" v="301" actId="14100"/>
        <pc:sldMkLst>
          <pc:docMk/>
          <pc:sldMk cId="4048853648" sldId="1449"/>
        </pc:sldMkLst>
        <pc:spChg chg="mod">
          <ac:chgData name="Feist, Ella" userId="992bbaf2-811d-42cb-a4d6-e7fc45e325e8" providerId="ADAL" clId="{7AFE7C11-C71D-4349-8241-68E088248C89}" dt="2025-05-28T15:21:24.299" v="293" actId="5793"/>
          <ac:spMkLst>
            <pc:docMk/>
            <pc:sldMk cId="4048853648" sldId="1449"/>
            <ac:spMk id="5" creationId="{91A8ED3D-B755-43C9-BCB1-DCF495C0C9DB}"/>
          </ac:spMkLst>
        </pc:spChg>
        <pc:graphicFrameChg chg="mod modGraphic">
          <ac:chgData name="Feist, Ella" userId="992bbaf2-811d-42cb-a4d6-e7fc45e325e8" providerId="ADAL" clId="{7AFE7C11-C71D-4349-8241-68E088248C89}" dt="2025-05-28T15:21:54.255" v="301" actId="14100"/>
          <ac:graphicFrameMkLst>
            <pc:docMk/>
            <pc:sldMk cId="4048853648" sldId="1449"/>
            <ac:graphicFrameMk id="6" creationId="{B3CBDF0D-9DB2-A0B5-7D68-15594C3F1FBA}"/>
          </ac:graphicFrameMkLst>
        </pc:graphicFrameChg>
      </pc:sldChg>
      <pc:sldChg chg="modSp mod">
        <pc:chgData name="Feist, Ella" userId="992bbaf2-811d-42cb-a4d6-e7fc45e325e8" providerId="ADAL" clId="{7AFE7C11-C71D-4349-8241-68E088248C89}" dt="2025-05-28T15:22:10.667" v="305" actId="20577"/>
        <pc:sldMkLst>
          <pc:docMk/>
          <pc:sldMk cId="3603618587" sldId="1450"/>
        </pc:sldMkLst>
        <pc:spChg chg="mod">
          <ac:chgData name="Feist, Ella" userId="992bbaf2-811d-42cb-a4d6-e7fc45e325e8" providerId="ADAL" clId="{7AFE7C11-C71D-4349-8241-68E088248C89}" dt="2025-05-28T15:22:00.004" v="302"/>
          <ac:spMkLst>
            <pc:docMk/>
            <pc:sldMk cId="3603618587" sldId="1450"/>
            <ac:spMk id="3" creationId="{7A18EF74-06F5-6D6F-67E5-FB13A1E80BA2}"/>
          </ac:spMkLst>
        </pc:spChg>
        <pc:spChg chg="mod">
          <ac:chgData name="Feist, Ella" userId="992bbaf2-811d-42cb-a4d6-e7fc45e325e8" providerId="ADAL" clId="{7AFE7C11-C71D-4349-8241-68E088248C89}" dt="2025-05-28T15:22:10.667" v="305" actId="20577"/>
          <ac:spMkLst>
            <pc:docMk/>
            <pc:sldMk cId="3603618587" sldId="1450"/>
            <ac:spMk id="5" creationId="{91A8ED3D-B755-43C9-BCB1-DCF495C0C9DB}"/>
          </ac:spMkLst>
        </pc:spChg>
        <pc:spChg chg="mod">
          <ac:chgData name="Feist, Ella" userId="992bbaf2-811d-42cb-a4d6-e7fc45e325e8" providerId="ADAL" clId="{7AFE7C11-C71D-4349-8241-68E088248C89}" dt="2025-05-28T15:22:06.915" v="303" actId="1076"/>
          <ac:spMkLst>
            <pc:docMk/>
            <pc:sldMk cId="3603618587" sldId="1450"/>
            <ac:spMk id="9" creationId="{39C45287-1843-F3B0-CD06-EE7DEB3FBAC7}"/>
          </ac:spMkLst>
        </pc:spChg>
      </pc:sldChg>
      <pc:sldChg chg="modSp mod">
        <pc:chgData name="Feist, Ella" userId="992bbaf2-811d-42cb-a4d6-e7fc45e325e8" providerId="ADAL" clId="{7AFE7C11-C71D-4349-8241-68E088248C89}" dt="2025-05-28T15:22:20.233" v="308" actId="1076"/>
        <pc:sldMkLst>
          <pc:docMk/>
          <pc:sldMk cId="708785633" sldId="1451"/>
        </pc:sldMkLst>
        <pc:spChg chg="mod">
          <ac:chgData name="Feist, Ella" userId="992bbaf2-811d-42cb-a4d6-e7fc45e325e8" providerId="ADAL" clId="{7AFE7C11-C71D-4349-8241-68E088248C89}" dt="2025-05-28T15:22:18.033" v="307" actId="1076"/>
          <ac:spMkLst>
            <pc:docMk/>
            <pc:sldMk cId="708785633" sldId="1451"/>
            <ac:spMk id="3" creationId="{6CE646EB-CCD4-E962-937D-14E25A5E2481}"/>
          </ac:spMkLst>
        </pc:spChg>
        <pc:spChg chg="mod">
          <ac:chgData name="Feist, Ella" userId="992bbaf2-811d-42cb-a4d6-e7fc45e325e8" providerId="ADAL" clId="{7AFE7C11-C71D-4349-8241-68E088248C89}" dt="2025-05-28T15:22:14.955" v="306"/>
          <ac:spMkLst>
            <pc:docMk/>
            <pc:sldMk cId="708785633" sldId="1451"/>
            <ac:spMk id="7" creationId="{1FA73513-B9C5-3EC8-178F-95443B17ECF0}"/>
          </ac:spMkLst>
        </pc:spChg>
        <pc:spChg chg="mod">
          <ac:chgData name="Feist, Ella" userId="992bbaf2-811d-42cb-a4d6-e7fc45e325e8" providerId="ADAL" clId="{7AFE7C11-C71D-4349-8241-68E088248C89}" dt="2025-05-28T15:22:20.233" v="308" actId="1076"/>
          <ac:spMkLst>
            <pc:docMk/>
            <pc:sldMk cId="708785633" sldId="1451"/>
            <ac:spMk id="9" creationId="{39C45287-1843-F3B0-CD06-EE7DEB3FBAC7}"/>
          </ac:spMkLst>
        </pc:spChg>
      </pc:sldChg>
      <pc:sldChg chg="modSp mod">
        <pc:chgData name="Feist, Ella" userId="992bbaf2-811d-42cb-a4d6-e7fc45e325e8" providerId="ADAL" clId="{7AFE7C11-C71D-4349-8241-68E088248C89}" dt="2025-05-28T15:22:27.170" v="309" actId="20577"/>
        <pc:sldMkLst>
          <pc:docMk/>
          <pc:sldMk cId="3849777758" sldId="1452"/>
        </pc:sldMkLst>
        <pc:spChg chg="mod">
          <ac:chgData name="Feist, Ella" userId="992bbaf2-811d-42cb-a4d6-e7fc45e325e8" providerId="ADAL" clId="{7AFE7C11-C71D-4349-8241-68E088248C89}" dt="2025-05-28T15:22:27.170" v="309" actId="20577"/>
          <ac:spMkLst>
            <pc:docMk/>
            <pc:sldMk cId="3849777758" sldId="1452"/>
            <ac:spMk id="5" creationId="{91A8ED3D-B755-43C9-BCB1-DCF495C0C9DB}"/>
          </ac:spMkLst>
        </pc:spChg>
      </pc:sldChg>
      <pc:sldChg chg="modSp mod">
        <pc:chgData name="Feist, Ella" userId="992bbaf2-811d-42cb-a4d6-e7fc45e325e8" providerId="ADAL" clId="{7AFE7C11-C71D-4349-8241-68E088248C89}" dt="2025-05-28T15:22:51.606" v="318" actId="207"/>
        <pc:sldMkLst>
          <pc:docMk/>
          <pc:sldMk cId="1036977809" sldId="1453"/>
        </pc:sldMkLst>
        <pc:spChg chg="mod">
          <ac:chgData name="Feist, Ella" userId="992bbaf2-811d-42cb-a4d6-e7fc45e325e8" providerId="ADAL" clId="{7AFE7C11-C71D-4349-8241-68E088248C89}" dt="2025-05-28T15:22:32.567" v="310" actId="20577"/>
          <ac:spMkLst>
            <pc:docMk/>
            <pc:sldMk cId="1036977809" sldId="1453"/>
            <ac:spMk id="4" creationId="{AF0027B2-35CD-4AB9-C240-4F154BDF1BC7}"/>
          </ac:spMkLst>
        </pc:spChg>
        <pc:spChg chg="mod">
          <ac:chgData name="Feist, Ella" userId="992bbaf2-811d-42cb-a4d6-e7fc45e325e8" providerId="ADAL" clId="{7AFE7C11-C71D-4349-8241-68E088248C89}" dt="2025-05-28T15:22:51.606" v="318" actId="207"/>
          <ac:spMkLst>
            <pc:docMk/>
            <pc:sldMk cId="1036977809" sldId="1453"/>
            <ac:spMk id="5" creationId="{91A8ED3D-B755-43C9-BCB1-DCF495C0C9DB}"/>
          </ac:spMkLst>
        </pc:spChg>
      </pc:sldChg>
      <pc:sldChg chg="modSp mod">
        <pc:chgData name="Feist, Ella" userId="992bbaf2-811d-42cb-a4d6-e7fc45e325e8" providerId="ADAL" clId="{7AFE7C11-C71D-4349-8241-68E088248C89}" dt="2025-05-28T15:23:07.978" v="325" actId="20577"/>
        <pc:sldMkLst>
          <pc:docMk/>
          <pc:sldMk cId="1506689426" sldId="1454"/>
        </pc:sldMkLst>
        <pc:spChg chg="mod">
          <ac:chgData name="Feist, Ella" userId="992bbaf2-811d-42cb-a4d6-e7fc45e325e8" providerId="ADAL" clId="{7AFE7C11-C71D-4349-8241-68E088248C89}" dt="2025-05-28T15:22:55.685" v="319" actId="20577"/>
          <ac:spMkLst>
            <pc:docMk/>
            <pc:sldMk cId="1506689426" sldId="1454"/>
            <ac:spMk id="4" creationId="{4F3136E8-AFF3-E610-AD95-B6F40D20F4DE}"/>
          </ac:spMkLst>
        </pc:spChg>
        <pc:spChg chg="mod">
          <ac:chgData name="Feist, Ella" userId="992bbaf2-811d-42cb-a4d6-e7fc45e325e8" providerId="ADAL" clId="{7AFE7C11-C71D-4349-8241-68E088248C89}" dt="2025-05-28T15:23:07.978" v="325" actId="20577"/>
          <ac:spMkLst>
            <pc:docMk/>
            <pc:sldMk cId="1506689426" sldId="1454"/>
            <ac:spMk id="5" creationId="{91A8ED3D-B755-43C9-BCB1-DCF495C0C9DB}"/>
          </ac:spMkLst>
        </pc:spChg>
        <pc:spChg chg="mod">
          <ac:chgData name="Feist, Ella" userId="992bbaf2-811d-42cb-a4d6-e7fc45e325e8" providerId="ADAL" clId="{7AFE7C11-C71D-4349-8241-68E088248C89}" dt="2025-05-28T15:23:01.022" v="321" actId="1076"/>
          <ac:spMkLst>
            <pc:docMk/>
            <pc:sldMk cId="1506689426" sldId="1454"/>
            <ac:spMk id="9" creationId="{39C45287-1843-F3B0-CD06-EE7DEB3FBAC7}"/>
          </ac:spMkLst>
        </pc:spChg>
      </pc:sldChg>
      <pc:sldChg chg="modSp mod">
        <pc:chgData name="Feist, Ella" userId="992bbaf2-811d-42cb-a4d6-e7fc45e325e8" providerId="ADAL" clId="{7AFE7C11-C71D-4349-8241-68E088248C89}" dt="2025-05-28T15:23:23.570" v="333" actId="207"/>
        <pc:sldMkLst>
          <pc:docMk/>
          <pc:sldMk cId="2054473546" sldId="1455"/>
        </pc:sldMkLst>
        <pc:spChg chg="mod">
          <ac:chgData name="Feist, Ella" userId="992bbaf2-811d-42cb-a4d6-e7fc45e325e8" providerId="ADAL" clId="{7AFE7C11-C71D-4349-8241-68E088248C89}" dt="2025-05-28T15:23:12.777" v="326" actId="20577"/>
          <ac:spMkLst>
            <pc:docMk/>
            <pc:sldMk cId="2054473546" sldId="1455"/>
            <ac:spMk id="3" creationId="{1AB364BF-6683-7AF3-5338-C349FD915DEB}"/>
          </ac:spMkLst>
        </pc:spChg>
        <pc:spChg chg="mod">
          <ac:chgData name="Feist, Ella" userId="992bbaf2-811d-42cb-a4d6-e7fc45e325e8" providerId="ADAL" clId="{7AFE7C11-C71D-4349-8241-68E088248C89}" dt="2025-05-28T15:23:23.570" v="333" actId="207"/>
          <ac:spMkLst>
            <pc:docMk/>
            <pc:sldMk cId="2054473546" sldId="1455"/>
            <ac:spMk id="5" creationId="{91A8ED3D-B755-43C9-BCB1-DCF495C0C9DB}"/>
          </ac:spMkLst>
        </pc:spChg>
      </pc:sldChg>
      <pc:sldChg chg="modSp mod">
        <pc:chgData name="Feist, Ella" userId="992bbaf2-811d-42cb-a4d6-e7fc45e325e8" providerId="ADAL" clId="{7AFE7C11-C71D-4349-8241-68E088248C89}" dt="2025-05-28T15:24:52.168" v="343" actId="20577"/>
        <pc:sldMkLst>
          <pc:docMk/>
          <pc:sldMk cId="1726752196" sldId="1456"/>
        </pc:sldMkLst>
        <pc:spChg chg="mod">
          <ac:chgData name="Feist, Ella" userId="992bbaf2-811d-42cb-a4d6-e7fc45e325e8" providerId="ADAL" clId="{7AFE7C11-C71D-4349-8241-68E088248C89}" dt="2025-05-28T15:23:26.732" v="334" actId="20577"/>
          <ac:spMkLst>
            <pc:docMk/>
            <pc:sldMk cId="1726752196" sldId="1456"/>
            <ac:spMk id="3" creationId="{DDF14E73-F2EF-FB49-8336-AA2A0340A701}"/>
          </ac:spMkLst>
        </pc:spChg>
        <pc:spChg chg="mod">
          <ac:chgData name="Feist, Ella" userId="992bbaf2-811d-42cb-a4d6-e7fc45e325e8" providerId="ADAL" clId="{7AFE7C11-C71D-4349-8241-68E088248C89}" dt="2025-05-28T15:24:52.168" v="343" actId="20577"/>
          <ac:spMkLst>
            <pc:docMk/>
            <pc:sldMk cId="1726752196" sldId="1456"/>
            <ac:spMk id="5" creationId="{91A8ED3D-B755-43C9-BCB1-DCF495C0C9DB}"/>
          </ac:spMkLst>
        </pc:spChg>
      </pc:sldChg>
      <pc:sldChg chg="modSp mod">
        <pc:chgData name="Feist, Ella" userId="992bbaf2-811d-42cb-a4d6-e7fc45e325e8" providerId="ADAL" clId="{7AFE7C11-C71D-4349-8241-68E088248C89}" dt="2025-05-28T15:25:28.872" v="352" actId="20577"/>
        <pc:sldMkLst>
          <pc:docMk/>
          <pc:sldMk cId="1560557317" sldId="1457"/>
        </pc:sldMkLst>
        <pc:spChg chg="mod">
          <ac:chgData name="Feist, Ella" userId="992bbaf2-811d-42cb-a4d6-e7fc45e325e8" providerId="ADAL" clId="{7AFE7C11-C71D-4349-8241-68E088248C89}" dt="2025-05-28T15:25:28.872" v="352" actId="20577"/>
          <ac:spMkLst>
            <pc:docMk/>
            <pc:sldMk cId="1560557317" sldId="1457"/>
            <ac:spMk id="3" creationId="{87F1F6EA-FE32-E3F7-11D5-FF798EFFE3B1}"/>
          </ac:spMkLst>
        </pc:spChg>
        <pc:spChg chg="mod">
          <ac:chgData name="Feist, Ella" userId="992bbaf2-811d-42cb-a4d6-e7fc45e325e8" providerId="ADAL" clId="{7AFE7C11-C71D-4349-8241-68E088248C89}" dt="2025-05-28T15:25:12.357" v="346" actId="1076"/>
          <ac:spMkLst>
            <pc:docMk/>
            <pc:sldMk cId="1560557317" sldId="1457"/>
            <ac:spMk id="4" creationId="{8067003F-D1BF-13E1-8CFD-204083F59814}"/>
          </ac:spMkLst>
        </pc:spChg>
        <pc:spChg chg="mod">
          <ac:chgData name="Feist, Ella" userId="992bbaf2-811d-42cb-a4d6-e7fc45e325e8" providerId="ADAL" clId="{7AFE7C11-C71D-4349-8241-68E088248C89}" dt="2025-05-28T15:25:22.787" v="351" actId="20577"/>
          <ac:spMkLst>
            <pc:docMk/>
            <pc:sldMk cId="1560557317" sldId="1457"/>
            <ac:spMk id="5" creationId="{91A8ED3D-B755-43C9-BCB1-DCF495C0C9DB}"/>
          </ac:spMkLst>
        </pc:spChg>
        <pc:spChg chg="mod">
          <ac:chgData name="Feist, Ella" userId="992bbaf2-811d-42cb-a4d6-e7fc45e325e8" providerId="ADAL" clId="{7AFE7C11-C71D-4349-8241-68E088248C89}" dt="2025-05-28T15:25:15.254" v="347" actId="1076"/>
          <ac:spMkLst>
            <pc:docMk/>
            <pc:sldMk cId="1560557317" sldId="1457"/>
            <ac:spMk id="9" creationId="{39C45287-1843-F3B0-CD06-EE7DEB3FBAC7}"/>
          </ac:spMkLst>
        </pc:spChg>
      </pc:sldChg>
      <pc:sldChg chg="modSp mod">
        <pc:chgData name="Feist, Ella" userId="992bbaf2-811d-42cb-a4d6-e7fc45e325e8" providerId="ADAL" clId="{7AFE7C11-C71D-4349-8241-68E088248C89}" dt="2025-05-28T15:25:46.431" v="366" actId="20577"/>
        <pc:sldMkLst>
          <pc:docMk/>
          <pc:sldMk cId="783829425" sldId="1458"/>
        </pc:sldMkLst>
        <pc:spChg chg="mod">
          <ac:chgData name="Feist, Ella" userId="992bbaf2-811d-42cb-a4d6-e7fc45e325e8" providerId="ADAL" clId="{7AFE7C11-C71D-4349-8241-68E088248C89}" dt="2025-05-28T15:25:46.431" v="366" actId="20577"/>
          <ac:spMkLst>
            <pc:docMk/>
            <pc:sldMk cId="783829425" sldId="1458"/>
            <ac:spMk id="5" creationId="{91A8ED3D-B755-43C9-BCB1-DCF495C0C9DB}"/>
          </ac:spMkLst>
        </pc:spChg>
        <pc:spChg chg="mod">
          <ac:chgData name="Feist, Ella" userId="992bbaf2-811d-42cb-a4d6-e7fc45e325e8" providerId="ADAL" clId="{7AFE7C11-C71D-4349-8241-68E088248C89}" dt="2025-05-28T15:25:34.777" v="354" actId="1076"/>
          <ac:spMkLst>
            <pc:docMk/>
            <pc:sldMk cId="783829425" sldId="1458"/>
            <ac:spMk id="9" creationId="{39C45287-1843-F3B0-CD06-EE7DEB3FBAC7}"/>
          </ac:spMkLst>
        </pc:spChg>
      </pc:sldChg>
      <pc:sldChg chg="modSp mod">
        <pc:chgData name="Feist, Ella" userId="992bbaf2-811d-42cb-a4d6-e7fc45e325e8" providerId="ADAL" clId="{7AFE7C11-C71D-4349-8241-68E088248C89}" dt="2025-05-28T15:26:11.714" v="379" actId="20577"/>
        <pc:sldMkLst>
          <pc:docMk/>
          <pc:sldMk cId="1147058099" sldId="1459"/>
        </pc:sldMkLst>
        <pc:spChg chg="mod">
          <ac:chgData name="Feist, Ella" userId="992bbaf2-811d-42cb-a4d6-e7fc45e325e8" providerId="ADAL" clId="{7AFE7C11-C71D-4349-8241-68E088248C89}" dt="2025-05-28T15:25:49.665" v="367" actId="20577"/>
          <ac:spMkLst>
            <pc:docMk/>
            <pc:sldMk cId="1147058099" sldId="1459"/>
            <ac:spMk id="3" creationId="{F4FBD551-6F44-3A4F-5B5F-00FCC4933C3B}"/>
          </ac:spMkLst>
        </pc:spChg>
        <pc:spChg chg="mod">
          <ac:chgData name="Feist, Ella" userId="992bbaf2-811d-42cb-a4d6-e7fc45e325e8" providerId="ADAL" clId="{7AFE7C11-C71D-4349-8241-68E088248C89}" dt="2025-05-28T15:26:11.714" v="379" actId="20577"/>
          <ac:spMkLst>
            <pc:docMk/>
            <pc:sldMk cId="1147058099" sldId="1459"/>
            <ac:spMk id="5" creationId="{91A8ED3D-B755-43C9-BCB1-DCF495C0C9DB}"/>
          </ac:spMkLst>
        </pc:spChg>
        <pc:spChg chg="mod">
          <ac:chgData name="Feist, Ella" userId="992bbaf2-811d-42cb-a4d6-e7fc45e325e8" providerId="ADAL" clId="{7AFE7C11-C71D-4349-8241-68E088248C89}" dt="2025-05-28T15:26:05.280" v="377" actId="1036"/>
          <ac:spMkLst>
            <pc:docMk/>
            <pc:sldMk cId="1147058099" sldId="1459"/>
            <ac:spMk id="8" creationId="{B5A5D0E6-7D6B-AA7E-2CE3-1D3248511FC8}"/>
          </ac:spMkLst>
        </pc:spChg>
        <pc:spChg chg="mod">
          <ac:chgData name="Feist, Ella" userId="992bbaf2-811d-42cb-a4d6-e7fc45e325e8" providerId="ADAL" clId="{7AFE7C11-C71D-4349-8241-68E088248C89}" dt="2025-05-28T15:26:10.131" v="378" actId="1076"/>
          <ac:spMkLst>
            <pc:docMk/>
            <pc:sldMk cId="1147058099" sldId="1459"/>
            <ac:spMk id="9" creationId="{945E1937-0F6E-0D3F-C25C-3110843825FF}"/>
          </ac:spMkLst>
        </pc:spChg>
      </pc:sldChg>
      <pc:sldChg chg="modSp mod">
        <pc:chgData name="Feist, Ella" userId="992bbaf2-811d-42cb-a4d6-e7fc45e325e8" providerId="ADAL" clId="{7AFE7C11-C71D-4349-8241-68E088248C89}" dt="2025-05-28T15:26:54.989" v="405" actId="6549"/>
        <pc:sldMkLst>
          <pc:docMk/>
          <pc:sldMk cId="1201545422" sldId="1460"/>
        </pc:sldMkLst>
        <pc:spChg chg="mod">
          <ac:chgData name="Feist, Ella" userId="992bbaf2-811d-42cb-a4d6-e7fc45e325e8" providerId="ADAL" clId="{7AFE7C11-C71D-4349-8241-68E088248C89}" dt="2025-05-28T15:26:17.053" v="380"/>
          <ac:spMkLst>
            <pc:docMk/>
            <pc:sldMk cId="1201545422" sldId="1460"/>
            <ac:spMk id="3" creationId="{738ECCDE-5643-0779-145A-54BEC6436036}"/>
          </ac:spMkLst>
        </pc:spChg>
        <pc:spChg chg="mod">
          <ac:chgData name="Feist, Ella" userId="992bbaf2-811d-42cb-a4d6-e7fc45e325e8" providerId="ADAL" clId="{7AFE7C11-C71D-4349-8241-68E088248C89}" dt="2025-05-28T15:26:54.989" v="405" actId="6549"/>
          <ac:spMkLst>
            <pc:docMk/>
            <pc:sldMk cId="1201545422" sldId="1460"/>
            <ac:spMk id="5" creationId="{91A8ED3D-B755-43C9-BCB1-DCF495C0C9DB}"/>
          </ac:spMkLst>
        </pc:spChg>
      </pc:sldChg>
      <pc:sldChg chg="delSp modSp mod">
        <pc:chgData name="Feist, Ella" userId="992bbaf2-811d-42cb-a4d6-e7fc45e325e8" providerId="ADAL" clId="{7AFE7C11-C71D-4349-8241-68E088248C89}" dt="2025-05-28T15:28:01.468" v="468" actId="20577"/>
        <pc:sldMkLst>
          <pc:docMk/>
          <pc:sldMk cId="693381351" sldId="1461"/>
        </pc:sldMkLst>
        <pc:spChg chg="mod">
          <ac:chgData name="Feist, Ella" userId="992bbaf2-811d-42cb-a4d6-e7fc45e325e8" providerId="ADAL" clId="{7AFE7C11-C71D-4349-8241-68E088248C89}" dt="2025-05-28T15:28:01.468" v="468" actId="20577"/>
          <ac:spMkLst>
            <pc:docMk/>
            <pc:sldMk cId="693381351" sldId="1461"/>
            <ac:spMk id="4" creationId="{E9C5A723-C0B1-124B-8CB6-AA3105C9A4E6}"/>
          </ac:spMkLst>
        </pc:spChg>
        <pc:spChg chg="mod">
          <ac:chgData name="Feist, Ella" userId="992bbaf2-811d-42cb-a4d6-e7fc45e325e8" providerId="ADAL" clId="{7AFE7C11-C71D-4349-8241-68E088248C89}" dt="2025-05-28T15:27:05.807" v="410" actId="20577"/>
          <ac:spMkLst>
            <pc:docMk/>
            <pc:sldMk cId="693381351" sldId="1461"/>
            <ac:spMk id="7" creationId="{7011A66F-2AA4-CC76-6143-014D42ACD7FC}"/>
          </ac:spMkLst>
        </pc:spChg>
      </pc:sldChg>
      <pc:sldChg chg="addSp delSp modSp mod chgLayout">
        <pc:chgData name="Feist, Ella" userId="992bbaf2-811d-42cb-a4d6-e7fc45e325e8" providerId="ADAL" clId="{7AFE7C11-C71D-4349-8241-68E088248C89}" dt="2025-05-28T15:28:24.860" v="481" actId="478"/>
        <pc:sldMkLst>
          <pc:docMk/>
          <pc:sldMk cId="2451914224" sldId="1462"/>
        </pc:sldMkLst>
        <pc:spChg chg="mod ord">
          <ac:chgData name="Feist, Ella" userId="992bbaf2-811d-42cb-a4d6-e7fc45e325e8" providerId="ADAL" clId="{7AFE7C11-C71D-4349-8241-68E088248C89}" dt="2025-05-28T15:28:10.032" v="471" actId="6264"/>
          <ac:spMkLst>
            <pc:docMk/>
            <pc:sldMk cId="2451914224" sldId="1462"/>
            <ac:spMk id="2" creationId="{D7EC235F-614F-714E-A97F-4FF50EFF14FD}"/>
          </ac:spMkLst>
        </pc:spChg>
        <pc:spChg chg="mod ord">
          <ac:chgData name="Feist, Ella" userId="992bbaf2-811d-42cb-a4d6-e7fc45e325e8" providerId="ADAL" clId="{7AFE7C11-C71D-4349-8241-68E088248C89}" dt="2025-05-28T15:28:22.630" v="480" actId="20577"/>
          <ac:spMkLst>
            <pc:docMk/>
            <pc:sldMk cId="2451914224" sldId="1462"/>
            <ac:spMk id="4" creationId="{E9C5A723-C0B1-124B-8CB6-AA3105C9A4E6}"/>
          </ac:spMkLst>
        </pc:spChg>
        <pc:spChg chg="mod ord">
          <ac:chgData name="Feist, Ella" userId="992bbaf2-811d-42cb-a4d6-e7fc45e325e8" providerId="ADAL" clId="{7AFE7C11-C71D-4349-8241-68E088248C89}" dt="2025-05-28T15:28:17.944" v="477" actId="20577"/>
          <ac:spMkLst>
            <pc:docMk/>
            <pc:sldMk cId="2451914224" sldId="1462"/>
            <ac:spMk id="5" creationId="{413523EF-64C2-365A-F072-EFC66F809E3D}"/>
          </ac:spMkLst>
        </pc:spChg>
      </pc:sldChg>
      <pc:sldChg chg="modSp mod modClrScheme chgLayout">
        <pc:chgData name="Feist, Ella" userId="992bbaf2-811d-42cb-a4d6-e7fc45e325e8" providerId="ADAL" clId="{7AFE7C11-C71D-4349-8241-68E088248C89}" dt="2025-05-28T15:28:38.022" v="485" actId="20577"/>
        <pc:sldMkLst>
          <pc:docMk/>
          <pc:sldMk cId="766844786" sldId="1463"/>
        </pc:sldMkLst>
        <pc:spChg chg="mod ord">
          <ac:chgData name="Feist, Ella" userId="992bbaf2-811d-42cb-a4d6-e7fc45e325e8" providerId="ADAL" clId="{7AFE7C11-C71D-4349-8241-68E088248C89}" dt="2025-05-28T15:28:29.767" v="482" actId="700"/>
          <ac:spMkLst>
            <pc:docMk/>
            <pc:sldMk cId="766844786" sldId="1463"/>
            <ac:spMk id="2" creationId="{F111C5DB-635E-4576-A4C3-837B7E452E1E}"/>
          </ac:spMkLst>
        </pc:spChg>
        <pc:spChg chg="mod ord">
          <ac:chgData name="Feist, Ella" userId="992bbaf2-811d-42cb-a4d6-e7fc45e325e8" providerId="ADAL" clId="{7AFE7C11-C71D-4349-8241-68E088248C89}" dt="2025-05-28T15:28:29.767" v="482" actId="700"/>
          <ac:spMkLst>
            <pc:docMk/>
            <pc:sldMk cId="766844786" sldId="1463"/>
            <ac:spMk id="3" creationId="{A640C84F-46FC-B300-644D-234C68CBBC2C}"/>
          </ac:spMkLst>
        </pc:spChg>
        <pc:spChg chg="mod ord">
          <ac:chgData name="Feist, Ella" userId="992bbaf2-811d-42cb-a4d6-e7fc45e325e8" providerId="ADAL" clId="{7AFE7C11-C71D-4349-8241-68E088248C89}" dt="2025-05-28T15:28:38.022" v="485" actId="20577"/>
          <ac:spMkLst>
            <pc:docMk/>
            <pc:sldMk cId="766844786" sldId="1463"/>
            <ac:spMk id="6" creationId="{9ECDB192-E59C-C44D-B6D5-3E31ED8088B5}"/>
          </ac:spMkLst>
        </pc:spChg>
      </pc:sldChg>
      <pc:sldChg chg="modSp mod">
        <pc:chgData name="Feist, Ella" userId="992bbaf2-811d-42cb-a4d6-e7fc45e325e8" providerId="ADAL" clId="{7AFE7C11-C71D-4349-8241-68E088248C89}" dt="2025-05-28T15:27:02.247" v="409" actId="20577"/>
        <pc:sldMkLst>
          <pc:docMk/>
          <pc:sldMk cId="3664445527" sldId="1466"/>
        </pc:sldMkLst>
        <pc:spChg chg="mod">
          <ac:chgData name="Feist, Ella" userId="992bbaf2-811d-42cb-a4d6-e7fc45e325e8" providerId="ADAL" clId="{7AFE7C11-C71D-4349-8241-68E088248C89}" dt="2025-05-28T15:27:02.247" v="409" actId="20577"/>
          <ac:spMkLst>
            <pc:docMk/>
            <pc:sldMk cId="3664445527" sldId="1466"/>
            <ac:spMk id="4" creationId="{DE39B7FB-055D-C3D1-704A-54B2009AA76C}"/>
          </ac:spMkLst>
        </pc:spChg>
      </pc:sldChg>
      <pc:sldMasterChg chg="del delSldLayout">
        <pc:chgData name="Feist, Ella" userId="992bbaf2-811d-42cb-a4d6-e7fc45e325e8" providerId="ADAL" clId="{7AFE7C11-C71D-4349-8241-68E088248C89}" dt="2025-05-28T15:10:48.426" v="3"/>
        <pc:sldMasterMkLst>
          <pc:docMk/>
          <pc:sldMasterMk cId="1433300368" sldId="2147483799"/>
        </pc:sldMasterMkLst>
        <pc:sldLayoutChg chg="del">
          <pc:chgData name="Feist, Ella" userId="992bbaf2-811d-42cb-a4d6-e7fc45e325e8" providerId="ADAL" clId="{7AFE7C11-C71D-4349-8241-68E088248C89}" dt="2025-05-28T15:10:48.426" v="3"/>
          <pc:sldLayoutMkLst>
            <pc:docMk/>
            <pc:sldMasterMk cId="1433300368" sldId="2147483799"/>
            <pc:sldLayoutMk cId="1527291370" sldId="2147483818"/>
          </pc:sldLayoutMkLst>
        </pc:sldLayoutChg>
        <pc:sldLayoutChg chg="del">
          <pc:chgData name="Feist, Ella" userId="992bbaf2-811d-42cb-a4d6-e7fc45e325e8" providerId="ADAL" clId="{7AFE7C11-C71D-4349-8241-68E088248C89}" dt="2025-05-28T15:10:48.426" v="3"/>
          <pc:sldLayoutMkLst>
            <pc:docMk/>
            <pc:sldMasterMk cId="1433300368" sldId="2147483799"/>
            <pc:sldLayoutMk cId="3562340024" sldId="2147483819"/>
          </pc:sldLayoutMkLst>
        </pc:sldLayoutChg>
        <pc:sldLayoutChg chg="del">
          <pc:chgData name="Feist, Ella" userId="992bbaf2-811d-42cb-a4d6-e7fc45e325e8" providerId="ADAL" clId="{7AFE7C11-C71D-4349-8241-68E088248C89}" dt="2025-05-28T15:10:48.426" v="3"/>
          <pc:sldLayoutMkLst>
            <pc:docMk/>
            <pc:sldMasterMk cId="1433300368" sldId="2147483799"/>
            <pc:sldLayoutMk cId="520181862" sldId="2147483820"/>
          </pc:sldLayoutMkLst>
        </pc:sldLayoutChg>
      </pc:sldMasterChg>
      <pc:sldMasterChg chg="del delSldLayout">
        <pc:chgData name="Feist, Ella" userId="992bbaf2-811d-42cb-a4d6-e7fc45e325e8" providerId="ADAL" clId="{7AFE7C11-C71D-4349-8241-68E088248C89}" dt="2025-05-28T15:10:48.426" v="3"/>
        <pc:sldMasterMkLst>
          <pc:docMk/>
          <pc:sldMasterMk cId="4045664613" sldId="2147483821"/>
        </pc:sldMasterMkLst>
        <pc:sldLayoutChg chg="del">
          <pc:chgData name="Feist, Ella" userId="992bbaf2-811d-42cb-a4d6-e7fc45e325e8" providerId="ADAL" clId="{7AFE7C11-C71D-4349-8241-68E088248C89}" dt="2025-05-28T15:10:48.426" v="3"/>
          <pc:sldLayoutMkLst>
            <pc:docMk/>
            <pc:sldMasterMk cId="4045664613" sldId="2147483821"/>
            <pc:sldLayoutMk cId="1659487629" sldId="2147483822"/>
          </pc:sldLayoutMkLst>
        </pc:sldLayoutChg>
        <pc:sldLayoutChg chg="del">
          <pc:chgData name="Feist, Ella" userId="992bbaf2-811d-42cb-a4d6-e7fc45e325e8" providerId="ADAL" clId="{7AFE7C11-C71D-4349-8241-68E088248C89}" dt="2025-05-28T15:10:48.426" v="3"/>
          <pc:sldLayoutMkLst>
            <pc:docMk/>
            <pc:sldMasterMk cId="4045664613" sldId="2147483821"/>
            <pc:sldLayoutMk cId="3209770388" sldId="2147483823"/>
          </pc:sldLayoutMkLst>
        </pc:sldLayoutChg>
        <pc:sldLayoutChg chg="del">
          <pc:chgData name="Feist, Ella" userId="992bbaf2-811d-42cb-a4d6-e7fc45e325e8" providerId="ADAL" clId="{7AFE7C11-C71D-4349-8241-68E088248C89}" dt="2025-05-28T15:10:48.426" v="3"/>
          <pc:sldLayoutMkLst>
            <pc:docMk/>
            <pc:sldMasterMk cId="4045664613" sldId="2147483821"/>
            <pc:sldLayoutMk cId="2989585299" sldId="2147483824"/>
          </pc:sldLayoutMkLst>
        </pc:sldLayoutChg>
        <pc:sldLayoutChg chg="del">
          <pc:chgData name="Feist, Ella" userId="992bbaf2-811d-42cb-a4d6-e7fc45e325e8" providerId="ADAL" clId="{7AFE7C11-C71D-4349-8241-68E088248C89}" dt="2025-05-28T15:10:48.426" v="3"/>
          <pc:sldLayoutMkLst>
            <pc:docMk/>
            <pc:sldMasterMk cId="4045664613" sldId="2147483821"/>
            <pc:sldLayoutMk cId="771702010" sldId="2147483825"/>
          </pc:sldLayoutMkLst>
        </pc:sldLayoutChg>
      </pc:sldMasterChg>
      <pc:sldMasterChg chg="del delSldLayout">
        <pc:chgData name="Feist, Ella" userId="992bbaf2-811d-42cb-a4d6-e7fc45e325e8" providerId="ADAL" clId="{7AFE7C11-C71D-4349-8241-68E088248C89}" dt="2025-05-28T15:10:48.426" v="3"/>
        <pc:sldMasterMkLst>
          <pc:docMk/>
          <pc:sldMasterMk cId="3391850710" sldId="2147483826"/>
        </pc:sldMasterMkLst>
        <pc:sldLayoutChg chg="del">
          <pc:chgData name="Feist, Ella" userId="992bbaf2-811d-42cb-a4d6-e7fc45e325e8" providerId="ADAL" clId="{7AFE7C11-C71D-4349-8241-68E088248C89}" dt="2025-05-28T15:10:48.426" v="3"/>
          <pc:sldLayoutMkLst>
            <pc:docMk/>
            <pc:sldMasterMk cId="3391850710" sldId="2147483826"/>
            <pc:sldLayoutMk cId="186167143" sldId="2147483827"/>
          </pc:sldLayoutMkLst>
        </pc:sldLayoutChg>
        <pc:sldLayoutChg chg="del">
          <pc:chgData name="Feist, Ella" userId="992bbaf2-811d-42cb-a4d6-e7fc45e325e8" providerId="ADAL" clId="{7AFE7C11-C71D-4349-8241-68E088248C89}" dt="2025-05-28T15:10:48.426" v="3"/>
          <pc:sldLayoutMkLst>
            <pc:docMk/>
            <pc:sldMasterMk cId="3391850710" sldId="2147483826"/>
            <pc:sldLayoutMk cId="4273777609" sldId="2147483828"/>
          </pc:sldLayoutMkLst>
        </pc:sldLayoutChg>
        <pc:sldLayoutChg chg="del">
          <pc:chgData name="Feist, Ella" userId="992bbaf2-811d-42cb-a4d6-e7fc45e325e8" providerId="ADAL" clId="{7AFE7C11-C71D-4349-8241-68E088248C89}" dt="2025-05-28T15:10:48.426" v="3"/>
          <pc:sldLayoutMkLst>
            <pc:docMk/>
            <pc:sldMasterMk cId="3391850710" sldId="2147483826"/>
            <pc:sldLayoutMk cId="928190420" sldId="2147483829"/>
          </pc:sldLayoutMkLst>
        </pc:sldLayoutChg>
        <pc:sldLayoutChg chg="del">
          <pc:chgData name="Feist, Ella" userId="992bbaf2-811d-42cb-a4d6-e7fc45e325e8" providerId="ADAL" clId="{7AFE7C11-C71D-4349-8241-68E088248C89}" dt="2025-05-28T15:10:48.426" v="3"/>
          <pc:sldLayoutMkLst>
            <pc:docMk/>
            <pc:sldMasterMk cId="3391850710" sldId="2147483826"/>
            <pc:sldLayoutMk cId="778525727" sldId="2147483830"/>
          </pc:sldLayoutMkLst>
        </pc:sldLayoutChg>
      </pc:sldMasterChg>
      <pc:sldMasterChg chg="del delSldLayout">
        <pc:chgData name="Feist, Ella" userId="992bbaf2-811d-42cb-a4d6-e7fc45e325e8" providerId="ADAL" clId="{7AFE7C11-C71D-4349-8241-68E088248C89}" dt="2025-05-28T15:10:48.426" v="3"/>
        <pc:sldMasterMkLst>
          <pc:docMk/>
          <pc:sldMasterMk cId="3899971177" sldId="2147483831"/>
        </pc:sldMasterMkLst>
        <pc:sldLayoutChg chg="del">
          <pc:chgData name="Feist, Ella" userId="992bbaf2-811d-42cb-a4d6-e7fc45e325e8" providerId="ADAL" clId="{7AFE7C11-C71D-4349-8241-68E088248C89}" dt="2025-05-28T15:10:48.426" v="3"/>
          <pc:sldLayoutMkLst>
            <pc:docMk/>
            <pc:sldMasterMk cId="3899971177" sldId="2147483831"/>
            <pc:sldLayoutMk cId="1296847754" sldId="2147483832"/>
          </pc:sldLayoutMkLst>
        </pc:sldLayoutChg>
        <pc:sldLayoutChg chg="del">
          <pc:chgData name="Feist, Ella" userId="992bbaf2-811d-42cb-a4d6-e7fc45e325e8" providerId="ADAL" clId="{7AFE7C11-C71D-4349-8241-68E088248C89}" dt="2025-05-28T15:10:48.426" v="3"/>
          <pc:sldLayoutMkLst>
            <pc:docMk/>
            <pc:sldMasterMk cId="3899971177" sldId="2147483831"/>
            <pc:sldLayoutMk cId="2124554007" sldId="2147483833"/>
          </pc:sldLayoutMkLst>
        </pc:sldLayoutChg>
        <pc:sldLayoutChg chg="del">
          <pc:chgData name="Feist, Ella" userId="992bbaf2-811d-42cb-a4d6-e7fc45e325e8" providerId="ADAL" clId="{7AFE7C11-C71D-4349-8241-68E088248C89}" dt="2025-05-28T15:10:48.426" v="3"/>
          <pc:sldLayoutMkLst>
            <pc:docMk/>
            <pc:sldMasterMk cId="3899971177" sldId="2147483831"/>
            <pc:sldLayoutMk cId="2692646997" sldId="2147483834"/>
          </pc:sldLayoutMkLst>
        </pc:sldLayoutChg>
        <pc:sldLayoutChg chg="del">
          <pc:chgData name="Feist, Ella" userId="992bbaf2-811d-42cb-a4d6-e7fc45e325e8" providerId="ADAL" clId="{7AFE7C11-C71D-4349-8241-68E088248C89}" dt="2025-05-28T15:10:48.426" v="3"/>
          <pc:sldLayoutMkLst>
            <pc:docMk/>
            <pc:sldMasterMk cId="3899971177" sldId="2147483831"/>
            <pc:sldLayoutMk cId="164223612" sldId="2147483835"/>
          </pc:sldLayoutMkLst>
        </pc:sldLayoutChg>
      </pc:sldMasterChg>
      <pc:sldMasterChg chg="del delSldLayout">
        <pc:chgData name="Feist, Ella" userId="992bbaf2-811d-42cb-a4d6-e7fc45e325e8" providerId="ADAL" clId="{7AFE7C11-C71D-4349-8241-68E088248C89}" dt="2025-05-28T15:10:48.426" v="3"/>
        <pc:sldMasterMkLst>
          <pc:docMk/>
          <pc:sldMasterMk cId="4061346496" sldId="2147483836"/>
        </pc:sldMasterMkLst>
        <pc:sldLayoutChg chg="del">
          <pc:chgData name="Feist, Ella" userId="992bbaf2-811d-42cb-a4d6-e7fc45e325e8" providerId="ADAL" clId="{7AFE7C11-C71D-4349-8241-68E088248C89}" dt="2025-05-28T15:10:48.426" v="3"/>
          <pc:sldLayoutMkLst>
            <pc:docMk/>
            <pc:sldMasterMk cId="4061346496" sldId="2147483836"/>
            <pc:sldLayoutMk cId="1342340652" sldId="2147483837"/>
          </pc:sldLayoutMkLst>
        </pc:sldLayoutChg>
        <pc:sldLayoutChg chg="del">
          <pc:chgData name="Feist, Ella" userId="992bbaf2-811d-42cb-a4d6-e7fc45e325e8" providerId="ADAL" clId="{7AFE7C11-C71D-4349-8241-68E088248C89}" dt="2025-05-28T15:10:48.426" v="3"/>
          <pc:sldLayoutMkLst>
            <pc:docMk/>
            <pc:sldMasterMk cId="4061346496" sldId="2147483836"/>
            <pc:sldLayoutMk cId="1129306061" sldId="2147483838"/>
          </pc:sldLayoutMkLst>
        </pc:sldLayoutChg>
        <pc:sldLayoutChg chg="del">
          <pc:chgData name="Feist, Ella" userId="992bbaf2-811d-42cb-a4d6-e7fc45e325e8" providerId="ADAL" clId="{7AFE7C11-C71D-4349-8241-68E088248C89}" dt="2025-05-28T15:10:48.426" v="3"/>
          <pc:sldLayoutMkLst>
            <pc:docMk/>
            <pc:sldMasterMk cId="4061346496" sldId="2147483836"/>
            <pc:sldLayoutMk cId="291058354" sldId="2147483839"/>
          </pc:sldLayoutMkLst>
        </pc:sldLayoutChg>
        <pc:sldLayoutChg chg="del">
          <pc:chgData name="Feist, Ella" userId="992bbaf2-811d-42cb-a4d6-e7fc45e325e8" providerId="ADAL" clId="{7AFE7C11-C71D-4349-8241-68E088248C89}" dt="2025-05-28T15:10:48.426" v="3"/>
          <pc:sldLayoutMkLst>
            <pc:docMk/>
            <pc:sldMasterMk cId="4061346496" sldId="2147483836"/>
            <pc:sldLayoutMk cId="1057880355" sldId="2147483840"/>
          </pc:sldLayoutMkLst>
        </pc:sldLayoutChg>
      </pc:sldMasterChg>
      <pc:sldMasterChg chg="del delSldLayout">
        <pc:chgData name="Feist, Ella" userId="992bbaf2-811d-42cb-a4d6-e7fc45e325e8" providerId="ADAL" clId="{7AFE7C11-C71D-4349-8241-68E088248C89}" dt="2025-05-28T15:10:48.426" v="3"/>
        <pc:sldMasterMkLst>
          <pc:docMk/>
          <pc:sldMasterMk cId="1513994161" sldId="2147483841"/>
        </pc:sldMasterMkLst>
        <pc:sldLayoutChg chg="del">
          <pc:chgData name="Feist, Ella" userId="992bbaf2-811d-42cb-a4d6-e7fc45e325e8" providerId="ADAL" clId="{7AFE7C11-C71D-4349-8241-68E088248C89}" dt="2025-05-28T15:10:48.426" v="3"/>
          <pc:sldLayoutMkLst>
            <pc:docMk/>
            <pc:sldMasterMk cId="1513994161" sldId="2147483841"/>
            <pc:sldLayoutMk cId="2408842378" sldId="2147483842"/>
          </pc:sldLayoutMkLst>
        </pc:sldLayoutChg>
        <pc:sldLayoutChg chg="del">
          <pc:chgData name="Feist, Ella" userId="992bbaf2-811d-42cb-a4d6-e7fc45e325e8" providerId="ADAL" clId="{7AFE7C11-C71D-4349-8241-68E088248C89}" dt="2025-05-28T15:10:48.426" v="3"/>
          <pc:sldLayoutMkLst>
            <pc:docMk/>
            <pc:sldMasterMk cId="1513994161" sldId="2147483841"/>
            <pc:sldLayoutMk cId="3257542985" sldId="2147483843"/>
          </pc:sldLayoutMkLst>
        </pc:sldLayoutChg>
        <pc:sldLayoutChg chg="del">
          <pc:chgData name="Feist, Ella" userId="992bbaf2-811d-42cb-a4d6-e7fc45e325e8" providerId="ADAL" clId="{7AFE7C11-C71D-4349-8241-68E088248C89}" dt="2025-05-28T15:10:48.426" v="3"/>
          <pc:sldLayoutMkLst>
            <pc:docMk/>
            <pc:sldMasterMk cId="1513994161" sldId="2147483841"/>
            <pc:sldLayoutMk cId="57802930" sldId="2147483844"/>
          </pc:sldLayoutMkLst>
        </pc:sldLayoutChg>
        <pc:sldLayoutChg chg="del">
          <pc:chgData name="Feist, Ella" userId="992bbaf2-811d-42cb-a4d6-e7fc45e325e8" providerId="ADAL" clId="{7AFE7C11-C71D-4349-8241-68E088248C89}" dt="2025-05-28T15:10:48.426" v="3"/>
          <pc:sldLayoutMkLst>
            <pc:docMk/>
            <pc:sldMasterMk cId="1513994161" sldId="2147483841"/>
            <pc:sldLayoutMk cId="892830820" sldId="2147483845"/>
          </pc:sldLayoutMkLst>
        </pc:sldLayoutChg>
      </pc:sldMasterChg>
      <pc:sldMasterChg chg="del delSldLayout">
        <pc:chgData name="Feist, Ella" userId="992bbaf2-811d-42cb-a4d6-e7fc45e325e8" providerId="ADAL" clId="{7AFE7C11-C71D-4349-8241-68E088248C89}" dt="2025-05-28T15:10:48.426" v="3"/>
        <pc:sldMasterMkLst>
          <pc:docMk/>
          <pc:sldMasterMk cId="1256176808" sldId="2147483846"/>
        </pc:sldMasterMkLst>
        <pc:sldLayoutChg chg="del">
          <pc:chgData name="Feist, Ella" userId="992bbaf2-811d-42cb-a4d6-e7fc45e325e8" providerId="ADAL" clId="{7AFE7C11-C71D-4349-8241-68E088248C89}" dt="2025-05-28T15:10:48.426" v="3"/>
          <pc:sldLayoutMkLst>
            <pc:docMk/>
            <pc:sldMasterMk cId="1256176808" sldId="2147483846"/>
            <pc:sldLayoutMk cId="1930662052" sldId="2147483847"/>
          </pc:sldLayoutMkLst>
        </pc:sldLayoutChg>
        <pc:sldLayoutChg chg="del">
          <pc:chgData name="Feist, Ella" userId="992bbaf2-811d-42cb-a4d6-e7fc45e325e8" providerId="ADAL" clId="{7AFE7C11-C71D-4349-8241-68E088248C89}" dt="2025-05-28T15:10:48.426" v="3"/>
          <pc:sldLayoutMkLst>
            <pc:docMk/>
            <pc:sldMasterMk cId="1256176808" sldId="2147483846"/>
            <pc:sldLayoutMk cId="2862166332" sldId="2147483848"/>
          </pc:sldLayoutMkLst>
        </pc:sldLayoutChg>
        <pc:sldLayoutChg chg="del">
          <pc:chgData name="Feist, Ella" userId="992bbaf2-811d-42cb-a4d6-e7fc45e325e8" providerId="ADAL" clId="{7AFE7C11-C71D-4349-8241-68E088248C89}" dt="2025-05-28T15:10:48.426" v="3"/>
          <pc:sldLayoutMkLst>
            <pc:docMk/>
            <pc:sldMasterMk cId="1256176808" sldId="2147483846"/>
            <pc:sldLayoutMk cId="4243011970" sldId="2147483849"/>
          </pc:sldLayoutMkLst>
        </pc:sldLayoutChg>
        <pc:sldLayoutChg chg="del">
          <pc:chgData name="Feist, Ella" userId="992bbaf2-811d-42cb-a4d6-e7fc45e325e8" providerId="ADAL" clId="{7AFE7C11-C71D-4349-8241-68E088248C89}" dt="2025-05-28T15:10:48.426" v="3"/>
          <pc:sldLayoutMkLst>
            <pc:docMk/>
            <pc:sldMasterMk cId="1256176808" sldId="2147483846"/>
            <pc:sldLayoutMk cId="787685289" sldId="2147483850"/>
          </pc:sldLayoutMkLst>
        </pc:sldLayoutChg>
      </pc:sldMasterChg>
      <pc:sldMasterChg chg="del delSldLayout">
        <pc:chgData name="Feist, Ella" userId="992bbaf2-811d-42cb-a4d6-e7fc45e325e8" providerId="ADAL" clId="{7AFE7C11-C71D-4349-8241-68E088248C89}" dt="2025-05-28T15:10:48.426" v="3"/>
        <pc:sldMasterMkLst>
          <pc:docMk/>
          <pc:sldMasterMk cId="537580445" sldId="2147483941"/>
        </pc:sldMasterMkLst>
        <pc:sldLayoutChg chg="del">
          <pc:chgData name="Feist, Ella" userId="992bbaf2-811d-42cb-a4d6-e7fc45e325e8" providerId="ADAL" clId="{7AFE7C11-C71D-4349-8241-68E088248C89}" dt="2025-05-28T15:10:48.426" v="3"/>
          <pc:sldLayoutMkLst>
            <pc:docMk/>
            <pc:sldMasterMk cId="537580445" sldId="2147483941"/>
            <pc:sldLayoutMk cId="3655050728" sldId="2147483942"/>
          </pc:sldLayoutMkLst>
        </pc:sldLayoutChg>
        <pc:sldLayoutChg chg="del">
          <pc:chgData name="Feist, Ella" userId="992bbaf2-811d-42cb-a4d6-e7fc45e325e8" providerId="ADAL" clId="{7AFE7C11-C71D-4349-8241-68E088248C89}" dt="2025-05-28T15:10:48.426" v="3"/>
          <pc:sldLayoutMkLst>
            <pc:docMk/>
            <pc:sldMasterMk cId="537580445" sldId="2147483941"/>
            <pc:sldLayoutMk cId="191104469" sldId="2147483948"/>
          </pc:sldLayoutMkLst>
        </pc:sldLayoutChg>
        <pc:sldLayoutChg chg="del">
          <pc:chgData name="Feist, Ella" userId="992bbaf2-811d-42cb-a4d6-e7fc45e325e8" providerId="ADAL" clId="{7AFE7C11-C71D-4349-8241-68E088248C89}" dt="2025-05-28T15:10:48.426" v="3"/>
          <pc:sldLayoutMkLst>
            <pc:docMk/>
            <pc:sldMasterMk cId="537580445" sldId="2147483941"/>
            <pc:sldLayoutMk cId="3106673082" sldId="2147483949"/>
          </pc:sldLayoutMkLst>
        </pc:sldLayoutChg>
        <pc:sldLayoutChg chg="del">
          <pc:chgData name="Feist, Ella" userId="992bbaf2-811d-42cb-a4d6-e7fc45e325e8" providerId="ADAL" clId="{7AFE7C11-C71D-4349-8241-68E088248C89}" dt="2025-05-28T15:10:48.426" v="3"/>
          <pc:sldLayoutMkLst>
            <pc:docMk/>
            <pc:sldMasterMk cId="537580445" sldId="2147483941"/>
            <pc:sldLayoutMk cId="2883798060" sldId="2147483950"/>
          </pc:sldLayoutMkLst>
        </pc:sldLayoutChg>
        <pc:sldLayoutChg chg="del">
          <pc:chgData name="Feist, Ella" userId="992bbaf2-811d-42cb-a4d6-e7fc45e325e8" providerId="ADAL" clId="{7AFE7C11-C71D-4349-8241-68E088248C89}" dt="2025-05-28T15:10:48.426" v="3"/>
          <pc:sldLayoutMkLst>
            <pc:docMk/>
            <pc:sldMasterMk cId="537580445" sldId="2147483941"/>
            <pc:sldLayoutMk cId="4228679101" sldId="2147483951"/>
          </pc:sldLayoutMkLst>
        </pc:sldLayoutChg>
      </pc:sldMasterChg>
      <pc:sldMasterChg chg="del delSldLayout">
        <pc:chgData name="Feist, Ella" userId="992bbaf2-811d-42cb-a4d6-e7fc45e325e8" providerId="ADAL" clId="{7AFE7C11-C71D-4349-8241-68E088248C89}" dt="2025-05-28T15:10:48.426" v="3"/>
        <pc:sldMasterMkLst>
          <pc:docMk/>
          <pc:sldMasterMk cId="1502784078" sldId="2147483943"/>
        </pc:sldMasterMkLst>
        <pc:sldLayoutChg chg="del">
          <pc:chgData name="Feist, Ella" userId="992bbaf2-811d-42cb-a4d6-e7fc45e325e8" providerId="ADAL" clId="{7AFE7C11-C71D-4349-8241-68E088248C89}" dt="2025-05-28T15:10:48.426" v="3"/>
          <pc:sldLayoutMkLst>
            <pc:docMk/>
            <pc:sldMasterMk cId="1502784078" sldId="2147483943"/>
            <pc:sldLayoutMk cId="3733918436" sldId="2147483944"/>
          </pc:sldLayoutMkLst>
        </pc:sldLayoutChg>
        <pc:sldLayoutChg chg="del">
          <pc:chgData name="Feist, Ella" userId="992bbaf2-811d-42cb-a4d6-e7fc45e325e8" providerId="ADAL" clId="{7AFE7C11-C71D-4349-8241-68E088248C89}" dt="2025-05-28T15:10:48.426" v="3"/>
          <pc:sldLayoutMkLst>
            <pc:docMk/>
            <pc:sldMasterMk cId="1502784078" sldId="2147483943"/>
            <pc:sldLayoutMk cId="714599208" sldId="2147483952"/>
          </pc:sldLayoutMkLst>
        </pc:sldLayoutChg>
        <pc:sldLayoutChg chg="del">
          <pc:chgData name="Feist, Ella" userId="992bbaf2-811d-42cb-a4d6-e7fc45e325e8" providerId="ADAL" clId="{7AFE7C11-C71D-4349-8241-68E088248C89}" dt="2025-05-28T15:10:48.426" v="3"/>
          <pc:sldLayoutMkLst>
            <pc:docMk/>
            <pc:sldMasterMk cId="1502784078" sldId="2147483943"/>
            <pc:sldLayoutMk cId="785506021" sldId="2147483953"/>
          </pc:sldLayoutMkLst>
        </pc:sldLayoutChg>
        <pc:sldLayoutChg chg="del">
          <pc:chgData name="Feist, Ella" userId="992bbaf2-811d-42cb-a4d6-e7fc45e325e8" providerId="ADAL" clId="{7AFE7C11-C71D-4349-8241-68E088248C89}" dt="2025-05-28T15:10:48.426" v="3"/>
          <pc:sldLayoutMkLst>
            <pc:docMk/>
            <pc:sldMasterMk cId="1502784078" sldId="2147483943"/>
            <pc:sldLayoutMk cId="1326846653" sldId="2147483954"/>
          </pc:sldLayoutMkLst>
        </pc:sldLayoutChg>
        <pc:sldLayoutChg chg="del">
          <pc:chgData name="Feist, Ella" userId="992bbaf2-811d-42cb-a4d6-e7fc45e325e8" providerId="ADAL" clId="{7AFE7C11-C71D-4349-8241-68E088248C89}" dt="2025-05-28T15:10:48.426" v="3"/>
          <pc:sldLayoutMkLst>
            <pc:docMk/>
            <pc:sldMasterMk cId="1502784078" sldId="2147483943"/>
            <pc:sldLayoutMk cId="1638070405" sldId="21474839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279961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pPr marL="12700" marR="5080">
              <a:lnSpc>
                <a:spcPct val="100000"/>
              </a:lnSpc>
              <a:spcBef>
                <a:spcPts val="605"/>
              </a:spcBef>
            </a:pPr>
            <a:endParaRPr lang="en-GB" sz="1200" noProof="0" dirty="0">
              <a:latin typeface="Montserrat" panose="00000500000000000000" pitchFamily="2" charset="0"/>
              <a:cs typeface="Segoe UI"/>
            </a:endParaRPr>
          </a:p>
        </p:txBody>
      </p:sp>
    </p:spTree>
    <p:extLst>
      <p:ext uri="{BB962C8B-B14F-4D97-AF65-F5344CB8AC3E}">
        <p14:creationId xmlns:p14="http://schemas.microsoft.com/office/powerpoint/2010/main" val="14156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1532309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r>
              <a:rPr lang="en-GB" sz="1200" spc="-15" noProof="0" dirty="0">
                <a:latin typeface="+mn-lt"/>
                <a:cs typeface="Segoe UI"/>
              </a:rPr>
              <a:t>An</a:t>
            </a:r>
            <a:r>
              <a:rPr lang="en-GB" sz="1200" spc="-75" noProof="0" dirty="0">
                <a:latin typeface="+mn-lt"/>
                <a:cs typeface="Segoe UI"/>
              </a:rPr>
              <a:t> </a:t>
            </a:r>
            <a:r>
              <a:rPr lang="en-GB" sz="1200" spc="-20" noProof="0" dirty="0">
                <a:latin typeface="+mn-lt"/>
                <a:cs typeface="Segoe UI"/>
              </a:rPr>
              <a:t>expression,</a:t>
            </a:r>
            <a:r>
              <a:rPr lang="en-GB" sz="1200" spc="-60" noProof="0" dirty="0">
                <a:latin typeface="+mn-lt"/>
                <a:cs typeface="Segoe UI"/>
              </a:rPr>
              <a:t> </a:t>
            </a:r>
            <a:r>
              <a:rPr lang="en-GB" sz="1200" spc="-20" noProof="0" dirty="0">
                <a:latin typeface="+mn-lt"/>
                <a:cs typeface="Segoe UI"/>
              </a:rPr>
              <a:t>even</a:t>
            </a:r>
            <a:r>
              <a:rPr lang="en-GB" sz="1200" spc="-50" noProof="0" dirty="0">
                <a:latin typeface="+mn-lt"/>
                <a:cs typeface="Segoe UI"/>
              </a:rPr>
              <a:t> </a:t>
            </a:r>
            <a:r>
              <a:rPr lang="en-GB" sz="1200" spc="-15" noProof="0" dirty="0">
                <a:latin typeface="+mn-lt"/>
                <a:cs typeface="Segoe UI"/>
              </a:rPr>
              <a:t>in</a:t>
            </a:r>
            <a:r>
              <a:rPr lang="en-GB" sz="1200" spc="-20" noProof="0" dirty="0">
                <a:latin typeface="+mn-lt"/>
                <a:cs typeface="Segoe UI"/>
              </a:rPr>
              <a:t> computer</a:t>
            </a:r>
            <a:r>
              <a:rPr lang="en-GB" sz="1200" spc="-45" noProof="0" dirty="0">
                <a:latin typeface="+mn-lt"/>
                <a:cs typeface="Segoe UI"/>
              </a:rPr>
              <a:t> </a:t>
            </a:r>
            <a:r>
              <a:rPr lang="en-GB" sz="1200" spc="-20" noProof="0" dirty="0">
                <a:latin typeface="+mn-lt"/>
                <a:cs typeface="Segoe UI"/>
              </a:rPr>
              <a:t>terminology,</a:t>
            </a:r>
            <a:r>
              <a:rPr lang="en-GB" sz="1200" spc="-60" noProof="0" dirty="0">
                <a:latin typeface="+mn-lt"/>
                <a:cs typeface="Segoe UI"/>
              </a:rPr>
              <a:t> </a:t>
            </a:r>
            <a:r>
              <a:rPr lang="en-GB" sz="1200" spc="-15" noProof="0" dirty="0">
                <a:latin typeface="+mn-lt"/>
                <a:cs typeface="Segoe UI"/>
              </a:rPr>
              <a:t>is</a:t>
            </a:r>
            <a:r>
              <a:rPr lang="en-GB" sz="1200" spc="-45"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20" noProof="0" dirty="0">
                <a:latin typeface="+mn-lt"/>
                <a:cs typeface="Segoe UI"/>
              </a:rPr>
              <a:t>something</a:t>
            </a:r>
            <a:r>
              <a:rPr lang="en-GB" sz="1200" spc="-5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20" noProof="0" dirty="0">
                <a:latin typeface="+mn-lt"/>
                <a:cs typeface="Segoe UI"/>
              </a:rPr>
              <a:t>interpreted</a:t>
            </a:r>
            <a:r>
              <a:rPr lang="en-GB" sz="1200" spc="-75" noProof="0" dirty="0">
                <a:latin typeface="+mn-lt"/>
                <a:cs typeface="Segoe UI"/>
              </a:rPr>
              <a:t> </a:t>
            </a:r>
            <a:r>
              <a:rPr lang="en-GB" sz="1200" spc="-25" noProof="0" dirty="0">
                <a:latin typeface="+mn-lt"/>
                <a:cs typeface="Segoe UI"/>
              </a:rPr>
              <a:t>literally.</a:t>
            </a:r>
          </a:p>
          <a:p>
            <a:pPr marL="12700" marR="107314">
              <a:lnSpc>
                <a:spcPct val="100000"/>
              </a:lnSpc>
              <a:spcBef>
                <a:spcPts val="105"/>
              </a:spcBef>
            </a:pPr>
            <a:r>
              <a:rPr lang="en-GB" sz="1200" spc="-15" noProof="0" dirty="0">
                <a:latin typeface="+mn-lt"/>
                <a:cs typeface="Segoe UI"/>
              </a:rPr>
              <a:t>It</a:t>
            </a:r>
            <a:r>
              <a:rPr lang="en-GB" sz="1200" spc="-35" noProof="0" dirty="0">
                <a:latin typeface="+mn-lt"/>
                <a:cs typeface="Segoe UI"/>
              </a:rPr>
              <a:t> </a:t>
            </a:r>
            <a:r>
              <a:rPr lang="en-GB" sz="1200" spc="-15" noProof="0" dirty="0">
                <a:latin typeface="+mn-lt"/>
                <a:cs typeface="Segoe UI"/>
              </a:rPr>
              <a:t>is</a:t>
            </a:r>
            <a:r>
              <a:rPr lang="en-GB" sz="1200" spc="-20" noProof="0" dirty="0">
                <a:latin typeface="+mn-lt"/>
                <a:cs typeface="Segoe UI"/>
              </a:rPr>
              <a:t> something </a:t>
            </a:r>
            <a:r>
              <a:rPr lang="en-GB" sz="1200" spc="-260" noProof="0" dirty="0">
                <a:latin typeface="+mn-lt"/>
                <a:cs typeface="Segoe UI"/>
              </a:rPr>
              <a:t> </a:t>
            </a:r>
            <a:r>
              <a:rPr lang="en-GB" sz="1200" spc="-20" noProof="0" dirty="0">
                <a:latin typeface="+mn-lt"/>
                <a:cs typeface="Segoe UI"/>
              </a:rPr>
              <a:t>that </a:t>
            </a:r>
            <a:r>
              <a:rPr lang="en-GB" sz="1200" spc="-15" noProof="0" dirty="0">
                <a:latin typeface="+mn-lt"/>
                <a:cs typeface="Segoe UI"/>
              </a:rPr>
              <a:t>needs to </a:t>
            </a:r>
            <a:r>
              <a:rPr lang="en-GB" sz="1200" spc="-5" noProof="0" dirty="0">
                <a:latin typeface="+mn-lt"/>
                <a:cs typeface="Segoe UI"/>
              </a:rPr>
              <a:t>be </a:t>
            </a:r>
            <a:r>
              <a:rPr lang="en-GB" sz="1200" spc="-25" noProof="0" dirty="0">
                <a:latin typeface="+mn-lt"/>
                <a:cs typeface="Segoe UI"/>
              </a:rPr>
              <a:t>evaluated.</a:t>
            </a:r>
            <a:r>
              <a:rPr lang="en-GB" sz="1200" spc="-20" noProof="0" dirty="0">
                <a:latin typeface="+mn-lt"/>
                <a:cs typeface="Segoe UI"/>
              </a:rPr>
              <a:t>, an</a:t>
            </a:r>
            <a:r>
              <a:rPr lang="en-GB" sz="1200" spc="-10" noProof="0" dirty="0">
                <a:latin typeface="+mn-lt"/>
                <a:cs typeface="Segoe UI"/>
              </a:rPr>
              <a:t> </a:t>
            </a:r>
            <a:r>
              <a:rPr lang="en-GB" sz="1200" spc="-20" noProof="0" dirty="0">
                <a:latin typeface="+mn-lt"/>
                <a:cs typeface="Segoe UI"/>
              </a:rPr>
              <a:t>expression </a:t>
            </a:r>
            <a:r>
              <a:rPr lang="en-GB" sz="1200" spc="-15" noProof="0" dirty="0">
                <a:latin typeface="+mn-lt"/>
                <a:cs typeface="Segoe UI"/>
              </a:rPr>
              <a:t>is </a:t>
            </a:r>
            <a:r>
              <a:rPr lang="en-GB" sz="1200" spc="-20" noProof="0" dirty="0">
                <a:latin typeface="+mn-lt"/>
                <a:cs typeface="Segoe UI"/>
              </a:rPr>
              <a:t>descriptive </a:t>
            </a:r>
            <a:r>
              <a:rPr lang="en-GB" sz="1200" spc="-10" noProof="0" dirty="0">
                <a:latin typeface="+mn-lt"/>
                <a:cs typeface="Segoe UI"/>
              </a:rPr>
              <a:t>of </a:t>
            </a:r>
            <a:r>
              <a:rPr lang="en-GB" sz="1200" spc="5" noProof="0" dirty="0">
                <a:latin typeface="+mn-lt"/>
                <a:cs typeface="Segoe UI"/>
              </a:rPr>
              <a:t>a </a:t>
            </a:r>
            <a:r>
              <a:rPr lang="en-GB" sz="1200" spc="-20" noProof="0" dirty="0">
                <a:latin typeface="+mn-lt"/>
                <a:cs typeface="Segoe UI"/>
              </a:rPr>
              <a:t>result.</a:t>
            </a:r>
          </a:p>
          <a:p>
            <a:pPr marL="12700" marR="107314">
              <a:lnSpc>
                <a:spcPct val="100000"/>
              </a:lnSpc>
              <a:spcBef>
                <a:spcPts val="105"/>
              </a:spcBef>
            </a:pPr>
            <a:endParaRPr lang="en-GB" sz="1200" spc="-20" noProof="0" dirty="0">
              <a:latin typeface="+mn-lt"/>
              <a:cs typeface="Segoe UI"/>
            </a:endParaRPr>
          </a:p>
          <a:p>
            <a:pPr marL="12700" marR="107314">
              <a:lnSpc>
                <a:spcPct val="100000"/>
              </a:lnSpc>
              <a:spcBef>
                <a:spcPts val="105"/>
              </a:spcBef>
            </a:pPr>
            <a:r>
              <a:rPr lang="en-GB" sz="1200" spc="5" noProof="0" dirty="0">
                <a:latin typeface="+mn-lt"/>
                <a:cs typeface="Segoe UI"/>
              </a:rPr>
              <a:t>A </a:t>
            </a:r>
            <a:r>
              <a:rPr lang="en-GB" sz="1200" spc="-20" noProof="0" dirty="0">
                <a:latin typeface="+mn-lt"/>
                <a:cs typeface="Segoe UI"/>
              </a:rPr>
              <a:t>regular expression describes </a:t>
            </a:r>
            <a:r>
              <a:rPr lang="en-GB" sz="1200" spc="5" noProof="0" dirty="0">
                <a:latin typeface="+mn-lt"/>
                <a:cs typeface="Segoe UI"/>
              </a:rPr>
              <a:t>a </a:t>
            </a:r>
            <a:r>
              <a:rPr lang="en-GB" sz="1200" spc="-20" noProof="0" dirty="0">
                <a:latin typeface="+mn-lt"/>
                <a:cs typeface="Segoe UI"/>
              </a:rPr>
              <a:t>pattern</a:t>
            </a:r>
            <a:r>
              <a:rPr lang="en-GB" sz="1200" spc="-50" noProof="0" dirty="0">
                <a:latin typeface="+mn-lt"/>
                <a:cs typeface="Segoe UI"/>
              </a:rPr>
              <a:t> </a:t>
            </a:r>
            <a:r>
              <a:rPr lang="en-GB" sz="1200" spc="-10" noProof="0" dirty="0">
                <a:latin typeface="+mn-lt"/>
                <a:cs typeface="Segoe UI"/>
              </a:rPr>
              <a:t>or</a:t>
            </a:r>
            <a:r>
              <a:rPr lang="en-GB" sz="1200" spc="-4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5" noProof="0" dirty="0">
                <a:latin typeface="+mn-lt"/>
                <a:cs typeface="Segoe UI"/>
              </a:rPr>
              <a:t>particular</a:t>
            </a:r>
            <a:r>
              <a:rPr lang="en-GB" sz="1200" spc="-15" noProof="0" dirty="0">
                <a:latin typeface="+mn-lt"/>
                <a:cs typeface="Segoe UI"/>
              </a:rPr>
              <a:t> </a:t>
            </a:r>
            <a:r>
              <a:rPr lang="en-GB" sz="1200" spc="-20" noProof="0" dirty="0">
                <a:latin typeface="+mn-lt"/>
                <a:cs typeface="Segoe UI"/>
              </a:rPr>
              <a:t>sequence</a:t>
            </a:r>
            <a:r>
              <a:rPr lang="en-GB" sz="1200" spc="-55"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25" noProof="0" dirty="0">
                <a:latin typeface="+mn-lt"/>
                <a:cs typeface="Segoe UI"/>
              </a:rPr>
              <a:t>characters,</a:t>
            </a:r>
            <a:r>
              <a:rPr lang="en-GB" sz="1200" spc="-10" noProof="0" dirty="0">
                <a:latin typeface="+mn-lt"/>
                <a:cs typeface="Segoe UI"/>
              </a:rPr>
              <a:t> </a:t>
            </a:r>
            <a:r>
              <a:rPr lang="en-GB" sz="1200" spc="-20" noProof="0" dirty="0">
                <a:latin typeface="+mn-lt"/>
                <a:cs typeface="Segoe UI"/>
              </a:rPr>
              <a:t>although</a:t>
            </a:r>
            <a:r>
              <a:rPr lang="en-GB" sz="1200" spc="-45"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20" noProof="0" dirty="0">
                <a:latin typeface="+mn-lt"/>
                <a:cs typeface="Segoe UI"/>
              </a:rPr>
              <a:t>necessarily</a:t>
            </a:r>
            <a:r>
              <a:rPr lang="en-GB" sz="1200" spc="-35" noProof="0" dirty="0">
                <a:latin typeface="+mn-lt"/>
                <a:cs typeface="Segoe UI"/>
              </a:rPr>
              <a:t> </a:t>
            </a:r>
            <a:r>
              <a:rPr lang="en-GB" sz="1200" spc="-25" noProof="0" dirty="0">
                <a:latin typeface="+mn-lt"/>
                <a:cs typeface="Segoe UI"/>
              </a:rPr>
              <a:t>specifying characters</a:t>
            </a:r>
            <a:r>
              <a:rPr lang="en-GB" sz="1200" noProof="0" dirty="0">
                <a:latin typeface="+mn-lt"/>
                <a:cs typeface="Segoe UI"/>
              </a:rPr>
              <a:t> </a:t>
            </a:r>
            <a:r>
              <a:rPr lang="en-GB" sz="1200" spc="-25" noProof="0" dirty="0">
                <a:latin typeface="+mn-lt"/>
                <a:cs typeface="Segoe UI"/>
              </a:rPr>
              <a:t>literally.</a:t>
            </a:r>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3859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600"/>
              </a:spcBef>
            </a:pPr>
            <a:r>
              <a:rPr lang="en-GB" sz="1200" spc="-15" noProof="0" dirty="0">
                <a:latin typeface="+mn-lt"/>
                <a:cs typeface="Segoe UI"/>
              </a:rPr>
              <a:t>The </a:t>
            </a:r>
            <a:r>
              <a:rPr lang="en-GB" sz="1200" spc="-20" noProof="0" dirty="0">
                <a:latin typeface="+mn-lt"/>
                <a:cs typeface="Segoe UI"/>
              </a:rPr>
              <a:t>regular expression </a:t>
            </a:r>
            <a:r>
              <a:rPr lang="en-GB" sz="1200" spc="-25" noProof="0" dirty="0">
                <a:latin typeface="+mn-lt"/>
                <a:cs typeface="Segoe UI"/>
              </a:rPr>
              <a:t>“tai” </a:t>
            </a:r>
            <a:r>
              <a:rPr lang="en-GB" sz="1200" spc="-20" noProof="0" dirty="0">
                <a:latin typeface="+mn-lt"/>
                <a:cs typeface="Segoe UI"/>
              </a:rPr>
              <a:t>above </a:t>
            </a:r>
            <a:r>
              <a:rPr lang="en-GB" sz="1200" spc="-25" noProof="0" dirty="0">
                <a:latin typeface="+mn-lt"/>
                <a:cs typeface="Segoe UI"/>
              </a:rPr>
              <a:t>contains </a:t>
            </a:r>
            <a:r>
              <a:rPr lang="en-GB" sz="1200" spc="-10" noProof="0" dirty="0">
                <a:latin typeface="+mn-lt"/>
                <a:cs typeface="Segoe UI"/>
              </a:rPr>
              <a:t>no </a:t>
            </a:r>
            <a:r>
              <a:rPr lang="en-GB" sz="1200" spc="-25" noProof="0" dirty="0">
                <a:latin typeface="+mn-lt"/>
                <a:cs typeface="Segoe UI"/>
              </a:rPr>
              <a:t>metacharacters.</a:t>
            </a:r>
            <a:endParaRPr lang="en-GB" sz="1200" spc="-20" noProof="0" dirty="0">
              <a:latin typeface="+mn-lt"/>
              <a:cs typeface="Segoe UI"/>
            </a:endParaRPr>
          </a:p>
          <a:p>
            <a:pPr marL="12700" marR="5080">
              <a:lnSpc>
                <a:spcPct val="100000"/>
              </a:lnSpc>
              <a:spcBef>
                <a:spcPts val="600"/>
              </a:spcBef>
            </a:pPr>
            <a:r>
              <a:rPr lang="en-GB" sz="1200" spc="-20" noProof="0" dirty="0">
                <a:latin typeface="+mn-lt"/>
                <a:cs typeface="Segoe UI"/>
              </a:rPr>
              <a:t>This expression describes </a:t>
            </a:r>
            <a:r>
              <a:rPr lang="en-GB" sz="1200" noProof="0" dirty="0">
                <a:latin typeface="+mn-lt"/>
                <a:cs typeface="Segoe UI"/>
              </a:rPr>
              <a:t>a </a:t>
            </a:r>
            <a:r>
              <a:rPr lang="en-GB" sz="1200" spc="-20" noProof="0" dirty="0">
                <a:latin typeface="+mn-lt"/>
                <a:cs typeface="Segoe UI"/>
              </a:rPr>
              <a:t>“t” followed </a:t>
            </a:r>
            <a:r>
              <a:rPr lang="en-GB" sz="1200" spc="-10" noProof="0" dirty="0">
                <a:latin typeface="+mn-lt"/>
                <a:cs typeface="Segoe UI"/>
              </a:rPr>
              <a:t>by </a:t>
            </a:r>
            <a:r>
              <a:rPr lang="en-GB" sz="1200" spc="-260" noProof="0" dirty="0">
                <a:latin typeface="+mn-lt"/>
                <a:cs typeface="Segoe UI"/>
              </a:rPr>
              <a:t> </a:t>
            </a:r>
            <a:r>
              <a:rPr lang="en-GB" sz="1200" spc="-15" noProof="0" dirty="0">
                <a:latin typeface="+mn-lt"/>
                <a:cs typeface="Segoe UI"/>
              </a:rPr>
              <a:t>an</a:t>
            </a:r>
            <a:r>
              <a:rPr lang="en-GB" sz="1200" spc="-55" noProof="0" dirty="0">
                <a:latin typeface="+mn-lt"/>
                <a:cs typeface="Segoe UI"/>
              </a:rPr>
              <a:t> </a:t>
            </a:r>
            <a:r>
              <a:rPr lang="en-GB" sz="1200" spc="-20" noProof="0" dirty="0">
                <a:latin typeface="+mn-lt"/>
                <a:cs typeface="Segoe UI"/>
              </a:rPr>
              <a:t>“a”,</a:t>
            </a:r>
            <a:r>
              <a:rPr lang="en-GB" sz="1200" spc="-35" noProof="0" dirty="0">
                <a:latin typeface="+mn-lt"/>
                <a:cs typeface="Segoe UI"/>
              </a:rPr>
              <a:t> </a:t>
            </a:r>
            <a:r>
              <a:rPr lang="en-GB" sz="1200" spc="-20" noProof="0" dirty="0">
                <a:latin typeface="+mn-lt"/>
                <a:cs typeface="Segoe UI"/>
              </a:rPr>
              <a:t>followed</a:t>
            </a:r>
            <a:r>
              <a:rPr lang="en-GB" sz="1200" spc="-50"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an</a:t>
            </a:r>
            <a:r>
              <a:rPr lang="en-GB" sz="1200" spc="-50" noProof="0" dirty="0">
                <a:latin typeface="+mn-lt"/>
                <a:cs typeface="Segoe UI"/>
              </a:rPr>
              <a:t> </a:t>
            </a:r>
            <a:r>
              <a:rPr lang="en-GB" sz="1200" spc="-15" noProof="0" dirty="0">
                <a:latin typeface="+mn-lt"/>
                <a:cs typeface="Segoe UI"/>
              </a:rPr>
              <a:t>“</a:t>
            </a:r>
            <a:r>
              <a:rPr lang="en-GB" sz="1200" spc="-15" noProof="0" dirty="0" err="1">
                <a:latin typeface="+mn-lt"/>
                <a:cs typeface="Segoe UI"/>
              </a:rPr>
              <a:t>i</a:t>
            </a:r>
            <a:r>
              <a:rPr lang="en-GB" sz="1200" spc="-15" noProof="0" dirty="0">
                <a:latin typeface="+mn-lt"/>
                <a:cs typeface="Segoe UI"/>
              </a:rPr>
              <a:t>”</a:t>
            </a:r>
            <a:r>
              <a:rPr lang="en-GB" sz="1200" spc="-2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simply</a:t>
            </a:r>
            <a:r>
              <a:rPr lang="en-GB" sz="1200" spc="-7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string</a:t>
            </a:r>
            <a:r>
              <a:rPr lang="en-GB" sz="1200" spc="-50" noProof="0" dirty="0">
                <a:latin typeface="+mn-lt"/>
                <a:cs typeface="Segoe UI"/>
              </a:rPr>
              <a:t> </a:t>
            </a:r>
            <a:r>
              <a:rPr lang="en-GB" sz="1200" spc="-25" noProof="0" dirty="0">
                <a:latin typeface="+mn-lt"/>
                <a:cs typeface="Segoe UI"/>
              </a:rPr>
              <a:t>“tai”.</a:t>
            </a:r>
            <a:endParaRPr lang="en-GB" sz="1200" spc="210" noProof="0" dirty="0">
              <a:latin typeface="+mn-lt"/>
              <a:cs typeface="Segoe UI"/>
            </a:endParaRPr>
          </a:p>
          <a:p>
            <a:pPr marL="12700" marR="5080">
              <a:lnSpc>
                <a:spcPct val="100000"/>
              </a:lnSpc>
              <a:spcBef>
                <a:spcPts val="600"/>
              </a:spcBef>
            </a:pPr>
            <a:r>
              <a:rPr lang="en-GB" sz="1200" spc="-25" noProof="0" dirty="0">
                <a:latin typeface="+mn-lt"/>
                <a:cs typeface="Segoe UI"/>
              </a:rPr>
              <a:t>Notice</a:t>
            </a:r>
            <a:r>
              <a:rPr lang="en-GB" sz="1200" spc="-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20" noProof="0" dirty="0">
                <a:latin typeface="+mn-lt"/>
                <a:cs typeface="Segoe UI"/>
              </a:rPr>
              <a:t>case</a:t>
            </a:r>
            <a:r>
              <a:rPr lang="en-GB" sz="1200" spc="-5"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20" noProof="0" dirty="0">
                <a:latin typeface="+mn-lt"/>
                <a:cs typeface="Segoe UI"/>
              </a:rPr>
              <a:t>important.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“T”</a:t>
            </a:r>
            <a:r>
              <a:rPr lang="en-GB" sz="1200" spc="-50" noProof="0" dirty="0">
                <a:latin typeface="+mn-lt"/>
                <a:cs typeface="Segoe UI"/>
              </a:rPr>
              <a:t> </a:t>
            </a:r>
            <a:r>
              <a:rPr lang="en-GB" sz="1200" spc="-15" noProof="0" dirty="0">
                <a:latin typeface="+mn-lt"/>
                <a:cs typeface="Segoe UI"/>
              </a:rPr>
              <a:t>at</a:t>
            </a:r>
            <a:r>
              <a:rPr lang="en-GB" sz="1200" spc="-3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start</a:t>
            </a:r>
            <a:r>
              <a:rPr lang="en-GB" sz="1200" spc="-4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20" noProof="0" dirty="0">
                <a:latin typeface="+mn-lt"/>
                <a:cs typeface="Segoe UI"/>
              </a:rPr>
              <a:t>line</a:t>
            </a:r>
            <a:r>
              <a:rPr lang="en-GB" sz="1200" spc="-85" noProof="0" dirty="0">
                <a:latin typeface="+mn-lt"/>
                <a:cs typeface="Segoe UI"/>
              </a:rPr>
              <a:t> </a:t>
            </a:r>
            <a:r>
              <a:rPr lang="en-GB" sz="1200" spc="-15" noProof="0" dirty="0">
                <a:latin typeface="+mn-lt"/>
                <a:cs typeface="Segoe UI"/>
              </a:rPr>
              <a:t>did</a:t>
            </a:r>
            <a:r>
              <a:rPr lang="en-GB" sz="1200" spc="-5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25" noProof="0" dirty="0">
                <a:latin typeface="+mn-lt"/>
                <a:cs typeface="Segoe UI"/>
              </a:rPr>
              <a:t>match</a:t>
            </a:r>
            <a:r>
              <a:rPr lang="en-GB" sz="1200" spc="-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“t”</a:t>
            </a:r>
            <a:r>
              <a:rPr lang="en-GB" sz="1200" spc="-5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regular</a:t>
            </a:r>
            <a:r>
              <a:rPr lang="en-GB" sz="1200" spc="-50" noProof="0" dirty="0">
                <a:latin typeface="+mn-lt"/>
                <a:cs typeface="Segoe UI"/>
              </a:rPr>
              <a:t> </a:t>
            </a:r>
            <a:r>
              <a:rPr lang="en-GB" sz="1200" spc="-20" noProof="0" dirty="0">
                <a:latin typeface="+mn-lt"/>
                <a:cs typeface="Segoe UI"/>
              </a:rPr>
              <a:t>expression.</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30339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958254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444517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8998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75928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2290157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23286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677198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3105347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3114865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sz="1200" spc="-25"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85" noProof="0" dirty="0">
                <a:latin typeface="+mn-lt"/>
                <a:cs typeface="Segoe UI"/>
              </a:rPr>
              <a:t> </a:t>
            </a:r>
            <a:r>
              <a:rPr lang="en-GB" sz="1200" spc="-25" noProof="0" dirty="0">
                <a:latin typeface="+mn-lt"/>
                <a:cs typeface="Segoe UI"/>
              </a:rPr>
              <a:t>e</a:t>
            </a:r>
            <a:r>
              <a:rPr lang="en-GB" sz="1200" spc="-35" noProof="0" dirty="0">
                <a:latin typeface="+mn-lt"/>
                <a:cs typeface="Segoe UI"/>
              </a:rPr>
              <a:t>xa</a:t>
            </a:r>
            <a:r>
              <a:rPr lang="en-GB" sz="1200" spc="-25" noProof="0" dirty="0">
                <a:latin typeface="+mn-lt"/>
                <a:cs typeface="Segoe UI"/>
              </a:rPr>
              <a:t>m</a:t>
            </a:r>
            <a:r>
              <a:rPr lang="en-GB" sz="1200" spc="-20" noProof="0" dirty="0">
                <a:latin typeface="+mn-lt"/>
                <a:cs typeface="Segoe UI"/>
              </a:rPr>
              <a:t>p</a:t>
            </a:r>
            <a:r>
              <a:rPr lang="en-GB" sz="1200" spc="-30" noProof="0" dirty="0">
                <a:latin typeface="+mn-lt"/>
                <a:cs typeface="Segoe UI"/>
              </a:rPr>
              <a:t>l</a:t>
            </a:r>
            <a:r>
              <a:rPr lang="en-GB" sz="1200" spc="-25" noProof="0" dirty="0">
                <a:latin typeface="+mn-lt"/>
                <a:cs typeface="Segoe UI"/>
              </a:rPr>
              <a:t>e</a:t>
            </a:r>
            <a:r>
              <a:rPr lang="en-GB" sz="1200" noProof="0" dirty="0">
                <a:latin typeface="+mn-lt"/>
                <a:cs typeface="Segoe UI"/>
              </a:rPr>
              <a:t>s</a:t>
            </a:r>
            <a:r>
              <a:rPr lang="en-GB" sz="1200" spc="-10" noProof="0" dirty="0">
                <a:latin typeface="+mn-lt"/>
                <a:cs typeface="Segoe UI"/>
              </a:rPr>
              <a:t> </a:t>
            </a:r>
            <a:r>
              <a:rPr lang="en-GB" sz="1200" spc="-35" noProof="0" dirty="0">
                <a:latin typeface="+mn-lt"/>
                <a:cs typeface="Segoe UI"/>
              </a:rPr>
              <a:t>a</a:t>
            </a:r>
            <a:r>
              <a:rPr lang="en-GB" sz="1200" spc="-20" noProof="0" dirty="0">
                <a:latin typeface="+mn-lt"/>
                <a:cs typeface="Segoe UI"/>
              </a:rPr>
              <a:t>bo</a:t>
            </a:r>
            <a:r>
              <a:rPr lang="en-GB" sz="1200" spc="-30" noProof="0" dirty="0">
                <a:latin typeface="+mn-lt"/>
                <a:cs typeface="Segoe UI"/>
              </a:rPr>
              <a:t>v</a:t>
            </a:r>
            <a:r>
              <a:rPr lang="en-GB" sz="1200" noProof="0" dirty="0">
                <a:latin typeface="+mn-lt"/>
                <a:cs typeface="Segoe UI"/>
              </a:rPr>
              <a:t>e</a:t>
            </a:r>
            <a:r>
              <a:rPr lang="en-GB" sz="1200" spc="-60" noProof="0" dirty="0">
                <a:latin typeface="+mn-lt"/>
                <a:cs typeface="Segoe UI"/>
              </a:rPr>
              <a:t> </a:t>
            </a:r>
            <a:r>
              <a:rPr lang="en-GB" sz="1200" spc="-25" noProof="0" dirty="0">
                <a:latin typeface="+mn-lt"/>
                <a:cs typeface="Segoe UI"/>
              </a:rPr>
              <a:t>me</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a:t>
            </a:r>
          </a:p>
          <a:p>
            <a:endParaRPr lang="en-GB" noProof="0" dirty="0">
              <a:latin typeface="+mn-lt"/>
            </a:endParaRPr>
          </a:p>
          <a:p>
            <a:pPr marL="241300" indent="-228600">
              <a:lnSpc>
                <a:spcPct val="100000"/>
              </a:lnSpc>
              <a:spcBef>
                <a:spcPts val="385"/>
              </a:spcBef>
              <a:buFont typeface="+mj-lt"/>
              <a:buAutoNum type="arabicPeriod"/>
            </a:pPr>
            <a:r>
              <a:rPr lang="en-GB" sz="1200" spc="-20" noProof="0" dirty="0">
                <a:latin typeface="+mn-lt"/>
                <a:cs typeface="Segoe UI"/>
              </a:rPr>
              <a:t>“Chapter” or “chapter” followed by a digit  (but not zero)</a:t>
            </a:r>
            <a:endParaRPr lang="en-GB" sz="1200" noProof="0" dirty="0">
              <a:latin typeface="+mn-lt"/>
              <a:cs typeface="Segoe UI"/>
            </a:endParaRPr>
          </a:p>
          <a:p>
            <a:pPr marL="241300" indent="-228600">
              <a:lnSpc>
                <a:spcPct val="100000"/>
              </a:lnSpc>
              <a:spcBef>
                <a:spcPts val="290"/>
              </a:spcBef>
              <a:buFont typeface="+mj-lt"/>
              <a:buAutoNum type="arabicPeriod"/>
            </a:pPr>
            <a:r>
              <a:rPr lang="en-GB" spc="-15" dirty="0">
                <a:latin typeface="+mn-lt"/>
                <a:cs typeface="Segoe UI"/>
              </a:rPr>
              <a:t>“</a:t>
            </a:r>
            <a:r>
              <a:rPr lang="en-GB" sz="1200" noProof="0" dirty="0">
                <a:latin typeface="+mn-lt"/>
                <a:cs typeface="Segoe UI"/>
              </a:rPr>
              <a:t>Chap” or “chap” followed by 1, 2 or 3 digits</a:t>
            </a:r>
          </a:p>
          <a:p>
            <a:pPr marL="241300" indent="-228600">
              <a:lnSpc>
                <a:spcPct val="100000"/>
              </a:lnSpc>
              <a:spcBef>
                <a:spcPts val="310"/>
              </a:spcBef>
              <a:buFont typeface="+mj-lt"/>
              <a:buAutoNum type="arabicPeriod"/>
            </a:pPr>
            <a:r>
              <a:rPr lang="en-GB" sz="1200" noProof="0" dirty="0">
                <a:latin typeface="+mn-lt"/>
                <a:cs typeface="Segoe UI"/>
              </a:rPr>
              <a:t>Blank lines</a:t>
            </a:r>
          </a:p>
          <a:p>
            <a:pPr marL="240665" indent="-228600">
              <a:lnSpc>
                <a:spcPct val="100000"/>
              </a:lnSpc>
              <a:spcBef>
                <a:spcPts val="290"/>
              </a:spcBef>
              <a:buFont typeface="+mj-lt"/>
              <a:buAutoNum type="arabicPeriod"/>
              <a:tabLst>
                <a:tab pos="180975" algn="l"/>
              </a:tabLst>
            </a:pPr>
            <a:r>
              <a:rPr lang="en-GB" sz="1200" spc="-25" noProof="0" dirty="0">
                <a:latin typeface="+mn-lt"/>
                <a:cs typeface="Segoe UI"/>
              </a:rPr>
              <a:t>“Statement” followed by a dot</a:t>
            </a:r>
            <a:endParaRPr lang="en-GB" sz="1200" noProof="0" dirty="0">
              <a:latin typeface="+mn-lt"/>
              <a:cs typeface="Segoe UI"/>
            </a:endParaRPr>
          </a:p>
          <a:p>
            <a:pPr marL="240665" indent="-228600">
              <a:lnSpc>
                <a:spcPct val="100000"/>
              </a:lnSpc>
              <a:spcBef>
                <a:spcPts val="310"/>
              </a:spcBef>
              <a:buFont typeface="+mj-lt"/>
              <a:buAutoNum type="arabicPeriod"/>
              <a:tabLst>
                <a:tab pos="180975" algn="l"/>
              </a:tabLst>
            </a:pPr>
            <a:r>
              <a:rPr lang="en-GB" sz="1200" spc="-20" noProof="0" dirty="0">
                <a:latin typeface="+mn-lt"/>
                <a:cs typeface="Segoe UI"/>
              </a:rPr>
              <a:t>“Echo” followed (somewhere later) by “\f”</a:t>
            </a:r>
            <a:endParaRPr lang="en-GB" sz="1200" noProof="0" dirty="0">
              <a:latin typeface="+mn-lt"/>
              <a:cs typeface="Segoe UI"/>
            </a:endParaRPr>
          </a:p>
          <a:p>
            <a:pPr marL="241300" indent="-228600">
              <a:lnSpc>
                <a:spcPct val="100000"/>
              </a:lnSpc>
              <a:spcBef>
                <a:spcPts val="290"/>
              </a:spcBef>
              <a:buFont typeface="+mj-lt"/>
              <a:buAutoNum type="arabicPeriod"/>
            </a:pPr>
            <a:r>
              <a:rPr lang="en-GB" sz="1200" noProof="0" dirty="0">
                <a:latin typeface="+mn-lt"/>
                <a:cs typeface="Segoe UI"/>
              </a:rPr>
              <a:t>Matches any line of exactly 3 characters</a:t>
            </a:r>
          </a:p>
          <a:p>
            <a:pPr marL="241300" indent="-228600">
              <a:lnSpc>
                <a:spcPct val="100000"/>
              </a:lnSpc>
              <a:spcBef>
                <a:spcPts val="315"/>
              </a:spcBef>
              <a:buFont typeface="+mj-lt"/>
              <a:buAutoNum type="arabicPeriod"/>
            </a:pPr>
            <a:r>
              <a:rPr lang="en-GB" sz="1200" spc="-20" noProof="0" dirty="0">
                <a:latin typeface="+mn-lt"/>
                <a:cs typeface="Segoe UI"/>
              </a:rPr>
              <a:t>“Afford” or “affordable” (or “</a:t>
            </a:r>
            <a:r>
              <a:rPr lang="en-GB" sz="1200" spc="-20" noProof="0" dirty="0" err="1">
                <a:latin typeface="+mn-lt"/>
                <a:cs typeface="Segoe UI"/>
              </a:rPr>
              <a:t>affordableable</a:t>
            </a:r>
            <a:r>
              <a:rPr lang="en-GB" sz="1200" spc="-20" noProof="0" dirty="0">
                <a:latin typeface="+mn-lt"/>
                <a:cs typeface="Segoe UI"/>
              </a:rPr>
              <a:t>”)</a:t>
            </a:r>
          </a:p>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2435125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31409584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994619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grep</a:t>
            </a:r>
            <a:r>
              <a:rPr lang="en-GB" sz="1200" spc="-7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15" noProof="0" dirty="0">
                <a:latin typeface="+mn-lt"/>
                <a:cs typeface="Segoe UI"/>
              </a:rPr>
              <a:t>an</a:t>
            </a:r>
            <a:r>
              <a:rPr lang="en-GB" sz="1200" spc="-25" noProof="0" dirty="0">
                <a:latin typeface="+mn-lt"/>
                <a:cs typeface="Segoe UI"/>
              </a:rPr>
              <a:t> </a:t>
            </a:r>
            <a:r>
              <a:rPr lang="en-GB" sz="1200" spc="-20" noProof="0" dirty="0">
                <a:latin typeface="+mn-lt"/>
                <a:cs typeface="Segoe UI"/>
              </a:rPr>
              <a:t>acronym</a:t>
            </a:r>
            <a:r>
              <a:rPr lang="en-GB" sz="1200" spc="-3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5" noProof="0" dirty="0">
                <a:latin typeface="+mn-lt"/>
                <a:cs typeface="Segoe UI"/>
              </a:rPr>
              <a:t>“Get</a:t>
            </a:r>
            <a:r>
              <a:rPr lang="en-GB" sz="1200" spc="-35" noProof="0" dirty="0">
                <a:latin typeface="+mn-lt"/>
                <a:cs typeface="Segoe UI"/>
              </a:rPr>
              <a:t> </a:t>
            </a:r>
            <a:r>
              <a:rPr lang="en-GB" sz="1200" spc="-20" noProof="0" dirty="0">
                <a:latin typeface="+mn-lt"/>
                <a:cs typeface="Segoe UI"/>
              </a:rPr>
              <a:t>Regular</a:t>
            </a:r>
            <a:r>
              <a:rPr lang="en-GB" sz="1200" spc="-45" noProof="0" dirty="0">
                <a:latin typeface="+mn-lt"/>
                <a:cs typeface="Segoe UI"/>
              </a:rPr>
              <a:t> </a:t>
            </a:r>
            <a:r>
              <a:rPr lang="en-GB" sz="1200" spc="-20" noProof="0" dirty="0">
                <a:latin typeface="+mn-lt"/>
                <a:cs typeface="Segoe UI"/>
              </a:rPr>
              <a:t>Expression</a:t>
            </a:r>
            <a:r>
              <a:rPr lang="en-GB" sz="1200" spc="-4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0" noProof="0" dirty="0">
                <a:latin typeface="+mn-lt"/>
                <a:cs typeface="Segoe UI"/>
              </a:rPr>
              <a:t>Print”</a:t>
            </a:r>
            <a:r>
              <a:rPr lang="en-GB" sz="1200" spc="-50" noProof="0" dirty="0">
                <a:latin typeface="+mn-lt"/>
                <a:cs typeface="Segoe UI"/>
              </a:rPr>
              <a:t>.</a:t>
            </a:r>
            <a:endParaRPr lang="en-GB" sz="1200" noProof="0" dirty="0">
              <a:latin typeface="+mn-lt"/>
              <a:cs typeface="Segoe UI"/>
            </a:endParaRPr>
          </a:p>
          <a:p>
            <a:pPr marL="12700" marR="66675" algn="just">
              <a:lnSpc>
                <a:spcPct val="100000"/>
              </a:lnSpc>
              <a:spcBef>
                <a:spcPts val="600"/>
              </a:spcBef>
            </a:pPr>
            <a:r>
              <a:rPr lang="en-GB" sz="1200" spc="-15" noProof="0" dirty="0">
                <a:latin typeface="+mn-lt"/>
                <a:cs typeface="Segoe UI"/>
              </a:rPr>
              <a:t>The</a:t>
            </a:r>
            <a:r>
              <a:rPr lang="en-GB" sz="1200" spc="-80" noProof="0" dirty="0">
                <a:latin typeface="+mn-lt"/>
                <a:cs typeface="Segoe UI"/>
              </a:rPr>
              <a:t> </a:t>
            </a:r>
            <a:r>
              <a:rPr lang="en-GB" sz="1200" spc="-20" noProof="0" dirty="0">
                <a:latin typeface="+mn-lt"/>
                <a:cs typeface="Segoe UI"/>
              </a:rPr>
              <a:t>pattern</a:t>
            </a:r>
            <a:r>
              <a:rPr lang="en-GB" sz="1200" spc="-25" noProof="0" dirty="0">
                <a:latin typeface="+mn-lt"/>
                <a:cs typeface="Segoe UI"/>
              </a:rPr>
              <a:t> specified </a:t>
            </a:r>
            <a:r>
              <a:rPr lang="en-GB" sz="1200" spc="-15" noProof="0" dirty="0">
                <a:latin typeface="+mn-lt"/>
                <a:cs typeface="Segoe UI"/>
              </a:rPr>
              <a:t>to</a:t>
            </a:r>
            <a:r>
              <a:rPr lang="en-GB" sz="1200" spc="-35" noProof="0" dirty="0">
                <a:latin typeface="+mn-lt"/>
                <a:cs typeface="Segoe UI"/>
              </a:rPr>
              <a:t> </a:t>
            </a:r>
            <a:r>
              <a:rPr lang="en-GB" sz="1200" spc="-15" noProof="0" dirty="0">
                <a:latin typeface="+mn-lt"/>
                <a:cs typeface="Segoe UI"/>
              </a:rPr>
              <a:t>grep</a:t>
            </a:r>
            <a:r>
              <a:rPr lang="en-GB" sz="1200" spc="-4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known</a:t>
            </a:r>
            <a:r>
              <a:rPr lang="en-GB" sz="1200" spc="-50" noProof="0" dirty="0">
                <a:latin typeface="+mn-lt"/>
                <a:cs typeface="Segoe UI"/>
              </a:rPr>
              <a:t> </a:t>
            </a:r>
            <a:r>
              <a:rPr lang="en-GB" sz="1200" spc="-15" noProof="0" dirty="0">
                <a:latin typeface="+mn-lt"/>
                <a:cs typeface="Segoe UI"/>
              </a:rPr>
              <a:t>as</a:t>
            </a:r>
            <a:r>
              <a:rPr lang="en-GB" sz="1200" spc="-2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regular</a:t>
            </a:r>
            <a:r>
              <a:rPr lang="en-GB" sz="1200" spc="-45" noProof="0" dirty="0">
                <a:latin typeface="+mn-lt"/>
                <a:cs typeface="Segoe UI"/>
              </a:rPr>
              <a:t> </a:t>
            </a:r>
            <a:r>
              <a:rPr lang="en-GB" sz="1200" spc="-20" noProof="0" dirty="0">
                <a:latin typeface="+mn-lt"/>
                <a:cs typeface="Segoe UI"/>
              </a:rPr>
              <a:t>expression.</a:t>
            </a:r>
          </a:p>
          <a:p>
            <a:pPr marL="12700">
              <a:lnSpc>
                <a:spcPct val="100000"/>
              </a:lnSpc>
              <a:spcBef>
                <a:spcPts val="600"/>
              </a:spcBef>
            </a:pPr>
            <a:endParaRPr lang="en-GB" sz="1200" spc="-30" noProof="0" dirty="0">
              <a:latin typeface="+mn-lt"/>
              <a:cs typeface="Segoe UI"/>
            </a:endParaRPr>
          </a:p>
          <a:p>
            <a:pPr marL="12700" marR="348615">
              <a:lnSpc>
                <a:spcPct val="100000"/>
              </a:lnSpc>
              <a:spcBef>
                <a:spcPts val="310"/>
              </a:spcBef>
            </a:pPr>
            <a:r>
              <a:rPr lang="en-GB" sz="1200" spc="-15" noProof="0" dirty="0">
                <a:latin typeface="+mn-lt"/>
                <a:cs typeface="Segoe UI"/>
              </a:rPr>
              <a:t>The</a:t>
            </a:r>
            <a:r>
              <a:rPr lang="en-GB" sz="1200" spc="-75" noProof="0" dirty="0">
                <a:latin typeface="+mn-lt"/>
                <a:cs typeface="Segoe UI"/>
              </a:rPr>
              <a:t> </a:t>
            </a:r>
            <a:r>
              <a:rPr lang="en-GB" sz="1200" spc="-15" noProof="0" dirty="0">
                <a:latin typeface="+mn-lt"/>
                <a:cs typeface="Segoe UI"/>
              </a:rPr>
              <a:t>grep</a:t>
            </a:r>
            <a:r>
              <a:rPr lang="en-GB" sz="1200" spc="-45" noProof="0" dirty="0">
                <a:latin typeface="+mn-lt"/>
                <a:cs typeface="Segoe UI"/>
              </a:rPr>
              <a:t> </a:t>
            </a:r>
            <a:r>
              <a:rPr lang="en-GB" sz="1200" spc="-10" noProof="0" dirty="0">
                <a:latin typeface="+mn-lt"/>
                <a:cs typeface="Segoe UI"/>
              </a:rPr>
              <a:t>-F</a:t>
            </a:r>
            <a:r>
              <a:rPr lang="en-GB" sz="1200" spc="-4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noProof="0" dirty="0">
                <a:latin typeface="+mn-lt"/>
                <a:cs typeface="Segoe UI"/>
              </a:rPr>
              <a:t>a</a:t>
            </a:r>
            <a:r>
              <a:rPr lang="en-GB" sz="1200" spc="-35" noProof="0" dirty="0">
                <a:latin typeface="+mn-lt"/>
                <a:cs typeface="Segoe UI"/>
              </a:rPr>
              <a:t> </a:t>
            </a:r>
            <a:r>
              <a:rPr lang="en-GB" sz="1200" spc="-25" noProof="0" dirty="0">
                <a:latin typeface="+mn-lt"/>
                <a:cs typeface="Segoe UI"/>
              </a:rPr>
              <a:t>faster</a:t>
            </a:r>
            <a:r>
              <a:rPr lang="en-GB" sz="1200" noProof="0" dirty="0">
                <a:latin typeface="+mn-lt"/>
                <a:cs typeface="Segoe UI"/>
              </a:rPr>
              <a:t> </a:t>
            </a:r>
            <a:r>
              <a:rPr lang="en-GB" sz="1200" spc="-20" noProof="0" dirty="0">
                <a:latin typeface="+mn-lt"/>
                <a:cs typeface="Segoe UI"/>
              </a:rPr>
              <a:t>version,</a:t>
            </a:r>
            <a:r>
              <a:rPr lang="en-GB" sz="1200" spc="-85"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15" noProof="0" dirty="0">
                <a:latin typeface="+mn-lt"/>
                <a:cs typeface="Segoe UI"/>
              </a:rPr>
              <a:t>does</a:t>
            </a:r>
            <a:r>
              <a:rPr lang="en-GB" sz="1200" spc="-45"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20" noProof="0" dirty="0">
                <a:latin typeface="+mn-lt"/>
                <a:cs typeface="Segoe UI"/>
              </a:rPr>
              <a:t>regular</a:t>
            </a:r>
            <a:r>
              <a:rPr lang="en-GB" sz="1200" spc="-45" noProof="0" dirty="0">
                <a:latin typeface="+mn-lt"/>
                <a:cs typeface="Segoe UI"/>
              </a:rPr>
              <a:t> </a:t>
            </a:r>
            <a:r>
              <a:rPr lang="en-GB" sz="1200" spc="-20" noProof="0" dirty="0">
                <a:latin typeface="+mn-lt"/>
                <a:cs typeface="Segoe UI"/>
              </a:rPr>
              <a:t>expressions</a:t>
            </a:r>
            <a:r>
              <a:rPr lang="en-GB" sz="1200" spc="-75"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usually</a:t>
            </a:r>
            <a:r>
              <a:rPr lang="en-GB" sz="1200" spc="-40" noProof="0" dirty="0">
                <a:latin typeface="+mn-lt"/>
                <a:cs typeface="Segoe UI"/>
              </a:rPr>
              <a:t> </a:t>
            </a:r>
            <a:r>
              <a:rPr lang="en-GB" sz="1200" spc="-15" noProof="0" dirty="0">
                <a:latin typeface="+mn-lt"/>
                <a:cs typeface="Segoe UI"/>
              </a:rPr>
              <a:t>more </a:t>
            </a:r>
            <a:r>
              <a:rPr lang="en-GB" sz="1200" spc="-260" noProof="0" dirty="0">
                <a:latin typeface="+mn-lt"/>
                <a:cs typeface="Segoe UI"/>
              </a:rPr>
              <a:t> </a:t>
            </a:r>
            <a:r>
              <a:rPr lang="en-GB" sz="1200" spc="-20" noProof="0" dirty="0">
                <a:latin typeface="+mn-lt"/>
                <a:cs typeface="Segoe UI"/>
              </a:rPr>
              <a:t>convenient.</a:t>
            </a:r>
            <a:endParaRPr lang="en-GB" sz="1200" noProof="0" dirty="0">
              <a:latin typeface="+mn-lt"/>
              <a:cs typeface="Segoe UI"/>
            </a:endParaRPr>
          </a:p>
          <a:p>
            <a:pPr marL="12700" marR="63500" algn="just">
              <a:lnSpc>
                <a:spcPct val="100000"/>
              </a:lnSpc>
              <a:spcBef>
                <a:spcPts val="605"/>
              </a:spcBef>
            </a:pPr>
            <a:r>
              <a:rPr lang="en-GB" sz="1200" spc="-15" noProof="0" dirty="0">
                <a:latin typeface="+mn-lt"/>
                <a:cs typeface="Segoe UI"/>
              </a:rPr>
              <a:t>The grep </a:t>
            </a:r>
            <a:r>
              <a:rPr lang="en-GB" sz="1200" spc="-10" noProof="0" dirty="0">
                <a:latin typeface="+mn-lt"/>
                <a:cs typeface="Segoe UI"/>
              </a:rPr>
              <a:t>–E </a:t>
            </a:r>
            <a:r>
              <a:rPr lang="en-GB" sz="1200" spc="-20" noProof="0" dirty="0">
                <a:latin typeface="+mn-lt"/>
                <a:cs typeface="Segoe UI"/>
              </a:rPr>
              <a:t>command </a:t>
            </a:r>
            <a:r>
              <a:rPr lang="en-GB" sz="1200" spc="-15" noProof="0" dirty="0">
                <a:latin typeface="+mn-lt"/>
                <a:cs typeface="Segoe UI"/>
              </a:rPr>
              <a:t>uses </a:t>
            </a:r>
            <a:r>
              <a:rPr lang="en-GB" sz="1200" spc="-20" noProof="0" dirty="0">
                <a:latin typeface="+mn-lt"/>
                <a:cs typeface="Segoe UI"/>
              </a:rPr>
              <a:t>additions </a:t>
            </a:r>
            <a:r>
              <a:rPr lang="en-GB" sz="1200" spc="-15" noProof="0" dirty="0">
                <a:latin typeface="+mn-lt"/>
                <a:cs typeface="Segoe UI"/>
              </a:rPr>
              <a:t>to the </a:t>
            </a:r>
            <a:r>
              <a:rPr lang="en-GB" sz="1200" spc="-20" noProof="0" dirty="0">
                <a:latin typeface="+mn-lt"/>
                <a:cs typeface="Segoe UI"/>
              </a:rPr>
              <a:t>regular expression mechanism </a:t>
            </a:r>
            <a:r>
              <a:rPr lang="en-GB" sz="1200" spc="-15" noProof="0" dirty="0">
                <a:latin typeface="+mn-lt"/>
                <a:cs typeface="Segoe UI"/>
              </a:rPr>
              <a:t>to get </a:t>
            </a:r>
            <a:r>
              <a:rPr lang="en-GB" sz="1200" noProof="0" dirty="0">
                <a:latin typeface="+mn-lt"/>
                <a:cs typeface="Segoe UI"/>
              </a:rPr>
              <a:t>a </a:t>
            </a:r>
            <a:r>
              <a:rPr lang="en-GB" sz="1200" spc="-15" noProof="0" dirty="0">
                <a:latin typeface="+mn-lt"/>
                <a:cs typeface="Segoe UI"/>
              </a:rPr>
              <a:t>more </a:t>
            </a:r>
            <a:r>
              <a:rPr lang="en-GB" sz="1200" spc="-20" noProof="0" dirty="0">
                <a:latin typeface="+mn-lt"/>
                <a:cs typeface="Segoe UI"/>
              </a:rPr>
              <a:t>powerful </a:t>
            </a:r>
            <a:r>
              <a:rPr lang="en-GB" sz="1200" spc="-15" noProof="0" dirty="0">
                <a:latin typeface="+mn-lt"/>
                <a:cs typeface="Segoe UI"/>
              </a:rPr>
              <a:t> </a:t>
            </a:r>
            <a:r>
              <a:rPr lang="en-GB" sz="1200" spc="-20" noProof="0" dirty="0">
                <a:latin typeface="+mn-lt"/>
                <a:cs typeface="Segoe UI"/>
              </a:rPr>
              <a:t>expression-matching</a:t>
            </a:r>
            <a:r>
              <a:rPr lang="en-GB" sz="1200" spc="-80" noProof="0" dirty="0">
                <a:latin typeface="+mn-lt"/>
                <a:cs typeface="Segoe UI"/>
              </a:rPr>
              <a:t> </a:t>
            </a:r>
            <a:r>
              <a:rPr lang="en-GB" sz="1200" spc="-20" noProof="0" dirty="0">
                <a:latin typeface="+mn-lt"/>
                <a:cs typeface="Segoe UI"/>
              </a:rPr>
              <a:t>system.</a:t>
            </a:r>
          </a:p>
          <a:p>
            <a:pPr marL="12700" marR="63500" algn="just">
              <a:lnSpc>
                <a:spcPct val="100000"/>
              </a:lnSpc>
              <a:spcBef>
                <a:spcPts val="605"/>
              </a:spcBef>
            </a:pPr>
            <a:r>
              <a:rPr lang="en-GB" sz="1200" spc="-15" noProof="0" dirty="0">
                <a:latin typeface="+mn-lt"/>
                <a:cs typeface="Segoe UI"/>
              </a:rPr>
              <a:t>It</a:t>
            </a:r>
            <a:r>
              <a:rPr lang="en-GB" sz="1200" spc="-6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20" noProof="0" dirty="0">
                <a:latin typeface="+mn-lt"/>
                <a:cs typeface="Segoe UI"/>
              </a:rPr>
              <a:t>also </a:t>
            </a:r>
            <a:r>
              <a:rPr lang="en-GB" sz="1200" spc="-25" noProof="0" dirty="0">
                <a:latin typeface="+mn-lt"/>
                <a:cs typeface="Segoe UI"/>
              </a:rPr>
              <a:t>capable</a:t>
            </a:r>
            <a:r>
              <a:rPr lang="en-GB" sz="1200" spc="-3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searching</a:t>
            </a:r>
            <a:r>
              <a:rPr lang="en-GB" sz="1200" spc="-5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several</a:t>
            </a:r>
            <a:r>
              <a:rPr lang="en-GB" sz="1200" spc="-35" noProof="0" dirty="0">
                <a:latin typeface="+mn-lt"/>
                <a:cs typeface="Segoe UI"/>
              </a:rPr>
              <a:t> </a:t>
            </a:r>
            <a:r>
              <a:rPr lang="en-GB" sz="1200" spc="-20" noProof="0" dirty="0">
                <a:latin typeface="+mn-lt"/>
                <a:cs typeface="Segoe UI"/>
              </a:rPr>
              <a:t>patterns</a:t>
            </a:r>
            <a:r>
              <a:rPr lang="en-GB" sz="1200" spc="-30" noProof="0" dirty="0">
                <a:latin typeface="+mn-lt"/>
                <a:cs typeface="Segoe UI"/>
              </a:rPr>
              <a:t> </a:t>
            </a:r>
            <a:r>
              <a:rPr lang="en-GB" sz="1200" spc="-20" noProof="0" dirty="0">
                <a:latin typeface="+mn-lt"/>
                <a:cs typeface="Segoe UI"/>
              </a:rPr>
              <a:t>with</a:t>
            </a:r>
            <a:r>
              <a:rPr lang="en-GB" sz="1200" spc="-5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single</a:t>
            </a:r>
            <a:r>
              <a:rPr lang="en-GB" sz="1200" spc="-55" noProof="0" dirty="0">
                <a:latin typeface="+mn-lt"/>
                <a:cs typeface="Segoe UI"/>
              </a:rPr>
              <a:t> </a:t>
            </a:r>
            <a:r>
              <a:rPr lang="en-GB" sz="1200" spc="-20" noProof="0" dirty="0">
                <a:latin typeface="+mn-lt"/>
                <a:cs typeface="Segoe UI"/>
              </a:rPr>
              <a:t>command:</a:t>
            </a:r>
            <a:endParaRPr lang="en-GB" sz="1200" noProof="0" dirty="0">
              <a:latin typeface="+mn-lt"/>
              <a:cs typeface="Segoe UI"/>
            </a:endParaRPr>
          </a:p>
          <a:p>
            <a:pPr marL="234950">
              <a:lnSpc>
                <a:spcPct val="100000"/>
              </a:lnSpc>
              <a:spcBef>
                <a:spcPts val="600"/>
              </a:spcBef>
            </a:pPr>
            <a:r>
              <a:rPr lang="en-GB" sz="1200" noProof="0" dirty="0">
                <a:latin typeface="+mn-lt"/>
                <a:cs typeface="Segoe UI"/>
              </a:rPr>
              <a:t>$</a:t>
            </a:r>
            <a:r>
              <a:rPr lang="en-GB" sz="1200" spc="-30" noProof="0" dirty="0">
                <a:latin typeface="+mn-lt"/>
                <a:cs typeface="Segoe UI"/>
              </a:rPr>
              <a:t> </a:t>
            </a:r>
            <a:r>
              <a:rPr lang="en-GB" sz="1200" spc="-20" noProof="0" dirty="0">
                <a:latin typeface="+mn-lt"/>
                <a:cs typeface="Segoe UI"/>
              </a:rPr>
              <a:t>g</a:t>
            </a:r>
            <a:r>
              <a:rPr lang="en-GB" sz="1200" spc="-15" noProof="0" dirty="0">
                <a:latin typeface="+mn-lt"/>
                <a:cs typeface="Segoe UI"/>
              </a:rPr>
              <a:t>r</a:t>
            </a:r>
            <a:r>
              <a:rPr lang="en-GB" sz="1200" spc="-25" noProof="0" dirty="0">
                <a:latin typeface="+mn-lt"/>
                <a:cs typeface="Segoe UI"/>
              </a:rPr>
              <a:t>e</a:t>
            </a:r>
            <a:r>
              <a:rPr lang="en-GB" sz="1200" noProof="0" dirty="0">
                <a:latin typeface="+mn-lt"/>
                <a:cs typeface="Segoe UI"/>
              </a:rPr>
              <a:t>p</a:t>
            </a:r>
            <a:r>
              <a:rPr lang="en-GB" sz="1200" spc="-75" noProof="0" dirty="0">
                <a:latin typeface="+mn-lt"/>
                <a:cs typeface="Segoe UI"/>
              </a:rPr>
              <a:t> </a:t>
            </a:r>
            <a:r>
              <a:rPr lang="en-GB" sz="1200" spc="-25" noProof="0" dirty="0">
                <a:latin typeface="+mn-lt"/>
                <a:cs typeface="Segoe UI"/>
              </a:rPr>
              <a:t>–</a:t>
            </a:r>
            <a:r>
              <a:rPr lang="en-GB" sz="1200" noProof="0" dirty="0">
                <a:latin typeface="+mn-lt"/>
                <a:cs typeface="Segoe UI"/>
              </a:rPr>
              <a:t>E </a:t>
            </a:r>
            <a:r>
              <a:rPr lang="en-GB" sz="1200" spc="-50" noProof="0" dirty="0">
                <a:latin typeface="+mn-lt"/>
                <a:cs typeface="Segoe UI"/>
              </a:rPr>
              <a:t> </a:t>
            </a:r>
            <a:r>
              <a:rPr lang="en-GB" sz="1200" spc="-35" noProof="0" dirty="0">
                <a:latin typeface="+mn-lt"/>
                <a:cs typeface="Segoe UI"/>
              </a:rPr>
              <a:t>"</a:t>
            </a:r>
            <a:r>
              <a:rPr lang="en-GB" sz="1200" spc="-25" noProof="0" dirty="0" err="1">
                <a:latin typeface="+mn-lt"/>
                <a:cs typeface="Segoe UI"/>
              </a:rPr>
              <a:t>k</a:t>
            </a:r>
            <a:r>
              <a:rPr lang="en-GB" sz="1200" spc="-20" noProof="0" dirty="0" err="1">
                <a:latin typeface="+mn-lt"/>
                <a:cs typeface="Segoe UI"/>
              </a:rPr>
              <a:t>sh</a:t>
            </a:r>
            <a:r>
              <a:rPr lang="en-GB" sz="1200" spc="-30" noProof="0" dirty="0" err="1">
                <a:latin typeface="+mn-lt"/>
                <a:cs typeface="Segoe UI"/>
              </a:rPr>
              <a:t>|</a:t>
            </a:r>
            <a:r>
              <a:rPr lang="en-GB" sz="1200" spc="-20" noProof="0" dirty="0" err="1">
                <a:latin typeface="+mn-lt"/>
                <a:cs typeface="Segoe UI"/>
              </a:rPr>
              <a:t>b</a:t>
            </a:r>
            <a:r>
              <a:rPr lang="en-GB" sz="1200" spc="-35" noProof="0" dirty="0" err="1">
                <a:latin typeface="+mn-lt"/>
                <a:cs typeface="Segoe UI"/>
              </a:rPr>
              <a:t>a</a:t>
            </a:r>
            <a:r>
              <a:rPr lang="en-GB" sz="1200" spc="-20" noProof="0" dirty="0" err="1">
                <a:latin typeface="+mn-lt"/>
                <a:cs typeface="Segoe UI"/>
              </a:rPr>
              <a:t>sh</a:t>
            </a:r>
            <a:r>
              <a:rPr lang="en-GB" sz="1200" noProof="0" dirty="0">
                <a:latin typeface="+mn-lt"/>
                <a:cs typeface="Segoe UI"/>
              </a:rPr>
              <a:t>"</a:t>
            </a:r>
            <a:r>
              <a:rPr lang="en-GB" sz="1200" spc="-70" noProof="0" dirty="0">
                <a:latin typeface="+mn-lt"/>
                <a:cs typeface="Segoe UI"/>
              </a:rPr>
              <a:t> </a:t>
            </a:r>
            <a:r>
              <a:rPr lang="en-GB" sz="1200" spc="-35" noProof="0" dirty="0">
                <a:latin typeface="+mn-lt"/>
                <a:cs typeface="Segoe UI"/>
              </a:rPr>
              <a:t>/</a:t>
            </a:r>
            <a:r>
              <a:rPr lang="en-GB" sz="1200" spc="-25" noProof="0" dirty="0">
                <a:latin typeface="+mn-lt"/>
                <a:cs typeface="Segoe UI"/>
              </a:rPr>
              <a:t>e</a:t>
            </a:r>
            <a:r>
              <a:rPr lang="en-GB" sz="1200" spc="-30" noProof="0" dirty="0">
                <a:latin typeface="+mn-lt"/>
                <a:cs typeface="Segoe UI"/>
              </a:rPr>
              <a:t>t</a:t>
            </a:r>
            <a:r>
              <a:rPr lang="en-GB" sz="1200" spc="-35" noProof="0" dirty="0">
                <a:latin typeface="+mn-lt"/>
                <a:cs typeface="Segoe UI"/>
              </a:rPr>
              <a:t>c/</a:t>
            </a:r>
            <a:r>
              <a:rPr lang="en-GB" sz="1200" spc="-20" noProof="0" dirty="0">
                <a:latin typeface="+mn-lt"/>
                <a:cs typeface="Segoe UI"/>
              </a:rPr>
              <a:t>p</a:t>
            </a:r>
            <a:r>
              <a:rPr lang="en-GB" sz="1200" spc="-35" noProof="0" dirty="0">
                <a:latin typeface="+mn-lt"/>
                <a:cs typeface="Segoe UI"/>
              </a:rPr>
              <a:t>a</a:t>
            </a:r>
            <a:r>
              <a:rPr lang="en-GB" sz="1200" spc="-20" noProof="0" dirty="0">
                <a:latin typeface="+mn-lt"/>
                <a:cs typeface="Segoe UI"/>
              </a:rPr>
              <a:t>ss</a:t>
            </a:r>
            <a:r>
              <a:rPr lang="en-GB" sz="1200" spc="-30" noProof="0" dirty="0">
                <a:latin typeface="+mn-lt"/>
                <a:cs typeface="Segoe UI"/>
              </a:rPr>
              <a:t>w</a:t>
            </a:r>
            <a:r>
              <a:rPr lang="en-GB" sz="1200" noProof="0" dirty="0">
                <a:latin typeface="+mn-lt"/>
                <a:cs typeface="Segoe UI"/>
              </a:rPr>
              <a:t>d</a:t>
            </a:r>
          </a:p>
          <a:p>
            <a:pPr marL="12700" algn="just">
              <a:lnSpc>
                <a:spcPct val="100000"/>
              </a:lnSpc>
              <a:spcBef>
                <a:spcPts val="600"/>
              </a:spcBef>
            </a:pPr>
            <a:r>
              <a:rPr lang="en-GB" sz="1200" spc="-20" noProof="0" dirty="0">
                <a:latin typeface="+mn-lt"/>
                <a:cs typeface="Segoe UI"/>
              </a:rPr>
              <a:t>…which</a:t>
            </a:r>
            <a:r>
              <a:rPr lang="en-GB" sz="1200" spc="-50" noProof="0" dirty="0">
                <a:latin typeface="+mn-lt"/>
                <a:cs typeface="Segoe UI"/>
              </a:rPr>
              <a:t> </a:t>
            </a:r>
            <a:r>
              <a:rPr lang="en-GB" sz="1200" spc="-20" noProof="0" dirty="0">
                <a:latin typeface="+mn-lt"/>
                <a:cs typeface="Segoe UI"/>
              </a:rPr>
              <a:t>searches</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password</a:t>
            </a:r>
            <a:r>
              <a:rPr lang="en-GB" sz="1200" spc="-4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all</a:t>
            </a:r>
            <a:r>
              <a:rPr lang="en-GB" sz="1200" spc="-35" noProof="0" dirty="0">
                <a:latin typeface="+mn-lt"/>
                <a:cs typeface="Segoe UI"/>
              </a:rPr>
              <a:t> </a:t>
            </a:r>
            <a:r>
              <a:rPr lang="en-GB" sz="1200" spc="-20" noProof="0" dirty="0">
                <a:latin typeface="+mn-lt"/>
                <a:cs typeface="Segoe UI"/>
              </a:rPr>
              <a:t>lines that</a:t>
            </a:r>
            <a:r>
              <a:rPr lang="en-GB" sz="1200" spc="-35" noProof="0" dirty="0">
                <a:latin typeface="+mn-lt"/>
                <a:cs typeface="Segoe UI"/>
              </a:rPr>
              <a:t> </a:t>
            </a:r>
            <a:r>
              <a:rPr lang="en-GB" sz="1200" spc="-25" noProof="0" dirty="0">
                <a:latin typeface="+mn-lt"/>
                <a:cs typeface="Segoe UI"/>
              </a:rPr>
              <a:t>contain </a:t>
            </a:r>
            <a:r>
              <a:rPr lang="en-GB" sz="1200" spc="-15" noProof="0" dirty="0">
                <a:latin typeface="+mn-lt"/>
                <a:cs typeface="Segoe UI"/>
              </a:rPr>
              <a:t>“</a:t>
            </a:r>
            <a:r>
              <a:rPr lang="en-GB" sz="1200" spc="-15" noProof="0" dirty="0" err="1">
                <a:latin typeface="+mn-lt"/>
                <a:cs typeface="Segoe UI"/>
              </a:rPr>
              <a:t>ksh</a:t>
            </a:r>
            <a:r>
              <a:rPr lang="en-GB" sz="1200" spc="-1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“bash”.</a:t>
            </a:r>
            <a:endParaRPr lang="en-GB" sz="1200" spc="185" noProof="0" dirty="0">
              <a:latin typeface="+mn-lt"/>
              <a:cs typeface="Segoe UI"/>
            </a:endParaRPr>
          </a:p>
          <a:p>
            <a:pPr marL="12700" algn="just">
              <a:lnSpc>
                <a:spcPct val="100000"/>
              </a:lnSpc>
              <a:spcBef>
                <a:spcPts val="600"/>
              </a:spcBef>
            </a:pP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pipe</a:t>
            </a:r>
            <a:r>
              <a:rPr lang="en-GB" sz="1200" spc="-50"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used</a:t>
            </a:r>
            <a:r>
              <a:rPr lang="en-GB" sz="1200" spc="-7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the </a:t>
            </a:r>
            <a:r>
              <a:rPr lang="en-GB" sz="1200" spc="-5" noProof="0" dirty="0">
                <a:latin typeface="+mn-lt"/>
                <a:cs typeface="Segoe UI"/>
              </a:rPr>
              <a:t>OR</a:t>
            </a:r>
            <a:r>
              <a:rPr lang="en-GB" sz="1200" spc="-90" noProof="0" dirty="0">
                <a:latin typeface="+mn-lt"/>
                <a:cs typeface="Segoe UI"/>
              </a:rPr>
              <a:t> </a:t>
            </a:r>
            <a:r>
              <a:rPr lang="en-GB" sz="1200" spc="-20" noProof="0" dirty="0">
                <a:latin typeface="+mn-lt"/>
                <a:cs typeface="Segoe UI"/>
              </a:rPr>
              <a:t>operator</a:t>
            </a:r>
            <a:r>
              <a:rPr lang="en-GB" sz="1200" spc="-4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5" noProof="0" dirty="0">
                <a:latin typeface="+mn-lt"/>
                <a:cs typeface="Segoe UI"/>
              </a:rPr>
              <a:t>will</a:t>
            </a:r>
            <a:r>
              <a:rPr lang="en-GB" sz="1200" spc="-15"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0" noProof="0" dirty="0">
                <a:latin typeface="+mn-lt"/>
                <a:cs typeface="Segoe UI"/>
              </a:rPr>
              <a:t>interpreted</a:t>
            </a:r>
            <a:r>
              <a:rPr lang="en-GB" sz="1200" spc="-55" noProof="0" dirty="0">
                <a:latin typeface="+mn-lt"/>
                <a:cs typeface="Segoe UI"/>
              </a:rPr>
              <a:t> </a:t>
            </a:r>
            <a:r>
              <a:rPr lang="en-GB" sz="1200" spc="-10" noProof="0" dirty="0">
                <a:latin typeface="+mn-lt"/>
                <a:cs typeface="Segoe UI"/>
              </a:rPr>
              <a:t>by</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shell,</a:t>
            </a:r>
            <a:r>
              <a:rPr lang="en-GB" sz="1200" spc="-65"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15" noProof="0" dirty="0">
                <a:latin typeface="+mn-lt"/>
                <a:cs typeface="Segoe UI"/>
              </a:rPr>
              <a:t>quoted</a:t>
            </a:r>
            <a:r>
              <a:rPr lang="en-GB" sz="1200" spc="-5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entire</a:t>
            </a:r>
            <a:r>
              <a:rPr lang="en-GB" sz="1200" spc="-30" noProof="0" dirty="0">
                <a:latin typeface="+mn-lt"/>
                <a:cs typeface="Segoe UI"/>
              </a:rPr>
              <a:t> </a:t>
            </a:r>
            <a:r>
              <a:rPr lang="en-GB" sz="1200" spc="-20" noProof="0" dirty="0">
                <a:latin typeface="+mn-lt"/>
                <a:cs typeface="Segoe UI"/>
              </a:rPr>
              <a:t>pattern.</a:t>
            </a:r>
            <a:endParaRPr lang="en-GB" sz="1200" noProof="0" dirty="0">
              <a:latin typeface="+mn-lt"/>
              <a:cs typeface="Segoe UI"/>
            </a:endParaRPr>
          </a:p>
          <a:p>
            <a:endParaRPr lang="en-GB" noProof="0" dirty="0"/>
          </a:p>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7475767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19</a:t>
            </a:fld>
            <a:endParaRPr lang="en-GB"/>
          </a:p>
        </p:txBody>
      </p:sp>
    </p:spTree>
    <p:extLst>
      <p:ext uri="{BB962C8B-B14F-4D97-AF65-F5344CB8AC3E}">
        <p14:creationId xmlns:p14="http://schemas.microsoft.com/office/powerpoint/2010/main" val="22934219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8290830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766050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320">
              <a:lnSpc>
                <a:spcPct val="100000"/>
              </a:lnSpc>
              <a:spcBef>
                <a:spcPts val="105"/>
              </a:spcBef>
            </a:pPr>
            <a:r>
              <a:rPr lang="en-GB" sz="1200" spc="-15" noProof="0" dirty="0" err="1">
                <a:latin typeface="+mn-lt"/>
                <a:cs typeface="Segoe UI"/>
              </a:rPr>
              <a:t>sed</a:t>
            </a:r>
            <a:r>
              <a:rPr lang="en-GB" sz="1200" spc="-15" noProof="0" dirty="0">
                <a:latin typeface="+mn-lt"/>
                <a:cs typeface="Segoe UI"/>
              </a:rPr>
              <a:t> is </a:t>
            </a:r>
            <a:r>
              <a:rPr lang="en-GB" sz="1200" noProof="0" dirty="0">
                <a:latin typeface="+mn-lt"/>
                <a:cs typeface="Segoe UI"/>
              </a:rPr>
              <a:t>a </a:t>
            </a:r>
            <a:r>
              <a:rPr lang="en-GB" sz="1200" spc="-20" noProof="0" dirty="0">
                <a:latin typeface="+mn-lt"/>
                <a:cs typeface="Segoe UI"/>
              </a:rPr>
              <a:t>stream editor which offers </a:t>
            </a:r>
            <a:r>
              <a:rPr lang="en-GB" sz="1200" spc="-25" noProof="0" dirty="0">
                <a:latin typeface="+mn-lt"/>
                <a:cs typeface="Segoe UI"/>
              </a:rPr>
              <a:t>capabilities </a:t>
            </a:r>
            <a:r>
              <a:rPr lang="en-GB" sz="1200" spc="-20" noProof="0" dirty="0">
                <a:latin typeface="+mn-lt"/>
                <a:cs typeface="Segoe UI"/>
              </a:rPr>
              <a:t>that </a:t>
            </a:r>
            <a:r>
              <a:rPr lang="en-GB" sz="1200" spc="-15" noProof="0" dirty="0">
                <a:latin typeface="+mn-lt"/>
                <a:cs typeface="Segoe UI"/>
              </a:rPr>
              <a:t>seem </a:t>
            </a:r>
            <a:r>
              <a:rPr lang="en-GB" sz="1200" noProof="0" dirty="0">
                <a:latin typeface="+mn-lt"/>
                <a:cs typeface="Segoe UI"/>
              </a:rPr>
              <a:t>a </a:t>
            </a:r>
            <a:r>
              <a:rPr lang="en-GB" sz="1200" spc="-20" noProof="0" dirty="0">
                <a:latin typeface="+mn-lt"/>
                <a:cs typeface="Segoe UI"/>
              </a:rPr>
              <a:t>natural extension </a:t>
            </a:r>
            <a:r>
              <a:rPr lang="en-GB" sz="1200" spc="-10" noProof="0" dirty="0">
                <a:latin typeface="+mn-lt"/>
                <a:cs typeface="Segoe UI"/>
              </a:rPr>
              <a:t>of </a:t>
            </a:r>
            <a:r>
              <a:rPr lang="en-GB" sz="1200" spc="-25" noProof="0" dirty="0">
                <a:latin typeface="+mn-lt"/>
                <a:cs typeface="Segoe UI"/>
              </a:rPr>
              <a:t>interactive </a:t>
            </a:r>
            <a:r>
              <a:rPr lang="en-GB" sz="1200" spc="-20" noProof="0" dirty="0">
                <a:latin typeface="+mn-lt"/>
                <a:cs typeface="Segoe UI"/>
              </a:rPr>
              <a:t>text editing.</a:t>
            </a:r>
          </a:p>
          <a:p>
            <a:pPr marL="12700" marR="20320">
              <a:lnSpc>
                <a:spcPct val="100000"/>
              </a:lnSpc>
              <a:spcBef>
                <a:spcPts val="105"/>
              </a:spcBef>
            </a:pPr>
            <a:r>
              <a:rPr lang="en-GB" sz="1200" spc="-10" noProof="0" dirty="0">
                <a:latin typeface="+mn-lt"/>
                <a:cs typeface="Segoe UI"/>
              </a:rPr>
              <a:t>For </a:t>
            </a:r>
            <a:r>
              <a:rPr lang="en-GB" sz="1200" spc="-260" noProof="0" dirty="0">
                <a:latin typeface="+mn-lt"/>
                <a:cs typeface="Segoe UI"/>
              </a:rPr>
              <a:t> </a:t>
            </a:r>
            <a:r>
              <a:rPr lang="en-GB" sz="1200" spc="-25" noProof="0" dirty="0">
                <a:latin typeface="+mn-lt"/>
                <a:cs typeface="Segoe UI"/>
              </a:rPr>
              <a:t>instance,</a:t>
            </a:r>
            <a:r>
              <a:rPr lang="en-GB" sz="1200" spc="-65"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5" noProof="0" dirty="0">
                <a:latin typeface="+mn-lt"/>
                <a:cs typeface="Segoe UI"/>
              </a:rPr>
              <a:t>be</a:t>
            </a:r>
            <a:r>
              <a:rPr lang="en-GB" sz="1200" spc="-5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search</a:t>
            </a:r>
            <a:r>
              <a:rPr lang="en-GB" sz="1200" spc="-30"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0" noProof="0" dirty="0">
                <a:latin typeface="+mn-lt"/>
                <a:cs typeface="Segoe UI"/>
              </a:rPr>
              <a:t>replace</a:t>
            </a:r>
            <a:r>
              <a:rPr lang="en-GB" sz="1200" spc="-30" noProof="0" dirty="0">
                <a:latin typeface="+mn-lt"/>
                <a:cs typeface="Segoe UI"/>
              </a:rPr>
              <a:t> </a:t>
            </a:r>
            <a:r>
              <a:rPr lang="en-GB" sz="1200" spc="-20" noProof="0" dirty="0">
                <a:latin typeface="+mn-lt"/>
                <a:cs typeface="Segoe UI"/>
              </a:rPr>
              <a:t>text</a:t>
            </a:r>
            <a:r>
              <a:rPr lang="en-GB" sz="1200" spc="-15" noProof="0" dirty="0">
                <a:latin typeface="+mn-lt"/>
                <a:cs typeface="Segoe UI"/>
              </a:rPr>
              <a:t> </a:t>
            </a:r>
            <a:r>
              <a:rPr lang="en-GB" sz="1200" spc="-20" noProof="0" dirty="0">
                <a:latin typeface="+mn-lt"/>
                <a:cs typeface="Segoe UI"/>
              </a:rPr>
              <a:t>globally</a:t>
            </a:r>
            <a:r>
              <a:rPr lang="en-GB" sz="1200" spc="-65" noProof="0" dirty="0">
                <a:latin typeface="+mn-lt"/>
                <a:cs typeface="Segoe UI"/>
              </a:rPr>
              <a:t> </a:t>
            </a:r>
            <a:r>
              <a:rPr lang="en-GB" sz="1200" spc="-15" noProof="0" dirty="0">
                <a:latin typeface="+mn-lt"/>
                <a:cs typeface="Segoe UI"/>
              </a:rPr>
              <a:t>in</a:t>
            </a:r>
            <a:r>
              <a:rPr lang="en-GB" sz="1200" spc="-30" noProof="0" dirty="0">
                <a:latin typeface="+mn-lt"/>
                <a:cs typeface="Segoe UI"/>
              </a:rPr>
              <a:t> </a:t>
            </a:r>
            <a:r>
              <a:rPr lang="en-GB" sz="1200" spc="5" noProof="0" dirty="0">
                <a:latin typeface="+mn-lt"/>
                <a:cs typeface="Segoe UI"/>
              </a:rPr>
              <a:t>a</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15" noProof="0" dirty="0">
                <a:latin typeface="+mn-lt"/>
                <a:cs typeface="Segoe UI"/>
              </a:rPr>
              <a:t>group</a:t>
            </a:r>
            <a:r>
              <a:rPr lang="en-GB" sz="1200" spc="-7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files. </a:t>
            </a:r>
          </a:p>
          <a:p>
            <a:pPr marL="12700" marR="20320">
              <a:lnSpc>
                <a:spcPct val="100000"/>
              </a:lnSpc>
              <a:spcBef>
                <a:spcPts val="105"/>
              </a:spcBef>
            </a:pPr>
            <a:r>
              <a:rPr lang="en-GB" sz="1200" spc="-20" noProof="0" dirty="0">
                <a:latin typeface="+mn-lt"/>
                <a:cs typeface="Segoe UI"/>
              </a:rPr>
              <a:t>Whereas</a:t>
            </a:r>
            <a:r>
              <a:rPr lang="en-GB" sz="1200" spc="-50" noProof="0" dirty="0">
                <a:latin typeface="+mn-lt"/>
                <a:cs typeface="Segoe UI"/>
              </a:rPr>
              <a:t> </a:t>
            </a:r>
            <a:r>
              <a:rPr lang="en-GB" sz="1200" spc="-15" noProof="0" dirty="0" err="1">
                <a:latin typeface="+mn-lt"/>
                <a:cs typeface="Segoe UI"/>
              </a:rPr>
              <a:t>sed</a:t>
            </a:r>
            <a:r>
              <a:rPr lang="en-GB" sz="1200" spc="-25" noProof="0" dirty="0">
                <a:latin typeface="+mn-lt"/>
                <a:cs typeface="Segoe UI"/>
              </a:rPr>
              <a:t> </a:t>
            </a:r>
            <a:r>
              <a:rPr lang="en-GB" sz="1200" spc="-20" noProof="0" dirty="0">
                <a:latin typeface="+mn-lt"/>
                <a:cs typeface="Segoe UI"/>
              </a:rPr>
              <a:t>could</a:t>
            </a:r>
            <a:r>
              <a:rPr lang="en-GB" sz="1200" spc="-50" noProof="0" dirty="0">
                <a:latin typeface="+mn-lt"/>
                <a:cs typeface="Segoe UI"/>
              </a:rPr>
              <a:t> </a:t>
            </a:r>
            <a:r>
              <a:rPr lang="en-GB" sz="1200" spc="-5" noProof="0" dirty="0">
                <a:latin typeface="+mn-lt"/>
                <a:cs typeface="Segoe UI"/>
              </a:rPr>
              <a:t>be </a:t>
            </a:r>
            <a:r>
              <a:rPr lang="en-GB" sz="1200" spc="-260" noProof="0" dirty="0">
                <a:latin typeface="+mn-lt"/>
                <a:cs typeface="Segoe UI"/>
              </a:rPr>
              <a:t> </a:t>
            </a:r>
            <a:r>
              <a:rPr lang="en-GB" sz="1200" spc="-15" noProof="0" dirty="0">
                <a:latin typeface="+mn-lt"/>
                <a:cs typeface="Segoe UI"/>
              </a:rPr>
              <a:t>used to </a:t>
            </a:r>
            <a:r>
              <a:rPr lang="en-GB" sz="1200" spc="-20" noProof="0" dirty="0">
                <a:latin typeface="+mn-lt"/>
                <a:cs typeface="Segoe UI"/>
              </a:rPr>
              <a:t>make </a:t>
            </a:r>
            <a:r>
              <a:rPr lang="en-GB" sz="1200" noProof="0" dirty="0">
                <a:latin typeface="+mn-lt"/>
                <a:cs typeface="Segoe UI"/>
              </a:rPr>
              <a:t>a </a:t>
            </a:r>
            <a:r>
              <a:rPr lang="en-GB" sz="1200" spc="-20" noProof="0" dirty="0">
                <a:latin typeface="+mn-lt"/>
                <a:cs typeface="Segoe UI"/>
              </a:rPr>
              <a:t>single change </a:t>
            </a:r>
            <a:r>
              <a:rPr lang="en-GB" sz="1200" spc="-15" noProof="0" dirty="0">
                <a:latin typeface="+mn-lt"/>
                <a:cs typeface="Segoe UI"/>
              </a:rPr>
              <a:t>to </a:t>
            </a:r>
            <a:r>
              <a:rPr lang="en-GB" sz="1200" noProof="0" dirty="0">
                <a:latin typeface="+mn-lt"/>
                <a:cs typeface="Segoe UI"/>
              </a:rPr>
              <a:t>a </a:t>
            </a:r>
            <a:r>
              <a:rPr lang="en-GB" sz="1200" spc="-20" noProof="0" dirty="0">
                <a:latin typeface="+mn-lt"/>
                <a:cs typeface="Segoe UI"/>
              </a:rPr>
              <a:t>single </a:t>
            </a:r>
            <a:r>
              <a:rPr lang="en-GB" sz="1200" spc="-25" noProof="0" dirty="0">
                <a:latin typeface="+mn-lt"/>
                <a:cs typeface="Segoe UI"/>
              </a:rPr>
              <a:t>file, </a:t>
            </a:r>
            <a:r>
              <a:rPr lang="en-GB" sz="1200" spc="-15" noProof="0" dirty="0">
                <a:latin typeface="+mn-lt"/>
                <a:cs typeface="Segoe UI"/>
              </a:rPr>
              <a:t>it </a:t>
            </a:r>
            <a:r>
              <a:rPr lang="en-GB" sz="1200" spc="-20" noProof="0" dirty="0">
                <a:latin typeface="+mn-lt"/>
                <a:cs typeface="Segoe UI"/>
              </a:rPr>
              <a:t>can </a:t>
            </a:r>
            <a:r>
              <a:rPr lang="en-GB" sz="1200" spc="-25" noProof="0" dirty="0">
                <a:latin typeface="+mn-lt"/>
                <a:cs typeface="Segoe UI"/>
              </a:rPr>
              <a:t>also </a:t>
            </a:r>
            <a:r>
              <a:rPr lang="en-GB" sz="1200" spc="-20" noProof="0" dirty="0">
                <a:latin typeface="+mn-lt"/>
                <a:cs typeface="Segoe UI"/>
              </a:rPr>
              <a:t>make </a:t>
            </a:r>
            <a:r>
              <a:rPr lang="en-GB" sz="1200" spc="-10" noProof="0" dirty="0">
                <a:latin typeface="+mn-lt"/>
                <a:cs typeface="Segoe UI"/>
              </a:rPr>
              <a:t>20 </a:t>
            </a:r>
            <a:r>
              <a:rPr lang="en-GB" sz="1200" spc="-20" noProof="0" dirty="0">
                <a:latin typeface="+mn-lt"/>
                <a:cs typeface="Segoe UI"/>
              </a:rPr>
              <a:t>changes </a:t>
            </a:r>
            <a:r>
              <a:rPr lang="en-GB" sz="1200" spc="-15" noProof="0" dirty="0">
                <a:latin typeface="+mn-lt"/>
                <a:cs typeface="Segoe UI"/>
              </a:rPr>
              <a:t>to 1000 </a:t>
            </a:r>
            <a:r>
              <a:rPr lang="en-GB" sz="1200" spc="-25" noProof="0" dirty="0">
                <a:latin typeface="+mn-lt"/>
                <a:cs typeface="Segoe UI"/>
              </a:rPr>
              <a:t>files </a:t>
            </a:r>
            <a:r>
              <a:rPr lang="en-GB" sz="1200" spc="-15" noProof="0" dirty="0">
                <a:latin typeface="+mn-lt"/>
                <a:cs typeface="Segoe UI"/>
              </a:rPr>
              <a:t>in </a:t>
            </a:r>
            <a:r>
              <a:rPr lang="en-GB" sz="1200" noProof="0" dirty="0">
                <a:latin typeface="+mn-lt"/>
                <a:cs typeface="Segoe UI"/>
              </a:rPr>
              <a:t>a </a:t>
            </a:r>
            <a:r>
              <a:rPr lang="en-GB" sz="1200" spc="-25" noProof="0" dirty="0">
                <a:latin typeface="+mn-lt"/>
                <a:cs typeface="Segoe UI"/>
              </a:rPr>
              <a:t>matter </a:t>
            </a:r>
            <a:r>
              <a:rPr lang="en-GB" sz="1200" spc="-10" noProof="0" dirty="0">
                <a:latin typeface="+mn-lt"/>
                <a:cs typeface="Segoe UI"/>
              </a:rPr>
              <a:t>of </a:t>
            </a:r>
            <a:r>
              <a:rPr lang="en-GB" sz="1200" spc="-5" noProof="0" dirty="0">
                <a:latin typeface="+mn-lt"/>
                <a:cs typeface="Segoe UI"/>
              </a:rPr>
              <a:t> </a:t>
            </a:r>
            <a:r>
              <a:rPr lang="en-GB" sz="1200" spc="-20" noProof="0" dirty="0">
                <a:latin typeface="+mn-lt"/>
                <a:cs typeface="Segoe UI"/>
              </a:rPr>
              <a:t>seconds.</a:t>
            </a:r>
            <a:endParaRPr lang="en-GB" sz="1200" noProof="0" dirty="0">
              <a:latin typeface="+mn-lt"/>
              <a:cs typeface="Segoe UI"/>
            </a:endParaRPr>
          </a:p>
          <a:p>
            <a:pPr marL="12700" marR="73660">
              <a:lnSpc>
                <a:spcPct val="100000"/>
              </a:lnSpc>
              <a:spcBef>
                <a:spcPts val="605"/>
              </a:spcBef>
            </a:pPr>
            <a:endParaRPr lang="en-GB" sz="1200" spc="-15" noProof="0" dirty="0">
              <a:latin typeface="+mn-lt"/>
              <a:cs typeface="Segoe UI"/>
            </a:endParaRPr>
          </a:p>
          <a:p>
            <a:pPr marL="12700" marR="73660">
              <a:lnSpc>
                <a:spcPct val="100000"/>
              </a:lnSpc>
              <a:spcBef>
                <a:spcPts val="605"/>
              </a:spcBef>
            </a:pPr>
            <a:r>
              <a:rPr lang="en-GB" sz="1200" spc="-15" noProof="0" dirty="0">
                <a:latin typeface="+mn-lt"/>
                <a:cs typeface="Segoe UI"/>
              </a:rPr>
              <a:t>Most </a:t>
            </a:r>
            <a:r>
              <a:rPr lang="en-GB" sz="1200" spc="-10" noProof="0" dirty="0">
                <a:latin typeface="+mn-lt"/>
                <a:cs typeface="Segoe UI"/>
              </a:rPr>
              <a:t>of </a:t>
            </a:r>
            <a:r>
              <a:rPr lang="en-GB" sz="1200" spc="-20" noProof="0" dirty="0">
                <a:latin typeface="+mn-lt"/>
                <a:cs typeface="Segoe UI"/>
              </a:rPr>
              <a:t>these </a:t>
            </a:r>
            <a:r>
              <a:rPr lang="en-GB" sz="1200" spc="-25" noProof="0" dirty="0">
                <a:latin typeface="+mn-lt"/>
                <a:cs typeface="Segoe UI"/>
              </a:rPr>
              <a:t>actions </a:t>
            </a:r>
            <a:r>
              <a:rPr lang="en-GB" sz="1200" spc="-20" noProof="0" dirty="0">
                <a:latin typeface="+mn-lt"/>
                <a:cs typeface="Segoe UI"/>
              </a:rPr>
              <a:t>could </a:t>
            </a:r>
            <a:r>
              <a:rPr lang="en-GB" sz="1200" spc="-10" noProof="0" dirty="0">
                <a:latin typeface="+mn-lt"/>
                <a:cs typeface="Segoe UI"/>
              </a:rPr>
              <a:t>be </a:t>
            </a:r>
            <a:r>
              <a:rPr lang="en-GB" sz="1200" spc="-15" noProof="0" dirty="0">
                <a:latin typeface="+mn-lt"/>
                <a:cs typeface="Segoe UI"/>
              </a:rPr>
              <a:t>done </a:t>
            </a:r>
            <a:r>
              <a:rPr lang="en-GB" sz="1200" spc="-25" noProof="0" dirty="0">
                <a:latin typeface="+mn-lt"/>
                <a:cs typeface="Segoe UI"/>
              </a:rPr>
              <a:t>manually </a:t>
            </a:r>
            <a:r>
              <a:rPr lang="en-GB" sz="1200" spc="-15" noProof="0" dirty="0">
                <a:latin typeface="+mn-lt"/>
                <a:cs typeface="Segoe UI"/>
              </a:rPr>
              <a:t>from </a:t>
            </a:r>
            <a:r>
              <a:rPr lang="en-GB" sz="1200" spc="-25" noProof="0" dirty="0">
                <a:latin typeface="+mn-lt"/>
                <a:cs typeface="Segoe UI"/>
              </a:rPr>
              <a:t>within </a:t>
            </a:r>
            <a:r>
              <a:rPr lang="en-GB" sz="1200" spc="-20" noProof="0" dirty="0">
                <a:latin typeface="+mn-lt"/>
                <a:cs typeface="Segoe UI"/>
              </a:rPr>
              <a:t>vi, replacing </a:t>
            </a:r>
            <a:r>
              <a:rPr lang="en-GB" sz="1200" spc="-25" noProof="0" dirty="0">
                <a:latin typeface="+mn-lt"/>
                <a:cs typeface="Segoe UI"/>
              </a:rPr>
              <a:t>text, </a:t>
            </a:r>
            <a:r>
              <a:rPr lang="en-GB" sz="1200" spc="-20" noProof="0" dirty="0">
                <a:latin typeface="+mn-lt"/>
                <a:cs typeface="Segoe UI"/>
              </a:rPr>
              <a:t> deleting</a:t>
            </a:r>
            <a:r>
              <a:rPr lang="en-GB" sz="1200" spc="-75" noProof="0" dirty="0">
                <a:latin typeface="+mn-lt"/>
                <a:cs typeface="Segoe UI"/>
              </a:rPr>
              <a:t> </a:t>
            </a:r>
            <a:r>
              <a:rPr lang="en-GB" sz="1200" spc="-20" noProof="0" dirty="0">
                <a:latin typeface="+mn-lt"/>
                <a:cs typeface="Segoe UI"/>
              </a:rPr>
              <a:t>lines,</a:t>
            </a:r>
            <a:r>
              <a:rPr lang="en-GB" sz="1200" spc="-60" noProof="0" dirty="0">
                <a:latin typeface="+mn-lt"/>
                <a:cs typeface="Segoe UI"/>
              </a:rPr>
              <a:t> </a:t>
            </a:r>
            <a:r>
              <a:rPr lang="en-GB" sz="1200" spc="-20" noProof="0" dirty="0">
                <a:latin typeface="+mn-lt"/>
                <a:cs typeface="Segoe UI"/>
              </a:rPr>
              <a:t>inserting</a:t>
            </a:r>
            <a:r>
              <a:rPr lang="en-GB" sz="1200" spc="-45" noProof="0" dirty="0">
                <a:latin typeface="+mn-lt"/>
                <a:cs typeface="Segoe UI"/>
              </a:rPr>
              <a:t> </a:t>
            </a:r>
            <a:r>
              <a:rPr lang="en-GB" sz="1200" spc="-15" noProof="0" dirty="0">
                <a:latin typeface="+mn-lt"/>
                <a:cs typeface="Segoe UI"/>
              </a:rPr>
              <a:t>new</a:t>
            </a:r>
            <a:r>
              <a:rPr lang="en-GB" sz="1200" spc="-65" noProof="0" dirty="0">
                <a:latin typeface="+mn-lt"/>
                <a:cs typeface="Segoe UI"/>
              </a:rPr>
              <a:t> </a:t>
            </a:r>
            <a:r>
              <a:rPr lang="en-GB" sz="1200" spc="-25" noProof="0" dirty="0">
                <a:latin typeface="+mn-lt"/>
                <a:cs typeface="Segoe UI"/>
              </a:rPr>
              <a:t>text,</a:t>
            </a:r>
            <a:r>
              <a:rPr lang="en-GB" sz="1200" spc="-5" noProof="0" dirty="0">
                <a:latin typeface="+mn-lt"/>
                <a:cs typeface="Segoe UI"/>
              </a:rPr>
              <a:t> </a:t>
            </a:r>
            <a:r>
              <a:rPr lang="en-GB" sz="1200" spc="-20" noProof="0" dirty="0">
                <a:latin typeface="+mn-lt"/>
                <a:cs typeface="Segoe UI"/>
              </a:rPr>
              <a:t>etc.</a:t>
            </a:r>
          </a:p>
          <a:p>
            <a:pPr marL="12700" marR="73660">
              <a:lnSpc>
                <a:spcPct val="100000"/>
              </a:lnSpc>
              <a:spcBef>
                <a:spcPts val="605"/>
              </a:spcBef>
            </a:pP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advantage</a:t>
            </a:r>
            <a:r>
              <a:rPr lang="en-GB" sz="120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err="1">
                <a:latin typeface="+mn-lt"/>
                <a:cs typeface="Segoe UI"/>
              </a:rPr>
              <a:t>sed</a:t>
            </a:r>
            <a:r>
              <a:rPr lang="en-GB" sz="1200" spc="-50" noProof="0" dirty="0">
                <a:latin typeface="+mn-lt"/>
                <a:cs typeface="Segoe UI"/>
              </a:rPr>
              <a:t> </a:t>
            </a:r>
            <a:r>
              <a:rPr lang="en-GB" sz="1200" spc="-15" noProof="0" dirty="0">
                <a:latin typeface="+mn-lt"/>
                <a:cs typeface="Segoe UI"/>
              </a:rPr>
              <a:t>is</a:t>
            </a:r>
            <a:r>
              <a:rPr lang="en-GB" sz="1200" spc="-20" noProof="0" dirty="0">
                <a:latin typeface="+mn-lt"/>
                <a:cs typeface="Segoe UI"/>
              </a:rPr>
              <a:t> that</a:t>
            </a:r>
            <a:r>
              <a:rPr lang="en-GB" sz="1200" spc="-35" noProof="0" dirty="0">
                <a:latin typeface="+mn-lt"/>
                <a:cs typeface="Segoe UI"/>
              </a:rPr>
              <a:t> </a:t>
            </a:r>
            <a:r>
              <a:rPr lang="en-GB" sz="1200" spc="-20" noProof="0" dirty="0">
                <a:latin typeface="+mn-lt"/>
                <a:cs typeface="Segoe UI"/>
              </a:rPr>
              <a:t>all</a:t>
            </a:r>
            <a:r>
              <a:rPr lang="en-GB" sz="1200" spc="-30" noProof="0" dirty="0">
                <a:latin typeface="+mn-lt"/>
                <a:cs typeface="Segoe UI"/>
              </a:rPr>
              <a:t> </a:t>
            </a:r>
            <a:r>
              <a:rPr lang="en-GB" sz="1200" spc="-20" noProof="0" dirty="0">
                <a:latin typeface="+mn-lt"/>
                <a:cs typeface="Segoe UI"/>
              </a:rPr>
              <a:t>instructions</a:t>
            </a:r>
            <a:r>
              <a:rPr lang="en-GB" sz="1200" spc="-50" noProof="0" dirty="0">
                <a:latin typeface="+mn-lt"/>
                <a:cs typeface="Segoe UI"/>
              </a:rPr>
              <a:t> </a:t>
            </a:r>
            <a:r>
              <a:rPr lang="en-GB" sz="1200" spc="-20" noProof="0" dirty="0">
                <a:latin typeface="+mn-lt"/>
                <a:cs typeface="Segoe UI"/>
              </a:rPr>
              <a:t>may</a:t>
            </a:r>
            <a:r>
              <a:rPr lang="en-GB" sz="1200" spc="-10" noProof="0" dirty="0">
                <a:latin typeface="+mn-lt"/>
                <a:cs typeface="Segoe UI"/>
              </a:rPr>
              <a:t> be</a:t>
            </a:r>
            <a:r>
              <a:rPr lang="en-GB" sz="1200" spc="-55" noProof="0" dirty="0">
                <a:latin typeface="+mn-lt"/>
                <a:cs typeface="Segoe UI"/>
              </a:rPr>
              <a:t> </a:t>
            </a:r>
            <a:r>
              <a:rPr lang="en-GB" sz="1200" spc="-25" noProof="0" dirty="0">
                <a:latin typeface="+mn-lt"/>
                <a:cs typeface="Segoe UI"/>
              </a:rPr>
              <a:t>specified</a:t>
            </a:r>
            <a:r>
              <a:rPr lang="en-GB" sz="1200" spc="-2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0" noProof="0" dirty="0">
                <a:latin typeface="+mn-lt"/>
                <a:cs typeface="Segoe UI"/>
              </a:rPr>
              <a:t>one </a:t>
            </a:r>
            <a:r>
              <a:rPr lang="en-GB" sz="1200" spc="-260" noProof="0" dirty="0">
                <a:latin typeface="+mn-lt"/>
                <a:cs typeface="Segoe UI"/>
              </a:rPr>
              <a:t> </a:t>
            </a:r>
            <a:r>
              <a:rPr lang="en-GB" sz="1200" spc="-20" noProof="0" dirty="0">
                <a:latin typeface="+mn-lt"/>
                <a:cs typeface="Segoe UI"/>
              </a:rPr>
              <a:t>place </a:t>
            </a:r>
            <a:r>
              <a:rPr lang="en-GB" sz="1200" spc="-15" noProof="0" dirty="0">
                <a:latin typeface="+mn-lt"/>
                <a:cs typeface="Segoe UI"/>
              </a:rPr>
              <a:t>and </a:t>
            </a:r>
            <a:r>
              <a:rPr lang="en-GB" sz="1200" spc="-25" noProof="0" dirty="0">
                <a:latin typeface="+mn-lt"/>
                <a:cs typeface="Segoe UI"/>
              </a:rPr>
              <a:t>executed </a:t>
            </a:r>
            <a:r>
              <a:rPr lang="en-GB" sz="1200" spc="-15" noProof="0" dirty="0">
                <a:latin typeface="+mn-lt"/>
                <a:cs typeface="Segoe UI"/>
              </a:rPr>
              <a:t>in </a:t>
            </a:r>
            <a:r>
              <a:rPr lang="en-GB" sz="1200" spc="5" noProof="0" dirty="0">
                <a:latin typeface="+mn-lt"/>
                <a:cs typeface="Segoe UI"/>
              </a:rPr>
              <a:t>a </a:t>
            </a:r>
            <a:r>
              <a:rPr lang="en-GB" sz="1200" spc="-20" noProof="0" dirty="0">
                <a:latin typeface="+mn-lt"/>
                <a:cs typeface="Segoe UI"/>
              </a:rPr>
              <a:t>single </a:t>
            </a:r>
            <a:r>
              <a:rPr lang="en-GB" sz="1200" spc="-15" noProof="0" dirty="0">
                <a:latin typeface="+mn-lt"/>
                <a:cs typeface="Segoe UI"/>
              </a:rPr>
              <a:t>pass through </a:t>
            </a:r>
            <a:r>
              <a:rPr lang="en-GB" sz="1200" spc="-20" noProof="0" dirty="0">
                <a:latin typeface="+mn-lt"/>
                <a:cs typeface="Segoe UI"/>
              </a:rPr>
              <a:t>the file.</a:t>
            </a:r>
          </a:p>
          <a:p>
            <a:pPr marL="12700" marR="5080">
              <a:lnSpc>
                <a:spcPct val="100000"/>
              </a:lnSpc>
              <a:spcBef>
                <a:spcPts val="600"/>
              </a:spcBef>
            </a:pPr>
            <a:endParaRPr lang="en-GB" sz="1200" spc="-15" noProof="0" dirty="0">
              <a:latin typeface="+mn-lt"/>
              <a:cs typeface="Segoe UI"/>
            </a:endParaRPr>
          </a:p>
          <a:p>
            <a:pPr marL="12700" marR="5080">
              <a:lnSpc>
                <a:spcPct val="100000"/>
              </a:lnSpc>
              <a:spcBef>
                <a:spcPts val="600"/>
              </a:spcBef>
            </a:pPr>
            <a:r>
              <a:rPr lang="en-GB" sz="1200" spc="-15" noProof="0" dirty="0" err="1">
                <a:latin typeface="+mn-lt"/>
                <a:cs typeface="Segoe UI"/>
              </a:rPr>
              <a:t>sed</a:t>
            </a:r>
            <a:r>
              <a:rPr lang="en-GB" sz="1200" spc="-15" noProof="0" dirty="0">
                <a:latin typeface="+mn-lt"/>
                <a:cs typeface="Segoe UI"/>
              </a:rPr>
              <a:t> </a:t>
            </a:r>
            <a:r>
              <a:rPr lang="en-GB" sz="1200" spc="-20" noProof="0" dirty="0">
                <a:latin typeface="+mn-lt"/>
                <a:cs typeface="Segoe UI"/>
              </a:rPr>
              <a:t>can </a:t>
            </a:r>
            <a:r>
              <a:rPr lang="en-GB" sz="1200" spc="-10" noProof="0" dirty="0">
                <a:latin typeface="+mn-lt"/>
                <a:cs typeface="Segoe UI"/>
              </a:rPr>
              <a:t>be </a:t>
            </a:r>
            <a:r>
              <a:rPr lang="en-GB" sz="1200" spc="-15" noProof="0" dirty="0">
                <a:latin typeface="+mn-lt"/>
                <a:cs typeface="Segoe UI"/>
              </a:rPr>
              <a:t>used to </a:t>
            </a:r>
            <a:r>
              <a:rPr lang="en-GB" sz="1200" spc="-25" noProof="0" dirty="0">
                <a:latin typeface="+mn-lt"/>
                <a:cs typeface="Segoe UI"/>
              </a:rPr>
              <a:t>achieve </a:t>
            </a:r>
            <a:r>
              <a:rPr lang="en-GB" sz="1200" spc="-20" noProof="0" dirty="0">
                <a:latin typeface="+mn-lt"/>
                <a:cs typeface="Segoe UI"/>
              </a:rPr>
              <a:t>consistency </a:t>
            </a:r>
            <a:r>
              <a:rPr lang="en-GB" sz="1200" spc="-15" noProof="0" dirty="0">
                <a:latin typeface="+mn-lt"/>
                <a:cs typeface="Segoe UI"/>
              </a:rPr>
              <a:t>throughout </a:t>
            </a:r>
            <a:r>
              <a:rPr lang="en-GB" sz="1200" noProof="0" dirty="0">
                <a:latin typeface="+mn-lt"/>
                <a:cs typeface="Segoe UI"/>
              </a:rPr>
              <a:t>a </a:t>
            </a:r>
            <a:r>
              <a:rPr lang="en-GB" sz="1200" spc="-20" noProof="0" dirty="0">
                <a:latin typeface="+mn-lt"/>
                <a:cs typeface="Segoe UI"/>
              </a:rPr>
              <a:t>document.</a:t>
            </a:r>
          </a:p>
          <a:p>
            <a:pPr marL="12700" marR="5080">
              <a:lnSpc>
                <a:spcPct val="100000"/>
              </a:lnSpc>
              <a:spcBef>
                <a:spcPts val="600"/>
              </a:spcBef>
            </a:pPr>
            <a:r>
              <a:rPr lang="en-GB" sz="1200" spc="-15" noProof="0" dirty="0">
                <a:latin typeface="+mn-lt"/>
                <a:cs typeface="Segoe UI"/>
              </a:rPr>
              <a:t>It </a:t>
            </a:r>
            <a:r>
              <a:rPr lang="en-GB" sz="1200" spc="-20" noProof="0" dirty="0">
                <a:latin typeface="+mn-lt"/>
                <a:cs typeface="Segoe UI"/>
              </a:rPr>
              <a:t>can </a:t>
            </a:r>
            <a:r>
              <a:rPr lang="en-GB" sz="1200" spc="-10" noProof="0" dirty="0">
                <a:latin typeface="+mn-lt"/>
                <a:cs typeface="Segoe UI"/>
              </a:rPr>
              <a:t>be </a:t>
            </a:r>
            <a:r>
              <a:rPr lang="en-GB" sz="1200" spc="-15" noProof="0" dirty="0">
                <a:latin typeface="+mn-lt"/>
                <a:cs typeface="Segoe UI"/>
              </a:rPr>
              <a:t>used to </a:t>
            </a:r>
            <a:r>
              <a:rPr lang="en-GB" sz="1200" spc="-20" noProof="0" dirty="0">
                <a:latin typeface="+mn-lt"/>
                <a:cs typeface="Segoe UI"/>
              </a:rPr>
              <a:t>insert </a:t>
            </a:r>
            <a:r>
              <a:rPr lang="en-GB" sz="1200" spc="-25" noProof="0" dirty="0">
                <a:latin typeface="+mn-lt"/>
                <a:cs typeface="Segoe UI"/>
              </a:rPr>
              <a:t>special </a:t>
            </a:r>
            <a:r>
              <a:rPr lang="en-GB" sz="1200" spc="-20" noProof="0" dirty="0">
                <a:latin typeface="+mn-lt"/>
                <a:cs typeface="Segoe UI"/>
              </a:rPr>
              <a:t> </a:t>
            </a:r>
            <a:r>
              <a:rPr lang="en-GB" sz="1200" spc="-25" noProof="0" dirty="0">
                <a:latin typeface="+mn-lt"/>
                <a:cs typeface="Segoe UI"/>
              </a:rPr>
              <a:t>typesetting</a:t>
            </a:r>
            <a:r>
              <a:rPr lang="en-GB" sz="1200" spc="-45" noProof="0" dirty="0">
                <a:latin typeface="+mn-lt"/>
                <a:cs typeface="Segoe UI"/>
              </a:rPr>
              <a:t> </a:t>
            </a:r>
            <a:r>
              <a:rPr lang="en-GB" sz="1200" spc="-20" noProof="0" dirty="0">
                <a:latin typeface="+mn-lt"/>
                <a:cs typeface="Segoe UI"/>
              </a:rPr>
              <a:t>codes</a:t>
            </a:r>
            <a:r>
              <a:rPr lang="en-GB" sz="1200" spc="-50" noProof="0" dirty="0">
                <a:latin typeface="+mn-lt"/>
                <a:cs typeface="Segoe UI"/>
              </a:rPr>
              <a:t> </a:t>
            </a:r>
            <a:r>
              <a:rPr lang="en-GB" sz="1200" spc="-10" noProof="0" dirty="0">
                <a:latin typeface="+mn-lt"/>
                <a:cs typeface="Segoe UI"/>
              </a:rPr>
              <a:t>or</a:t>
            </a:r>
            <a:r>
              <a:rPr lang="en-GB" sz="1200" spc="-35" noProof="0" dirty="0">
                <a:latin typeface="+mn-lt"/>
                <a:cs typeface="Segoe UI"/>
              </a:rPr>
              <a:t> </a:t>
            </a:r>
            <a:r>
              <a:rPr lang="en-GB" sz="1200" spc="-20" noProof="0" dirty="0">
                <a:latin typeface="+mn-lt"/>
                <a:cs typeface="Segoe UI"/>
              </a:rPr>
              <a:t>symbols</a:t>
            </a:r>
            <a:r>
              <a:rPr lang="en-GB" sz="1200" spc="-45" noProof="0" dirty="0">
                <a:latin typeface="+mn-lt"/>
                <a:cs typeface="Segoe UI"/>
              </a:rPr>
              <a:t> </a:t>
            </a:r>
            <a:r>
              <a:rPr lang="en-GB" sz="1200" spc="-15" noProof="0" dirty="0">
                <a:latin typeface="+mn-lt"/>
                <a:cs typeface="Segoe UI"/>
              </a:rPr>
              <a:t>prior</a:t>
            </a:r>
            <a:r>
              <a:rPr lang="en-GB" sz="1200" spc="-4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25" noProof="0" dirty="0">
                <a:latin typeface="+mn-lt"/>
                <a:cs typeface="Segoe UI"/>
              </a:rPr>
              <a:t>formatting.</a:t>
            </a:r>
            <a:r>
              <a:rPr lang="en-GB" sz="1200" spc="5" noProof="0" dirty="0">
                <a:latin typeface="+mn-lt"/>
                <a:cs typeface="Segoe UI"/>
              </a:rPr>
              <a:t> </a:t>
            </a:r>
          </a:p>
          <a:p>
            <a:pPr marL="12700">
              <a:lnSpc>
                <a:spcPct val="100000"/>
              </a:lnSpc>
              <a:spcBef>
                <a:spcPts val="605"/>
              </a:spcBef>
            </a:pPr>
            <a:r>
              <a:rPr lang="en-GB" sz="1200" spc="-15" noProof="0" dirty="0" err="1">
                <a:latin typeface="+mn-lt"/>
                <a:cs typeface="Segoe UI"/>
              </a:rPr>
              <a:t>sed</a:t>
            </a:r>
            <a:r>
              <a:rPr lang="en-GB" sz="1200" spc="-80" noProof="0" dirty="0">
                <a:latin typeface="+mn-lt"/>
                <a:cs typeface="Segoe UI"/>
              </a:rPr>
              <a:t> </a:t>
            </a:r>
            <a:r>
              <a:rPr lang="en-GB" sz="1200" spc="-20" noProof="0" dirty="0">
                <a:latin typeface="+mn-lt"/>
                <a:cs typeface="Segoe UI"/>
              </a:rPr>
              <a:t>also</a:t>
            </a:r>
            <a:r>
              <a:rPr lang="en-GB" sz="1200" spc="-15" noProof="0" dirty="0">
                <a:latin typeface="+mn-lt"/>
                <a:cs typeface="Segoe UI"/>
              </a:rPr>
              <a:t> has</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ability</a:t>
            </a:r>
            <a:r>
              <a:rPr lang="en-GB" sz="1200" spc="-15" noProof="0" dirty="0">
                <a:latin typeface="+mn-lt"/>
                <a:cs typeface="Segoe UI"/>
              </a:rPr>
              <a:t> to</a:t>
            </a:r>
            <a:r>
              <a:rPr lang="en-GB" sz="1200" spc="-45" noProof="0" dirty="0">
                <a:latin typeface="+mn-lt"/>
                <a:cs typeface="Segoe UI"/>
              </a:rPr>
              <a:t> </a:t>
            </a:r>
            <a:r>
              <a:rPr lang="en-GB" sz="1200" spc="-20" noProof="0" dirty="0">
                <a:latin typeface="+mn-lt"/>
                <a:cs typeface="Segoe UI"/>
              </a:rPr>
              <a:t>act</a:t>
            </a:r>
            <a:r>
              <a:rPr lang="en-GB" sz="1200" spc="-15" noProof="0" dirty="0">
                <a:latin typeface="+mn-lt"/>
                <a:cs typeface="Segoe UI"/>
              </a:rPr>
              <a:t> as</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5" noProof="0" dirty="0">
                <a:latin typeface="+mn-lt"/>
                <a:cs typeface="Segoe UI"/>
              </a:rPr>
              <a:t>filter.</a:t>
            </a:r>
            <a:endParaRPr lang="en-GB" sz="1200" spc="235" noProof="0" dirty="0">
              <a:latin typeface="+mn-lt"/>
              <a:cs typeface="Segoe UI"/>
            </a:endParaRPr>
          </a:p>
          <a:p>
            <a:pPr marL="12700">
              <a:lnSpc>
                <a:spcPct val="100000"/>
              </a:lnSpc>
              <a:spcBef>
                <a:spcPts val="605"/>
              </a:spcBef>
            </a:pPr>
            <a:r>
              <a:rPr lang="en-GB" sz="1200" spc="5" noProof="0" dirty="0">
                <a:latin typeface="+mn-lt"/>
                <a:cs typeface="Segoe UI"/>
              </a:rPr>
              <a:t>A</a:t>
            </a:r>
            <a:r>
              <a:rPr lang="en-GB" sz="1200" spc="-3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0" noProof="0" dirty="0">
                <a:latin typeface="+mn-lt"/>
                <a:cs typeface="Segoe UI"/>
              </a:rPr>
              <a:t>processed</a:t>
            </a:r>
            <a:r>
              <a:rPr lang="en-GB" sz="1200" spc="-5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sent</a:t>
            </a:r>
            <a:r>
              <a:rPr lang="en-GB" sz="1200" spc="-35"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output</a:t>
            </a:r>
            <a:r>
              <a:rPr lang="en-GB" sz="1200" spc="-85" noProof="0" dirty="0">
                <a:latin typeface="+mn-lt"/>
                <a:cs typeface="Segoe UI"/>
              </a:rPr>
              <a:t> </a:t>
            </a:r>
            <a:r>
              <a:rPr lang="en-GB" sz="1200" spc="-15" noProof="0" dirty="0">
                <a:latin typeface="+mn-lt"/>
                <a:cs typeface="Segoe UI"/>
              </a:rPr>
              <a:t>to</a:t>
            </a:r>
            <a:r>
              <a:rPr lang="en-GB" sz="1200" spc="-20" noProof="0" dirty="0">
                <a:latin typeface="+mn-lt"/>
                <a:cs typeface="Segoe UI"/>
              </a:rPr>
              <a:t> another</a:t>
            </a:r>
            <a:r>
              <a:rPr lang="en-GB" sz="1200" spc="-45" noProof="0" dirty="0">
                <a:latin typeface="+mn-lt"/>
                <a:cs typeface="Segoe UI"/>
              </a:rPr>
              <a:t> </a:t>
            </a:r>
            <a:r>
              <a:rPr lang="en-GB" sz="1200" spc="-20" noProof="0" dirty="0">
                <a:latin typeface="+mn-lt"/>
                <a:cs typeface="Segoe UI"/>
              </a:rPr>
              <a:t>program.</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209952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err="1">
                <a:latin typeface="+mn-lt"/>
                <a:cs typeface="Segoe UI"/>
              </a:rPr>
              <a:t>sed</a:t>
            </a:r>
            <a:r>
              <a:rPr lang="en-GB" sz="1200" spc="-80" noProof="0" dirty="0">
                <a:latin typeface="+mn-lt"/>
                <a:cs typeface="Segoe UI"/>
              </a:rPr>
              <a:t> </a:t>
            </a:r>
            <a:r>
              <a:rPr lang="en-GB" sz="1200" spc="-20" noProof="0" dirty="0">
                <a:latin typeface="+mn-lt"/>
                <a:cs typeface="Segoe UI"/>
              </a:rPr>
              <a:t>may</a:t>
            </a:r>
            <a:r>
              <a:rPr lang="en-GB" sz="1200" spc="-1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0" noProof="0" dirty="0">
                <a:latin typeface="+mn-lt"/>
                <a:cs typeface="Segoe UI"/>
              </a:rPr>
              <a:t>invoked</a:t>
            </a:r>
            <a:r>
              <a:rPr lang="en-GB" sz="1200" spc="-5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15" noProof="0" dirty="0">
                <a:latin typeface="+mn-lt"/>
                <a:cs typeface="Segoe UI"/>
              </a:rPr>
              <a:t>number</a:t>
            </a:r>
            <a:r>
              <a:rPr lang="en-GB" sz="1200" spc="-4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ways.</a:t>
            </a:r>
            <a:r>
              <a:rPr lang="en-GB" sz="1200" spc="-10" noProof="0" dirty="0">
                <a:latin typeface="+mn-lt"/>
                <a:cs typeface="Segoe UI"/>
              </a:rPr>
              <a:t> </a:t>
            </a:r>
            <a:r>
              <a:rPr lang="en-GB" sz="1200" spc="-15" noProof="0" dirty="0">
                <a:latin typeface="+mn-lt"/>
                <a:cs typeface="Segoe UI"/>
              </a:rPr>
              <a:t>Most</a:t>
            </a:r>
            <a:r>
              <a:rPr lang="en-GB" sz="1200" spc="-60" noProof="0" dirty="0">
                <a:latin typeface="+mn-lt"/>
                <a:cs typeface="Segoe UI"/>
              </a:rPr>
              <a:t> </a:t>
            </a:r>
            <a:r>
              <a:rPr lang="en-GB" sz="1200" spc="-20" noProof="0" dirty="0">
                <a:latin typeface="+mn-lt"/>
                <a:cs typeface="Segoe UI"/>
              </a:rPr>
              <a:t>common</a:t>
            </a:r>
            <a:r>
              <a:rPr lang="en-GB" sz="1200" spc="-55" noProof="0" dirty="0">
                <a:latin typeface="+mn-lt"/>
                <a:cs typeface="Segoe UI"/>
              </a:rPr>
              <a:t> </a:t>
            </a:r>
            <a:r>
              <a:rPr lang="en-GB" sz="1200" spc="-20" noProof="0" dirty="0">
                <a:latin typeface="+mn-lt"/>
                <a:cs typeface="Segoe UI"/>
              </a:rPr>
              <a:t>way</a:t>
            </a:r>
            <a:r>
              <a:rPr lang="en-GB" sz="1200" spc="-15" noProof="0" dirty="0">
                <a:latin typeface="+mn-lt"/>
                <a:cs typeface="Segoe UI"/>
              </a:rPr>
              <a:t> is</a:t>
            </a:r>
            <a:r>
              <a:rPr lang="en-GB" sz="1200" spc="-2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5" noProof="0" dirty="0">
                <a:latin typeface="+mn-lt"/>
                <a:cs typeface="Segoe UI"/>
              </a:rPr>
              <a:t>call</a:t>
            </a:r>
            <a:r>
              <a:rPr lang="en-GB" sz="1200" spc="-15" noProof="0" dirty="0">
                <a:latin typeface="+mn-lt"/>
                <a:cs typeface="Segoe UI"/>
              </a:rPr>
              <a:t> it</a:t>
            </a:r>
            <a:r>
              <a:rPr lang="en-GB" sz="1200" spc="-35" noProof="0" dirty="0">
                <a:latin typeface="+mn-lt"/>
                <a:cs typeface="Segoe UI"/>
              </a:rPr>
              <a:t> </a:t>
            </a:r>
            <a:r>
              <a:rPr lang="en-GB" sz="1200" spc="-10" noProof="0" dirty="0">
                <a:latin typeface="+mn-lt"/>
                <a:cs typeface="Segoe UI"/>
              </a:rPr>
              <a:t>on</a:t>
            </a:r>
            <a:r>
              <a:rPr lang="en-GB" sz="1200" spc="-5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line</a:t>
            </a:r>
            <a:r>
              <a:rPr lang="en-GB" sz="1200" spc="-60" noProof="0" dirty="0">
                <a:latin typeface="+mn-lt"/>
                <a:cs typeface="Segoe UI"/>
              </a:rPr>
              <a:t> </a:t>
            </a:r>
            <a:r>
              <a:rPr lang="en-GB" sz="1200" spc="-15" noProof="0" dirty="0">
                <a:latin typeface="+mn-lt"/>
                <a:cs typeface="Segoe UI"/>
              </a:rPr>
              <a:t>and pro</a:t>
            </a:r>
            <a:r>
              <a:rPr lang="en-GB" sz="1200" spc="-30" noProof="0" dirty="0">
                <a:latin typeface="+mn-lt"/>
                <a:cs typeface="Segoe UI"/>
              </a:rPr>
              <a:t>vi</a:t>
            </a:r>
            <a:r>
              <a:rPr lang="en-GB" sz="1200" spc="-15" noProof="0" dirty="0">
                <a:latin typeface="+mn-lt"/>
                <a:cs typeface="Segoe UI"/>
              </a:rPr>
              <a:t>d</a:t>
            </a:r>
            <a:r>
              <a:rPr lang="en-GB" sz="1200" spc="5" noProof="0" dirty="0">
                <a:latin typeface="+mn-lt"/>
                <a:cs typeface="Segoe UI"/>
              </a:rPr>
              <a:t>e</a:t>
            </a:r>
            <a:r>
              <a:rPr lang="en-GB" sz="1200" spc="-110" noProof="0" dirty="0">
                <a:latin typeface="+mn-lt"/>
                <a:cs typeface="Segoe UI"/>
              </a:rPr>
              <a:t> </a:t>
            </a:r>
            <a:r>
              <a:rPr lang="en-GB" sz="1200" spc="-35" noProof="0" dirty="0">
                <a:latin typeface="+mn-lt"/>
                <a:cs typeface="Segoe UI"/>
              </a:rPr>
              <a:t>t</a:t>
            </a:r>
            <a:r>
              <a:rPr lang="en-GB" sz="1200" spc="-20" noProof="0" dirty="0">
                <a:latin typeface="+mn-lt"/>
                <a:cs typeface="Segoe UI"/>
              </a:rPr>
              <a:t>h</a:t>
            </a:r>
            <a:r>
              <a:rPr lang="en-GB" sz="1200" spc="5" noProof="0" dirty="0">
                <a:latin typeface="+mn-lt"/>
                <a:cs typeface="Segoe UI"/>
              </a:rPr>
              <a:t>e</a:t>
            </a:r>
            <a:r>
              <a:rPr lang="en-GB" sz="1200" spc="-35" noProof="0" dirty="0">
                <a:latin typeface="+mn-lt"/>
                <a:cs typeface="Segoe UI"/>
              </a:rPr>
              <a:t> </a:t>
            </a:r>
            <a:r>
              <a:rPr lang="en-GB" sz="1200" spc="-20" noProof="0" dirty="0">
                <a:latin typeface="+mn-lt"/>
                <a:cs typeface="Segoe UI"/>
              </a:rPr>
              <a:t>e</a:t>
            </a:r>
            <a:r>
              <a:rPr lang="en-GB" sz="1200" spc="-15" noProof="0" dirty="0">
                <a:latin typeface="+mn-lt"/>
                <a:cs typeface="Segoe UI"/>
              </a:rPr>
              <a:t>d</a:t>
            </a:r>
            <a:r>
              <a:rPr lang="en-GB" sz="1200" spc="-30" noProof="0" dirty="0">
                <a:latin typeface="+mn-lt"/>
                <a:cs typeface="Segoe UI"/>
              </a:rPr>
              <a:t>i</a:t>
            </a:r>
            <a:r>
              <a:rPr lang="en-GB" sz="1200" spc="-35" noProof="0" dirty="0">
                <a:latin typeface="+mn-lt"/>
                <a:cs typeface="Segoe UI"/>
              </a:rPr>
              <a:t>t</a:t>
            </a:r>
            <a:r>
              <a:rPr lang="en-GB" sz="1200" spc="-30" noProof="0" dirty="0">
                <a:latin typeface="+mn-lt"/>
                <a:cs typeface="Segoe UI"/>
              </a:rPr>
              <a:t>i</a:t>
            </a:r>
            <a:r>
              <a:rPr lang="en-GB" sz="1200" spc="-20" noProof="0" dirty="0">
                <a:latin typeface="+mn-lt"/>
                <a:cs typeface="Segoe UI"/>
              </a:rPr>
              <a:t>n</a:t>
            </a:r>
            <a:r>
              <a:rPr lang="en-GB" sz="1200" spc="5" noProof="0" dirty="0">
                <a:latin typeface="+mn-lt"/>
                <a:cs typeface="Segoe UI"/>
              </a:rPr>
              <a:t>g</a:t>
            </a:r>
            <a:r>
              <a:rPr lang="en-GB" sz="1200" spc="-55" noProof="0" dirty="0">
                <a:latin typeface="+mn-lt"/>
                <a:cs typeface="Segoe UI"/>
              </a:rPr>
              <a:t> </a:t>
            </a:r>
            <a:r>
              <a:rPr lang="en-GB" sz="1200" spc="-35" noProof="0" dirty="0">
                <a:latin typeface="+mn-lt"/>
                <a:cs typeface="Segoe UI"/>
              </a:rPr>
              <a:t>c</a:t>
            </a:r>
            <a:r>
              <a:rPr lang="en-GB" sz="1200" spc="-15" noProof="0" dirty="0">
                <a:latin typeface="+mn-lt"/>
                <a:cs typeface="Segoe UI"/>
              </a:rPr>
              <a:t>o</a:t>
            </a:r>
            <a:r>
              <a:rPr lang="en-GB" sz="1200" spc="-30" noProof="0" dirty="0">
                <a:latin typeface="+mn-lt"/>
                <a:cs typeface="Segoe UI"/>
              </a:rPr>
              <a:t>mma</a:t>
            </a:r>
            <a:r>
              <a:rPr lang="en-GB" sz="1200" spc="-20" noProof="0" dirty="0">
                <a:latin typeface="+mn-lt"/>
                <a:cs typeface="Segoe UI"/>
              </a:rPr>
              <a:t>n</a:t>
            </a:r>
            <a:r>
              <a:rPr lang="en-GB" sz="1200" spc="5" noProof="0" dirty="0">
                <a:latin typeface="+mn-lt"/>
                <a:cs typeface="Segoe UI"/>
              </a:rPr>
              <a:t>d</a:t>
            </a:r>
            <a:r>
              <a:rPr lang="en-GB" sz="1200" spc="-55" noProof="0" dirty="0">
                <a:latin typeface="+mn-lt"/>
                <a:cs typeface="Segoe UI"/>
              </a:rPr>
              <a:t> </a:t>
            </a:r>
            <a:r>
              <a:rPr lang="en-GB" sz="1200" spc="-30" noProof="0" dirty="0">
                <a:latin typeface="+mn-lt"/>
                <a:cs typeface="Segoe UI"/>
              </a:rPr>
              <a:t>a</a:t>
            </a:r>
            <a:r>
              <a:rPr lang="en-GB" sz="1200" noProof="0" dirty="0">
                <a:latin typeface="+mn-lt"/>
                <a:cs typeface="Segoe UI"/>
              </a:rPr>
              <a:t>t</a:t>
            </a:r>
            <a:r>
              <a:rPr lang="en-GB" sz="1200" spc="-20" noProof="0" dirty="0">
                <a:latin typeface="+mn-lt"/>
                <a:cs typeface="Segoe UI"/>
              </a:rPr>
              <a:t> </a:t>
            </a:r>
            <a:r>
              <a:rPr lang="en-GB" sz="1200" spc="-35" noProof="0" dirty="0">
                <a:latin typeface="+mn-lt"/>
                <a:cs typeface="Segoe UI"/>
              </a:rPr>
              <a:t>t</a:t>
            </a:r>
            <a:r>
              <a:rPr lang="en-GB" sz="1200" spc="-20" noProof="0" dirty="0">
                <a:latin typeface="+mn-lt"/>
                <a:cs typeface="Segoe UI"/>
              </a:rPr>
              <a:t>h</a:t>
            </a:r>
            <a:r>
              <a:rPr lang="en-GB" sz="1200" spc="5" noProof="0" dirty="0">
                <a:latin typeface="+mn-lt"/>
                <a:cs typeface="Segoe UI"/>
              </a:rPr>
              <a:t>e</a:t>
            </a:r>
            <a:r>
              <a:rPr lang="en-GB" sz="1200" spc="-60" noProof="0" dirty="0">
                <a:latin typeface="+mn-lt"/>
                <a:cs typeface="Segoe UI"/>
              </a:rPr>
              <a:t> </a:t>
            </a:r>
            <a:r>
              <a:rPr lang="en-GB" sz="1200" spc="-25" noProof="0" dirty="0">
                <a:latin typeface="+mn-lt"/>
                <a:cs typeface="Segoe UI"/>
              </a:rPr>
              <a:t>s</a:t>
            </a:r>
            <a:r>
              <a:rPr lang="en-GB" sz="1200" spc="-30" noProof="0" dirty="0">
                <a:latin typeface="+mn-lt"/>
                <a:cs typeface="Segoe UI"/>
              </a:rPr>
              <a:t>am</a:t>
            </a:r>
            <a:r>
              <a:rPr lang="en-GB" sz="1200" spc="5" noProof="0" dirty="0">
                <a:latin typeface="+mn-lt"/>
                <a:cs typeface="Segoe UI"/>
              </a:rPr>
              <a:t>e</a:t>
            </a:r>
            <a:r>
              <a:rPr lang="en-GB" sz="1200" spc="-15" noProof="0" dirty="0">
                <a:latin typeface="+mn-lt"/>
                <a:cs typeface="Segoe UI"/>
              </a:rPr>
              <a:t> </a:t>
            </a:r>
            <a:r>
              <a:rPr lang="en-GB" sz="1200" spc="-35" noProof="0" dirty="0">
                <a:latin typeface="+mn-lt"/>
                <a:cs typeface="Segoe UI"/>
              </a:rPr>
              <a:t>t</a:t>
            </a:r>
            <a:r>
              <a:rPr lang="en-GB" sz="1200" spc="-30" noProof="0" dirty="0">
                <a:latin typeface="+mn-lt"/>
                <a:cs typeface="Segoe UI"/>
              </a:rPr>
              <a:t>im</a:t>
            </a:r>
            <a:r>
              <a:rPr lang="en-GB" sz="1200" spc="-20" noProof="0" dirty="0">
                <a:latin typeface="+mn-lt"/>
                <a:cs typeface="Segoe UI"/>
              </a:rPr>
              <a:t>e</a:t>
            </a:r>
            <a:r>
              <a:rPr lang="en-GB" sz="1200" noProof="0" dirty="0">
                <a:latin typeface="+mn-lt"/>
                <a:cs typeface="Segoe UI"/>
              </a:rPr>
              <a:t>.</a:t>
            </a:r>
          </a:p>
          <a:p>
            <a:pPr marL="12700">
              <a:lnSpc>
                <a:spcPct val="100000"/>
              </a:lnSpc>
              <a:spcBef>
                <a:spcPts val="105"/>
              </a:spcBef>
            </a:pP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There</a:t>
            </a:r>
            <a:r>
              <a:rPr lang="en-GB" sz="1200" spc="-8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0" noProof="0" dirty="0">
                <a:latin typeface="+mn-lt"/>
                <a:cs typeface="Segoe UI"/>
              </a:rPr>
              <a:t>no</a:t>
            </a:r>
            <a:r>
              <a:rPr lang="en-GB" sz="1200" spc="-45" noProof="0" dirty="0">
                <a:latin typeface="+mn-lt"/>
                <a:cs typeface="Segoe UI"/>
              </a:rPr>
              <a:t> </a:t>
            </a:r>
            <a:r>
              <a:rPr lang="en-GB" sz="1200" spc="-15" noProof="0" dirty="0">
                <a:latin typeface="+mn-lt"/>
                <a:cs typeface="Segoe UI"/>
              </a:rPr>
              <a:t>problem</a:t>
            </a:r>
            <a:r>
              <a:rPr lang="en-GB" sz="1200" spc="-85" noProof="0" dirty="0">
                <a:latin typeface="+mn-lt"/>
                <a:cs typeface="Segoe UI"/>
              </a:rPr>
              <a:t> </a:t>
            </a:r>
            <a:r>
              <a:rPr lang="en-GB" sz="1200" spc="-20" noProof="0" dirty="0">
                <a:latin typeface="+mn-lt"/>
                <a:cs typeface="Segoe UI"/>
              </a:rPr>
              <a:t>requesting</a:t>
            </a:r>
            <a:r>
              <a:rPr lang="en-GB" sz="1200" spc="-75"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0" noProof="0" dirty="0">
                <a:latin typeface="+mn-lt"/>
                <a:cs typeface="Segoe UI"/>
              </a:rPr>
              <a:t>than</a:t>
            </a:r>
            <a:r>
              <a:rPr lang="en-GB" sz="1200" spc="-25"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editing</a:t>
            </a:r>
            <a:r>
              <a:rPr lang="en-GB" sz="1200" spc="-50" noProof="0" dirty="0">
                <a:latin typeface="+mn-lt"/>
                <a:cs typeface="Segoe UI"/>
              </a:rPr>
              <a:t> </a:t>
            </a:r>
            <a:r>
              <a:rPr lang="en-GB" sz="1200" spc="-20" noProof="0" dirty="0">
                <a:latin typeface="+mn-lt"/>
                <a:cs typeface="Segoe UI"/>
              </a:rPr>
              <a:t>commands,</a:t>
            </a:r>
            <a:r>
              <a:rPr lang="en-GB" sz="1200" spc="-6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15" noProof="0" dirty="0">
                <a:latin typeface="+mn-lt"/>
                <a:cs typeface="Segoe UI"/>
              </a:rPr>
              <a:t>if</a:t>
            </a:r>
            <a:r>
              <a:rPr lang="en-GB" sz="1200" spc="-35"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what</a:t>
            </a:r>
            <a:r>
              <a:rPr lang="en-GB" sz="1200" spc="-35" noProof="0" dirty="0">
                <a:latin typeface="+mn-lt"/>
                <a:cs typeface="Segoe UI"/>
              </a:rPr>
              <a:t> </a:t>
            </a:r>
            <a:r>
              <a:rPr lang="en-GB" sz="1200" spc="-15" noProof="0" dirty="0">
                <a:latin typeface="+mn-lt"/>
                <a:cs typeface="Segoe UI"/>
              </a:rPr>
              <a:t>you</a:t>
            </a:r>
            <a:r>
              <a:rPr lang="en-GB" sz="1200" spc="-50" noProof="0" dirty="0">
                <a:latin typeface="+mn-lt"/>
                <a:cs typeface="Segoe UI"/>
              </a:rPr>
              <a:t> </a:t>
            </a:r>
            <a:r>
              <a:rPr lang="en-GB" sz="1200" spc="-15" noProof="0" dirty="0">
                <a:latin typeface="+mn-lt"/>
                <a:cs typeface="Segoe UI"/>
              </a:rPr>
              <a:t>need,</a:t>
            </a:r>
            <a:r>
              <a:rPr lang="en-GB" sz="1200" spc="-60" noProof="0" dirty="0">
                <a:latin typeface="+mn-lt"/>
                <a:cs typeface="Segoe UI"/>
              </a:rPr>
              <a:t> </a:t>
            </a:r>
            <a:r>
              <a:rPr lang="en-GB" sz="1200" spc="-20" noProof="0" dirty="0">
                <a:latin typeface="+mn-lt"/>
                <a:cs typeface="Segoe UI"/>
              </a:rPr>
              <a:t>precede </a:t>
            </a:r>
            <a:r>
              <a:rPr lang="en-GB" sz="1200" spc="-260" noProof="0" dirty="0">
                <a:latin typeface="+mn-lt"/>
                <a:cs typeface="Segoe UI"/>
              </a:rPr>
              <a:t> </a:t>
            </a:r>
            <a:r>
              <a:rPr lang="en-GB" sz="1200" spc="-20" noProof="0" dirty="0">
                <a:latin typeface="+mn-lt"/>
                <a:cs typeface="Segoe UI"/>
              </a:rPr>
              <a:t>each</a:t>
            </a:r>
            <a:r>
              <a:rPr lang="en-GB" sz="1200" spc="-60"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15" noProof="0" dirty="0">
                <a:latin typeface="+mn-lt"/>
                <a:cs typeface="Segoe UI"/>
              </a:rPr>
              <a:t>an</a:t>
            </a:r>
            <a:r>
              <a:rPr lang="en-GB" sz="1200" spc="-25" noProof="0" dirty="0">
                <a:latin typeface="+mn-lt"/>
                <a:cs typeface="Segoe UI"/>
              </a:rPr>
              <a:t> </a:t>
            </a:r>
            <a:r>
              <a:rPr lang="en-GB" sz="1200" spc="-10" noProof="0" dirty="0">
                <a:latin typeface="+mn-lt"/>
                <a:cs typeface="Segoe UI"/>
              </a:rPr>
              <a:t>–e</a:t>
            </a:r>
            <a:r>
              <a:rPr lang="en-GB" sz="1200" spc="-60" noProof="0" dirty="0">
                <a:latin typeface="+mn-lt"/>
                <a:cs typeface="Segoe UI"/>
              </a:rPr>
              <a:t> </a:t>
            </a:r>
            <a:r>
              <a:rPr lang="en-GB" sz="1200" spc="-20" noProof="0" dirty="0">
                <a:latin typeface="+mn-lt"/>
                <a:cs typeface="Segoe UI"/>
              </a:rPr>
              <a:t>option:</a:t>
            </a:r>
            <a:endParaRPr lang="en-GB" sz="1200" noProof="0" dirty="0">
              <a:latin typeface="+mn-lt"/>
              <a:cs typeface="Segoe UI"/>
            </a:endParaRPr>
          </a:p>
          <a:p>
            <a:pPr marL="12700">
              <a:lnSpc>
                <a:spcPct val="100000"/>
              </a:lnSpc>
              <a:spcBef>
                <a:spcPts val="290"/>
              </a:spcBef>
            </a:pPr>
            <a:r>
              <a:rPr lang="en-GB" sz="1200" noProof="0" dirty="0">
                <a:latin typeface="+mn-lt"/>
                <a:cs typeface="Segoe UI"/>
              </a:rPr>
              <a:t>$</a:t>
            </a:r>
            <a:r>
              <a:rPr lang="en-GB" sz="1200" spc="-75" noProof="0" dirty="0">
                <a:latin typeface="+mn-lt"/>
                <a:cs typeface="Segoe UI"/>
              </a:rPr>
              <a:t> </a:t>
            </a:r>
            <a:r>
              <a:rPr lang="en-GB" sz="1200" spc="-15" noProof="0" dirty="0" err="1">
                <a:latin typeface="+mn-lt"/>
                <a:cs typeface="Segoe UI"/>
              </a:rPr>
              <a:t>sed</a:t>
            </a:r>
            <a:r>
              <a:rPr lang="en-GB" sz="1200" spc="-45" noProof="0" dirty="0">
                <a:latin typeface="+mn-lt"/>
                <a:cs typeface="Segoe UI"/>
              </a:rPr>
              <a:t> </a:t>
            </a:r>
            <a:r>
              <a:rPr lang="en-GB" sz="1200" spc="-10" noProof="0" dirty="0">
                <a:latin typeface="+mn-lt"/>
                <a:cs typeface="Segoe UI"/>
              </a:rPr>
              <a:t>-e</a:t>
            </a:r>
            <a:r>
              <a:rPr lang="en-GB" sz="1200" spc="-30" noProof="0" dirty="0">
                <a:latin typeface="+mn-lt"/>
                <a:cs typeface="Segoe UI"/>
              </a:rPr>
              <a:t> </a:t>
            </a:r>
            <a:r>
              <a:rPr lang="en-GB" sz="1200" spc="-25" noProof="0" dirty="0">
                <a:latin typeface="+mn-lt"/>
                <a:cs typeface="Segoe UI"/>
              </a:rPr>
              <a:t>'s/Hants/Hampshire'</a:t>
            </a:r>
            <a:r>
              <a:rPr lang="en-GB" sz="1200" spc="-40" noProof="0" dirty="0">
                <a:latin typeface="+mn-lt"/>
                <a:cs typeface="Segoe UI"/>
              </a:rPr>
              <a:t> </a:t>
            </a:r>
            <a:r>
              <a:rPr lang="en-GB" sz="1200" spc="-10" noProof="0" dirty="0">
                <a:latin typeface="+mn-lt"/>
                <a:cs typeface="Segoe UI"/>
              </a:rPr>
              <a:t>–e</a:t>
            </a:r>
            <a:r>
              <a:rPr lang="en-GB" sz="1200" spc="-55" noProof="0" dirty="0">
                <a:latin typeface="+mn-lt"/>
                <a:cs typeface="Segoe UI"/>
              </a:rPr>
              <a:t> </a:t>
            </a:r>
            <a:r>
              <a:rPr lang="en-GB" sz="1200" spc="-20" noProof="0" dirty="0">
                <a:latin typeface="+mn-lt"/>
                <a:cs typeface="Segoe UI"/>
              </a:rPr>
              <a:t>'s/Oxon/Oxfordshire'</a:t>
            </a:r>
            <a:r>
              <a:rPr lang="en-GB" sz="1200" spc="-90" noProof="0" dirty="0">
                <a:latin typeface="+mn-lt"/>
                <a:cs typeface="Segoe UI"/>
              </a:rPr>
              <a:t> </a:t>
            </a:r>
            <a:r>
              <a:rPr lang="en-GB" sz="1200" spc="-15" noProof="0" dirty="0" err="1">
                <a:latin typeface="+mn-lt"/>
                <a:cs typeface="Segoe UI"/>
              </a:rPr>
              <a:t>addr</a:t>
            </a:r>
            <a:endParaRPr lang="en-GB" sz="1200" spc="-15" noProof="0" dirty="0">
              <a:latin typeface="+mn-lt"/>
              <a:cs typeface="Segoe UI"/>
            </a:endParaRPr>
          </a:p>
          <a:p>
            <a:pPr marL="12700">
              <a:lnSpc>
                <a:spcPct val="100000"/>
              </a:lnSpc>
              <a:spcBef>
                <a:spcPts val="290"/>
              </a:spcBef>
            </a:pPr>
            <a:endParaRPr lang="en-GB" sz="1200" noProof="0" dirty="0">
              <a:latin typeface="+mn-lt"/>
              <a:cs typeface="Segoe UI"/>
            </a:endParaRPr>
          </a:p>
          <a:p>
            <a:pPr marL="12700" marR="83820" algn="just">
              <a:lnSpc>
                <a:spcPct val="100000"/>
              </a:lnSpc>
              <a:spcBef>
                <a:spcPts val="600"/>
              </a:spcBef>
            </a:pPr>
            <a:r>
              <a:rPr lang="en-GB" sz="1200" spc="-15" noProof="0" dirty="0">
                <a:latin typeface="+mn-lt"/>
                <a:cs typeface="Segoe UI"/>
              </a:rPr>
              <a:t>The </a:t>
            </a:r>
            <a:r>
              <a:rPr lang="en-GB" sz="1200" spc="-25" noProof="0" dirty="0">
                <a:latin typeface="+mn-lt"/>
                <a:cs typeface="Segoe UI"/>
              </a:rPr>
              <a:t>example </a:t>
            </a:r>
            <a:r>
              <a:rPr lang="en-GB" sz="1200" spc="-20" noProof="0" dirty="0">
                <a:latin typeface="+mn-lt"/>
                <a:cs typeface="Segoe UI"/>
              </a:rPr>
              <a:t>above </a:t>
            </a:r>
            <a:r>
              <a:rPr lang="en-GB" sz="1200" spc="-15" noProof="0" dirty="0">
                <a:latin typeface="+mn-lt"/>
                <a:cs typeface="Segoe UI"/>
              </a:rPr>
              <a:t>shows </a:t>
            </a:r>
            <a:r>
              <a:rPr lang="en-GB" sz="1200" spc="-20" noProof="0" dirty="0">
                <a:latin typeface="+mn-lt"/>
                <a:cs typeface="Segoe UI"/>
              </a:rPr>
              <a:t>changes made </a:t>
            </a:r>
            <a:r>
              <a:rPr lang="en-GB" sz="1200" spc="-15" noProof="0" dirty="0">
                <a:latin typeface="+mn-lt"/>
                <a:cs typeface="Segoe UI"/>
              </a:rPr>
              <a:t>to </a:t>
            </a:r>
            <a:r>
              <a:rPr lang="en-GB" sz="1200" noProof="0" dirty="0">
                <a:latin typeface="+mn-lt"/>
                <a:cs typeface="Segoe UI"/>
              </a:rPr>
              <a:t>a </a:t>
            </a:r>
            <a:r>
              <a:rPr lang="en-GB" sz="1200" spc="-20" noProof="0" dirty="0">
                <a:latin typeface="+mn-lt"/>
                <a:cs typeface="Segoe UI"/>
              </a:rPr>
              <a:t>file full </a:t>
            </a:r>
            <a:r>
              <a:rPr lang="en-GB" sz="1200" spc="-10" noProof="0" dirty="0">
                <a:latin typeface="+mn-lt"/>
                <a:cs typeface="Segoe UI"/>
              </a:rPr>
              <a:t>of </a:t>
            </a:r>
            <a:r>
              <a:rPr lang="en-GB" sz="1200" spc="-20" noProof="0" dirty="0">
                <a:latin typeface="+mn-lt"/>
                <a:cs typeface="Segoe UI"/>
              </a:rPr>
              <a:t>addresses.</a:t>
            </a:r>
          </a:p>
          <a:p>
            <a:pPr marL="12700" marR="83820" algn="just">
              <a:lnSpc>
                <a:spcPct val="100000"/>
              </a:lnSpc>
              <a:spcBef>
                <a:spcPts val="600"/>
              </a:spcBef>
            </a:pPr>
            <a:r>
              <a:rPr lang="en-GB" sz="1200" spc="-20" noProof="0" dirty="0">
                <a:latin typeface="+mn-lt"/>
                <a:cs typeface="Segoe UI"/>
              </a:rPr>
              <a:t>However, </a:t>
            </a:r>
            <a:r>
              <a:rPr lang="en-GB" sz="1200" spc="-15" noProof="0" dirty="0">
                <a:latin typeface="+mn-lt"/>
                <a:cs typeface="Segoe UI"/>
              </a:rPr>
              <a:t>note </a:t>
            </a:r>
            <a:r>
              <a:rPr lang="en-GB" sz="1200" spc="-20" noProof="0" dirty="0">
                <a:latin typeface="+mn-lt"/>
                <a:cs typeface="Segoe UI"/>
              </a:rPr>
              <a:t>that ordinarily </a:t>
            </a:r>
            <a:r>
              <a:rPr lang="en-GB" sz="1200" spc="-10" noProof="0" dirty="0">
                <a:latin typeface="+mn-lt"/>
                <a:cs typeface="Segoe UI"/>
              </a:rPr>
              <a:t>no </a:t>
            </a:r>
            <a:r>
              <a:rPr lang="en-GB" sz="1200" spc="-20" noProof="0" dirty="0">
                <a:latin typeface="+mn-lt"/>
                <a:cs typeface="Segoe UI"/>
              </a:rPr>
              <a:t>permanent </a:t>
            </a:r>
            <a:r>
              <a:rPr lang="en-GB" sz="1200" spc="-260" noProof="0" dirty="0">
                <a:latin typeface="+mn-lt"/>
                <a:cs typeface="Segoe UI"/>
              </a:rPr>
              <a:t> </a:t>
            </a:r>
            <a:r>
              <a:rPr lang="en-GB" sz="1200" spc="-20" noProof="0" dirty="0">
                <a:latin typeface="+mn-lt"/>
                <a:cs typeface="Segoe UI"/>
              </a:rPr>
              <a:t>changes</a:t>
            </a:r>
            <a:r>
              <a:rPr lang="en-GB" sz="1200" spc="-7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made</a:t>
            </a:r>
            <a:r>
              <a:rPr lang="en-GB" sz="1200" spc="-30" noProof="0" dirty="0">
                <a:latin typeface="+mn-lt"/>
                <a:cs typeface="Segoe UI"/>
              </a:rPr>
              <a:t> </a:t>
            </a:r>
            <a:r>
              <a:rPr lang="en-GB" sz="1200" spc="-15" noProof="0" dirty="0">
                <a:latin typeface="+mn-lt"/>
                <a:cs typeface="Segoe UI"/>
              </a:rPr>
              <a:t>to the</a:t>
            </a:r>
            <a:r>
              <a:rPr lang="en-GB" sz="1200" spc="-55" noProof="0" dirty="0">
                <a:latin typeface="+mn-lt"/>
                <a:cs typeface="Segoe UI"/>
              </a:rPr>
              <a:t> </a:t>
            </a:r>
            <a:r>
              <a:rPr lang="en-GB" sz="1200" spc="-20" noProof="0" dirty="0">
                <a:latin typeface="+mn-lt"/>
                <a:cs typeface="Segoe UI"/>
              </a:rPr>
              <a:t>original</a:t>
            </a:r>
            <a:r>
              <a:rPr lang="en-GB" sz="1200" spc="-60" noProof="0" dirty="0">
                <a:latin typeface="+mn-lt"/>
                <a:cs typeface="Segoe UI"/>
              </a:rPr>
              <a:t> </a:t>
            </a:r>
            <a:r>
              <a:rPr lang="en-GB" sz="1200" spc="-25" noProof="0" dirty="0">
                <a:latin typeface="+mn-lt"/>
                <a:cs typeface="Segoe UI"/>
              </a:rPr>
              <a:t>file.</a:t>
            </a:r>
          </a:p>
          <a:p>
            <a:pPr marL="12700" marR="83820" algn="just">
              <a:lnSpc>
                <a:spcPct val="100000"/>
              </a:lnSpc>
              <a:spcBef>
                <a:spcPts val="600"/>
              </a:spcBef>
            </a:pPr>
            <a:r>
              <a:rPr lang="en-GB" sz="1200" spc="-15" noProof="0" dirty="0">
                <a:latin typeface="+mn-lt"/>
                <a:cs typeface="Segoe UI"/>
              </a:rPr>
              <a:t>By</a:t>
            </a:r>
            <a:r>
              <a:rPr lang="en-GB" sz="1200" spc="-35" noProof="0" dirty="0">
                <a:latin typeface="+mn-lt"/>
                <a:cs typeface="Segoe UI"/>
              </a:rPr>
              <a:t> </a:t>
            </a:r>
            <a:r>
              <a:rPr lang="en-GB" sz="1200" spc="-25" noProof="0" dirty="0">
                <a:latin typeface="+mn-lt"/>
                <a:cs typeface="Segoe UI"/>
              </a:rPr>
              <a:t>default,</a:t>
            </a:r>
            <a:r>
              <a:rPr lang="en-GB" sz="1200" spc="-35" noProof="0" dirty="0">
                <a:latin typeface="+mn-lt"/>
                <a:cs typeface="Segoe UI"/>
              </a:rPr>
              <a:t> </a:t>
            </a:r>
            <a:r>
              <a:rPr lang="en-GB" sz="1200" spc="-20" noProof="0" dirty="0">
                <a:latin typeface="+mn-lt"/>
                <a:cs typeface="Segoe UI"/>
              </a:rPr>
              <a:t>all</a:t>
            </a:r>
            <a:r>
              <a:rPr lang="en-GB" sz="1200" spc="-10" noProof="0" dirty="0">
                <a:latin typeface="+mn-lt"/>
                <a:cs typeface="Segoe UI"/>
              </a:rPr>
              <a:t> of</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input</a:t>
            </a:r>
            <a:r>
              <a:rPr lang="en-GB" sz="1200" spc="-85" noProof="0" dirty="0">
                <a:latin typeface="+mn-lt"/>
                <a:cs typeface="Segoe UI"/>
              </a:rPr>
              <a:t> </a:t>
            </a:r>
            <a:r>
              <a:rPr lang="en-GB" sz="1200" spc="-15" noProof="0" dirty="0">
                <a:latin typeface="+mn-lt"/>
                <a:cs typeface="Segoe UI"/>
              </a:rPr>
              <a:t>to </a:t>
            </a:r>
            <a:r>
              <a:rPr lang="en-GB" sz="1200" spc="-15" noProof="0" dirty="0" err="1">
                <a:latin typeface="+mn-lt"/>
                <a:cs typeface="Segoe UI"/>
              </a:rPr>
              <a:t>sed</a:t>
            </a:r>
            <a:r>
              <a:rPr lang="en-GB" sz="1200" spc="-50" noProof="0" dirty="0">
                <a:latin typeface="+mn-lt"/>
                <a:cs typeface="Segoe UI"/>
              </a:rPr>
              <a:t> </a:t>
            </a:r>
            <a:r>
              <a:rPr lang="en-GB" sz="1200" spc="-20" noProof="0" dirty="0">
                <a:latin typeface="+mn-lt"/>
                <a:cs typeface="Segoe UI"/>
              </a:rPr>
              <a:t>passes</a:t>
            </a:r>
            <a:r>
              <a:rPr lang="en-GB" sz="1200" spc="-25" noProof="0" dirty="0">
                <a:latin typeface="+mn-lt"/>
                <a:cs typeface="Segoe UI"/>
              </a:rPr>
              <a:t> </a:t>
            </a:r>
            <a:r>
              <a:rPr lang="en-GB" sz="1200" spc="-15" noProof="0" dirty="0">
                <a:latin typeface="+mn-lt"/>
                <a:cs typeface="Segoe UI"/>
              </a:rPr>
              <a:t>through</a:t>
            </a:r>
            <a:r>
              <a:rPr lang="en-GB" sz="1200" spc="-100"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15" noProof="0" dirty="0">
                <a:latin typeface="+mn-lt"/>
                <a:cs typeface="Segoe UI"/>
              </a:rPr>
              <a:t>goes</a:t>
            </a:r>
            <a:r>
              <a:rPr lang="en-GB" sz="1200" spc="-7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20" noProof="0" dirty="0">
                <a:latin typeface="+mn-lt"/>
                <a:cs typeface="Segoe UI"/>
              </a:rPr>
              <a:t>standard</a:t>
            </a:r>
            <a:r>
              <a:rPr lang="en-GB" sz="1200" spc="-85" noProof="0" dirty="0">
                <a:latin typeface="+mn-lt"/>
                <a:cs typeface="Segoe UI"/>
              </a:rPr>
              <a:t> </a:t>
            </a:r>
            <a:r>
              <a:rPr lang="en-GB" sz="1200" spc="-20" noProof="0" dirty="0">
                <a:latin typeface="+mn-lt"/>
                <a:cs typeface="Segoe UI"/>
              </a:rPr>
              <a:t>output.</a:t>
            </a:r>
            <a:endParaRPr lang="en-GB" sz="1200" noProof="0" dirty="0">
              <a:latin typeface="+mn-lt"/>
              <a:cs typeface="Segoe UI"/>
            </a:endParaRPr>
          </a:p>
          <a:p>
            <a:pPr marL="12700" algn="just">
              <a:lnSpc>
                <a:spcPct val="100000"/>
              </a:lnSpc>
              <a:spcBef>
                <a:spcPts val="600"/>
              </a:spcBef>
            </a:pPr>
            <a:r>
              <a:rPr lang="en-GB" sz="1200" spc="-10" noProof="0" dirty="0">
                <a:latin typeface="+mn-lt"/>
                <a:cs typeface="Segoe UI"/>
              </a:rPr>
              <a:t>To</a:t>
            </a:r>
            <a:r>
              <a:rPr lang="en-GB" sz="1200" spc="-75" noProof="0" dirty="0">
                <a:latin typeface="+mn-lt"/>
                <a:cs typeface="Segoe UI"/>
              </a:rPr>
              <a:t> </a:t>
            </a:r>
            <a:r>
              <a:rPr lang="en-GB" sz="1200" spc="-25" noProof="0" dirty="0">
                <a:latin typeface="+mn-lt"/>
                <a:cs typeface="Segoe UI"/>
              </a:rPr>
              <a:t>actually</a:t>
            </a:r>
            <a:r>
              <a:rPr lang="en-GB" sz="1200" spc="5" noProof="0" dirty="0">
                <a:latin typeface="+mn-lt"/>
                <a:cs typeface="Segoe UI"/>
              </a:rPr>
              <a:t> </a:t>
            </a:r>
            <a:r>
              <a:rPr lang="en-GB" sz="1200" spc="-20" noProof="0" dirty="0">
                <a:latin typeface="+mn-lt"/>
                <a:cs typeface="Segoe UI"/>
              </a:rPr>
              <a:t>make</a:t>
            </a:r>
            <a:r>
              <a:rPr lang="en-GB" sz="1200" spc="-30" noProof="0" dirty="0">
                <a:latin typeface="+mn-lt"/>
                <a:cs typeface="Segoe UI"/>
              </a:rPr>
              <a:t> </a:t>
            </a:r>
            <a:r>
              <a:rPr lang="en-GB" sz="1200" spc="-20" noProof="0" dirty="0">
                <a:latin typeface="+mn-lt"/>
                <a:cs typeface="Segoe UI"/>
              </a:rPr>
              <a:t>edits,</a:t>
            </a:r>
            <a:r>
              <a:rPr lang="en-GB" sz="1200" spc="-40" noProof="0" dirty="0">
                <a:latin typeface="+mn-lt"/>
                <a:cs typeface="Segoe UI"/>
              </a:rPr>
              <a:t> </a:t>
            </a:r>
            <a:r>
              <a:rPr lang="en-GB" sz="1200" spc="-15" noProof="0" dirty="0">
                <a:latin typeface="+mn-lt"/>
                <a:cs typeface="Segoe UI"/>
              </a:rPr>
              <a:t>you</a:t>
            </a:r>
            <a:r>
              <a:rPr lang="en-GB" sz="1200" spc="-50" noProof="0" dirty="0">
                <a:latin typeface="+mn-lt"/>
                <a:cs typeface="Segoe UI"/>
              </a:rPr>
              <a:t> </a:t>
            </a:r>
            <a:r>
              <a:rPr lang="en-GB" sz="1200" spc="-25" noProof="0" dirty="0">
                <a:latin typeface="+mn-lt"/>
                <a:cs typeface="Segoe UI"/>
              </a:rPr>
              <a:t>could</a:t>
            </a:r>
            <a:r>
              <a:rPr lang="en-GB" sz="1200" spc="5"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20" noProof="0" dirty="0">
                <a:latin typeface="+mn-lt"/>
                <a:cs typeface="Segoe UI"/>
              </a:rPr>
              <a:t>mechanism</a:t>
            </a:r>
            <a:r>
              <a:rPr lang="en-GB" sz="1200" spc="-4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5" noProof="0" dirty="0">
                <a:latin typeface="+mn-lt"/>
                <a:cs typeface="Segoe UI"/>
              </a:rPr>
              <a:t>output</a:t>
            </a:r>
            <a:r>
              <a:rPr lang="en-GB" sz="1200" spc="-90" noProof="0" dirty="0">
                <a:latin typeface="+mn-lt"/>
                <a:cs typeface="Segoe UI"/>
              </a:rPr>
              <a:t> </a:t>
            </a:r>
            <a:r>
              <a:rPr lang="en-GB" sz="1200" spc="-20" noProof="0" dirty="0">
                <a:latin typeface="+mn-lt"/>
                <a:cs typeface="Segoe UI"/>
              </a:rPr>
              <a:t>redirection,</a:t>
            </a:r>
            <a:r>
              <a:rPr lang="en-GB" sz="1200" spc="-65"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a:latin typeface="+mn-lt"/>
                <a:cs typeface="Segoe UI"/>
              </a:rPr>
              <a:t>when</a:t>
            </a:r>
            <a:r>
              <a:rPr lang="en-GB" sz="1200" spc="-55" noProof="0" dirty="0">
                <a:latin typeface="+mn-lt"/>
                <a:cs typeface="Segoe UI"/>
              </a:rPr>
              <a:t> </a:t>
            </a:r>
            <a:r>
              <a:rPr lang="en-GB" sz="1200" spc="-15" noProof="0" dirty="0">
                <a:latin typeface="+mn-lt"/>
                <a:cs typeface="Segoe UI"/>
              </a:rPr>
              <a:t>you</a:t>
            </a:r>
            <a:r>
              <a:rPr lang="en-GB" sz="1200" spc="-50" noProof="0" dirty="0">
                <a:latin typeface="+mn-lt"/>
                <a:cs typeface="Segoe UI"/>
              </a:rPr>
              <a:t> </a:t>
            </a:r>
            <a:r>
              <a:rPr lang="en-GB" sz="1200" spc="-15" noProof="0" dirty="0">
                <a:latin typeface="+mn-lt"/>
                <a:cs typeface="Segoe UI"/>
              </a:rPr>
              <a:t>are </a:t>
            </a:r>
            <a:r>
              <a:rPr lang="en-GB" sz="1200" spc="-25" noProof="0" dirty="0">
                <a:latin typeface="+mn-lt"/>
                <a:cs typeface="Segoe UI"/>
              </a:rPr>
              <a:t>satisfied</a:t>
            </a:r>
            <a:r>
              <a:rPr lang="en-GB" sz="1200" spc="-5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edits</a:t>
            </a:r>
            <a:r>
              <a:rPr lang="en-GB" sz="1200" spc="-55" noProof="0" dirty="0">
                <a:latin typeface="+mn-lt"/>
                <a:cs typeface="Segoe UI"/>
              </a:rPr>
              <a:t> </a:t>
            </a:r>
            <a:r>
              <a:rPr lang="en-GB" sz="1200" spc="-20" noProof="0" dirty="0">
                <a:latin typeface="+mn-lt"/>
                <a:cs typeface="Segoe UI"/>
              </a:rPr>
              <a:t>you’ve</a:t>
            </a:r>
            <a:r>
              <a:rPr lang="en-GB" sz="1200" spc="-55" noProof="0" dirty="0">
                <a:latin typeface="+mn-lt"/>
                <a:cs typeface="Segoe UI"/>
              </a:rPr>
              <a:t> </a:t>
            </a:r>
            <a:r>
              <a:rPr lang="en-GB" sz="1200" spc="-20" noProof="0" dirty="0">
                <a:latin typeface="+mn-lt"/>
                <a:cs typeface="Segoe UI"/>
              </a:rPr>
              <a:t>made,</a:t>
            </a:r>
            <a:r>
              <a:rPr lang="en-GB" sz="1200" spc="-35" noProof="0" dirty="0">
                <a:latin typeface="+mn-lt"/>
                <a:cs typeface="Segoe UI"/>
              </a:rPr>
              <a:t> </a:t>
            </a:r>
            <a:r>
              <a:rPr lang="en-GB" sz="1200" spc="-20" noProof="0" dirty="0">
                <a:latin typeface="+mn-lt"/>
                <a:cs typeface="Segoe UI"/>
              </a:rPr>
              <a:t>replace</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original</a:t>
            </a:r>
            <a:r>
              <a:rPr lang="en-GB" sz="1200" spc="-60"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modified</a:t>
            </a:r>
            <a:r>
              <a:rPr lang="en-GB" sz="1200" spc="-50" noProof="0" dirty="0">
                <a:latin typeface="+mn-lt"/>
                <a:cs typeface="Segoe UI"/>
              </a:rPr>
              <a:t> </a:t>
            </a:r>
            <a:r>
              <a:rPr lang="en-GB" sz="1200" spc="-20" noProof="0" dirty="0">
                <a:latin typeface="+mn-lt"/>
                <a:cs typeface="Segoe UI"/>
              </a:rPr>
              <a:t>version.</a:t>
            </a:r>
          </a:p>
          <a:p>
            <a:pPr marL="12700" algn="just">
              <a:lnSpc>
                <a:spcPct val="100000"/>
              </a:lnSpc>
              <a:spcBef>
                <a:spcPts val="600"/>
              </a:spcBef>
            </a:pPr>
            <a:r>
              <a:rPr lang="en-GB" sz="1200" spc="-20" noProof="0" dirty="0">
                <a:latin typeface="+mn-lt"/>
                <a:cs typeface="Segoe UI"/>
              </a:rPr>
              <a:t>Alternatively use the –</a:t>
            </a:r>
            <a:r>
              <a:rPr lang="en-GB" sz="1200" spc="-20" noProof="0" dirty="0" err="1">
                <a:latin typeface="+mn-lt"/>
                <a:cs typeface="Segoe UI"/>
              </a:rPr>
              <a:t>i</a:t>
            </a:r>
            <a:r>
              <a:rPr lang="en-GB" spc="-20" dirty="0">
                <a:latin typeface="+mn-lt"/>
                <a:cs typeface="Segoe UI"/>
              </a:rPr>
              <a:t> </a:t>
            </a:r>
            <a:r>
              <a:rPr lang="en-GB" sz="1200" spc="-20" noProof="0" dirty="0">
                <a:latin typeface="+mn-lt"/>
                <a:cs typeface="Segoe UI"/>
              </a:rPr>
              <a:t>option to make an in-place change.</a:t>
            </a:r>
            <a:endParaRPr lang="en-GB" sz="1200" noProof="0" dirty="0">
              <a:latin typeface="+mn-lt"/>
              <a:cs typeface="Segoe UI"/>
            </a:endParaRPr>
          </a:p>
          <a:p>
            <a:pPr marL="12700" marR="2032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299359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95885">
              <a:lnSpc>
                <a:spcPct val="100000"/>
              </a:lnSpc>
              <a:spcBef>
                <a:spcPts val="105"/>
              </a:spcBef>
            </a:pPr>
            <a:r>
              <a:rPr lang="en-GB" sz="1200" spc="-15" noProof="0" dirty="0" err="1">
                <a:latin typeface="+mn-lt"/>
                <a:cs typeface="Segoe UI"/>
              </a:rPr>
              <a:t>sed</a:t>
            </a:r>
            <a:r>
              <a:rPr lang="en-GB" sz="1200" spc="-80" noProof="0" dirty="0">
                <a:latin typeface="+mn-lt"/>
                <a:cs typeface="Segoe UI"/>
              </a:rPr>
              <a:t> </a:t>
            </a:r>
            <a:r>
              <a:rPr lang="en-GB" sz="1200" spc="-15" noProof="0" dirty="0">
                <a:latin typeface="+mn-lt"/>
                <a:cs typeface="Segoe UI"/>
              </a:rPr>
              <a:t>goes</a:t>
            </a:r>
            <a:r>
              <a:rPr lang="en-GB" sz="1200" spc="-50" noProof="0" dirty="0">
                <a:latin typeface="+mn-lt"/>
                <a:cs typeface="Segoe UI"/>
              </a:rPr>
              <a:t> </a:t>
            </a:r>
            <a:r>
              <a:rPr lang="en-GB" sz="1200" spc="-15" noProof="0" dirty="0">
                <a:latin typeface="+mn-lt"/>
                <a:cs typeface="Segoe UI"/>
              </a:rPr>
              <a:t>through</a:t>
            </a:r>
            <a:r>
              <a:rPr lang="en-GB" sz="1200" spc="-8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file,</a:t>
            </a:r>
            <a:r>
              <a:rPr lang="en-GB" sz="1200" spc="-35"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line</a:t>
            </a:r>
            <a:r>
              <a:rPr lang="en-GB" sz="1200" spc="-30" noProof="0" dirty="0">
                <a:latin typeface="+mn-lt"/>
                <a:cs typeface="Segoe UI"/>
              </a:rPr>
              <a:t> </a:t>
            </a:r>
            <a:r>
              <a:rPr lang="en-GB" sz="1200" spc="-15" noProof="0" dirty="0">
                <a:latin typeface="+mn-lt"/>
                <a:cs typeface="Segoe UI"/>
              </a:rPr>
              <a:t>at</a:t>
            </a:r>
            <a:r>
              <a:rPr lang="en-GB" sz="1200" spc="-3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time,</a:t>
            </a:r>
            <a:r>
              <a:rPr lang="en-GB" sz="1200" spc="-40" noProof="0" dirty="0">
                <a:latin typeface="+mn-lt"/>
                <a:cs typeface="Segoe UI"/>
              </a:rPr>
              <a:t> </a:t>
            </a:r>
            <a:r>
              <a:rPr lang="en-GB" sz="1200" spc="-10" noProof="0" dirty="0">
                <a:latin typeface="+mn-lt"/>
                <a:cs typeface="Segoe UI"/>
              </a:rPr>
              <a:t>so</a:t>
            </a:r>
            <a:r>
              <a:rPr lang="en-GB" sz="1200" spc="-45" noProof="0" dirty="0">
                <a:latin typeface="+mn-lt"/>
                <a:cs typeface="Segoe UI"/>
              </a:rPr>
              <a:t> </a:t>
            </a:r>
            <a:r>
              <a:rPr lang="en-GB" sz="1200" spc="-20" noProof="0" dirty="0">
                <a:latin typeface="+mn-lt"/>
                <a:cs typeface="Segoe UI"/>
              </a:rPr>
              <a:t>that</a:t>
            </a:r>
            <a:r>
              <a:rPr lang="en-GB" sz="1200" spc="-15" noProof="0" dirty="0">
                <a:latin typeface="+mn-lt"/>
                <a:cs typeface="Segoe UI"/>
              </a:rPr>
              <a:t> </a:t>
            </a:r>
            <a:r>
              <a:rPr lang="en-GB" sz="1200" spc="-20" noProof="0" dirty="0">
                <a:latin typeface="+mn-lt"/>
                <a:cs typeface="Segoe UI"/>
              </a:rPr>
              <a:t>each</a:t>
            </a:r>
            <a:r>
              <a:rPr lang="en-GB" sz="1200" spc="-25" noProof="0" dirty="0">
                <a:latin typeface="+mn-lt"/>
                <a:cs typeface="Segoe UI"/>
              </a:rPr>
              <a:t> </a:t>
            </a:r>
            <a:r>
              <a:rPr lang="en-GB" sz="1200" spc="-20" noProof="0" dirty="0">
                <a:latin typeface="+mn-lt"/>
                <a:cs typeface="Segoe UI"/>
              </a:rPr>
              <a:t>line</a:t>
            </a:r>
            <a:r>
              <a:rPr lang="en-GB" sz="1200" spc="-60" noProof="0" dirty="0">
                <a:latin typeface="+mn-lt"/>
                <a:cs typeface="Segoe UI"/>
              </a:rPr>
              <a:t> </a:t>
            </a:r>
            <a:r>
              <a:rPr lang="en-GB" sz="1200" spc="-20" noProof="0" dirty="0">
                <a:latin typeface="+mn-lt"/>
                <a:cs typeface="Segoe UI"/>
              </a:rPr>
              <a:t>becomes</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current</a:t>
            </a:r>
            <a:r>
              <a:rPr lang="en-GB" sz="1200" spc="-65" noProof="0" dirty="0">
                <a:latin typeface="+mn-lt"/>
                <a:cs typeface="Segoe UI"/>
              </a:rPr>
              <a:t> </a:t>
            </a:r>
            <a:r>
              <a:rPr lang="en-GB" sz="1200" spc="-20" noProof="0" dirty="0">
                <a:latin typeface="+mn-lt"/>
                <a:cs typeface="Segoe UI"/>
              </a:rPr>
              <a:t>line.</a:t>
            </a:r>
            <a:r>
              <a:rPr lang="en-GB" sz="1200" spc="-35" noProof="0" dirty="0">
                <a:latin typeface="+mn-lt"/>
                <a:cs typeface="Segoe UI"/>
              </a:rPr>
              <a:t> </a:t>
            </a:r>
            <a:r>
              <a:rPr lang="en-GB" sz="1200" spc="-15" noProof="0" dirty="0">
                <a:latin typeface="+mn-lt"/>
                <a:cs typeface="Segoe UI"/>
              </a:rPr>
              <a:t>When</a:t>
            </a:r>
            <a:r>
              <a:rPr lang="en-GB" sz="1200" spc="-50" noProof="0" dirty="0">
                <a:latin typeface="+mn-lt"/>
                <a:cs typeface="Segoe UI"/>
              </a:rPr>
              <a:t> </a:t>
            </a:r>
            <a:r>
              <a:rPr lang="en-GB" sz="1200" spc="-20" noProof="0" dirty="0">
                <a:latin typeface="+mn-lt"/>
                <a:cs typeface="Segoe UI"/>
              </a:rPr>
              <a:t>writing</a:t>
            </a:r>
            <a:r>
              <a:rPr lang="en-GB" sz="1200" spc="-55" noProof="0" dirty="0">
                <a:latin typeface="+mn-lt"/>
                <a:cs typeface="Segoe UI"/>
              </a:rPr>
              <a:t> </a:t>
            </a:r>
            <a:r>
              <a:rPr lang="en-GB" sz="1200" spc="-15" noProof="0" dirty="0" err="1">
                <a:latin typeface="+mn-lt"/>
                <a:cs typeface="Segoe UI"/>
              </a:rPr>
              <a:t>sed</a:t>
            </a:r>
            <a:r>
              <a:rPr lang="en-GB" sz="1200" spc="-15" noProof="0" dirty="0">
                <a:latin typeface="+mn-lt"/>
                <a:cs typeface="Segoe UI"/>
              </a:rPr>
              <a:t> </a:t>
            </a:r>
            <a:r>
              <a:rPr lang="en-GB" sz="1200" spc="-254" noProof="0" dirty="0">
                <a:latin typeface="+mn-lt"/>
                <a:cs typeface="Segoe UI"/>
              </a:rPr>
              <a:t> </a:t>
            </a:r>
            <a:r>
              <a:rPr lang="en-GB" sz="1200" spc="-20" noProof="0" dirty="0">
                <a:latin typeface="+mn-lt"/>
                <a:cs typeface="Segoe UI"/>
              </a:rPr>
              <a:t>scripts </a:t>
            </a:r>
            <a:r>
              <a:rPr lang="en-GB" sz="1200" spc="-15" noProof="0" dirty="0">
                <a:latin typeface="+mn-lt"/>
                <a:cs typeface="Segoe UI"/>
              </a:rPr>
              <a:t>it is </a:t>
            </a:r>
            <a:r>
              <a:rPr lang="en-GB" sz="1200" spc="-20" noProof="0" dirty="0">
                <a:latin typeface="+mn-lt"/>
                <a:cs typeface="Segoe UI"/>
              </a:rPr>
              <a:t>important </a:t>
            </a:r>
            <a:r>
              <a:rPr lang="en-GB" sz="1200" spc="-15" noProof="0" dirty="0">
                <a:latin typeface="+mn-lt"/>
                <a:cs typeface="Segoe UI"/>
              </a:rPr>
              <a:t>to </a:t>
            </a:r>
            <a:r>
              <a:rPr lang="en-GB" sz="1200" spc="-20" noProof="0" dirty="0">
                <a:latin typeface="+mn-lt"/>
                <a:cs typeface="Segoe UI"/>
              </a:rPr>
              <a:t>remember that all </a:t>
            </a:r>
            <a:r>
              <a:rPr lang="en-GB" sz="1200" spc="-10" noProof="0" dirty="0">
                <a:latin typeface="+mn-lt"/>
                <a:cs typeface="Segoe UI"/>
              </a:rPr>
              <a:t>of </a:t>
            </a:r>
            <a:r>
              <a:rPr lang="en-GB" sz="1200" spc="-20" noProof="0" dirty="0">
                <a:latin typeface="+mn-lt"/>
                <a:cs typeface="Segoe UI"/>
              </a:rPr>
              <a:t>the editing commands </a:t>
            </a:r>
            <a:r>
              <a:rPr lang="en-GB" sz="1200" spc="-15" noProof="0" dirty="0">
                <a:latin typeface="+mn-lt"/>
                <a:cs typeface="Segoe UI"/>
              </a:rPr>
              <a:t>are </a:t>
            </a:r>
            <a:r>
              <a:rPr lang="en-GB" sz="1200" spc="-20" noProof="0" dirty="0">
                <a:latin typeface="+mn-lt"/>
                <a:cs typeface="Segoe UI"/>
              </a:rPr>
              <a:t>applied </a:t>
            </a:r>
            <a:r>
              <a:rPr lang="en-GB" sz="1200" spc="-15" noProof="0" dirty="0">
                <a:latin typeface="+mn-lt"/>
                <a:cs typeface="Segoe UI"/>
              </a:rPr>
              <a:t>to </a:t>
            </a:r>
            <a:r>
              <a:rPr lang="en-GB" sz="1200" b="1" spc="-20" noProof="0" dirty="0">
                <a:latin typeface="+mn-lt"/>
                <a:cs typeface="Segoe UI"/>
              </a:rPr>
              <a:t>each</a:t>
            </a:r>
            <a:r>
              <a:rPr lang="en-GB" sz="1200" spc="-20" noProof="0" dirty="0">
                <a:latin typeface="+mn-lt"/>
                <a:cs typeface="Segoe UI"/>
              </a:rPr>
              <a:t> line </a:t>
            </a:r>
            <a:r>
              <a:rPr lang="en-GB" sz="1200" spc="-15" noProof="0" dirty="0">
                <a:latin typeface="+mn-lt"/>
                <a:cs typeface="Segoe UI"/>
              </a:rPr>
              <a:t>in </a:t>
            </a:r>
            <a:r>
              <a:rPr lang="en-GB" sz="1200" spc="-20" noProof="0" dirty="0">
                <a:latin typeface="+mn-lt"/>
                <a:cs typeface="Segoe UI"/>
              </a:rPr>
              <a:t>the </a:t>
            </a:r>
            <a:r>
              <a:rPr lang="en-GB" sz="1200" spc="-15" noProof="0" dirty="0">
                <a:latin typeface="+mn-lt"/>
                <a:cs typeface="Segoe UI"/>
              </a:rPr>
              <a:t> </a:t>
            </a:r>
            <a:r>
              <a:rPr lang="en-GB" sz="1200" spc="-25" noProof="0" dirty="0">
                <a:latin typeface="+mn-lt"/>
                <a:cs typeface="Segoe UI"/>
              </a:rPr>
              <a:t>file/files.</a:t>
            </a:r>
          </a:p>
          <a:p>
            <a:pPr marL="12700" marR="95885">
              <a:lnSpc>
                <a:spcPct val="100000"/>
              </a:lnSpc>
              <a:spcBef>
                <a:spcPts val="105"/>
              </a:spcBef>
            </a:pPr>
            <a:r>
              <a:rPr lang="en-GB" sz="1200" spc="-15" noProof="0" dirty="0">
                <a:latin typeface="+mn-lt"/>
                <a:cs typeface="Segoe UI"/>
              </a:rPr>
              <a:t>Thus, the </a:t>
            </a:r>
            <a:r>
              <a:rPr lang="en-GB" sz="1200" spc="-20" noProof="0" dirty="0">
                <a:latin typeface="+mn-lt"/>
                <a:cs typeface="Segoe UI"/>
              </a:rPr>
              <a:t>five editing commands </a:t>
            </a:r>
            <a:r>
              <a:rPr lang="en-GB" sz="1200" spc="-15" noProof="0" dirty="0">
                <a:latin typeface="+mn-lt"/>
                <a:cs typeface="Segoe UI"/>
              </a:rPr>
              <a:t>in the </a:t>
            </a:r>
            <a:r>
              <a:rPr lang="en-GB" sz="1200" spc="-25" noProof="0" dirty="0">
                <a:latin typeface="+mn-lt"/>
                <a:cs typeface="Segoe UI"/>
              </a:rPr>
              <a:t>example </a:t>
            </a:r>
            <a:r>
              <a:rPr lang="en-GB" sz="1200" spc="-20" noProof="0" dirty="0">
                <a:latin typeface="+mn-lt"/>
                <a:cs typeface="Segoe UI"/>
              </a:rPr>
              <a:t>above </a:t>
            </a:r>
            <a:r>
              <a:rPr lang="en-GB" sz="1200" spc="-15" noProof="0" dirty="0">
                <a:latin typeface="+mn-lt"/>
                <a:cs typeface="Segoe UI"/>
              </a:rPr>
              <a:t>are </a:t>
            </a:r>
            <a:r>
              <a:rPr lang="en-GB" sz="1200" spc="-20" noProof="0" dirty="0">
                <a:latin typeface="+mn-lt"/>
                <a:cs typeface="Segoe UI"/>
              </a:rPr>
              <a:t>applied </a:t>
            </a:r>
            <a:r>
              <a:rPr lang="en-GB" sz="1200" spc="-15" noProof="0" dirty="0">
                <a:latin typeface="+mn-lt"/>
                <a:cs typeface="Segoe UI"/>
              </a:rPr>
              <a:t>to the </a:t>
            </a:r>
            <a:r>
              <a:rPr lang="en-GB" sz="1200" spc="-20" noProof="0" dirty="0">
                <a:latin typeface="+mn-lt"/>
                <a:cs typeface="Segoe UI"/>
              </a:rPr>
              <a:t>first line, </a:t>
            </a:r>
            <a:r>
              <a:rPr lang="en-GB" sz="1200" spc="-15" noProof="0" dirty="0">
                <a:latin typeface="+mn-lt"/>
                <a:cs typeface="Segoe UI"/>
              </a:rPr>
              <a:t>then to the </a:t>
            </a:r>
            <a:r>
              <a:rPr lang="en-GB" sz="1200" spc="-10" noProof="0" dirty="0">
                <a:latin typeface="+mn-lt"/>
                <a:cs typeface="Segoe UI"/>
              </a:rPr>
              <a:t> </a:t>
            </a:r>
            <a:r>
              <a:rPr lang="en-GB" sz="1200" spc="-20" noProof="0" dirty="0">
                <a:latin typeface="+mn-lt"/>
                <a:cs typeface="Segoe UI"/>
              </a:rPr>
              <a:t>second</a:t>
            </a:r>
            <a:r>
              <a:rPr lang="en-GB" sz="1200" spc="-80" noProof="0" dirty="0">
                <a:latin typeface="+mn-lt"/>
                <a:cs typeface="Segoe UI"/>
              </a:rPr>
              <a:t> </a:t>
            </a:r>
            <a:r>
              <a:rPr lang="en-GB" sz="1200" spc="-20" noProof="0" dirty="0">
                <a:latin typeface="+mn-lt"/>
                <a:cs typeface="Segoe UI"/>
              </a:rPr>
              <a:t>line,</a:t>
            </a:r>
            <a:r>
              <a:rPr lang="en-GB" sz="1200" spc="-65" noProof="0" dirty="0">
                <a:latin typeface="+mn-lt"/>
                <a:cs typeface="Segoe UI"/>
              </a:rPr>
              <a:t> </a:t>
            </a:r>
            <a:r>
              <a:rPr lang="en-GB" sz="1200" spc="-15" noProof="0" dirty="0">
                <a:latin typeface="+mn-lt"/>
                <a:cs typeface="Segoe UI"/>
              </a:rPr>
              <a:t>then</a:t>
            </a:r>
            <a:r>
              <a:rPr lang="en-GB" sz="1200" spc="-5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third</a:t>
            </a:r>
            <a:r>
              <a:rPr lang="en-GB" sz="1200" spc="-55"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25" noProof="0" dirty="0">
                <a:latin typeface="+mn-lt"/>
                <a:cs typeface="Segoe UI"/>
              </a:rPr>
              <a:t>finally</a:t>
            </a:r>
            <a:r>
              <a:rPr lang="en-GB" sz="1200" spc="-4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fourth</a:t>
            </a:r>
            <a:r>
              <a:rPr lang="en-GB" sz="1200" spc="-55" noProof="0" dirty="0">
                <a:latin typeface="+mn-lt"/>
                <a:cs typeface="Segoe UI"/>
              </a:rPr>
              <a:t> </a:t>
            </a:r>
            <a:r>
              <a:rPr lang="en-GB" sz="1200" spc="-20" noProof="0" dirty="0">
                <a:latin typeface="+mn-lt"/>
                <a:cs typeface="Segoe UI"/>
              </a:rPr>
              <a:t>line</a:t>
            </a:r>
            <a:r>
              <a:rPr lang="en-GB" sz="1200" spc="-60"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the</a:t>
            </a:r>
            <a:r>
              <a:rPr lang="en-GB" sz="1200" spc="-40" noProof="0" dirty="0">
                <a:latin typeface="+mn-lt"/>
                <a:cs typeface="Segoe UI"/>
              </a:rPr>
              <a:t> </a:t>
            </a:r>
            <a:r>
              <a:rPr lang="en-GB" sz="1200" spc="-15" noProof="0" dirty="0" err="1">
                <a:latin typeface="+mn-lt"/>
                <a:cs typeface="Segoe UI"/>
              </a:rPr>
              <a:t>addr</a:t>
            </a:r>
            <a:r>
              <a:rPr lang="en-GB" sz="1200" spc="-25" noProof="0" dirty="0">
                <a:latin typeface="+mn-lt"/>
                <a:cs typeface="Segoe UI"/>
              </a:rPr>
              <a:t> file.</a:t>
            </a:r>
            <a:endParaRPr lang="en-GB" sz="1200" noProof="0" dirty="0">
              <a:latin typeface="+mn-lt"/>
              <a:cs typeface="Segoe UI"/>
            </a:endParaRPr>
          </a:p>
          <a:p>
            <a:pPr marL="12700" marR="371475">
              <a:lnSpc>
                <a:spcPct val="100000"/>
              </a:lnSpc>
              <a:spcBef>
                <a:spcPts val="605"/>
              </a:spcBef>
            </a:pPr>
            <a:r>
              <a:rPr lang="en-GB" sz="1200" spc="-20" noProof="0" dirty="0">
                <a:latin typeface="+mn-lt"/>
                <a:cs typeface="Segoe UI"/>
              </a:rPr>
              <a:t>Consider</a:t>
            </a:r>
            <a:r>
              <a:rPr lang="en-GB" sz="1200" spc="-95" noProof="0" dirty="0">
                <a:latin typeface="+mn-lt"/>
                <a:cs typeface="Segoe UI"/>
              </a:rPr>
              <a:t> </a:t>
            </a:r>
            <a:r>
              <a:rPr lang="en-GB" sz="1200" spc="-15" noProof="0" dirty="0">
                <a:latin typeface="+mn-lt"/>
                <a:cs typeface="Segoe UI"/>
              </a:rPr>
              <a:t>the</a:t>
            </a:r>
            <a:r>
              <a:rPr lang="en-GB" sz="1200" spc="-20" noProof="0" dirty="0">
                <a:latin typeface="+mn-lt"/>
                <a:cs typeface="Segoe UI"/>
              </a:rPr>
              <a:t> </a:t>
            </a:r>
            <a:r>
              <a:rPr lang="en-GB" sz="1200" spc="-25" noProof="0" dirty="0">
                <a:latin typeface="+mn-lt"/>
                <a:cs typeface="Segoe UI"/>
              </a:rPr>
              <a:t>example</a:t>
            </a:r>
            <a:r>
              <a:rPr lang="en-GB" sz="1200" spc="-20" noProof="0" dirty="0">
                <a:latin typeface="+mn-lt"/>
                <a:cs typeface="Segoe UI"/>
              </a:rPr>
              <a:t> above,</a:t>
            </a:r>
            <a:r>
              <a:rPr lang="en-GB" sz="1200" spc="-25" noProof="0" dirty="0">
                <a:latin typeface="+mn-lt"/>
                <a:cs typeface="Segoe UI"/>
              </a:rPr>
              <a:t> </a:t>
            </a:r>
            <a:r>
              <a:rPr lang="en-GB" sz="1200" spc="-15" noProof="0" dirty="0">
                <a:latin typeface="+mn-lt"/>
                <a:cs typeface="Segoe UI"/>
              </a:rPr>
              <a:t>in</a:t>
            </a:r>
            <a:r>
              <a:rPr lang="en-GB" sz="1200" spc="-45" noProof="0" dirty="0">
                <a:latin typeface="+mn-lt"/>
                <a:cs typeface="Segoe UI"/>
              </a:rPr>
              <a:t> </a:t>
            </a:r>
            <a:r>
              <a:rPr lang="en-GB" sz="1200" spc="-20" noProof="0" dirty="0">
                <a:latin typeface="+mn-lt"/>
                <a:cs typeface="Segoe UI"/>
              </a:rPr>
              <a:t>respect</a:t>
            </a:r>
            <a:r>
              <a:rPr lang="en-GB" sz="1200" spc="-25"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15" noProof="0" dirty="0">
                <a:latin typeface="+mn-lt"/>
                <a:cs typeface="Segoe UI"/>
              </a:rPr>
              <a:t>the</a:t>
            </a:r>
            <a:r>
              <a:rPr lang="en-GB" sz="1200" spc="-20" noProof="0" dirty="0">
                <a:latin typeface="+mn-lt"/>
                <a:cs typeface="Segoe UI"/>
              </a:rPr>
              <a:t> line</a:t>
            </a:r>
            <a:r>
              <a:rPr lang="en-GB" sz="1200" spc="-50" noProof="0" dirty="0">
                <a:latin typeface="+mn-lt"/>
                <a:cs typeface="Segoe UI"/>
              </a:rPr>
              <a:t> </a:t>
            </a:r>
            <a:r>
              <a:rPr lang="en-GB" sz="1200" spc="-20" noProof="0" dirty="0">
                <a:latin typeface="+mn-lt"/>
                <a:cs typeface="Segoe UI"/>
              </a:rPr>
              <a:t>with</a:t>
            </a:r>
            <a:r>
              <a:rPr lang="en-GB" sz="1200" spc="-15" noProof="0" dirty="0">
                <a:latin typeface="+mn-lt"/>
                <a:cs typeface="Segoe UI"/>
              </a:rPr>
              <a:t> </a:t>
            </a:r>
            <a:r>
              <a:rPr lang="en-GB" sz="1200" spc="-25" noProof="0" dirty="0">
                <a:latin typeface="+mn-lt"/>
                <a:cs typeface="Segoe UI"/>
              </a:rPr>
              <a:t>"Berks". Notice</a:t>
            </a:r>
            <a:r>
              <a:rPr lang="en-GB" sz="1200" spc="5" noProof="0" dirty="0">
                <a:latin typeface="+mn-lt"/>
                <a:cs typeface="Segoe UI"/>
              </a:rPr>
              <a:t> </a:t>
            </a:r>
            <a:r>
              <a:rPr lang="en-GB" sz="1200" spc="-20" noProof="0" dirty="0">
                <a:latin typeface="+mn-lt"/>
                <a:cs typeface="Segoe UI"/>
              </a:rPr>
              <a:t>that</a:t>
            </a:r>
            <a:r>
              <a:rPr lang="en-GB" sz="1200" spc="-30" noProof="0" dirty="0">
                <a:latin typeface="+mn-lt"/>
                <a:cs typeface="Segoe UI"/>
              </a:rPr>
              <a:t> </a:t>
            </a:r>
            <a:r>
              <a:rPr lang="en-GB" sz="1200" spc="-15" noProof="0" dirty="0">
                <a:latin typeface="+mn-lt"/>
                <a:cs typeface="Segoe UI"/>
              </a:rPr>
              <a:t>the</a:t>
            </a:r>
            <a:r>
              <a:rPr lang="en-GB" sz="1200" spc="-45" noProof="0" dirty="0">
                <a:latin typeface="+mn-lt"/>
                <a:cs typeface="Segoe UI"/>
              </a:rPr>
              <a:t> </a:t>
            </a:r>
            <a:r>
              <a:rPr lang="en-GB" sz="1200" spc="-25" noProof="0" dirty="0">
                <a:latin typeface="+mn-lt"/>
                <a:cs typeface="Segoe UI"/>
              </a:rPr>
              <a:t>"s/Berks/Berkshire/</a:t>
            </a:r>
            <a:r>
              <a:rPr lang="en-GB" sz="1200" spc="-35" noProof="0" dirty="0">
                <a:latin typeface="+mn-lt"/>
                <a:cs typeface="Segoe UI"/>
              </a:rPr>
              <a:t> </a:t>
            </a:r>
            <a:r>
              <a:rPr lang="en-GB" sz="1200" noProof="0" dirty="0">
                <a:latin typeface="+mn-lt"/>
                <a:cs typeface="Segoe UI"/>
              </a:rPr>
              <a:t>" </a:t>
            </a:r>
            <a:r>
              <a:rPr lang="en-GB" sz="1200" spc="-260" noProof="0" dirty="0">
                <a:latin typeface="+mn-lt"/>
                <a:cs typeface="Segoe UI"/>
              </a:rPr>
              <a:t> </a:t>
            </a:r>
            <a:r>
              <a:rPr lang="en-GB" sz="1200" spc="-20" noProof="0" dirty="0">
                <a:latin typeface="+mn-lt"/>
                <a:cs typeface="Segoe UI"/>
              </a:rPr>
              <a:t>instruction</a:t>
            </a:r>
            <a:r>
              <a:rPr lang="en-GB" sz="1200" spc="-85"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20" noProof="0" dirty="0">
                <a:latin typeface="+mn-lt"/>
                <a:cs typeface="Segoe UI"/>
              </a:rPr>
              <a:t>given</a:t>
            </a:r>
            <a:r>
              <a:rPr lang="en-GB" sz="1200" spc="-55" noProof="0" dirty="0">
                <a:latin typeface="+mn-lt"/>
                <a:cs typeface="Segoe UI"/>
              </a:rPr>
              <a:t> </a:t>
            </a:r>
            <a:r>
              <a:rPr lang="en-GB" sz="1200" spc="-25" noProof="0" dirty="0">
                <a:latin typeface="+mn-lt"/>
                <a:cs typeface="Segoe UI"/>
              </a:rPr>
              <a:t>twice.</a:t>
            </a:r>
          </a:p>
          <a:p>
            <a:pPr marL="12700" marR="662940">
              <a:lnSpc>
                <a:spcPct val="100000"/>
              </a:lnSpc>
              <a:spcBef>
                <a:spcPts val="600"/>
              </a:spcBef>
            </a:pPr>
            <a:r>
              <a:rPr lang="en-GB" sz="1200" spc="-15" noProof="0" dirty="0">
                <a:latin typeface="+mn-lt"/>
                <a:cs typeface="Segoe UI"/>
              </a:rPr>
              <a:t>The</a:t>
            </a:r>
            <a:r>
              <a:rPr lang="en-GB" sz="1200" spc="-80" noProof="0" dirty="0">
                <a:latin typeface="+mn-lt"/>
                <a:cs typeface="Segoe UI"/>
              </a:rPr>
              <a:t> </a:t>
            </a:r>
            <a:r>
              <a:rPr lang="en-GB" sz="1200" spc="-20" noProof="0" dirty="0">
                <a:latin typeface="+mn-lt"/>
                <a:cs typeface="Segoe UI"/>
              </a:rPr>
              <a:t>first</a:t>
            </a:r>
            <a:r>
              <a:rPr lang="en-GB" sz="1200" spc="-30" noProof="0" dirty="0">
                <a:latin typeface="+mn-lt"/>
                <a:cs typeface="Segoe UI"/>
              </a:rPr>
              <a:t> </a:t>
            </a:r>
            <a:r>
              <a:rPr lang="en-GB" sz="1200" spc="-25" noProof="0" dirty="0">
                <a:latin typeface="+mn-lt"/>
                <a:cs typeface="Segoe UI"/>
              </a:rPr>
              <a:t>instance </a:t>
            </a:r>
            <a:r>
              <a:rPr lang="en-GB" sz="1200" spc="-15" noProof="0" dirty="0">
                <a:latin typeface="+mn-lt"/>
                <a:cs typeface="Segoe UI"/>
              </a:rPr>
              <a:t>if</a:t>
            </a:r>
            <a:r>
              <a:rPr lang="en-GB" sz="1200" spc="-30"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20" noProof="0" dirty="0">
                <a:latin typeface="+mn-lt"/>
                <a:cs typeface="Segoe UI"/>
              </a:rPr>
              <a:t>command changes</a:t>
            </a:r>
            <a:r>
              <a:rPr lang="en-GB" sz="1200" spc="-45" noProof="0" dirty="0">
                <a:latin typeface="+mn-lt"/>
                <a:cs typeface="Segoe UI"/>
              </a:rPr>
              <a:t> </a:t>
            </a:r>
            <a:r>
              <a:rPr lang="en-GB" sz="1200" spc="-20" noProof="0" dirty="0">
                <a:latin typeface="+mn-lt"/>
                <a:cs typeface="Segoe UI"/>
              </a:rPr>
              <a:t>Berks </a:t>
            </a:r>
            <a:r>
              <a:rPr lang="en-GB" sz="1200" spc="-15" noProof="0" dirty="0">
                <a:latin typeface="+mn-lt"/>
                <a:cs typeface="Segoe UI"/>
              </a:rPr>
              <a:t>to</a:t>
            </a:r>
            <a:r>
              <a:rPr lang="en-GB" sz="1200" spc="-40" noProof="0" dirty="0">
                <a:latin typeface="+mn-lt"/>
                <a:cs typeface="Segoe UI"/>
              </a:rPr>
              <a:t> </a:t>
            </a:r>
            <a:r>
              <a:rPr lang="en-GB" sz="1200" spc="-20" noProof="0" dirty="0">
                <a:latin typeface="+mn-lt"/>
                <a:cs typeface="Segoe UI"/>
              </a:rPr>
              <a:t>Berkshire,</a:t>
            </a:r>
            <a:r>
              <a:rPr lang="en-GB" sz="1200" spc="-6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second</a:t>
            </a:r>
            <a:r>
              <a:rPr lang="en-GB" sz="1200" spc="-45" noProof="0" dirty="0">
                <a:latin typeface="+mn-lt"/>
                <a:cs typeface="Segoe UI"/>
              </a:rPr>
              <a:t> </a:t>
            </a:r>
            <a:r>
              <a:rPr lang="en-GB" sz="1200" spc="-20" noProof="0" dirty="0">
                <a:latin typeface="+mn-lt"/>
                <a:cs typeface="Segoe UI"/>
              </a:rPr>
              <a:t>further</a:t>
            </a:r>
            <a:r>
              <a:rPr lang="en-GB" sz="1200" spc="-70" noProof="0" dirty="0">
                <a:latin typeface="+mn-lt"/>
                <a:cs typeface="Segoe UI"/>
              </a:rPr>
              <a:t> </a:t>
            </a:r>
            <a:r>
              <a:rPr lang="en-GB" sz="1200" spc="-20" noProof="0" dirty="0">
                <a:latin typeface="+mn-lt"/>
                <a:cs typeface="Segoe UI"/>
              </a:rPr>
              <a:t>modifies </a:t>
            </a:r>
            <a:r>
              <a:rPr lang="en-GB" sz="1200" spc="-15" noProof="0" dirty="0">
                <a:latin typeface="+mn-lt"/>
                <a:cs typeface="Segoe UI"/>
              </a:rPr>
              <a:t>it</a:t>
            </a:r>
            <a:r>
              <a:rPr lang="en-GB" sz="1200" spc="-30" noProof="0" dirty="0">
                <a:latin typeface="+mn-lt"/>
                <a:cs typeface="Segoe UI"/>
              </a:rPr>
              <a:t> </a:t>
            </a:r>
            <a:r>
              <a:rPr lang="en-GB" sz="1200" spc="-15" noProof="0" dirty="0">
                <a:latin typeface="+mn-lt"/>
                <a:cs typeface="Segoe UI"/>
              </a:rPr>
              <a:t>to </a:t>
            </a:r>
            <a:r>
              <a:rPr lang="en-GB" sz="1200" spc="-260" noProof="0" dirty="0">
                <a:latin typeface="+mn-lt"/>
                <a:cs typeface="Segoe UI"/>
              </a:rPr>
              <a:t> </a:t>
            </a:r>
            <a:r>
              <a:rPr lang="en-GB" sz="1200" spc="-20" noProof="0" dirty="0" err="1">
                <a:latin typeface="+mn-lt"/>
                <a:cs typeface="Segoe UI"/>
              </a:rPr>
              <a:t>Berkshirehire</a:t>
            </a:r>
            <a:r>
              <a:rPr lang="en-GB" sz="1200" spc="-20" noProof="0" dirty="0">
                <a:latin typeface="+mn-lt"/>
                <a:cs typeface="Segoe UI"/>
              </a:rPr>
              <a:t>.</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a:t>
            </a:r>
            <a:r>
              <a:rPr lang="en-GB" sz="1200" spc="-50" noProof="0" dirty="0">
                <a:latin typeface="+mn-lt"/>
                <a:cs typeface="Segoe UI"/>
              </a:rPr>
              <a:t> </a:t>
            </a:r>
            <a:r>
              <a:rPr lang="en-GB" sz="1200" spc="-20" noProof="0" dirty="0">
                <a:latin typeface="+mn-lt"/>
                <a:cs typeface="Segoe UI"/>
              </a:rPr>
              <a:t>helpfulness</a:t>
            </a:r>
            <a:r>
              <a:rPr lang="en-GB" sz="1200" spc="-5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err="1">
                <a:latin typeface="+mn-lt"/>
                <a:cs typeface="Segoe UI"/>
              </a:rPr>
              <a:t>sed</a:t>
            </a:r>
            <a:r>
              <a:rPr lang="en-GB" sz="1200" spc="-50" noProof="0" dirty="0">
                <a:latin typeface="+mn-lt"/>
                <a:cs typeface="Segoe UI"/>
              </a:rPr>
              <a:t> </a:t>
            </a:r>
            <a:r>
              <a:rPr lang="en-GB" sz="1200" spc="-15" noProof="0" dirty="0">
                <a:latin typeface="+mn-lt"/>
                <a:cs typeface="Segoe UI"/>
              </a:rPr>
              <a:t>error</a:t>
            </a:r>
            <a:r>
              <a:rPr lang="en-GB" sz="1200" spc="-45" noProof="0" dirty="0">
                <a:latin typeface="+mn-lt"/>
                <a:cs typeface="Segoe UI"/>
              </a:rPr>
              <a:t> </a:t>
            </a:r>
            <a:r>
              <a:rPr lang="en-GB" sz="1200" spc="-20" noProof="0" dirty="0">
                <a:latin typeface="+mn-lt"/>
                <a:cs typeface="Segoe UI"/>
              </a:rPr>
              <a:t>messages </a:t>
            </a:r>
            <a:r>
              <a:rPr lang="en-GB" sz="1200" spc="-15" noProof="0" dirty="0">
                <a:latin typeface="+mn-lt"/>
                <a:cs typeface="Segoe UI"/>
              </a:rPr>
              <a:t>depends</a:t>
            </a:r>
            <a:r>
              <a:rPr lang="en-GB" sz="1200" spc="-75" noProof="0" dirty="0">
                <a:latin typeface="+mn-lt"/>
                <a:cs typeface="Segoe UI"/>
              </a:rPr>
              <a:t> </a:t>
            </a:r>
            <a:r>
              <a:rPr lang="en-GB" sz="1200" spc="-10" noProof="0" dirty="0">
                <a:latin typeface="+mn-lt"/>
                <a:cs typeface="Segoe UI"/>
              </a:rPr>
              <a:t>on </a:t>
            </a:r>
            <a:r>
              <a:rPr lang="en-GB" sz="1200" spc="-260" noProof="0" dirty="0">
                <a:latin typeface="+mn-lt"/>
                <a:cs typeface="Segoe UI"/>
              </a:rPr>
              <a:t> </a:t>
            </a:r>
            <a:r>
              <a:rPr lang="en-GB" sz="1200" spc="-15" noProof="0" dirty="0">
                <a:latin typeface="+mn-lt"/>
                <a:cs typeface="Segoe UI"/>
              </a:rPr>
              <a:t>the</a:t>
            </a:r>
            <a:r>
              <a:rPr lang="en-GB" sz="1200" spc="-65" noProof="0" dirty="0">
                <a:latin typeface="+mn-lt"/>
                <a:cs typeface="Segoe UI"/>
              </a:rPr>
              <a:t> </a:t>
            </a:r>
            <a:r>
              <a:rPr lang="en-GB" sz="1200" spc="-20" noProof="0" dirty="0">
                <a:latin typeface="+mn-lt"/>
                <a:cs typeface="Segoe UI"/>
              </a:rPr>
              <a:t>version.</a:t>
            </a:r>
          </a:p>
          <a:p>
            <a:pPr marL="12700" marR="5080">
              <a:lnSpc>
                <a:spcPct val="100000"/>
              </a:lnSpc>
              <a:spcBef>
                <a:spcPts val="600"/>
              </a:spcBef>
            </a:pPr>
            <a:r>
              <a:rPr lang="en-US" sz="1200" spc="-5" noProof="0" dirty="0">
                <a:latin typeface="+mn-lt"/>
                <a:cs typeface="Segoe UI"/>
              </a:rPr>
              <a:t>On Linux the example: $ sed -e 's/Hants/Hampshire' </a:t>
            </a:r>
            <a:r>
              <a:rPr lang="en-US" sz="1200" spc="-5" noProof="0" dirty="0" err="1">
                <a:latin typeface="+mn-lt"/>
                <a:cs typeface="Segoe UI"/>
              </a:rPr>
              <a:t>addr</a:t>
            </a:r>
            <a:r>
              <a:rPr lang="en-US" sz="1200" spc="-5" noProof="0" dirty="0">
                <a:latin typeface="+mn-lt"/>
                <a:cs typeface="Segoe UI"/>
              </a:rPr>
              <a:t>  gives:</a:t>
            </a:r>
          </a:p>
          <a:p>
            <a:pPr marL="12700" marR="5080">
              <a:lnSpc>
                <a:spcPct val="100000"/>
              </a:lnSpc>
              <a:spcBef>
                <a:spcPts val="600"/>
              </a:spcBef>
            </a:pPr>
            <a:r>
              <a:rPr lang="en-US" sz="1200" spc="-5" noProof="0" dirty="0">
                <a:latin typeface="+mn-lt"/>
                <a:cs typeface="Segoe UI"/>
              </a:rPr>
              <a:t>sed: -e expression #1, char 17: Unterminated ‘s’ </a:t>
            </a:r>
            <a:r>
              <a:rPr lang="en-US" sz="1200" spc="-5" noProof="0" dirty="0" err="1">
                <a:latin typeface="+mn-lt"/>
                <a:cs typeface="Segoe UI"/>
              </a:rPr>
              <a:t>cmd</a:t>
            </a:r>
            <a:endParaRPr lang="en-GB" sz="1200" spc="-20" noProof="0" dirty="0">
              <a:latin typeface="+mn-lt"/>
              <a:cs typeface="Segoe UI"/>
            </a:endParaRPr>
          </a:p>
          <a:p>
            <a:pPr marL="12700" marR="5080">
              <a:lnSpc>
                <a:spcPct val="100000"/>
              </a:lnSpc>
              <a:spcBef>
                <a:spcPts val="600"/>
              </a:spcBef>
            </a:pPr>
            <a:r>
              <a:rPr lang="en-GB" sz="1200" spc="-5" noProof="0" dirty="0">
                <a:latin typeface="+mn-lt"/>
                <a:cs typeface="Segoe UI"/>
              </a:rPr>
              <a:t>On</a:t>
            </a:r>
            <a:r>
              <a:rPr lang="en-GB" sz="1200" spc="-80" noProof="0" dirty="0">
                <a:latin typeface="+mn-lt"/>
                <a:cs typeface="Segoe UI"/>
              </a:rPr>
              <a:t> </a:t>
            </a:r>
            <a:r>
              <a:rPr lang="en-GB" sz="1200" spc="-25" noProof="0" dirty="0">
                <a:latin typeface="+mn-lt"/>
                <a:cs typeface="Segoe UI"/>
              </a:rPr>
              <a:t>m</a:t>
            </a:r>
            <a:r>
              <a:rPr lang="en-GB" sz="1200" spc="-20" noProof="0" dirty="0">
                <a:latin typeface="+mn-lt"/>
                <a:cs typeface="Segoe UI"/>
              </a:rPr>
              <a:t>os</a:t>
            </a:r>
            <a:r>
              <a:rPr lang="en-GB" sz="1200" noProof="0" dirty="0">
                <a:latin typeface="+mn-lt"/>
                <a:cs typeface="Segoe UI"/>
              </a:rPr>
              <a:t>t</a:t>
            </a:r>
            <a:r>
              <a:rPr lang="en-GB" sz="1200" spc="-65" noProof="0" dirty="0">
                <a:latin typeface="+mn-lt"/>
                <a:cs typeface="Segoe UI"/>
              </a:rPr>
              <a:t> </a:t>
            </a:r>
            <a:r>
              <a:rPr lang="en-GB" sz="1200" spc="-20" noProof="0" dirty="0">
                <a:latin typeface="+mn-lt"/>
                <a:cs typeface="Segoe UI"/>
              </a:rPr>
              <a:t>Un</a:t>
            </a:r>
            <a:r>
              <a:rPr lang="en-GB" sz="1200" spc="-30" noProof="0" dirty="0">
                <a:latin typeface="+mn-lt"/>
                <a:cs typeface="Segoe UI"/>
              </a:rPr>
              <a:t>i</a:t>
            </a:r>
            <a:r>
              <a:rPr lang="en-GB" sz="1200" noProof="0" dirty="0">
                <a:latin typeface="+mn-lt"/>
                <a:cs typeface="Segoe UI"/>
              </a:rPr>
              <a:t>x</a:t>
            </a:r>
            <a:r>
              <a:rPr lang="en-GB" sz="1200" spc="-45" noProof="0" dirty="0">
                <a:latin typeface="+mn-lt"/>
                <a:cs typeface="Segoe UI"/>
              </a:rPr>
              <a:t> </a:t>
            </a:r>
            <a:r>
              <a:rPr lang="en-GB" sz="1200" spc="-30" noProof="0" dirty="0">
                <a:latin typeface="+mn-lt"/>
                <a:cs typeface="Segoe UI"/>
              </a:rPr>
              <a:t>v</a:t>
            </a:r>
            <a:r>
              <a:rPr lang="en-GB" sz="1200" spc="-25" noProof="0" dirty="0">
                <a:latin typeface="+mn-lt"/>
                <a:cs typeface="Segoe UI"/>
              </a:rPr>
              <a:t>e</a:t>
            </a:r>
            <a:r>
              <a:rPr lang="en-GB" sz="1200" spc="-15" noProof="0" dirty="0">
                <a:latin typeface="+mn-lt"/>
                <a:cs typeface="Segoe UI"/>
              </a:rPr>
              <a:t>r</a:t>
            </a:r>
            <a:r>
              <a:rPr lang="en-GB" sz="1200" spc="-20" noProof="0" dirty="0">
                <a:latin typeface="+mn-lt"/>
                <a:cs typeface="Segoe UI"/>
              </a:rPr>
              <a:t>s</a:t>
            </a:r>
            <a:r>
              <a:rPr lang="en-GB" sz="1200" spc="-30" noProof="0" dirty="0">
                <a:latin typeface="+mn-lt"/>
                <a:cs typeface="Segoe UI"/>
              </a:rPr>
              <a:t>i</a:t>
            </a:r>
            <a:r>
              <a:rPr lang="en-GB" sz="1200" spc="-20" noProof="0" dirty="0">
                <a:latin typeface="+mn-lt"/>
                <a:cs typeface="Segoe UI"/>
              </a:rPr>
              <a:t>ons</a:t>
            </a:r>
            <a:r>
              <a:rPr lang="en-GB" sz="1200" noProof="0" dirty="0">
                <a:latin typeface="+mn-lt"/>
                <a:cs typeface="Segoe UI"/>
              </a:rPr>
              <a:t>,</a:t>
            </a:r>
            <a:r>
              <a:rPr lang="en-GB" sz="1200" spc="-90" noProof="0" dirty="0">
                <a:latin typeface="+mn-lt"/>
                <a:cs typeface="Segoe UI"/>
              </a:rPr>
              <a:t> </a:t>
            </a:r>
            <a:r>
              <a:rPr lang="en-GB" sz="1200" spc="-35" noProof="0" dirty="0">
                <a:latin typeface="+mn-lt"/>
                <a:cs typeface="Segoe UI"/>
              </a:rPr>
              <a:t>y</a:t>
            </a:r>
            <a:r>
              <a:rPr lang="en-GB" sz="1200" spc="-20" noProof="0" dirty="0">
                <a:latin typeface="+mn-lt"/>
                <a:cs typeface="Segoe UI"/>
              </a:rPr>
              <a:t>o</a:t>
            </a:r>
            <a:r>
              <a:rPr lang="en-GB" sz="1200" noProof="0" dirty="0">
                <a:latin typeface="+mn-lt"/>
                <a:cs typeface="Segoe UI"/>
              </a:rPr>
              <a:t>u</a:t>
            </a:r>
            <a:r>
              <a:rPr lang="en-GB" sz="1200" spc="-55" noProof="0" dirty="0">
                <a:latin typeface="+mn-lt"/>
                <a:cs typeface="Segoe UI"/>
              </a:rPr>
              <a:t> </a:t>
            </a:r>
            <a:r>
              <a:rPr lang="en-GB" sz="1200" spc="-30" noProof="0" dirty="0">
                <a:latin typeface="+mn-lt"/>
                <a:cs typeface="Segoe UI"/>
              </a:rPr>
              <a:t>w</a:t>
            </a:r>
            <a:r>
              <a:rPr lang="en-GB" sz="1200" spc="-20" noProof="0" dirty="0">
                <a:latin typeface="+mn-lt"/>
                <a:cs typeface="Segoe UI"/>
              </a:rPr>
              <a:t>ou</a:t>
            </a:r>
            <a:r>
              <a:rPr lang="en-GB" sz="1200" spc="-30" noProof="0" dirty="0">
                <a:latin typeface="+mn-lt"/>
                <a:cs typeface="Segoe UI"/>
              </a:rPr>
              <a:t>l</a:t>
            </a:r>
            <a:r>
              <a:rPr lang="en-GB" sz="1200" noProof="0" dirty="0">
                <a:latin typeface="+mn-lt"/>
                <a:cs typeface="Segoe UI"/>
              </a:rPr>
              <a:t>d</a:t>
            </a:r>
            <a:r>
              <a:rPr lang="en-GB" sz="1200" spc="-55" noProof="0" dirty="0">
                <a:latin typeface="+mn-lt"/>
                <a:cs typeface="Segoe UI"/>
              </a:rPr>
              <a:t> </a:t>
            </a:r>
            <a:r>
              <a:rPr lang="en-GB" sz="1200" spc="-20" noProof="0" dirty="0">
                <a:latin typeface="+mn-lt"/>
                <a:cs typeface="Segoe UI"/>
              </a:rPr>
              <a:t>g</a:t>
            </a:r>
            <a:r>
              <a:rPr lang="en-GB" sz="1200" spc="-25" noProof="0" dirty="0">
                <a:latin typeface="+mn-lt"/>
                <a:cs typeface="Segoe UI"/>
              </a:rPr>
              <a:t>e</a:t>
            </a:r>
            <a:r>
              <a:rPr lang="en-GB" sz="1200" spc="-30" noProof="0" dirty="0">
                <a:latin typeface="+mn-lt"/>
                <a:cs typeface="Segoe UI"/>
              </a:rPr>
              <a:t>t</a:t>
            </a:r>
            <a:r>
              <a:rPr lang="en-GB" sz="1200" noProof="0" dirty="0">
                <a:latin typeface="+mn-lt"/>
                <a:cs typeface="Segoe UI"/>
              </a:rPr>
              <a:t>: </a:t>
            </a:r>
            <a:r>
              <a:rPr lang="en-GB" sz="1200" spc="-15" noProof="0" dirty="0" err="1">
                <a:latin typeface="+mn-lt"/>
                <a:cs typeface="Segoe UI"/>
              </a:rPr>
              <a:t>sed</a:t>
            </a:r>
            <a:r>
              <a:rPr lang="en-GB" sz="1200" spc="-15" noProof="0" dirty="0">
                <a:latin typeface="+mn-lt"/>
                <a:cs typeface="Segoe UI"/>
              </a:rPr>
              <a:t>:</a:t>
            </a:r>
            <a:r>
              <a:rPr lang="en-GB" sz="1200" spc="-9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garbled:</a:t>
            </a:r>
            <a:r>
              <a:rPr lang="en-GB" sz="1200" spc="-60" noProof="0" dirty="0">
                <a:latin typeface="+mn-lt"/>
                <a:cs typeface="Segoe UI"/>
              </a:rPr>
              <a:t> </a:t>
            </a:r>
            <a:r>
              <a:rPr lang="en-GB" sz="1200" spc="-25" noProof="0" dirty="0">
                <a:latin typeface="+mn-lt"/>
                <a:cs typeface="Segoe UI"/>
              </a:rPr>
              <a:t>s/Hants/Hampshire</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675460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5" noProof="0" dirty="0">
                <a:latin typeface="Segoe UI"/>
                <a:cs typeface="Segoe UI"/>
              </a:rPr>
              <a:t>This example uses a </a:t>
            </a:r>
            <a:r>
              <a:rPr lang="en-GB" sz="1200" spc="5" noProof="0" dirty="0" err="1">
                <a:latin typeface="Segoe UI"/>
                <a:cs typeface="Segoe UI"/>
              </a:rPr>
              <a:t>sed</a:t>
            </a:r>
            <a:r>
              <a:rPr lang="en-GB" sz="1200" spc="5" noProof="0" dirty="0">
                <a:latin typeface="Segoe UI"/>
                <a:cs typeface="Segoe UI"/>
              </a:rPr>
              <a:t> script as </a:t>
            </a:r>
            <a:r>
              <a:rPr lang="en-GB" sz="1200" spc="-15" noProof="0" dirty="0">
                <a:latin typeface="Segoe UI"/>
                <a:cs typeface="Segoe UI"/>
              </a:rPr>
              <a:t>an</a:t>
            </a:r>
            <a:r>
              <a:rPr lang="en-GB" sz="1200" spc="-50" noProof="0" dirty="0">
                <a:latin typeface="Segoe UI"/>
                <a:cs typeface="Segoe UI"/>
              </a:rPr>
              <a:t> </a:t>
            </a:r>
            <a:r>
              <a:rPr lang="en-GB" sz="1200" spc="-25" noProof="0" dirty="0">
                <a:latin typeface="Segoe UI"/>
                <a:cs typeface="Segoe UI"/>
              </a:rPr>
              <a:t>executable</a:t>
            </a:r>
            <a:r>
              <a:rPr lang="en-GB" sz="1200" noProof="0" dirty="0">
                <a:latin typeface="Segoe UI"/>
                <a:cs typeface="Segoe UI"/>
              </a:rPr>
              <a:t> </a:t>
            </a:r>
            <a:r>
              <a:rPr lang="en-GB" sz="1200" spc="-25" noProof="0" dirty="0">
                <a:latin typeface="Segoe UI"/>
                <a:cs typeface="Segoe UI"/>
              </a:rPr>
              <a:t>file.</a:t>
            </a:r>
            <a:endParaRPr lang="en-GB" sz="1200" noProof="0" dirty="0">
              <a:latin typeface="Segoe UI"/>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882766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32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17362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32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6104873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default</a:t>
            </a:r>
            <a:r>
              <a:rPr lang="en-GB" sz="1200" spc="-35" noProof="0" dirty="0">
                <a:latin typeface="+mn-lt"/>
                <a:cs typeface="Segoe UI"/>
              </a:rPr>
              <a:t> </a:t>
            </a:r>
            <a:r>
              <a:rPr lang="en-GB" sz="1200" spc="-20" noProof="0" dirty="0">
                <a:latin typeface="+mn-lt"/>
                <a:cs typeface="Segoe UI"/>
              </a:rPr>
              <a:t>behaviour</a:t>
            </a:r>
            <a:r>
              <a:rPr lang="en-GB" sz="1200" spc="-5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err="1">
                <a:latin typeface="+mn-lt"/>
                <a:cs typeface="Segoe UI"/>
              </a:rPr>
              <a:t>sed</a:t>
            </a:r>
            <a:r>
              <a:rPr lang="en-GB" sz="1200" spc="-5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print</a:t>
            </a:r>
            <a:r>
              <a:rPr lang="en-GB" sz="1200" spc="-60" noProof="0" dirty="0">
                <a:latin typeface="+mn-lt"/>
                <a:cs typeface="Segoe UI"/>
              </a:rPr>
              <a:t> </a:t>
            </a:r>
            <a:r>
              <a:rPr lang="en-GB" sz="1200" spc="-10" noProof="0" dirty="0">
                <a:latin typeface="+mn-lt"/>
                <a:cs typeface="Segoe UI"/>
              </a:rPr>
              <a:t>out</a:t>
            </a:r>
            <a:r>
              <a:rPr lang="en-GB" sz="1200" spc="-65" noProof="0" dirty="0">
                <a:latin typeface="+mn-lt"/>
                <a:cs typeface="Segoe UI"/>
              </a:rPr>
              <a:t> </a:t>
            </a:r>
            <a:r>
              <a:rPr lang="en-GB" sz="1200" spc="-20" noProof="0" dirty="0">
                <a:latin typeface="+mn-lt"/>
                <a:cs typeface="Segoe UI"/>
              </a:rPr>
              <a:t>all</a:t>
            </a:r>
            <a:r>
              <a:rPr lang="en-GB" sz="1200" spc="-15" noProof="0" dirty="0">
                <a:latin typeface="+mn-lt"/>
                <a:cs typeface="Segoe UI"/>
              </a:rPr>
              <a:t> </a:t>
            </a:r>
            <a:r>
              <a:rPr lang="en-GB" sz="1200" spc="-20" noProof="0" dirty="0">
                <a:latin typeface="+mn-lt"/>
                <a:cs typeface="Segoe UI"/>
              </a:rPr>
              <a:t>lines.</a:t>
            </a:r>
            <a:r>
              <a:rPr lang="en-GB" sz="1200" spc="204"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20" noProof="0" dirty="0">
                <a:latin typeface="+mn-lt"/>
                <a:cs typeface="Segoe UI"/>
              </a:rPr>
              <a:t>behaviour</a:t>
            </a:r>
            <a:r>
              <a:rPr lang="en-GB" sz="1200" spc="-7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20" noProof="0" dirty="0">
                <a:latin typeface="+mn-lt"/>
                <a:cs typeface="Segoe UI"/>
              </a:rPr>
              <a:t>consistent</a:t>
            </a:r>
            <a:r>
              <a:rPr lang="en-GB" sz="1200" spc="-6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20" noProof="0" dirty="0">
                <a:latin typeface="+mn-lt"/>
                <a:cs typeface="Segoe UI"/>
              </a:rPr>
              <a:t>its</a:t>
            </a:r>
            <a:r>
              <a:rPr lang="en-GB" sz="1200" spc="-30"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pipeline.</a:t>
            </a:r>
            <a:endParaRPr lang="en-GB" sz="1200" noProof="0" dirty="0">
              <a:latin typeface="+mn-lt"/>
              <a:cs typeface="Segoe UI"/>
            </a:endParaRPr>
          </a:p>
          <a:p>
            <a:pPr marL="12700" marR="112395">
              <a:lnSpc>
                <a:spcPct val="100000"/>
              </a:lnSpc>
              <a:spcBef>
                <a:spcPts val="605"/>
              </a:spcBef>
            </a:pPr>
            <a:r>
              <a:rPr lang="en-GB" sz="1200" spc="-15" noProof="0" dirty="0">
                <a:latin typeface="+mn-lt"/>
                <a:cs typeface="Segoe UI"/>
              </a:rPr>
              <a:t>The</a:t>
            </a:r>
            <a:r>
              <a:rPr lang="en-GB" sz="1200" spc="-80" noProof="0" dirty="0">
                <a:latin typeface="+mn-lt"/>
                <a:cs typeface="Segoe UI"/>
              </a:rPr>
              <a:t> </a:t>
            </a:r>
            <a:r>
              <a:rPr lang="en-GB" sz="1200" spc="-10" noProof="0" dirty="0">
                <a:latin typeface="+mn-lt"/>
                <a:cs typeface="Segoe UI"/>
              </a:rPr>
              <a:t>-n</a:t>
            </a:r>
            <a:r>
              <a:rPr lang="en-GB" sz="1200" spc="-50" noProof="0" dirty="0">
                <a:latin typeface="+mn-lt"/>
                <a:cs typeface="Segoe UI"/>
              </a:rPr>
              <a:t> </a:t>
            </a:r>
            <a:r>
              <a:rPr lang="en-GB" sz="1200" spc="-25" noProof="0" dirty="0">
                <a:latin typeface="+mn-lt"/>
                <a:cs typeface="Segoe UI"/>
              </a:rPr>
              <a:t>flag </a:t>
            </a:r>
            <a:r>
              <a:rPr lang="en-GB" sz="1200" spc="-20" noProof="0" dirty="0">
                <a:latin typeface="+mn-lt"/>
                <a:cs typeface="Segoe UI"/>
              </a:rPr>
              <a:t>can</a:t>
            </a:r>
            <a:r>
              <a:rPr lang="en-GB" sz="120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suppress</a:t>
            </a:r>
            <a:r>
              <a:rPr lang="en-GB" sz="1200" spc="-7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passing</a:t>
            </a:r>
            <a:r>
              <a:rPr lang="en-GB" sz="1200" spc="-50" noProof="0" dirty="0">
                <a:latin typeface="+mn-lt"/>
                <a:cs typeface="Segoe UI"/>
              </a:rPr>
              <a:t> </a:t>
            </a:r>
            <a:r>
              <a:rPr lang="en-GB" sz="1200" spc="-15" noProof="0" dirty="0">
                <a:latin typeface="+mn-lt"/>
                <a:cs typeface="Segoe UI"/>
              </a:rPr>
              <a:t>through</a:t>
            </a:r>
            <a:r>
              <a:rPr lang="en-GB" sz="1200" spc="-10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input</a:t>
            </a:r>
            <a:r>
              <a:rPr lang="en-GB" sz="1200" spc="-6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output,</a:t>
            </a:r>
            <a:r>
              <a:rPr lang="en-GB" sz="1200" spc="-60" noProof="0" dirty="0">
                <a:latin typeface="+mn-lt"/>
                <a:cs typeface="Segoe UI"/>
              </a:rPr>
              <a:t> </a:t>
            </a:r>
            <a:r>
              <a:rPr lang="en-GB" sz="1200" spc="-20" noProof="0" dirty="0">
                <a:latin typeface="+mn-lt"/>
                <a:cs typeface="Segoe UI"/>
              </a:rPr>
              <a:t>whether</a:t>
            </a:r>
            <a:r>
              <a:rPr lang="en-GB" sz="1200" spc="-45"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15" noProof="0" dirty="0">
                <a:latin typeface="+mn-lt"/>
                <a:cs typeface="Segoe UI"/>
              </a:rPr>
              <a:t>has </a:t>
            </a:r>
            <a:r>
              <a:rPr lang="en-GB" sz="1200" spc="-254" noProof="0" dirty="0">
                <a:latin typeface="+mn-lt"/>
                <a:cs typeface="Segoe UI"/>
              </a:rPr>
              <a:t> </a:t>
            </a:r>
            <a:r>
              <a:rPr lang="en-GB" sz="1200" spc="-15" noProof="0" dirty="0">
                <a:latin typeface="+mn-lt"/>
                <a:cs typeface="Segoe UI"/>
              </a:rPr>
              <a:t>been</a:t>
            </a:r>
            <a:r>
              <a:rPr lang="en-GB" sz="1200" spc="-85" noProof="0" dirty="0">
                <a:latin typeface="+mn-lt"/>
                <a:cs typeface="Segoe UI"/>
              </a:rPr>
              <a:t> </a:t>
            </a:r>
            <a:r>
              <a:rPr lang="en-GB" sz="1200" spc="-20" noProof="0" dirty="0">
                <a:latin typeface="+mn-lt"/>
                <a:cs typeface="Segoe UI"/>
              </a:rPr>
              <a:t>modified.</a:t>
            </a:r>
            <a:endParaRPr lang="en-GB" sz="1200" noProof="0" dirty="0">
              <a:latin typeface="+mn-lt"/>
              <a:cs typeface="Segoe UI"/>
            </a:endParaRPr>
          </a:p>
          <a:p>
            <a:pPr marL="12700">
              <a:lnSpc>
                <a:spcPct val="100000"/>
              </a:lnSpc>
              <a:spcBef>
                <a:spcPts val="600"/>
              </a:spcBef>
            </a:pPr>
            <a:r>
              <a:rPr lang="en-GB" sz="1200" spc="-15" noProof="0" dirty="0">
                <a:latin typeface="+mn-lt"/>
                <a:cs typeface="Segoe UI"/>
              </a:rPr>
              <a:t>When</a:t>
            </a:r>
            <a:r>
              <a:rPr lang="en-GB" sz="1200" spc="-80" noProof="0" dirty="0">
                <a:latin typeface="+mn-lt"/>
                <a:cs typeface="Segoe UI"/>
              </a:rPr>
              <a:t> </a:t>
            </a:r>
            <a:r>
              <a:rPr lang="en-GB" sz="1200" spc="-15" noProof="0" dirty="0">
                <a:latin typeface="+mn-lt"/>
                <a:cs typeface="Segoe UI"/>
              </a:rPr>
              <a:t>using</a:t>
            </a:r>
            <a:r>
              <a:rPr lang="en-GB" sz="1200" spc="-50" noProof="0" dirty="0">
                <a:latin typeface="+mn-lt"/>
                <a:cs typeface="Segoe UI"/>
              </a:rPr>
              <a:t> </a:t>
            </a:r>
            <a:r>
              <a:rPr lang="en-GB" sz="1200" spc="-20" noProof="0" dirty="0">
                <a:latin typeface="+mn-lt"/>
                <a:cs typeface="Segoe UI"/>
              </a:rPr>
              <a:t>this</a:t>
            </a:r>
            <a:r>
              <a:rPr lang="en-GB" sz="1200" spc="-55" noProof="0" dirty="0">
                <a:latin typeface="+mn-lt"/>
                <a:cs typeface="Segoe UI"/>
              </a:rPr>
              <a:t> </a:t>
            </a:r>
            <a:r>
              <a:rPr lang="en-GB" sz="1200" spc="-20" noProof="0" dirty="0">
                <a:latin typeface="+mn-lt"/>
                <a:cs typeface="Segoe UI"/>
              </a:rPr>
              <a:t>option</a:t>
            </a:r>
            <a:r>
              <a:rPr lang="en-GB" sz="1200" spc="-75" noProof="0" dirty="0">
                <a:latin typeface="+mn-lt"/>
                <a:cs typeface="Segoe UI"/>
              </a:rPr>
              <a:t> </a:t>
            </a:r>
            <a:r>
              <a:rPr lang="en-GB" sz="1200" spc="-20" noProof="0" dirty="0">
                <a:latin typeface="+mn-lt"/>
                <a:cs typeface="Segoe UI"/>
              </a:rPr>
              <a:t>each</a:t>
            </a:r>
            <a:r>
              <a:rPr lang="en-GB" sz="1200" noProof="0" dirty="0">
                <a:latin typeface="+mn-lt"/>
                <a:cs typeface="Segoe UI"/>
              </a:rPr>
              <a:t> </a:t>
            </a:r>
            <a:r>
              <a:rPr lang="en-GB" sz="1200" spc="-20" noProof="0" dirty="0">
                <a:latin typeface="+mn-lt"/>
                <a:cs typeface="Segoe UI"/>
              </a:rPr>
              <a:t>instruction</a:t>
            </a:r>
            <a:r>
              <a:rPr lang="en-GB" sz="1200" spc="-80" noProof="0" dirty="0">
                <a:latin typeface="+mn-lt"/>
                <a:cs typeface="Segoe UI"/>
              </a:rPr>
              <a:t> </a:t>
            </a:r>
            <a:r>
              <a:rPr lang="en-GB" sz="1200" spc="-15" noProof="0" dirty="0">
                <a:latin typeface="+mn-lt"/>
                <a:cs typeface="Segoe UI"/>
              </a:rPr>
              <a:t>must</a:t>
            </a:r>
            <a:r>
              <a:rPr lang="en-GB" sz="1200" spc="-35" noProof="0" dirty="0">
                <a:latin typeface="+mn-lt"/>
                <a:cs typeface="Segoe UI"/>
              </a:rPr>
              <a:t> </a:t>
            </a:r>
            <a:r>
              <a:rPr lang="en-GB" sz="1200" spc="-25" noProof="0" dirty="0">
                <a:latin typeface="+mn-lt"/>
                <a:cs typeface="Segoe UI"/>
              </a:rPr>
              <a:t>contain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print</a:t>
            </a:r>
            <a:r>
              <a:rPr lang="en-GB" sz="1200" spc="-6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“p”,</a:t>
            </a:r>
            <a:r>
              <a:rPr lang="en-GB" sz="1200" spc="-90" noProof="0" dirty="0">
                <a:latin typeface="+mn-lt"/>
                <a:cs typeface="Segoe UI"/>
              </a:rPr>
              <a:t> </a:t>
            </a:r>
            <a:r>
              <a:rPr lang="en-GB" sz="1200" spc="-20" noProof="0" dirty="0">
                <a:latin typeface="+mn-lt"/>
                <a:cs typeface="Segoe UI"/>
              </a:rPr>
              <a:t>without</a:t>
            </a:r>
            <a:r>
              <a:rPr lang="en-GB" sz="1200" spc="-35"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10" noProof="0" dirty="0">
                <a:latin typeface="+mn-lt"/>
                <a:cs typeface="Segoe UI"/>
              </a:rPr>
              <a:t>no</a:t>
            </a:r>
            <a:r>
              <a:rPr lang="en-GB" sz="1200" spc="-75" noProof="0" dirty="0">
                <a:latin typeface="+mn-lt"/>
                <a:cs typeface="Segoe UI"/>
              </a:rPr>
              <a:t> </a:t>
            </a:r>
            <a:r>
              <a:rPr lang="en-GB" sz="1200" spc="-15" noProof="0" dirty="0">
                <a:latin typeface="+mn-lt"/>
                <a:cs typeface="Segoe UI"/>
              </a:rPr>
              <a:t>output</a:t>
            </a:r>
            <a:r>
              <a:rPr lang="en-GB" sz="1200" spc="-60" noProof="0" dirty="0">
                <a:latin typeface="+mn-lt"/>
                <a:cs typeface="Segoe UI"/>
              </a:rPr>
              <a:t> </a:t>
            </a:r>
            <a:r>
              <a:rPr lang="en-GB" sz="1200" spc="-25" noProof="0" dirty="0">
                <a:latin typeface="+mn-lt"/>
                <a:cs typeface="Segoe UI"/>
              </a:rPr>
              <a:t>will </a:t>
            </a:r>
            <a:r>
              <a:rPr lang="en-GB" sz="1200" spc="-20" noProof="0" dirty="0">
                <a:latin typeface="+mn-lt"/>
                <a:cs typeface="Segoe UI"/>
              </a:rPr>
              <a:t>b</a:t>
            </a:r>
            <a:r>
              <a:rPr lang="en-GB" sz="1200" noProof="0" dirty="0">
                <a:latin typeface="+mn-lt"/>
                <a:cs typeface="Segoe UI"/>
              </a:rPr>
              <a:t>e</a:t>
            </a:r>
            <a:r>
              <a:rPr lang="en-GB" sz="1200" spc="-85" noProof="0" dirty="0">
                <a:latin typeface="+mn-lt"/>
                <a:cs typeface="Segoe UI"/>
              </a:rPr>
              <a:t> </a:t>
            </a:r>
            <a:r>
              <a:rPr lang="en-GB" sz="1200" spc="-20" noProof="0" dirty="0">
                <a:latin typeface="+mn-lt"/>
                <a:cs typeface="Segoe UI"/>
              </a:rPr>
              <a:t>g</a:t>
            </a:r>
            <a:r>
              <a:rPr lang="en-GB" sz="1200" spc="-25" noProof="0" dirty="0">
                <a:latin typeface="+mn-lt"/>
                <a:cs typeface="Segoe UI"/>
              </a:rPr>
              <a:t>e</a:t>
            </a:r>
            <a:r>
              <a:rPr lang="en-GB" sz="1200" spc="-20" noProof="0" dirty="0">
                <a:latin typeface="+mn-lt"/>
                <a:cs typeface="Segoe UI"/>
              </a:rPr>
              <a:t>n</a:t>
            </a:r>
            <a:r>
              <a:rPr lang="en-GB" sz="1200" spc="-25" noProof="0" dirty="0">
                <a:latin typeface="+mn-lt"/>
                <a:cs typeface="Segoe UI"/>
              </a:rPr>
              <a:t>e</a:t>
            </a:r>
            <a:r>
              <a:rPr lang="en-GB" sz="1200" spc="-15" noProof="0" dirty="0">
                <a:latin typeface="+mn-lt"/>
                <a:cs typeface="Segoe UI"/>
              </a:rPr>
              <a:t>r</a:t>
            </a:r>
            <a:r>
              <a:rPr lang="en-GB" sz="1200" spc="-35" noProof="0" dirty="0">
                <a:latin typeface="+mn-lt"/>
                <a:cs typeface="Segoe UI"/>
              </a:rPr>
              <a:t>a</a:t>
            </a:r>
            <a:r>
              <a:rPr lang="en-GB" sz="1200" spc="-30" noProof="0" dirty="0">
                <a:latin typeface="+mn-lt"/>
                <a:cs typeface="Segoe UI"/>
              </a:rPr>
              <a:t>t</a:t>
            </a:r>
            <a:r>
              <a:rPr lang="en-GB" sz="1200" spc="-25" noProof="0" dirty="0">
                <a:latin typeface="+mn-lt"/>
                <a:cs typeface="Segoe UI"/>
              </a:rPr>
              <a:t>e</a:t>
            </a:r>
            <a:r>
              <a:rPr lang="en-GB" sz="1200" spc="-20" noProof="0" dirty="0">
                <a:latin typeface="+mn-lt"/>
                <a:cs typeface="Segoe UI"/>
              </a:rPr>
              <a:t>d</a:t>
            </a:r>
            <a:r>
              <a:rPr lang="en-GB" sz="1200" noProof="0" dirty="0">
                <a:latin typeface="+mn-lt"/>
                <a:cs typeface="Segoe UI"/>
              </a:rPr>
              <a:t>.</a:t>
            </a:r>
          </a:p>
          <a:p>
            <a:pPr marL="12700" marR="2032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816889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Thus far we have seen examples of </a:t>
            </a:r>
            <a:r>
              <a:rPr lang="en-GB" noProof="0" dirty="0" err="1"/>
              <a:t>sed</a:t>
            </a:r>
            <a:r>
              <a:rPr lang="en-GB" noProof="0" dirty="0"/>
              <a:t> commands without addresses that apply to all lines, for example:  s/Berks/Berkshire/ and s/Hants/Hampshire/</a:t>
            </a:r>
          </a:p>
          <a:p>
            <a:r>
              <a:rPr lang="en-GB" noProof="0" dirty="0"/>
              <a:t>Commands given with </a:t>
            </a:r>
            <a:r>
              <a:rPr lang="en-GB" noProof="0" dirty="0" err="1"/>
              <a:t>sed</a:t>
            </a:r>
            <a:r>
              <a:rPr lang="en-GB" noProof="0" dirty="0"/>
              <a:t> may also be specified with line numbers, for example:  15s/Berks/Berkshire/ which says, “perform the search and replace only on line 15”.</a:t>
            </a:r>
          </a:p>
          <a:p>
            <a:endParaRPr lang="en-GB" noProof="0" dirty="0"/>
          </a:p>
          <a:p>
            <a:r>
              <a:rPr lang="en-GB" noProof="0" dirty="0"/>
              <a:t>Regular expressions may be used instead of line numbers, for instance</a:t>
            </a:r>
            <a:r>
              <a:rPr lang="en-GB" dirty="0"/>
              <a:t> </a:t>
            </a:r>
            <a:r>
              <a:rPr lang="en-GB" noProof="0" dirty="0"/>
              <a:t>/Reading/s/Berks/Berkshire/ says “on lines which contain the string ‘Reading’ perform the search and replace”.</a:t>
            </a:r>
          </a:p>
          <a:p>
            <a:endParaRPr lang="en-GB" noProof="0" dirty="0"/>
          </a:p>
          <a:p>
            <a:r>
              <a:rPr lang="en-GB" noProof="0" dirty="0"/>
              <a:t>Lines may be excluded by using a “!” symbol:</a:t>
            </a:r>
          </a:p>
          <a:p>
            <a:r>
              <a:rPr lang="en-GB" noProof="0" dirty="0"/>
              <a:t>/Reading/!s/Berks/Berkshire/</a:t>
            </a:r>
          </a:p>
          <a:p>
            <a:r>
              <a:rPr lang="en-GB" noProof="0" dirty="0"/>
              <a:t>…which says, “on lines which contain the string ‘Reading’ DO NOT perform the search and replace”.</a:t>
            </a:r>
          </a:p>
          <a:p>
            <a:endParaRPr lang="en-GB" noProof="0" dirty="0"/>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29</a:t>
            </a:fld>
            <a:endParaRPr lang="en-GB"/>
          </a:p>
        </p:txBody>
      </p:sp>
      <p:sp>
        <p:nvSpPr>
          <p:cNvPr id="6" name="Slide Image Placeholder 5">
            <a:extLst>
              <a:ext uri="{FF2B5EF4-FFF2-40B4-BE49-F238E27FC236}">
                <a16:creationId xmlns:a16="http://schemas.microsoft.com/office/drawing/2014/main" id="{154F8933-6A4F-F08A-5497-27C90C279A31}"/>
              </a:ext>
            </a:extLst>
          </p:cNvPr>
          <p:cNvSpPr>
            <a:spLocks noGrp="1" noRot="1" noChangeAspect="1"/>
          </p:cNvSpPr>
          <p:nvPr>
            <p:ph type="sldImg"/>
          </p:nvPr>
        </p:nvSpPr>
        <p:spPr/>
      </p:sp>
    </p:spTree>
    <p:extLst>
      <p:ext uri="{BB962C8B-B14F-4D97-AF65-F5344CB8AC3E}">
        <p14:creationId xmlns:p14="http://schemas.microsoft.com/office/powerpoint/2010/main" val="41070508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32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4424085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32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230031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5" noProof="0" dirty="0">
                <a:latin typeface="+mn-lt"/>
                <a:cs typeface="Segoe UI"/>
              </a:rPr>
              <a:t>A</a:t>
            </a:r>
            <a:r>
              <a:rPr lang="en-GB" sz="1200" spc="-20" noProof="0" dirty="0">
                <a:latin typeface="+mn-lt"/>
                <a:cs typeface="Segoe UI"/>
              </a:rPr>
              <a:t>bo</a:t>
            </a:r>
            <a:r>
              <a:rPr lang="en-GB" sz="1200" spc="-30" noProof="0" dirty="0">
                <a:latin typeface="+mn-lt"/>
                <a:cs typeface="Segoe UI"/>
              </a:rPr>
              <a:t>v</a:t>
            </a:r>
            <a:r>
              <a:rPr lang="en-GB" sz="1200" noProof="0" dirty="0">
                <a:latin typeface="+mn-lt"/>
                <a:cs typeface="Segoe UI"/>
              </a:rPr>
              <a:t>e</a:t>
            </a:r>
            <a:r>
              <a:rPr lang="en-GB" sz="1200" spc="-85" noProof="0" dirty="0">
                <a:latin typeface="+mn-lt"/>
                <a:cs typeface="Segoe UI"/>
              </a:rPr>
              <a:t> </a:t>
            </a:r>
            <a:r>
              <a:rPr lang="en-GB" sz="1200" spc="-35" noProof="0" dirty="0">
                <a:latin typeface="+mn-lt"/>
                <a:cs typeface="Segoe UI"/>
              </a:rPr>
              <a:t>a</a:t>
            </a:r>
            <a:r>
              <a:rPr lang="en-GB" sz="1200" spc="-15" noProof="0" dirty="0">
                <a:latin typeface="+mn-lt"/>
                <a:cs typeface="Segoe UI"/>
              </a:rPr>
              <a:t>r</a:t>
            </a:r>
            <a:r>
              <a:rPr lang="en-GB" sz="1200" noProof="0" dirty="0">
                <a:latin typeface="+mn-lt"/>
                <a:cs typeface="Segoe UI"/>
              </a:rPr>
              <a:t>e</a:t>
            </a:r>
            <a:r>
              <a:rPr lang="en-GB" sz="1200" spc="-35" noProof="0" dirty="0">
                <a:latin typeface="+mn-lt"/>
                <a:cs typeface="Segoe UI"/>
              </a:rPr>
              <a:t> </a:t>
            </a:r>
            <a:r>
              <a:rPr lang="en-GB" sz="1200" spc="-25" noProof="0" dirty="0">
                <a:latin typeface="+mn-lt"/>
                <a:cs typeface="Segoe UI"/>
              </a:rPr>
              <a:t>e</a:t>
            </a:r>
            <a:r>
              <a:rPr lang="en-GB" sz="1200" spc="-35" noProof="0" dirty="0">
                <a:latin typeface="+mn-lt"/>
                <a:cs typeface="Segoe UI"/>
              </a:rPr>
              <a:t>xa</a:t>
            </a:r>
            <a:r>
              <a:rPr lang="en-GB" sz="1200" spc="-25" noProof="0" dirty="0">
                <a:latin typeface="+mn-lt"/>
                <a:cs typeface="Segoe UI"/>
              </a:rPr>
              <a:t>m</a:t>
            </a:r>
            <a:r>
              <a:rPr lang="en-GB" sz="1200" spc="-20" noProof="0" dirty="0">
                <a:latin typeface="+mn-lt"/>
                <a:cs typeface="Segoe UI"/>
              </a:rPr>
              <a:t>p</a:t>
            </a:r>
            <a:r>
              <a:rPr lang="en-GB" sz="1200" spc="-30" noProof="0" dirty="0">
                <a:latin typeface="+mn-lt"/>
                <a:cs typeface="Segoe UI"/>
              </a:rPr>
              <a:t>l</a:t>
            </a:r>
            <a:r>
              <a:rPr lang="en-GB" sz="1200" spc="-25" noProof="0" dirty="0">
                <a:latin typeface="+mn-lt"/>
                <a:cs typeface="Segoe UI"/>
              </a:rPr>
              <a:t>e</a:t>
            </a:r>
            <a:r>
              <a:rPr lang="en-GB" sz="1200" noProof="0" dirty="0">
                <a:latin typeface="+mn-lt"/>
                <a:cs typeface="Segoe UI"/>
              </a:rPr>
              <a:t>s</a:t>
            </a:r>
            <a:r>
              <a:rPr lang="en-GB" sz="1200" spc="-30" noProof="0" dirty="0">
                <a:latin typeface="+mn-lt"/>
                <a:cs typeface="Segoe UI"/>
              </a:rPr>
              <a:t> </a:t>
            </a:r>
            <a:r>
              <a:rPr lang="en-GB" sz="1200" spc="-20" noProof="0" dirty="0">
                <a:latin typeface="+mn-lt"/>
                <a:cs typeface="Segoe UI"/>
              </a:rPr>
              <a:t>o</a:t>
            </a:r>
            <a:r>
              <a:rPr lang="en-GB" sz="1200" noProof="0" dirty="0">
                <a:latin typeface="+mn-lt"/>
                <a:cs typeface="Segoe UI"/>
              </a:rPr>
              <a:t>f</a:t>
            </a:r>
            <a:r>
              <a:rPr lang="en-GB" sz="1200" spc="-40" noProof="0" dirty="0">
                <a:latin typeface="+mn-lt"/>
                <a:cs typeface="Segoe UI"/>
              </a:rPr>
              <a:t> </a:t>
            </a:r>
            <a:r>
              <a:rPr lang="en-GB" sz="1200" spc="-20" noProof="0" dirty="0" err="1">
                <a:latin typeface="+mn-lt"/>
                <a:cs typeface="Segoe UI"/>
              </a:rPr>
              <a:t>s</a:t>
            </a:r>
            <a:r>
              <a:rPr lang="en-GB" sz="1200" spc="-25" noProof="0" dirty="0" err="1">
                <a:latin typeface="+mn-lt"/>
                <a:cs typeface="Segoe UI"/>
              </a:rPr>
              <a:t>e</a:t>
            </a:r>
            <a:r>
              <a:rPr lang="en-GB" sz="1200" noProof="0" dirty="0" err="1">
                <a:latin typeface="+mn-lt"/>
                <a:cs typeface="Segoe UI"/>
              </a:rPr>
              <a:t>d</a:t>
            </a:r>
            <a:r>
              <a:rPr lang="en-GB" sz="1200" spc="-55" noProof="0" dirty="0">
                <a:latin typeface="+mn-lt"/>
                <a:cs typeface="Segoe UI"/>
              </a:rPr>
              <a:t> </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mm</a:t>
            </a:r>
            <a:r>
              <a:rPr lang="en-GB" sz="1200" spc="-35" noProof="0" dirty="0">
                <a:latin typeface="+mn-lt"/>
                <a:cs typeface="Segoe UI"/>
              </a:rPr>
              <a:t>a</a:t>
            </a:r>
            <a:r>
              <a:rPr lang="en-GB" sz="1200" spc="-20" noProof="0" dirty="0">
                <a:latin typeface="+mn-lt"/>
                <a:cs typeface="Segoe UI"/>
              </a:rPr>
              <a:t>nds</a:t>
            </a:r>
            <a:r>
              <a:rPr lang="en-GB" sz="1200" noProof="0" dirty="0">
                <a:latin typeface="+mn-lt"/>
                <a:cs typeface="Segoe UI"/>
              </a:rPr>
              <a:t>.</a:t>
            </a:r>
          </a:p>
          <a:p>
            <a:pPr marL="241300" marR="48260" indent="-228600">
              <a:lnSpc>
                <a:spcPct val="100000"/>
              </a:lnSpc>
              <a:spcBef>
                <a:spcPts val="605"/>
              </a:spcBef>
              <a:buFont typeface="+mj-lt"/>
              <a:buAutoNum type="arabicPeriod"/>
              <a:tabLst>
                <a:tab pos="180975" algn="l"/>
              </a:tabLst>
            </a:pPr>
            <a:r>
              <a:rPr lang="en-GB" sz="1200" spc="-15" noProof="0" dirty="0">
                <a:latin typeface="+mn-lt"/>
                <a:cs typeface="Segoe UI"/>
              </a:rPr>
              <a:t> The</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inserts</a:t>
            </a:r>
            <a:r>
              <a:rPr lang="en-GB" sz="1200" spc="-50"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20" noProof="0" dirty="0">
                <a:latin typeface="+mn-lt"/>
                <a:cs typeface="Segoe UI"/>
              </a:rPr>
              <a:t>line</a:t>
            </a:r>
            <a:r>
              <a:rPr lang="en-GB" sz="1200" spc="-5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text</a:t>
            </a:r>
            <a:r>
              <a:rPr lang="en-GB" sz="1200" spc="-15" noProof="0" dirty="0">
                <a:latin typeface="+mn-lt"/>
                <a:cs typeface="Segoe UI"/>
              </a:rPr>
              <a:t> before</a:t>
            </a:r>
            <a:r>
              <a:rPr lang="en-GB" sz="1200" spc="-55" noProof="0" dirty="0">
                <a:latin typeface="+mn-lt"/>
                <a:cs typeface="Segoe UI"/>
              </a:rPr>
              <a:t> </a:t>
            </a:r>
            <a:r>
              <a:rPr lang="en-GB" sz="1200" spc="-20" noProof="0" dirty="0">
                <a:latin typeface="+mn-lt"/>
                <a:cs typeface="Segoe UI"/>
              </a:rPr>
              <a:t>line</a:t>
            </a:r>
            <a:r>
              <a:rPr lang="en-GB" sz="1200" spc="-55" noProof="0" dirty="0">
                <a:latin typeface="+mn-lt"/>
                <a:cs typeface="Segoe UI"/>
              </a:rPr>
              <a:t> </a:t>
            </a:r>
            <a:r>
              <a:rPr lang="en-GB" sz="1200" spc="-10" noProof="0" dirty="0">
                <a:latin typeface="+mn-lt"/>
                <a:cs typeface="Segoe UI"/>
              </a:rPr>
              <a:t>1.</a:t>
            </a:r>
            <a:endParaRPr lang="en-GB" sz="1200" noProof="0" dirty="0">
              <a:latin typeface="+mn-lt"/>
              <a:cs typeface="Segoe UI"/>
            </a:endParaRPr>
          </a:p>
          <a:p>
            <a:pPr marL="241300" marR="5080" indent="-228600">
              <a:lnSpc>
                <a:spcPct val="100000"/>
              </a:lnSpc>
              <a:spcBef>
                <a:spcPts val="600"/>
              </a:spcBef>
              <a:buFont typeface="+mj-lt"/>
              <a:buAutoNum type="arabicPeriod"/>
              <a:tabLst>
                <a:tab pos="180975" algn="l"/>
              </a:tabLst>
            </a:pPr>
            <a:r>
              <a:rPr lang="en-GB" sz="1200" spc="-15" noProof="0" dirty="0">
                <a:latin typeface="+mn-lt"/>
                <a:cs typeface="Segoe UI"/>
              </a:rPr>
              <a:t> The</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appends</a:t>
            </a:r>
            <a:r>
              <a:rPr lang="en-GB" sz="1200" spc="-75"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20" noProof="0" dirty="0">
                <a:latin typeface="+mn-lt"/>
                <a:cs typeface="Segoe UI"/>
              </a:rPr>
              <a:t>line</a:t>
            </a:r>
            <a:r>
              <a:rPr lang="en-GB" sz="1200" spc="-50" noProof="0" dirty="0">
                <a:latin typeface="+mn-lt"/>
                <a:cs typeface="Segoe UI"/>
              </a:rPr>
              <a:t> </a:t>
            </a:r>
            <a:r>
              <a:rPr lang="en-GB" sz="1200" spc="-25" noProof="0" dirty="0">
                <a:latin typeface="+mn-lt"/>
                <a:cs typeface="Segoe UI"/>
              </a:rPr>
              <a:t>after</a:t>
            </a:r>
            <a:r>
              <a:rPr lang="en-GB" sz="120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last</a:t>
            </a:r>
            <a:r>
              <a:rPr lang="en-GB" sz="1200" spc="-10" noProof="0" dirty="0">
                <a:latin typeface="+mn-lt"/>
                <a:cs typeface="Segoe UI"/>
              </a:rPr>
              <a:t> </a:t>
            </a:r>
            <a:r>
              <a:rPr lang="en-GB" sz="1200" spc="-20" noProof="0" dirty="0">
                <a:latin typeface="+mn-lt"/>
                <a:cs typeface="Segoe UI"/>
              </a:rPr>
              <a:t>line</a:t>
            </a:r>
            <a:r>
              <a:rPr lang="en-GB" sz="1200" spc="-5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a:t>
            </a:r>
            <a:r>
              <a:rPr lang="en-GB" sz="1200" spc="-25" noProof="0" dirty="0">
                <a:latin typeface="+mn-lt"/>
                <a:cs typeface="Segoe UI"/>
              </a:rPr>
              <a:t> file</a:t>
            </a:r>
            <a:r>
              <a:rPr lang="en-GB" sz="1200" spc="-20" noProof="0" dirty="0">
                <a:latin typeface="+mn-lt"/>
                <a:cs typeface="Segoe UI"/>
              </a:rPr>
              <a:t>.</a:t>
            </a:r>
            <a:endParaRPr lang="en-GB" sz="1200" noProof="0" dirty="0">
              <a:latin typeface="+mn-lt"/>
              <a:cs typeface="Segoe UI"/>
            </a:endParaRPr>
          </a:p>
          <a:p>
            <a:pPr marL="240665" indent="-228600">
              <a:lnSpc>
                <a:spcPct val="100000"/>
              </a:lnSpc>
              <a:spcBef>
                <a:spcPts val="600"/>
              </a:spcBef>
              <a:buFont typeface="+mj-lt"/>
              <a:buAutoNum type="arabicPeriod"/>
              <a:tabLst>
                <a:tab pos="180975" algn="l"/>
              </a:tabLst>
            </a:pPr>
            <a:r>
              <a:rPr lang="en-GB" sz="1200" spc="-15" noProof="0" dirty="0">
                <a:latin typeface="+mn-lt"/>
                <a:cs typeface="Segoe UI"/>
              </a:rPr>
              <a:t> The</a:t>
            </a:r>
            <a:r>
              <a:rPr lang="en-GB" sz="1200" spc="-6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performs</a:t>
            </a:r>
            <a:r>
              <a:rPr lang="en-GB" sz="1200" spc="-8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change</a:t>
            </a:r>
            <a:r>
              <a:rPr lang="en-GB" sz="1200" spc="-30" noProof="0" dirty="0">
                <a:latin typeface="+mn-lt"/>
                <a:cs typeface="Segoe UI"/>
              </a:rPr>
              <a:t> </a:t>
            </a:r>
            <a:r>
              <a:rPr lang="en-GB" sz="1200" spc="-10" noProof="0" dirty="0">
                <a:latin typeface="+mn-lt"/>
                <a:cs typeface="Segoe UI"/>
              </a:rPr>
              <a:t>on</a:t>
            </a:r>
            <a:r>
              <a:rPr lang="en-GB" sz="1200" spc="-55" noProof="0" dirty="0">
                <a:latin typeface="+mn-lt"/>
                <a:cs typeface="Segoe UI"/>
              </a:rPr>
              <a:t> </a:t>
            </a:r>
            <a:r>
              <a:rPr lang="en-GB" sz="1200" spc="-20" noProof="0" dirty="0">
                <a:latin typeface="+mn-lt"/>
                <a:cs typeface="Segoe UI"/>
              </a:rPr>
              <a:t>all</a:t>
            </a:r>
            <a:r>
              <a:rPr lang="en-GB" sz="1200" spc="-35" noProof="0" dirty="0">
                <a:latin typeface="+mn-lt"/>
                <a:cs typeface="Segoe UI"/>
              </a:rPr>
              <a:t> </a:t>
            </a:r>
            <a:r>
              <a:rPr lang="en-GB" sz="1200" spc="-20" noProof="0" dirty="0">
                <a:latin typeface="+mn-lt"/>
                <a:cs typeface="Segoe UI"/>
              </a:rPr>
              <a:t>lines</a:t>
            </a:r>
            <a:r>
              <a:rPr lang="en-GB" sz="1200" spc="-5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20" noProof="0" dirty="0">
                <a:latin typeface="+mn-lt"/>
                <a:cs typeface="Segoe UI"/>
              </a:rPr>
              <a:t>“&lt;TITLE&gt;”</a:t>
            </a:r>
            <a:r>
              <a:rPr lang="en-GB" sz="1200" spc="-5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read</a:t>
            </a:r>
            <a:r>
              <a:rPr lang="en-GB" sz="1200" spc="-55" noProof="0" dirty="0">
                <a:latin typeface="+mn-lt"/>
                <a:cs typeface="Segoe UI"/>
              </a:rPr>
              <a:t> </a:t>
            </a:r>
            <a:r>
              <a:rPr lang="en-GB" sz="1200" spc="-20" noProof="0" dirty="0">
                <a:latin typeface="+mn-lt"/>
                <a:cs typeface="Segoe UI"/>
              </a:rPr>
              <a:t>“&lt;TITLE&gt;New</a:t>
            </a:r>
            <a:r>
              <a:rPr lang="en-GB" sz="1200" spc="-40" noProof="0" dirty="0">
                <a:latin typeface="+mn-lt"/>
                <a:cs typeface="Segoe UI"/>
              </a:rPr>
              <a:t> </a:t>
            </a:r>
            <a:r>
              <a:rPr lang="en-GB" sz="1200" spc="-20" noProof="0" dirty="0">
                <a:latin typeface="+mn-lt"/>
                <a:cs typeface="Segoe UI"/>
              </a:rPr>
              <a:t>Menu&lt;/TITLE&gt;”. Note</a:t>
            </a:r>
            <a:r>
              <a:rPr lang="en-GB" sz="1200" spc="-6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entire</a:t>
            </a:r>
            <a:r>
              <a:rPr lang="en-GB" sz="1200" spc="-30" noProof="0" dirty="0">
                <a:latin typeface="+mn-lt"/>
                <a:cs typeface="Segoe UI"/>
              </a:rPr>
              <a:t> </a:t>
            </a:r>
            <a:r>
              <a:rPr lang="en-GB" sz="1200" spc="-20" noProof="0" dirty="0">
                <a:latin typeface="+mn-lt"/>
                <a:cs typeface="Segoe UI"/>
              </a:rPr>
              <a:t>line</a:t>
            </a:r>
            <a:r>
              <a:rPr lang="en-GB" sz="1200" spc="-5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changed</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new</a:t>
            </a:r>
            <a:r>
              <a:rPr lang="en-GB" sz="1200" spc="-45" noProof="0" dirty="0">
                <a:latin typeface="+mn-lt"/>
                <a:cs typeface="Segoe UI"/>
              </a:rPr>
              <a:t> </a:t>
            </a:r>
            <a:r>
              <a:rPr lang="en-GB" sz="1200" spc="-25" noProof="0" dirty="0">
                <a:latin typeface="+mn-lt"/>
                <a:cs typeface="Segoe UI"/>
              </a:rPr>
              <a:t>text,</a:t>
            </a:r>
            <a:r>
              <a:rPr lang="en-GB" sz="1200" spc="-10" noProof="0" dirty="0">
                <a:latin typeface="+mn-lt"/>
                <a:cs typeface="Segoe UI"/>
              </a:rPr>
              <a:t> not</a:t>
            </a:r>
            <a:r>
              <a:rPr lang="en-GB" sz="1200" spc="-60" noProof="0" dirty="0">
                <a:latin typeface="+mn-lt"/>
                <a:cs typeface="Segoe UI"/>
              </a:rPr>
              <a:t> </a:t>
            </a:r>
            <a:r>
              <a:rPr lang="en-GB" sz="1200" spc="-15" noProof="0" dirty="0">
                <a:latin typeface="+mn-lt"/>
                <a:cs typeface="Segoe UI"/>
              </a:rPr>
              <a:t>just</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string</a:t>
            </a:r>
            <a:r>
              <a:rPr lang="en-GB" sz="1200" spc="-75" noProof="0" dirty="0">
                <a:latin typeface="+mn-lt"/>
                <a:cs typeface="Segoe UI"/>
              </a:rPr>
              <a:t> </a:t>
            </a:r>
            <a:r>
              <a:rPr lang="en-GB" sz="1200" spc="-20" noProof="0" dirty="0">
                <a:latin typeface="+mn-lt"/>
                <a:cs typeface="Segoe UI"/>
              </a:rPr>
              <a:t>searched</a:t>
            </a:r>
            <a:r>
              <a:rPr lang="en-GB" sz="1200" spc="-25" noProof="0" dirty="0">
                <a:latin typeface="+mn-lt"/>
                <a:cs typeface="Segoe UI"/>
              </a:rPr>
              <a:t> </a:t>
            </a:r>
            <a:r>
              <a:rPr lang="en-GB" sz="1200" spc="-15" noProof="0" dirty="0">
                <a:latin typeface="+mn-lt"/>
                <a:cs typeface="Segoe UI"/>
              </a:rPr>
              <a:t>for.</a:t>
            </a:r>
            <a:endParaRPr lang="en-GB" sz="1200" noProof="0" dirty="0">
              <a:latin typeface="+mn-lt"/>
              <a:cs typeface="Segoe UI"/>
            </a:endParaRPr>
          </a:p>
          <a:p>
            <a:pPr marL="241300" marR="267335" indent="-228600">
              <a:lnSpc>
                <a:spcPct val="100000"/>
              </a:lnSpc>
              <a:spcBef>
                <a:spcPts val="600"/>
              </a:spcBef>
              <a:buFont typeface="+mj-lt"/>
              <a:buAutoNum type="arabicPeriod"/>
              <a:tabLst>
                <a:tab pos="180975" algn="l"/>
              </a:tabLst>
            </a:pPr>
            <a:r>
              <a:rPr lang="en-GB" sz="1200" spc="-25" noProof="0" dirty="0">
                <a:latin typeface="+mn-lt"/>
                <a:cs typeface="Segoe UI"/>
              </a:rPr>
              <a:t> Finally, </a:t>
            </a:r>
            <a:r>
              <a:rPr lang="en-GB" sz="1200" spc="-15" noProof="0" dirty="0">
                <a:latin typeface="+mn-lt"/>
                <a:cs typeface="Segoe UI"/>
              </a:rPr>
              <a:t>an </a:t>
            </a:r>
            <a:r>
              <a:rPr lang="en-GB" sz="1200" spc="-25" noProof="0" dirty="0">
                <a:latin typeface="+mn-lt"/>
                <a:cs typeface="Segoe UI"/>
              </a:rPr>
              <a:t>example </a:t>
            </a:r>
            <a:r>
              <a:rPr lang="en-GB" sz="1200" spc="-10" noProof="0" dirty="0">
                <a:latin typeface="+mn-lt"/>
                <a:cs typeface="Segoe UI"/>
              </a:rPr>
              <a:t>of </a:t>
            </a:r>
            <a:r>
              <a:rPr lang="en-GB" sz="1200" spc="-20" noProof="0" dirty="0">
                <a:latin typeface="+mn-lt"/>
                <a:cs typeface="Segoe UI"/>
              </a:rPr>
              <a:t>substitute which </a:t>
            </a:r>
            <a:r>
              <a:rPr lang="en-GB" sz="1200" spc="-15" noProof="0" dirty="0">
                <a:latin typeface="+mn-lt"/>
                <a:cs typeface="Segoe UI"/>
              </a:rPr>
              <a:t>does </a:t>
            </a:r>
            <a:r>
              <a:rPr lang="en-GB" sz="1200" spc="-10" noProof="0" dirty="0">
                <a:latin typeface="+mn-lt"/>
                <a:cs typeface="Segoe UI"/>
              </a:rPr>
              <a:t>not use </a:t>
            </a:r>
            <a:r>
              <a:rPr lang="en-GB" sz="1200" spc="-15" noProof="0" dirty="0">
                <a:latin typeface="+mn-lt"/>
                <a:cs typeface="Segoe UI"/>
              </a:rPr>
              <a:t>the </a:t>
            </a:r>
            <a:r>
              <a:rPr lang="en-GB" sz="1200" spc="-20" noProof="0" dirty="0">
                <a:latin typeface="+mn-lt"/>
                <a:cs typeface="Segoe UI"/>
              </a:rPr>
              <a:t>“/” </a:t>
            </a:r>
            <a:r>
              <a:rPr lang="en-GB" sz="1200" spc="-15" noProof="0" dirty="0">
                <a:latin typeface="+mn-lt"/>
                <a:cs typeface="Segoe UI"/>
              </a:rPr>
              <a:t>to </a:t>
            </a:r>
            <a:r>
              <a:rPr lang="en-GB" sz="1200" spc="-25" noProof="0" dirty="0">
                <a:latin typeface="+mn-lt"/>
                <a:cs typeface="Segoe UI"/>
              </a:rPr>
              <a:t>delimit </a:t>
            </a:r>
            <a:r>
              <a:rPr lang="en-GB" sz="1200" spc="-15" noProof="0" dirty="0">
                <a:latin typeface="+mn-lt"/>
                <a:cs typeface="Segoe UI"/>
              </a:rPr>
              <a:t>the </a:t>
            </a:r>
            <a:r>
              <a:rPr lang="en-GB" sz="1200" spc="-20" noProof="0" dirty="0">
                <a:latin typeface="+mn-lt"/>
                <a:cs typeface="Segoe UI"/>
              </a:rPr>
              <a:t>search pattern </a:t>
            </a:r>
            <a:r>
              <a:rPr lang="en-GB" sz="1200" spc="-15" noProof="0" dirty="0">
                <a:latin typeface="+mn-lt"/>
                <a:cs typeface="Segoe UI"/>
              </a:rPr>
              <a:t>and </a:t>
            </a:r>
            <a:r>
              <a:rPr lang="en-GB" sz="1200" spc="-10" noProof="0" dirty="0">
                <a:latin typeface="+mn-lt"/>
                <a:cs typeface="Segoe UI"/>
              </a:rPr>
              <a:t> </a:t>
            </a:r>
            <a:r>
              <a:rPr lang="en-GB" sz="1200" spc="-20" noProof="0" dirty="0">
                <a:latin typeface="+mn-lt"/>
                <a:cs typeface="Segoe UI"/>
              </a:rPr>
              <a:t>replacement strings.</a:t>
            </a:r>
          </a:p>
        </p:txBody>
      </p:sp>
      <p:sp>
        <p:nvSpPr>
          <p:cNvPr id="4" name="Slide Number Placeholder 3"/>
          <p:cNvSpPr>
            <a:spLocks noGrp="1"/>
          </p:cNvSpPr>
          <p:nvPr>
            <p:ph type="sldNum" sz="quarter" idx="5"/>
          </p:nvPr>
        </p:nvSpPr>
        <p:spPr/>
        <p:txBody>
          <a:bodyPr/>
          <a:lstStyle/>
          <a:p>
            <a:fld id="{548901C6-1DA1-FB44-ABEE-06A0FEB7738E}" type="slidenum">
              <a:rPr lang="en-GB" smtClean="0"/>
              <a:pPr/>
              <a:t>32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544228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889413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34</a:t>
            </a:fld>
            <a:endParaRPr lang="en-GB"/>
          </a:p>
        </p:txBody>
      </p:sp>
    </p:spTree>
    <p:extLst>
      <p:ext uri="{BB962C8B-B14F-4D97-AF65-F5344CB8AC3E}">
        <p14:creationId xmlns:p14="http://schemas.microsoft.com/office/powerpoint/2010/main" val="4715313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Wildcard characters are used mostly by shells, for the purpose of generating filenames. Regular Expression characters are used by variety of tools, utilities and programming languages for the purpose of matching patterns in data sets. The most prominent tools using regex are: </a:t>
            </a:r>
            <a:r>
              <a:rPr lang="en-US" noProof="0" dirty="0">
                <a:latin typeface="Hack" panose="020B0609030202020204" pitchFamily="49" charset="0"/>
                <a:ea typeface="Hack" panose="020B0609030202020204" pitchFamily="49" charset="0"/>
                <a:cs typeface="Hack" panose="020B0609030202020204" pitchFamily="49" charset="0"/>
              </a:rPr>
              <a:t>grep</a:t>
            </a:r>
            <a:r>
              <a:rPr lang="en-US" noProof="0" dirty="0">
                <a:latin typeface="+mn-lt"/>
              </a:rPr>
              <a:t>, </a:t>
            </a:r>
            <a:r>
              <a:rPr lang="en-US" noProof="0" dirty="0">
                <a:latin typeface="Hack" panose="020B0609030202020204" pitchFamily="49" charset="0"/>
                <a:ea typeface="Hack" panose="020B0609030202020204" pitchFamily="49" charset="0"/>
                <a:cs typeface="Hack" panose="020B0609030202020204" pitchFamily="49" charset="0"/>
              </a:rPr>
              <a:t>sed</a:t>
            </a:r>
            <a:r>
              <a:rPr lang="en-US" noProof="0" dirty="0">
                <a:latin typeface="+mn-lt"/>
              </a:rPr>
              <a:t>, </a:t>
            </a:r>
            <a:r>
              <a:rPr lang="en-US" noProof="0" dirty="0">
                <a:latin typeface="Hack" panose="020B0609030202020204" pitchFamily="49" charset="0"/>
                <a:ea typeface="Hack" panose="020B0609030202020204" pitchFamily="49" charset="0"/>
                <a:cs typeface="Hack" panose="020B0609030202020204" pitchFamily="49" charset="0"/>
              </a:rPr>
              <a:t>awk</a:t>
            </a:r>
            <a:r>
              <a:rPr lang="en-US" noProof="0" dirty="0">
                <a:latin typeface="+mn-lt"/>
              </a:rPr>
              <a:t> and </a:t>
            </a:r>
            <a:r>
              <a:rPr lang="en-US" noProof="0" dirty="0" err="1">
                <a:latin typeface="Hack" panose="020B0609030202020204" pitchFamily="49" charset="0"/>
                <a:ea typeface="Hack" panose="020B0609030202020204" pitchFamily="49" charset="0"/>
                <a:cs typeface="Hack" panose="020B0609030202020204" pitchFamily="49" charset="0"/>
              </a:rPr>
              <a:t>perl</a:t>
            </a:r>
            <a:r>
              <a:rPr lang="en-US" noProof="0" dirty="0">
                <a:latin typeface="+mn-lt"/>
              </a:rPr>
              <a:t>.</a:t>
            </a:r>
          </a:p>
          <a:p>
            <a:pPr marL="228600" indent="-228600">
              <a:buFont typeface="+mj-lt"/>
              <a:buAutoNum type="alphaLcParenR"/>
            </a:pPr>
            <a:r>
              <a:rPr lang="en-US" noProof="0" dirty="0">
                <a:latin typeface="+mn-lt"/>
              </a:rPr>
              <a:t>Wildcards: * Regular Expressions:	.*</a:t>
            </a:r>
          </a:p>
          <a:p>
            <a:pPr marL="228600" indent="-228600">
              <a:buFont typeface="+mj-lt"/>
              <a:buAutoNum type="alphaLcParenR"/>
            </a:pPr>
            <a:r>
              <a:rPr lang="en-US" noProof="0" dirty="0">
                <a:latin typeface="+mn-lt"/>
              </a:rPr>
              <a:t>Only the second line, because we used both ‘anchoring’ characters, which – in this instance – mean: display lines that contain precisely four characters: c, o, n and f. </a:t>
            </a:r>
          </a:p>
          <a:p>
            <a:pPr marL="228600" indent="-228600">
              <a:buFont typeface="+mj-lt"/>
              <a:buAutoNum type="alphaLcParenR"/>
            </a:pPr>
            <a:r>
              <a:rPr lang="en-US" noProof="0" dirty="0">
                <a:latin typeface="+mn-lt"/>
              </a:rPr>
              <a:t>During the scan the shell will empty the file (unless </a:t>
            </a:r>
            <a:r>
              <a:rPr lang="en-US" b="1" noProof="0" dirty="0" err="1">
                <a:latin typeface="Hack" panose="020B0609030202020204" pitchFamily="49" charset="0"/>
                <a:ea typeface="Hack" panose="020B0609030202020204" pitchFamily="49" charset="0"/>
                <a:cs typeface="Hack" panose="020B0609030202020204" pitchFamily="49" charset="0"/>
              </a:rPr>
              <a:t>noclobber</a:t>
            </a:r>
            <a:r>
              <a:rPr lang="en-US" noProof="0" dirty="0">
                <a:latin typeface="+mn-lt"/>
              </a:rPr>
              <a:t> option is set). Moral of the story: never redirect into a file you want to operate on. </a:t>
            </a:r>
          </a:p>
        </p:txBody>
      </p:sp>
      <p:sp>
        <p:nvSpPr>
          <p:cNvPr id="4" name="Slide Number Placeholder 3"/>
          <p:cNvSpPr>
            <a:spLocks noGrp="1"/>
          </p:cNvSpPr>
          <p:nvPr>
            <p:ph type="sldNum" sz="quarter" idx="5"/>
          </p:nvPr>
        </p:nvSpPr>
        <p:spPr/>
        <p:txBody>
          <a:bodyPr/>
          <a:lstStyle/>
          <a:p>
            <a:fld id="{548901C6-1DA1-FB44-ABEE-06A0FEB7738E}" type="slidenum">
              <a:rPr lang="en-GB" smtClean="0"/>
              <a:pPr/>
              <a:t>35</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9111483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36</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3569930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37</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9429516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9A28EA-8AB7-4557-90FD-5DE8F6DD229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81833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28.png"/><Relationship Id="rId4" Type="http://schemas.openxmlformats.org/officeDocument/2006/relationships/image" Target="../media/image32.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Master" Target="../slideMasters/slideMaster4.xml"/><Relationship Id="rId5" Type="http://schemas.openxmlformats.org/officeDocument/2006/relationships/image" Target="../media/image28.png"/><Relationship Id="rId4" Type="http://schemas.openxmlformats.org/officeDocument/2006/relationships/image" Target="../media/image38.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0.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4.xml"/><Relationship Id="rId4" Type="http://schemas.openxmlformats.org/officeDocument/2006/relationships/image" Target="../media/image22.emf"/></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44.emf"/></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png"/><Relationship Id="rId1" Type="http://schemas.openxmlformats.org/officeDocument/2006/relationships/slideMaster" Target="../slideMasters/slideMaster6.xml"/><Relationship Id="rId5" Type="http://schemas.openxmlformats.org/officeDocument/2006/relationships/image" Target="../media/image28.png"/><Relationship Id="rId4" Type="http://schemas.openxmlformats.org/officeDocument/2006/relationships/image" Target="../media/image50.emf"/></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2.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3.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Master" Target="../slideMasters/slideMaster7.xml"/><Relationship Id="rId5" Type="http://schemas.openxmlformats.org/officeDocument/2006/relationships/image" Target="../media/image28.png"/><Relationship Id="rId4" Type="http://schemas.openxmlformats.org/officeDocument/2006/relationships/image" Target="../media/image56.emf"/></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8.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9.pn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png"/><Relationship Id="rId1" Type="http://schemas.openxmlformats.org/officeDocument/2006/relationships/slideMaster" Target="../slideMasters/slideMaster8.xml"/><Relationship Id="rId5" Type="http://schemas.openxmlformats.org/officeDocument/2006/relationships/image" Target="../media/image28.png"/><Relationship Id="rId4" Type="http://schemas.openxmlformats.org/officeDocument/2006/relationships/image" Target="../media/image62.emf"/></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4.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5.png"/><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png"/><Relationship Id="rId1" Type="http://schemas.openxmlformats.org/officeDocument/2006/relationships/slideMaster" Target="../slideMasters/slideMaster9.xml"/><Relationship Id="rId5" Type="http://schemas.openxmlformats.org/officeDocument/2006/relationships/image" Target="../media/image28.png"/><Relationship Id="rId4" Type="http://schemas.openxmlformats.org/officeDocument/2006/relationships/image" Target="../media/image68.emf"/></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9.png"/><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0.png"/><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1.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2475515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Green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99819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86939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84161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560878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Yellow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dirty="0"/>
              <a:t>Click to edit Master title style</a:t>
            </a:r>
            <a:endParaRPr lang="en-GB" dirty="0"/>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04930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Yellow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14043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2463674128"/>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7.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image" Target="../media/image27.png"/><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4.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image" Target="../media/image27.png"/><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theme" Target="../theme/theme5.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image" Target="../media/image27.png"/><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theme" Target="../theme/theme6.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8.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image" Target="../media/image27.png"/><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theme" Target="../theme/theme7.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8.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image" Target="../media/image27.png"/><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theme" Target="../theme/theme8.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8.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image" Target="../media/image27.png"/><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theme" Target="../theme/theme9.xml"/><Relationship Id="rId5" Type="http://schemas.openxmlformats.org/officeDocument/2006/relationships/slideLayout" Target="../slideLayouts/slideLayout85.xml"/><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 id="21474839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 id="2147483963"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xml"/><Relationship Id="rId1" Type="http://schemas.openxmlformats.org/officeDocument/2006/relationships/slideLayout" Target="../slideLayouts/slideLayout7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GB" dirty="0"/>
              <a:t>Module 14: Using basic regular expressions</a:t>
            </a:r>
            <a:endParaRPr lang="en-US" dirty="0"/>
          </a:p>
        </p:txBody>
      </p:sp>
      <p:sp>
        <p:nvSpPr>
          <p:cNvPr id="2" name="Subtitle 1">
            <a:extLst>
              <a:ext uri="{FF2B5EF4-FFF2-40B4-BE49-F238E27FC236}">
                <a16:creationId xmlns:a16="http://schemas.microsoft.com/office/drawing/2014/main" id="{B2D939E7-DC10-63EA-6567-68C6902AD79D}"/>
              </a:ext>
            </a:extLst>
          </p:cNvPr>
          <p:cNvSpPr>
            <a:spLocks noGrp="1"/>
          </p:cNvSpPr>
          <p:nvPr>
            <p:ph type="subTitle" idx="1"/>
          </p:nvPr>
        </p:nvSpPr>
        <p:spPr/>
        <p:txBody>
          <a:bodyPr/>
          <a:lstStyle/>
          <a:p>
            <a:endParaRPr lang="en-GB"/>
          </a:p>
        </p:txBody>
      </p:sp>
      <p:graphicFrame>
        <p:nvGraphicFramePr>
          <p:cNvPr id="6" name="Table 5">
            <a:extLst>
              <a:ext uri="{FF2B5EF4-FFF2-40B4-BE49-F238E27FC236}">
                <a16:creationId xmlns:a16="http://schemas.microsoft.com/office/drawing/2014/main" id="{32D3FB19-7F6E-668D-10D7-BDC7DB4B051D}"/>
              </a:ext>
            </a:extLst>
          </p:cNvPr>
          <p:cNvGraphicFramePr>
            <a:graphicFrameLocks noGrp="1"/>
          </p:cNvGraphicFramePr>
          <p:nvPr>
            <p:extLst>
              <p:ext uri="{D42A27DB-BD31-4B8C-83A1-F6EECF244321}">
                <p14:modId xmlns:p14="http://schemas.microsoft.com/office/powerpoint/2010/main" val="1188685225"/>
              </p:ext>
            </p:extLst>
          </p:nvPr>
        </p:nvGraphicFramePr>
        <p:xfrm>
          <a:off x="473406" y="3766288"/>
          <a:ext cx="4763612" cy="1359894"/>
        </p:xfrm>
        <a:graphic>
          <a:graphicData uri="http://schemas.openxmlformats.org/drawingml/2006/table">
            <a:tbl>
              <a:tblPr firstRow="1" bandRow="1">
                <a:tableStyleId>{F2DE63D5-997A-4646-A377-4702673A728D}</a:tableStyleId>
              </a:tblPr>
              <a:tblGrid>
                <a:gridCol w="4763612">
                  <a:extLst>
                    <a:ext uri="{9D8B030D-6E8A-4147-A177-3AD203B41FA5}">
                      <a16:colId xmlns:a16="http://schemas.microsoft.com/office/drawing/2014/main" val="2961166630"/>
                    </a:ext>
                  </a:extLst>
                </a:gridCol>
              </a:tblGrid>
              <a:tr h="453298">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dirty="0">
                          <a:solidFill>
                            <a:schemeClr val="tx1"/>
                          </a:solidFill>
                          <a:latin typeface="+mn-lt"/>
                        </a:rPr>
                        <a:t>14: Using basic regular expressions</a:t>
                      </a:r>
                    </a:p>
                  </a:txBody>
                  <a:tcPr/>
                </a:tc>
                <a:extLst>
                  <a:ext uri="{0D108BD9-81ED-4DB2-BD59-A6C34878D82A}">
                    <a16:rowId xmlns:a16="http://schemas.microsoft.com/office/drawing/2014/main" val="1661260948"/>
                  </a:ext>
                </a:extLst>
              </a:tr>
              <a:tr h="45329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dirty="0">
                          <a:solidFill>
                            <a:schemeClr val="tx1"/>
                          </a:solidFill>
                          <a:latin typeface="+mn-lt"/>
                        </a:rPr>
                        <a:t>15: File system access</a:t>
                      </a:r>
                      <a:endParaRPr lang="en-GB" sz="1800" dirty="0">
                        <a:solidFill>
                          <a:schemeClr val="tx1"/>
                        </a:solidFill>
                        <a:latin typeface="+mn-lt"/>
                      </a:endParaRPr>
                    </a:p>
                  </a:txBody>
                  <a:tcPr/>
                </a:tc>
                <a:extLst>
                  <a:ext uri="{0D108BD9-81ED-4DB2-BD59-A6C34878D82A}">
                    <a16:rowId xmlns:a16="http://schemas.microsoft.com/office/drawing/2014/main" val="4257274740"/>
                  </a:ext>
                </a:extLst>
              </a:tr>
              <a:tr h="45329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dirty="0">
                          <a:solidFill>
                            <a:schemeClr val="tx1"/>
                          </a:solidFill>
                          <a:latin typeface="+mn-lt"/>
                        </a:rPr>
                        <a:t>16: Working in a networked environment</a:t>
                      </a:r>
                      <a:endParaRPr lang="en-GB" sz="1800" dirty="0">
                        <a:solidFill>
                          <a:schemeClr val="tx1"/>
                        </a:solidFill>
                        <a:latin typeface="+mn-lt"/>
                      </a:endParaRP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2163108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GB"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GB" dirty="0"/>
              <a:t>Searching</a:t>
            </a:r>
          </a:p>
          <a:p>
            <a:pPr marL="285750" indent="-285750">
              <a:buFont typeface="Arial" panose="020B0604020202020204" pitchFamily="34" charset="0"/>
              <a:buChar char="•"/>
            </a:pPr>
            <a:r>
              <a:rPr lang="en-GB" dirty="0"/>
              <a:t>Anchoring searches</a:t>
            </a:r>
          </a:p>
          <a:p>
            <a:pPr marL="285750" indent="-285750">
              <a:buFont typeface="Arial" panose="020B0604020202020204" pitchFamily="34" charset="0"/>
              <a:buChar char="•"/>
            </a:pPr>
            <a:r>
              <a:rPr lang="en-GB" dirty="0"/>
              <a:t>Matching characters</a:t>
            </a:r>
          </a:p>
          <a:p>
            <a:pPr marL="285750" indent="-285750">
              <a:buFont typeface="Arial" panose="020B0604020202020204" pitchFamily="34" charset="0"/>
              <a:buChar char="•"/>
            </a:pPr>
            <a:r>
              <a:rPr lang="en-GB" dirty="0"/>
              <a:t>Multipliers</a:t>
            </a:r>
          </a:p>
          <a:p>
            <a:pPr marL="285750" indent="-285750">
              <a:buFont typeface="Arial" panose="020B0604020202020204" pitchFamily="34" charset="0"/>
              <a:buChar char="•"/>
            </a:pPr>
            <a:r>
              <a:rPr lang="en-GB" dirty="0"/>
              <a:t>Programs that use regular expressions</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3984997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GB" dirty="0"/>
              <a:t>Searching</a:t>
            </a:r>
          </a:p>
        </p:txBody>
      </p:sp>
      <p:sp>
        <p:nvSpPr>
          <p:cNvPr id="3" name="Subtitle 2">
            <a:extLst>
              <a:ext uri="{FF2B5EF4-FFF2-40B4-BE49-F238E27FC236}">
                <a16:creationId xmlns:a16="http://schemas.microsoft.com/office/drawing/2014/main" id="{3C37FAAA-59B5-DA9F-816C-C6F3FCC7B304}"/>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144355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DD5F8E-BC86-A605-B28E-2FB71836D5FF}"/>
              </a:ext>
            </a:extLst>
          </p:cNvPr>
          <p:cNvSpPr>
            <a:spLocks noGrp="1"/>
          </p:cNvSpPr>
          <p:nvPr>
            <p:ph type="ctrTitle"/>
          </p:nvPr>
        </p:nvSpPr>
        <p:spPr/>
        <p:txBody>
          <a:bodyPr/>
          <a:lstStyle/>
          <a:p>
            <a:r>
              <a:rPr lang="en-GB" dirty="0"/>
              <a:t>Introducing regular expressions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1" y="1733108"/>
            <a:ext cx="7942697" cy="4061405"/>
          </a:xfrm>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Many</a:t>
            </a:r>
            <a:r>
              <a:rPr lang="en-US" sz="1800" spc="-8" dirty="0">
                <a:solidFill>
                  <a:srgbClr val="2D2C2C"/>
                </a:solidFill>
                <a:latin typeface="+mn-lt"/>
                <a:cs typeface="Segoe UI"/>
              </a:rPr>
              <a:t> Linux / Unix</a:t>
            </a:r>
            <a:r>
              <a:rPr lang="en-US" sz="1800" spc="41" dirty="0">
                <a:solidFill>
                  <a:srgbClr val="2D2C2C"/>
                </a:solidFill>
                <a:latin typeface="+mn-lt"/>
                <a:cs typeface="Segoe UI"/>
              </a:rPr>
              <a:t> </a:t>
            </a:r>
            <a:r>
              <a:rPr lang="en-US" sz="1800" spc="-8" dirty="0">
                <a:solidFill>
                  <a:srgbClr val="2D2C2C"/>
                </a:solidFill>
                <a:latin typeface="+mn-lt"/>
                <a:cs typeface="Segoe UI"/>
              </a:rPr>
              <a:t>commands</a:t>
            </a:r>
            <a:r>
              <a:rPr lang="en-US" sz="1800" spc="61" dirty="0">
                <a:solidFill>
                  <a:srgbClr val="2D2C2C"/>
                </a:solidFill>
                <a:latin typeface="+mn-lt"/>
                <a:cs typeface="Segoe UI"/>
              </a:rPr>
              <a:t> </a:t>
            </a:r>
            <a:r>
              <a:rPr lang="en-US" sz="1800" spc="-12" dirty="0">
                <a:solidFill>
                  <a:srgbClr val="2D2C2C"/>
                </a:solidFill>
                <a:latin typeface="+mn-lt"/>
                <a:cs typeface="Segoe UI"/>
              </a:rPr>
              <a:t>search</a:t>
            </a:r>
            <a:r>
              <a:rPr lang="en-US" sz="1800" spc="61" dirty="0">
                <a:solidFill>
                  <a:srgbClr val="2D2C2C"/>
                </a:solidFill>
                <a:latin typeface="+mn-lt"/>
                <a:cs typeface="Segoe UI"/>
              </a:rPr>
              <a:t> </a:t>
            </a:r>
            <a:r>
              <a:rPr lang="en-US" sz="1800" spc="-4" dirty="0">
                <a:solidFill>
                  <a:srgbClr val="2D2C2C"/>
                </a:solidFill>
                <a:latin typeface="+mn-lt"/>
                <a:cs typeface="Segoe UI"/>
              </a:rPr>
              <a:t>for</a:t>
            </a:r>
            <a:r>
              <a:rPr lang="en-US" sz="1800" spc="8" dirty="0">
                <a:solidFill>
                  <a:srgbClr val="2D2C2C"/>
                </a:solidFill>
                <a:latin typeface="+mn-lt"/>
                <a:cs typeface="Segoe UI"/>
              </a:rPr>
              <a:t> </a:t>
            </a:r>
            <a:r>
              <a:rPr lang="en-US" sz="1800" spc="-8" dirty="0">
                <a:solidFill>
                  <a:srgbClr val="2D2C2C"/>
                </a:solidFill>
                <a:latin typeface="+mn-lt"/>
                <a:cs typeface="Segoe UI"/>
              </a:rPr>
              <a:t>strings.</a:t>
            </a:r>
          </a:p>
          <a:p>
            <a:pPr marL="289957" indent="-280154">
              <a:spcBef>
                <a:spcPts val="569"/>
              </a:spcBef>
              <a:buClr>
                <a:srgbClr val="000000"/>
              </a:buClr>
              <a:buFont typeface="Arial"/>
              <a:buChar char="•"/>
              <a:tabLst>
                <a:tab pos="289957" algn="l"/>
                <a:tab pos="290473" algn="l"/>
              </a:tabLst>
            </a:pPr>
            <a:r>
              <a:rPr lang="en-US" sz="1800" spc="-8" dirty="0">
                <a:solidFill>
                  <a:srgbClr val="2D2C2C"/>
                </a:solidFill>
                <a:latin typeface="+mn-lt"/>
                <a:cs typeface="Segoe UI"/>
              </a:rPr>
              <a:t>A method was created to describe string pattern.</a:t>
            </a:r>
          </a:p>
          <a:p>
            <a:pPr marL="289957" indent="-280154">
              <a:spcBef>
                <a:spcPts val="569"/>
              </a:spcBef>
              <a:buClr>
                <a:srgbClr val="000000"/>
              </a:buClr>
              <a:buFont typeface="Arial"/>
              <a:buChar char="•"/>
              <a:tabLst>
                <a:tab pos="289957" algn="l"/>
                <a:tab pos="290473" algn="l"/>
              </a:tabLst>
            </a:pPr>
            <a:r>
              <a:rPr lang="en-US" sz="1800" spc="-8" dirty="0">
                <a:solidFill>
                  <a:srgbClr val="2D2C2C"/>
                </a:solidFill>
                <a:latin typeface="+mn-lt"/>
                <a:cs typeface="Segoe UI"/>
              </a:rPr>
              <a:t>This was called </a:t>
            </a:r>
            <a:r>
              <a:rPr lang="en-US" sz="1800" b="1" spc="-8" dirty="0">
                <a:solidFill>
                  <a:srgbClr val="2D2C2C"/>
                </a:solidFill>
                <a:latin typeface="+mn-lt"/>
                <a:cs typeface="Segoe UI"/>
              </a:rPr>
              <a:t>regular events </a:t>
            </a:r>
            <a:r>
              <a:rPr lang="en-US" sz="1800" spc="-8" dirty="0">
                <a:solidFill>
                  <a:srgbClr val="2D2C2C"/>
                </a:solidFill>
                <a:latin typeface="+mn-lt"/>
                <a:cs typeface="Segoe UI"/>
              </a:rPr>
              <a:t>by their originator Stephen Cole Kleene when originally created in 1951.</a:t>
            </a:r>
          </a:p>
          <a:p>
            <a:pPr marL="289957" indent="-280154">
              <a:spcBef>
                <a:spcPts val="569"/>
              </a:spcBef>
              <a:buClr>
                <a:srgbClr val="000000"/>
              </a:buClr>
              <a:buFont typeface="Arial"/>
              <a:buChar char="•"/>
              <a:tabLst>
                <a:tab pos="289957" algn="l"/>
                <a:tab pos="290473" algn="l"/>
              </a:tabLst>
            </a:pPr>
            <a:r>
              <a:rPr lang="en-US" sz="1800" spc="-8" dirty="0">
                <a:solidFill>
                  <a:srgbClr val="2D2C2C"/>
                </a:solidFill>
                <a:latin typeface="+mn-lt"/>
                <a:cs typeface="Segoe UI"/>
              </a:rPr>
              <a:t>The name changed to </a:t>
            </a:r>
            <a:r>
              <a:rPr lang="en-US" sz="1800" b="1" spc="-8" dirty="0">
                <a:solidFill>
                  <a:srgbClr val="2D2C2C"/>
                </a:solidFill>
                <a:latin typeface="+mn-lt"/>
                <a:cs typeface="Segoe UI"/>
              </a:rPr>
              <a:t>regular expressions </a:t>
            </a:r>
            <a:r>
              <a:rPr lang="en-US" sz="1800" spc="-8" dirty="0">
                <a:solidFill>
                  <a:srgbClr val="2D2C2C"/>
                </a:solidFill>
                <a:latin typeface="+mn-lt"/>
                <a:cs typeface="Segoe UI"/>
              </a:rPr>
              <a:t>(</a:t>
            </a:r>
            <a:r>
              <a:rPr lang="en-US" sz="1800" b="1" spc="-8" dirty="0">
                <a:solidFill>
                  <a:srgbClr val="0000C7"/>
                </a:solidFill>
                <a:latin typeface="+mn-lt"/>
                <a:cs typeface="Segoe UI"/>
              </a:rPr>
              <a:t>RE</a:t>
            </a:r>
            <a:r>
              <a:rPr lang="en-US" sz="1800" spc="-8" dirty="0">
                <a:solidFill>
                  <a:srgbClr val="2D2C2C"/>
                </a:solidFill>
                <a:latin typeface="+mn-lt"/>
                <a:cs typeface="Segoe UI"/>
              </a:rPr>
              <a:t>) by the time they were used in UNIX.</a:t>
            </a:r>
            <a:endParaRPr lang="en-US" sz="180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b="1" spc="-8" dirty="0">
                <a:solidFill>
                  <a:srgbClr val="0000C7"/>
                </a:solidFill>
                <a:latin typeface="+mn-lt"/>
                <a:cs typeface="Segoe UI"/>
              </a:rPr>
              <a:t>RE</a:t>
            </a:r>
            <a:r>
              <a:rPr lang="en-US" sz="1800" b="1" spc="-28" dirty="0">
                <a:solidFill>
                  <a:srgbClr val="0000C7"/>
                </a:solidFill>
                <a:latin typeface="+mn-lt"/>
                <a:cs typeface="Segoe UI"/>
              </a:rPr>
              <a:t> </a:t>
            </a:r>
            <a:r>
              <a:rPr lang="en-US" sz="1800" spc="-8" dirty="0">
                <a:solidFill>
                  <a:srgbClr val="2D2C2C"/>
                </a:solidFill>
                <a:latin typeface="+mn-lt"/>
                <a:cs typeface="Segoe UI"/>
              </a:rPr>
              <a:t>may</a:t>
            </a:r>
            <a:r>
              <a:rPr lang="en-US" sz="1800" spc="12" dirty="0">
                <a:solidFill>
                  <a:srgbClr val="2D2C2C"/>
                </a:solidFill>
                <a:latin typeface="+mn-lt"/>
                <a:cs typeface="Segoe UI"/>
              </a:rPr>
              <a:t> </a:t>
            </a:r>
            <a:r>
              <a:rPr lang="en-US" sz="1800" spc="-4" dirty="0">
                <a:solidFill>
                  <a:srgbClr val="2D2C2C"/>
                </a:solidFill>
                <a:latin typeface="+mn-lt"/>
                <a:cs typeface="Segoe UI"/>
              </a:rPr>
              <a:t>be</a:t>
            </a:r>
            <a:r>
              <a:rPr lang="en-US" sz="1800" spc="16" dirty="0">
                <a:solidFill>
                  <a:srgbClr val="2D2C2C"/>
                </a:solidFill>
                <a:latin typeface="+mn-lt"/>
                <a:cs typeface="Segoe UI"/>
              </a:rPr>
              <a:t> </a:t>
            </a:r>
            <a:r>
              <a:rPr lang="en-US" sz="1800" spc="-8" dirty="0">
                <a:solidFill>
                  <a:srgbClr val="2D2C2C"/>
                </a:solidFill>
                <a:latin typeface="+mn-lt"/>
                <a:cs typeface="Segoe UI"/>
              </a:rPr>
              <a:t>used</a:t>
            </a:r>
            <a:r>
              <a:rPr lang="en-US" sz="1800" spc="41" dirty="0">
                <a:solidFill>
                  <a:srgbClr val="2D2C2C"/>
                </a:solidFill>
                <a:latin typeface="+mn-lt"/>
                <a:cs typeface="Segoe UI"/>
              </a:rPr>
              <a:t> </a:t>
            </a:r>
            <a:r>
              <a:rPr lang="en-US" sz="1800" spc="-16" dirty="0">
                <a:solidFill>
                  <a:srgbClr val="2D2C2C"/>
                </a:solidFill>
                <a:latin typeface="+mn-lt"/>
                <a:cs typeface="Segoe UI"/>
              </a:rPr>
              <a:t>to</a:t>
            </a:r>
            <a:r>
              <a:rPr lang="en-US" sz="1800" spc="4" dirty="0">
                <a:solidFill>
                  <a:srgbClr val="2D2C2C"/>
                </a:solidFill>
                <a:latin typeface="+mn-lt"/>
                <a:cs typeface="Segoe UI"/>
              </a:rPr>
              <a:t> </a:t>
            </a:r>
            <a:r>
              <a:rPr lang="en-US" sz="1800" spc="-16" dirty="0">
                <a:solidFill>
                  <a:srgbClr val="2D2C2C"/>
                </a:solidFill>
                <a:latin typeface="+mn-lt"/>
                <a:cs typeface="Segoe UI"/>
              </a:rPr>
              <a:t>match</a:t>
            </a:r>
            <a:r>
              <a:rPr lang="en-US" sz="1800" spc="37" dirty="0">
                <a:solidFill>
                  <a:srgbClr val="2D2C2C"/>
                </a:solidFill>
                <a:latin typeface="+mn-lt"/>
                <a:cs typeface="Segoe UI"/>
              </a:rPr>
              <a:t> </a:t>
            </a:r>
            <a:r>
              <a:rPr lang="en-US" sz="1800" spc="-8" dirty="0">
                <a:solidFill>
                  <a:srgbClr val="2D2C2C"/>
                </a:solidFill>
                <a:latin typeface="+mn-lt"/>
                <a:cs typeface="Segoe UI"/>
              </a:rPr>
              <a:t>all</a:t>
            </a:r>
            <a:r>
              <a:rPr lang="en-US" sz="1800" spc="16" dirty="0">
                <a:solidFill>
                  <a:srgbClr val="2D2C2C"/>
                </a:solidFill>
                <a:latin typeface="+mn-lt"/>
                <a:cs typeface="Segoe UI"/>
              </a:rPr>
              <a:t> </a:t>
            </a:r>
            <a:r>
              <a:rPr lang="en-US" sz="1800" spc="-4" dirty="0">
                <a:solidFill>
                  <a:srgbClr val="2D2C2C"/>
                </a:solidFill>
                <a:latin typeface="+mn-lt"/>
                <a:cs typeface="Segoe UI"/>
              </a:rPr>
              <a:t>or</a:t>
            </a:r>
            <a:r>
              <a:rPr lang="en-US" sz="1800" spc="4" dirty="0">
                <a:solidFill>
                  <a:srgbClr val="2D2C2C"/>
                </a:solidFill>
                <a:latin typeface="+mn-lt"/>
                <a:cs typeface="Segoe UI"/>
              </a:rPr>
              <a:t> </a:t>
            </a:r>
            <a:r>
              <a:rPr lang="en-US" sz="1800" dirty="0">
                <a:solidFill>
                  <a:srgbClr val="2D2C2C"/>
                </a:solidFill>
                <a:latin typeface="+mn-lt"/>
                <a:cs typeface="Segoe UI"/>
              </a:rPr>
              <a:t>part</a:t>
            </a:r>
            <a:r>
              <a:rPr lang="en-US" sz="1800" spc="-4" dirty="0">
                <a:solidFill>
                  <a:srgbClr val="2D2C2C"/>
                </a:solidFill>
                <a:latin typeface="+mn-lt"/>
                <a:cs typeface="Segoe UI"/>
              </a:rPr>
              <a:t> </a:t>
            </a:r>
            <a:r>
              <a:rPr lang="en-US" sz="1800" spc="-20" dirty="0">
                <a:solidFill>
                  <a:srgbClr val="2D2C2C"/>
                </a:solidFill>
                <a:latin typeface="+mn-lt"/>
                <a:cs typeface="Segoe UI"/>
              </a:rPr>
              <a:t>of</a:t>
            </a:r>
            <a:r>
              <a:rPr lang="en-US" sz="1800" spc="20" dirty="0">
                <a:solidFill>
                  <a:srgbClr val="2D2C2C"/>
                </a:solidFill>
                <a:latin typeface="+mn-lt"/>
                <a:cs typeface="Segoe UI"/>
              </a:rPr>
              <a:t> </a:t>
            </a:r>
            <a:r>
              <a:rPr lang="en-US" sz="1800" spc="-4" dirty="0">
                <a:solidFill>
                  <a:srgbClr val="2D2C2C"/>
                </a:solidFill>
                <a:latin typeface="+mn-lt"/>
                <a:cs typeface="Segoe UI"/>
              </a:rPr>
              <a:t>a </a:t>
            </a:r>
            <a:r>
              <a:rPr lang="en-US" sz="1800" spc="-8" dirty="0">
                <a:solidFill>
                  <a:srgbClr val="2D2C2C"/>
                </a:solidFill>
                <a:latin typeface="+mn-lt"/>
                <a:cs typeface="Segoe UI"/>
              </a:rPr>
              <a:t>string.</a:t>
            </a:r>
          </a:p>
          <a:p>
            <a:pPr marL="289957" indent="-280154">
              <a:spcBef>
                <a:spcPts val="569"/>
              </a:spcBef>
              <a:buClr>
                <a:srgbClr val="000000"/>
              </a:buClr>
              <a:buFont typeface="Arial"/>
              <a:buChar char="•"/>
              <a:tabLst>
                <a:tab pos="289957" algn="l"/>
                <a:tab pos="290473" algn="l"/>
              </a:tabLst>
            </a:pPr>
            <a:r>
              <a:rPr lang="en-US" sz="1800" b="1" spc="-4" dirty="0">
                <a:solidFill>
                  <a:srgbClr val="2D2C2C"/>
                </a:solidFill>
                <a:latin typeface="+mn-lt"/>
                <a:cs typeface="Segoe UI"/>
              </a:rPr>
              <a:t>Note</a:t>
            </a:r>
            <a:r>
              <a:rPr lang="en-US" sz="1800" spc="-4" dirty="0">
                <a:solidFill>
                  <a:srgbClr val="2D2C2C"/>
                </a:solidFill>
                <a:latin typeface="+mn-lt"/>
                <a:cs typeface="Segoe UI"/>
              </a:rPr>
              <a:t> some of the </a:t>
            </a:r>
            <a:r>
              <a:rPr lang="en-US" sz="1800" b="1" spc="-4" dirty="0">
                <a:solidFill>
                  <a:srgbClr val="7030A0"/>
                </a:solidFill>
                <a:latin typeface="+mn-lt"/>
                <a:cs typeface="Segoe UI"/>
              </a:rPr>
              <a:t>RE</a:t>
            </a:r>
            <a:r>
              <a:rPr lang="en-US" sz="1800" spc="-4" dirty="0">
                <a:solidFill>
                  <a:srgbClr val="2D2C2C"/>
                </a:solidFill>
                <a:latin typeface="+mn-lt"/>
                <a:cs typeface="Segoe UI"/>
              </a:rPr>
              <a:t> metacharacters are the same characters as those used by shells.</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These would be translated by the shell before the RE based program could process it.</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So, when REs are used on the command line it is best to put them in quotes (preferably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cs typeface="Segoe UI"/>
              </a:rPr>
              <a:t>) to prevent preprocessed and altered by the shell.</a:t>
            </a:r>
            <a:endParaRPr lang="en-US" sz="1800" dirty="0">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4</a:t>
            </a:fld>
            <a:endParaRPr lang="en-GB"/>
          </a:p>
        </p:txBody>
      </p:sp>
    </p:spTree>
    <p:extLst>
      <p:ext uri="{BB962C8B-B14F-4D97-AF65-F5344CB8AC3E}">
        <p14:creationId xmlns:p14="http://schemas.microsoft.com/office/powerpoint/2010/main" val="3875842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4B67D1-9197-F7CD-8379-2F8F030D1BCF}"/>
              </a:ext>
            </a:extLst>
          </p:cNvPr>
          <p:cNvSpPr>
            <a:spLocks noGrp="1"/>
          </p:cNvSpPr>
          <p:nvPr>
            <p:ph type="ctrTitle"/>
          </p:nvPr>
        </p:nvSpPr>
        <p:spPr/>
        <p:txBody>
          <a:bodyPr/>
          <a:lstStyle/>
          <a:p>
            <a:r>
              <a:rPr lang="en-GB" dirty="0"/>
              <a:t>Fixed strings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pc="-4" dirty="0">
                <a:solidFill>
                  <a:srgbClr val="2D2C2C"/>
                </a:solidFill>
                <a:latin typeface="+mn-lt"/>
                <a:cs typeface="Segoe UI"/>
              </a:rPr>
              <a:t>The simplest RE is a fixed string.</a:t>
            </a:r>
          </a:p>
          <a:p>
            <a:pPr marL="469953" lvl="1" indent="-280154">
              <a:spcBef>
                <a:spcPts val="569"/>
              </a:spcBef>
              <a:buClr>
                <a:srgbClr val="000000"/>
              </a:buClr>
              <a:buFont typeface="Arial"/>
              <a:buChar char="•"/>
              <a:tabLst>
                <a:tab pos="289957" algn="l"/>
                <a:tab pos="290473" algn="l"/>
              </a:tabLst>
            </a:pPr>
            <a:r>
              <a:rPr lang="en-US" spc="-4" dirty="0">
                <a:solidFill>
                  <a:srgbClr val="2D2C2C"/>
                </a:solidFill>
                <a:latin typeface="+mn-lt"/>
                <a:cs typeface="Segoe UI"/>
              </a:rPr>
              <a:t>It will search for that string (usually case sensitive) anyway on that line.</a:t>
            </a:r>
            <a:endParaRPr lang="en-US" dirty="0">
              <a:latin typeface="+mn-lt"/>
              <a:cs typeface="Segoe UI"/>
            </a:endParaRPr>
          </a:p>
          <a:p>
            <a:pPr marL="289957" indent="-280154">
              <a:spcBef>
                <a:spcPts val="979"/>
              </a:spcBef>
              <a:buClr>
                <a:srgbClr val="000000"/>
              </a:buClr>
              <a:buFont typeface="Arial"/>
              <a:buChar char="•"/>
              <a:tabLst>
                <a:tab pos="289957" algn="l"/>
                <a:tab pos="290473" algn="l"/>
              </a:tabLst>
            </a:pPr>
            <a:r>
              <a:rPr lang="en-US" dirty="0">
                <a:solidFill>
                  <a:srgbClr val="2D2C2C"/>
                </a:solidFill>
                <a:latin typeface="+mn-lt"/>
                <a:cs typeface="Segoe UI"/>
              </a:rPr>
              <a:t>For</a:t>
            </a:r>
            <a:r>
              <a:rPr lang="en-US" spc="-20" dirty="0">
                <a:solidFill>
                  <a:srgbClr val="2D2C2C"/>
                </a:solidFill>
                <a:latin typeface="+mn-lt"/>
                <a:cs typeface="Segoe UI"/>
              </a:rPr>
              <a:t> </a:t>
            </a:r>
            <a:r>
              <a:rPr lang="en-US" spc="-8" dirty="0">
                <a:solidFill>
                  <a:srgbClr val="2D2C2C"/>
                </a:solidFill>
                <a:latin typeface="+mn-lt"/>
                <a:cs typeface="Segoe UI"/>
              </a:rPr>
              <a:t>instance,</a:t>
            </a:r>
            <a:r>
              <a:rPr lang="en-US" spc="57" dirty="0">
                <a:solidFill>
                  <a:srgbClr val="2D2C2C"/>
                </a:solidFill>
                <a:latin typeface="+mn-lt"/>
                <a:cs typeface="Segoe UI"/>
              </a:rPr>
              <a:t> </a:t>
            </a:r>
            <a:r>
              <a:rPr lang="en-US" spc="-4" dirty="0">
                <a:solidFill>
                  <a:srgbClr val="2D2C2C"/>
                </a:solidFill>
                <a:latin typeface="+mn-lt"/>
                <a:cs typeface="Segoe UI"/>
              </a:rPr>
              <a:t>find</a:t>
            </a:r>
            <a:r>
              <a:rPr lang="en-US" spc="16" dirty="0">
                <a:solidFill>
                  <a:srgbClr val="2D2C2C"/>
                </a:solidFill>
                <a:latin typeface="+mn-lt"/>
                <a:cs typeface="Segoe UI"/>
              </a:rPr>
              <a:t> </a:t>
            </a:r>
            <a:r>
              <a:rPr lang="en-US" spc="-4" dirty="0">
                <a:solidFill>
                  <a:srgbClr val="2D2C2C"/>
                </a:solidFill>
                <a:latin typeface="+mn-lt"/>
                <a:cs typeface="Segoe UI"/>
              </a:rPr>
              <a:t>‘</a:t>
            </a:r>
            <a:r>
              <a:rPr lang="en-US" b="1" spc="-4" dirty="0">
                <a:solidFill>
                  <a:srgbClr val="0000C7"/>
                </a:solidFill>
                <a:latin typeface="+mn-lt"/>
                <a:cs typeface="Segoe UI"/>
              </a:rPr>
              <a:t>tai</a:t>
            </a:r>
            <a:r>
              <a:rPr lang="en-US" spc="-4" dirty="0">
                <a:solidFill>
                  <a:srgbClr val="2D2C2C"/>
                </a:solidFill>
                <a:latin typeface="+mn-lt"/>
                <a:cs typeface="Segoe UI"/>
              </a:rPr>
              <a:t>’</a:t>
            </a:r>
            <a:r>
              <a:rPr lang="en-US" spc="-12" dirty="0">
                <a:solidFill>
                  <a:srgbClr val="2D2C2C"/>
                </a:solidFill>
                <a:latin typeface="+mn-lt"/>
                <a:cs typeface="Segoe UI"/>
              </a:rPr>
              <a:t> </a:t>
            </a:r>
            <a:r>
              <a:rPr lang="en-US" spc="-4" dirty="0">
                <a:solidFill>
                  <a:srgbClr val="2D2C2C"/>
                </a:solidFill>
                <a:latin typeface="+mn-lt"/>
                <a:cs typeface="Segoe UI"/>
              </a:rPr>
              <a:t>in</a:t>
            </a:r>
            <a:r>
              <a:rPr lang="en-US" dirty="0">
                <a:solidFill>
                  <a:srgbClr val="2D2C2C"/>
                </a:solidFill>
                <a:latin typeface="+mn-lt"/>
                <a:cs typeface="Segoe UI"/>
              </a:rPr>
              <a:t> </a:t>
            </a:r>
            <a:r>
              <a:rPr lang="en-US" spc="-4" dirty="0">
                <a:solidFill>
                  <a:srgbClr val="2D2C2C"/>
                </a:solidFill>
                <a:latin typeface="+mn-lt"/>
                <a:cs typeface="Segoe UI"/>
              </a:rPr>
              <a:t>the</a:t>
            </a:r>
            <a:r>
              <a:rPr lang="en-US" spc="8" dirty="0">
                <a:solidFill>
                  <a:srgbClr val="2D2C2C"/>
                </a:solidFill>
                <a:latin typeface="+mn-lt"/>
                <a:cs typeface="Segoe UI"/>
              </a:rPr>
              <a:t> </a:t>
            </a:r>
            <a:r>
              <a:rPr lang="en-US" spc="-8" dirty="0">
                <a:solidFill>
                  <a:srgbClr val="2D2C2C"/>
                </a:solidFill>
                <a:latin typeface="+mn-lt"/>
                <a:cs typeface="Segoe UI"/>
              </a:rPr>
              <a:t>following:</a:t>
            </a:r>
          </a:p>
          <a:p>
            <a:pPr marL="289957" indent="-280154">
              <a:spcBef>
                <a:spcPts val="979"/>
              </a:spcBef>
              <a:buClr>
                <a:srgbClr val="000000"/>
              </a:buClr>
              <a:buFont typeface="Arial"/>
              <a:buChar char="•"/>
              <a:tabLst>
                <a:tab pos="289957" algn="l"/>
                <a:tab pos="290473" algn="l"/>
              </a:tabLst>
            </a:pPr>
            <a:endParaRPr lang="en-US" spc="-8" dirty="0">
              <a:solidFill>
                <a:srgbClr val="2D2C2C"/>
              </a:solidFill>
              <a:latin typeface="+mn-lt"/>
              <a:cs typeface="Segoe UI"/>
            </a:endParaRPr>
          </a:p>
          <a:p>
            <a:pPr marL="289957" indent="-280154">
              <a:spcBef>
                <a:spcPts val="979"/>
              </a:spcBef>
              <a:buClr>
                <a:srgbClr val="000000"/>
              </a:buClr>
              <a:buFont typeface="Arial"/>
              <a:buChar char="•"/>
              <a:tabLst>
                <a:tab pos="289957" algn="l"/>
                <a:tab pos="290473" algn="l"/>
              </a:tabLst>
            </a:pPr>
            <a:endParaRPr lang="en-US" spc="-8" dirty="0">
              <a:solidFill>
                <a:srgbClr val="2D2C2C"/>
              </a:solidFill>
              <a:latin typeface="+mn-lt"/>
              <a:cs typeface="Segoe UI"/>
            </a:endParaRPr>
          </a:p>
          <a:p>
            <a:pPr marL="289957" indent="-280154">
              <a:spcBef>
                <a:spcPts val="979"/>
              </a:spcBef>
              <a:buClr>
                <a:srgbClr val="000000"/>
              </a:buClr>
              <a:buFont typeface="Arial"/>
              <a:buChar char="•"/>
              <a:tabLst>
                <a:tab pos="289957" algn="l"/>
                <a:tab pos="290473" algn="l"/>
              </a:tabLst>
            </a:pPr>
            <a:endParaRPr lang="en-US" spc="-8" dirty="0">
              <a:solidFill>
                <a:srgbClr val="2D2C2C"/>
              </a:solidFill>
              <a:latin typeface="+mn-lt"/>
              <a:cs typeface="Segoe UI"/>
            </a:endParaRPr>
          </a:p>
          <a:p>
            <a:pPr marL="289957" indent="-280154">
              <a:spcBef>
                <a:spcPts val="979"/>
              </a:spcBef>
              <a:buClr>
                <a:srgbClr val="000000"/>
              </a:buClr>
              <a:buFont typeface="Arial"/>
              <a:buChar char="•"/>
              <a:tabLst>
                <a:tab pos="289957" algn="l"/>
                <a:tab pos="290473" algn="l"/>
              </a:tabLst>
            </a:pPr>
            <a:endParaRPr lang="en-US" spc="-8" dirty="0">
              <a:solidFill>
                <a:srgbClr val="2D2C2C"/>
              </a:solidFill>
              <a:latin typeface="+mn-lt"/>
              <a:cs typeface="Segoe UI"/>
            </a:endParaRPr>
          </a:p>
          <a:p>
            <a:pPr marL="289957" indent="-280154">
              <a:spcBef>
                <a:spcPts val="979"/>
              </a:spcBef>
              <a:buClr>
                <a:srgbClr val="000000"/>
              </a:buClr>
              <a:buFont typeface="Arial"/>
              <a:buChar char="•"/>
              <a:tabLst>
                <a:tab pos="289957" algn="l"/>
                <a:tab pos="290473" algn="l"/>
              </a:tabLst>
            </a:pPr>
            <a:endParaRPr lang="en-US" spc="-8" dirty="0">
              <a:solidFill>
                <a:srgbClr val="2D2C2C"/>
              </a:solidFill>
              <a:latin typeface="+mn-lt"/>
              <a:cs typeface="Segoe UI"/>
            </a:endParaRPr>
          </a:p>
          <a:p>
            <a:pPr marL="289957" indent="-280154">
              <a:spcBef>
                <a:spcPts val="979"/>
              </a:spcBef>
              <a:buClr>
                <a:srgbClr val="000000"/>
              </a:buClr>
              <a:buFont typeface="Arial"/>
              <a:buChar char="•"/>
              <a:tabLst>
                <a:tab pos="289957" algn="l"/>
                <a:tab pos="290473" algn="l"/>
              </a:tabLst>
            </a:pPr>
            <a:endParaRPr lang="en-US" spc="-8" dirty="0">
              <a:solidFill>
                <a:srgbClr val="2D2C2C"/>
              </a:solidFill>
              <a:latin typeface="+mn-lt"/>
              <a:cs typeface="Segoe UI"/>
            </a:endParaRPr>
          </a:p>
          <a:p>
            <a:pPr marL="289957" indent="-280154">
              <a:spcBef>
                <a:spcPts val="979"/>
              </a:spcBef>
              <a:buClr>
                <a:srgbClr val="000000"/>
              </a:buClr>
              <a:buFont typeface="Arial"/>
              <a:buChar char="•"/>
              <a:tabLst>
                <a:tab pos="289957" algn="l"/>
                <a:tab pos="290473" algn="l"/>
              </a:tabLst>
            </a:pPr>
            <a:r>
              <a:rPr lang="en-US" spc="-8" dirty="0">
                <a:solidFill>
                  <a:srgbClr val="2D2C2C"/>
                </a:solidFill>
                <a:latin typeface="+mn-lt"/>
                <a:cs typeface="Segoe UI"/>
              </a:rPr>
              <a:t>If a character is an </a:t>
            </a:r>
            <a:r>
              <a:rPr lang="en-US" b="1" spc="-8" dirty="0">
                <a:solidFill>
                  <a:srgbClr val="7030A0"/>
                </a:solidFill>
                <a:latin typeface="+mn-lt"/>
                <a:cs typeface="Segoe UI"/>
              </a:rPr>
              <a:t>RE</a:t>
            </a:r>
            <a:r>
              <a:rPr lang="en-US" spc="-8" dirty="0">
                <a:solidFill>
                  <a:srgbClr val="2D2C2C"/>
                </a:solidFill>
                <a:latin typeface="+mn-lt"/>
                <a:cs typeface="Segoe UI"/>
              </a:rPr>
              <a:t> metacharacter precede it with a </a:t>
            </a:r>
            <a:r>
              <a:rPr lang="en-US" b="1" spc="-8"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469953" lvl="1" indent="-280154">
              <a:spcBef>
                <a:spcPts val="979"/>
              </a:spcBef>
              <a:buClr>
                <a:srgbClr val="000000"/>
              </a:buClr>
              <a:buFont typeface="Arial"/>
              <a:buChar char="•"/>
              <a:tabLst>
                <a:tab pos="289957" algn="l"/>
                <a:tab pos="290473" algn="l"/>
              </a:tabLst>
            </a:pPr>
            <a:r>
              <a:rPr lang="en-US" spc="-8" dirty="0">
                <a:solidFill>
                  <a:srgbClr val="2D2C2C"/>
                </a:solidFill>
                <a:latin typeface="+mn-lt"/>
                <a:cs typeface="Segoe UI"/>
              </a:rPr>
              <a:t>I.e.: </a:t>
            </a:r>
            <a:r>
              <a:rPr lang="en-US" b="1" spc="-8"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pc="-8" dirty="0">
                <a:solidFill>
                  <a:srgbClr val="2D2C2C"/>
                </a:solidFill>
                <a:latin typeface="+mn-lt"/>
                <a:cs typeface="Segoe UI"/>
              </a:rPr>
              <a:t>matches a full stop.</a:t>
            </a:r>
            <a:endParaRPr lang="en-US" dirty="0">
              <a:latin typeface="+mn-lt"/>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5</a:t>
            </a:fld>
            <a:endParaRPr lang="en-GB"/>
          </a:p>
        </p:txBody>
      </p:sp>
      <p:pic>
        <p:nvPicPr>
          <p:cNvPr id="3" name="object 4">
            <a:extLst>
              <a:ext uri="{FF2B5EF4-FFF2-40B4-BE49-F238E27FC236}">
                <a16:creationId xmlns:a16="http://schemas.microsoft.com/office/drawing/2014/main" id="{27641620-D8A3-1B52-E7FF-09ABBE2610ED}"/>
              </a:ext>
            </a:extLst>
          </p:cNvPr>
          <p:cNvPicPr/>
          <p:nvPr/>
        </p:nvPicPr>
        <p:blipFill>
          <a:blip r:embed="rId3" cstate="print"/>
          <a:stretch>
            <a:fillRect/>
          </a:stretch>
        </p:blipFill>
        <p:spPr>
          <a:xfrm>
            <a:off x="2883999" y="2997200"/>
            <a:ext cx="6422414" cy="1836404"/>
          </a:xfrm>
          <a:prstGeom prst="rect">
            <a:avLst/>
          </a:prstGeom>
        </p:spPr>
      </p:pic>
    </p:spTree>
    <p:extLst>
      <p:ext uri="{BB962C8B-B14F-4D97-AF65-F5344CB8AC3E}">
        <p14:creationId xmlns:p14="http://schemas.microsoft.com/office/powerpoint/2010/main" val="607710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GB" dirty="0"/>
              <a:t>Anchoring searches</a:t>
            </a:r>
          </a:p>
        </p:txBody>
      </p:sp>
      <p:sp>
        <p:nvSpPr>
          <p:cNvPr id="2" name="Subtitle 1">
            <a:extLst>
              <a:ext uri="{FF2B5EF4-FFF2-40B4-BE49-F238E27FC236}">
                <a16:creationId xmlns:a16="http://schemas.microsoft.com/office/drawing/2014/main" id="{0D7D0C58-E47A-31E0-3A1E-A58E7F01AE92}"/>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49878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C6B93F-CF24-CF2C-C601-1CB77A1D31E1}"/>
              </a:ext>
            </a:extLst>
          </p:cNvPr>
          <p:cNvSpPr>
            <a:spLocks noGrp="1"/>
          </p:cNvSpPr>
          <p:nvPr>
            <p:ph type="ctrTitle"/>
          </p:nvPr>
        </p:nvSpPr>
        <p:spPr/>
        <p:txBody>
          <a:bodyPr/>
          <a:lstStyle/>
          <a:p>
            <a:r>
              <a:rPr lang="en-GB" dirty="0"/>
              <a:t>Beginning of a line</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We can anchor an </a:t>
            </a:r>
            <a:r>
              <a:rPr lang="en-US" sz="1800" b="1" spc="-4" dirty="0">
                <a:solidFill>
                  <a:srgbClr val="7030A0"/>
                </a:solidFill>
                <a:latin typeface="+mn-lt"/>
                <a:cs typeface="Segoe UI"/>
              </a:rPr>
              <a:t>RE</a:t>
            </a:r>
            <a:r>
              <a:rPr lang="en-US" sz="1800" spc="-4" dirty="0">
                <a:solidFill>
                  <a:srgbClr val="2D2C2C"/>
                </a:solidFill>
                <a:latin typeface="+mn-lt"/>
                <a:cs typeface="Segoe UI"/>
              </a:rPr>
              <a:t> to the beginning of the line.</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 metacharacter used is the carat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469953" lvl="1" indent="-280154">
              <a:spcBef>
                <a:spcPts val="569"/>
              </a:spcBef>
              <a:buClr>
                <a:srgbClr val="000000"/>
              </a:buClr>
              <a:buFont typeface="Arial"/>
              <a:buChar char="•"/>
              <a:tabLst>
                <a:tab pos="289957" algn="l"/>
                <a:tab pos="290473" algn="l"/>
              </a:tabLst>
            </a:pPr>
            <a:r>
              <a:rPr lang="en-US" sz="1800" spc="-4" dirty="0">
                <a:latin typeface="+mn-lt"/>
                <a:ea typeface="Hack" panose="020B0609030202020204" pitchFamily="49" charset="0"/>
                <a:cs typeface="Hack" panose="020B0609030202020204" pitchFamily="49" charset="0"/>
              </a:rPr>
              <a:t>But only recognized if it’s the first character of the </a:t>
            </a:r>
            <a:r>
              <a:rPr lang="en-US" sz="1800" b="1" spc="-4" dirty="0">
                <a:solidFill>
                  <a:srgbClr val="7030A0"/>
                </a:solidFill>
                <a:latin typeface="+mn-lt"/>
                <a:ea typeface="Hack" panose="020B0609030202020204" pitchFamily="49" charset="0"/>
                <a:cs typeface="Hack" panose="020B0609030202020204" pitchFamily="49" charset="0"/>
              </a:rPr>
              <a:t>RE</a:t>
            </a:r>
            <a:r>
              <a:rPr lang="en-US" sz="1800" spc="-4" dirty="0">
                <a:latin typeface="+mn-lt"/>
                <a:ea typeface="Hack" panose="020B0609030202020204" pitchFamily="49" charset="0"/>
                <a:cs typeface="Hack" panose="020B0609030202020204" pitchFamily="49" charset="0"/>
              </a:rPr>
              <a:t>.</a:t>
            </a:r>
            <a:endParaRPr lang="en-US" sz="1800" spc="-4" dirty="0">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For example,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 </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This matches lines beginning with a lower-case </a:t>
            </a:r>
            <a:r>
              <a:rPr lang="en-US" sz="1800" b="1" spc="-4" dirty="0">
                <a:solidFill>
                  <a:srgbClr val="2D2C2C"/>
                </a:solidFill>
                <a:latin typeface="+mn-lt"/>
                <a:cs typeface="Segoe UI"/>
              </a:rPr>
              <a:t>a</a:t>
            </a:r>
            <a:r>
              <a:rPr lang="en-US" sz="1800" spc="-4" dirty="0">
                <a:solidFill>
                  <a:srgbClr val="2D2C2C"/>
                </a:solidFill>
                <a:latin typeface="+mn-lt"/>
                <a:cs typeface="Segoe UI"/>
              </a:rPr>
              <a:t>.</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To be specific:</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 carat finds the beginning of the line.</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Then the rest of the </a:t>
            </a:r>
            <a:r>
              <a:rPr lang="en-US" sz="1800" b="1" spc="-4" dirty="0">
                <a:solidFill>
                  <a:srgbClr val="7030A0"/>
                </a:solidFill>
                <a:latin typeface="+mn-lt"/>
                <a:cs typeface="Segoe UI"/>
              </a:rPr>
              <a:t>RE</a:t>
            </a:r>
            <a:r>
              <a:rPr lang="en-US" sz="1800" spc="-4" dirty="0">
                <a:solidFill>
                  <a:srgbClr val="2D2C2C"/>
                </a:solidFill>
                <a:latin typeface="+mn-lt"/>
                <a:cs typeface="Segoe UI"/>
              </a:rPr>
              <a:t> is used to match what is at that position.</a:t>
            </a: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7</a:t>
            </a:fld>
            <a:endParaRPr lang="en-GB"/>
          </a:p>
        </p:txBody>
      </p:sp>
    </p:spTree>
    <p:extLst>
      <p:ext uri="{BB962C8B-B14F-4D97-AF65-F5344CB8AC3E}">
        <p14:creationId xmlns:p14="http://schemas.microsoft.com/office/powerpoint/2010/main" val="3773337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CA3C41-B7BA-92A4-B20D-ED847B07753E}"/>
              </a:ext>
            </a:extLst>
          </p:cNvPr>
          <p:cNvSpPr>
            <a:spLocks noGrp="1"/>
          </p:cNvSpPr>
          <p:nvPr>
            <p:ph type="ctrTitle"/>
          </p:nvPr>
        </p:nvSpPr>
        <p:spPr/>
        <p:txBody>
          <a:bodyPr/>
          <a:lstStyle/>
          <a:p>
            <a:r>
              <a:rPr lang="en-GB" dirty="0"/>
              <a:t>End of a line</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We can anchor an </a:t>
            </a:r>
            <a:r>
              <a:rPr lang="en-US" sz="1800" b="1" spc="-4" dirty="0">
                <a:solidFill>
                  <a:srgbClr val="7030A0"/>
                </a:solidFill>
                <a:latin typeface="+mn-lt"/>
                <a:cs typeface="Segoe UI"/>
              </a:rPr>
              <a:t>RE</a:t>
            </a:r>
            <a:r>
              <a:rPr lang="en-US" sz="1800" spc="-4" dirty="0">
                <a:solidFill>
                  <a:srgbClr val="2D2C2C"/>
                </a:solidFill>
                <a:latin typeface="+mn-lt"/>
                <a:cs typeface="Segoe UI"/>
              </a:rPr>
              <a:t> to the end of the line.</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 metacharacter used is the dollar sign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b="1" spc="-4" dirty="0">
                <a:solidFill>
                  <a:srgbClr val="2D2C2C"/>
                </a:solidFill>
                <a:latin typeface="+mn-lt"/>
                <a:cs typeface="Segoe UI"/>
              </a:rPr>
              <a:t>(</a:t>
            </a:r>
            <a:r>
              <a:rPr lang="en-US" sz="1800" b="1" spc="-4" dirty="0">
                <a:solidFill>
                  <a:srgbClr val="7030A0"/>
                </a:solidFill>
                <a:latin typeface="+mn-lt"/>
                <a:cs typeface="Segoe UI"/>
              </a:rPr>
              <a:t>RE</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a:solidFill>
                  <a:srgbClr val="2D2C2C"/>
                </a:solidFill>
                <a:latin typeface="+mn-lt"/>
                <a:cs typeface="Segoe UI"/>
              </a:rPr>
              <a:t>)</a:t>
            </a:r>
            <a:r>
              <a:rPr lang="en-US" sz="1800" spc="-4" dirty="0">
                <a:latin typeface="+mn-lt"/>
                <a:cs typeface="Segoe UI"/>
              </a:rPr>
              <a:t>.</a:t>
            </a:r>
            <a:endParaRPr lang="en-US" sz="1800"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r>
              <a:rPr lang="en-US" sz="1800" spc="-4" dirty="0">
                <a:latin typeface="+mn-lt"/>
                <a:ea typeface="Hack" panose="020B0609030202020204" pitchFamily="49" charset="0"/>
                <a:cs typeface="Hack" panose="020B0609030202020204" pitchFamily="49" charset="0"/>
              </a:rPr>
              <a:t>But it’s only recognized if it’s the last character of the </a:t>
            </a:r>
            <a:r>
              <a:rPr lang="en-US" sz="1800" b="1" spc="-4" dirty="0">
                <a:solidFill>
                  <a:srgbClr val="7030A0"/>
                </a:solidFill>
                <a:latin typeface="+mn-lt"/>
                <a:ea typeface="Hack" panose="020B0609030202020204" pitchFamily="49" charset="0"/>
                <a:cs typeface="Hack" panose="020B0609030202020204" pitchFamily="49" charset="0"/>
              </a:rPr>
              <a:t>RE</a:t>
            </a:r>
            <a:r>
              <a:rPr lang="en-US" sz="1800" spc="-4" dirty="0">
                <a:latin typeface="+mn-lt"/>
                <a:ea typeface="Hack" panose="020B0609030202020204" pitchFamily="49" charset="0"/>
                <a:cs typeface="Hack" panose="020B0609030202020204" pitchFamily="49" charset="0"/>
              </a:rPr>
              <a:t>.</a:t>
            </a:r>
            <a:endParaRPr lang="en-US" sz="1800" spc="-4" dirty="0">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For example,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This matches lines ending with a lower-case </a:t>
            </a:r>
            <a:r>
              <a:rPr lang="en-US" sz="1800" b="1" spc="-4" dirty="0">
                <a:solidFill>
                  <a:srgbClr val="2D2C2C"/>
                </a:solidFill>
                <a:latin typeface="+mn-lt"/>
                <a:cs typeface="Segoe UI"/>
              </a:rPr>
              <a:t>a</a:t>
            </a:r>
            <a:r>
              <a:rPr lang="en-US" sz="1800" spc="-4" dirty="0">
                <a:solidFill>
                  <a:srgbClr val="2D2C2C"/>
                </a:solidFill>
                <a:latin typeface="+mn-lt"/>
                <a:cs typeface="Segoe UI"/>
              </a:rPr>
              <a:t>.</a:t>
            </a:r>
          </a:p>
          <a:p>
            <a:pPr marL="289957"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To be specific:</a:t>
            </a:r>
          </a:p>
          <a:p>
            <a:pPr marL="469953" lvl="1"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First it checks the rest of the </a:t>
            </a:r>
            <a:r>
              <a:rPr lang="en-US" sz="1800" b="1" spc="-4" dirty="0">
                <a:solidFill>
                  <a:srgbClr val="7030A0"/>
                </a:solidFill>
                <a:latin typeface="+mn-lt"/>
                <a:cs typeface="Segoe UI"/>
              </a:rPr>
              <a:t>RE</a:t>
            </a:r>
            <a:r>
              <a:rPr lang="en-US" sz="1800" spc="-4" dirty="0">
                <a:solidFill>
                  <a:srgbClr val="2D2C2C"/>
                </a:solidFill>
                <a:latin typeface="+mn-lt"/>
                <a:cs typeface="Segoe UI"/>
              </a:rPr>
              <a:t> first, if this so far finds a match.</a:t>
            </a:r>
            <a:endParaRPr lang="en-US" spc="-4" dirty="0">
              <a:solidFill>
                <a:srgbClr val="2D2C2C"/>
              </a:solidFill>
              <a:cs typeface="Segoe UI"/>
            </a:endParaRPr>
          </a:p>
          <a:p>
            <a:pPr marL="469953" lvl="1"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Then the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cs typeface="Segoe UI"/>
              </a:rPr>
              <a:t> tells it to check if the end of the line is next</a:t>
            </a:r>
            <a:r>
              <a:rPr lang="en-US" spc="-4" dirty="0">
                <a:solidFill>
                  <a:srgbClr val="2D2C2C"/>
                </a:solidFill>
                <a:cs typeface="Segoe UI"/>
              </a:rPr>
              <a:t>. I</a:t>
            </a:r>
            <a:r>
              <a:rPr lang="en-US" sz="1800" spc="-4" dirty="0">
                <a:solidFill>
                  <a:srgbClr val="2D2C2C"/>
                </a:solidFill>
                <a:latin typeface="+mn-lt"/>
                <a:cs typeface="Segoe UI"/>
              </a:rPr>
              <a:t>f so, there is a final match.</a:t>
            </a:r>
            <a:endParaRPr lang="en-US" sz="1800" dirty="0">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8</a:t>
            </a:fld>
            <a:endParaRPr lang="en-GB"/>
          </a:p>
        </p:txBody>
      </p:sp>
    </p:spTree>
    <p:extLst>
      <p:ext uri="{BB962C8B-B14F-4D97-AF65-F5344CB8AC3E}">
        <p14:creationId xmlns:p14="http://schemas.microsoft.com/office/powerpoint/2010/main" val="1475888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FF2785-1D3B-23EC-0403-A6FF70D6DF31}"/>
              </a:ext>
            </a:extLst>
          </p:cNvPr>
          <p:cNvSpPr>
            <a:spLocks noGrp="1"/>
          </p:cNvSpPr>
          <p:nvPr>
            <p:ph type="ctrTitle"/>
          </p:nvPr>
        </p:nvSpPr>
        <p:spPr/>
        <p:txBody>
          <a:bodyPr/>
          <a:lstStyle/>
          <a:p>
            <a:r>
              <a:rPr lang="en-GB" dirty="0"/>
              <a:t>Only “this” on a line</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We specify that the line matches the </a:t>
            </a:r>
            <a:r>
              <a:rPr lang="en-US" sz="1800" b="1" spc="-4" dirty="0">
                <a:solidFill>
                  <a:srgbClr val="7030A0"/>
                </a:solidFill>
                <a:latin typeface="+mn-lt"/>
                <a:cs typeface="Segoe UI"/>
              </a:rPr>
              <a:t>RE</a:t>
            </a:r>
            <a:r>
              <a:rPr lang="en-US" sz="1800" spc="-4" dirty="0">
                <a:solidFill>
                  <a:srgbClr val="2D2C2C"/>
                </a:solidFill>
                <a:latin typeface="+mn-lt"/>
                <a:cs typeface="Segoe UI"/>
              </a:rPr>
              <a:t> exactly</a:t>
            </a:r>
            <a:r>
              <a:rPr lang="en-US" spc="-4" dirty="0">
                <a:solidFill>
                  <a:srgbClr val="2D2C2C"/>
                </a:solidFill>
                <a:cs typeface="Segoe UI"/>
              </a:rPr>
              <a:t>:</a:t>
            </a:r>
            <a:endParaRPr lang="en-US" sz="1800" spc="-4"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By prefixing with a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cs typeface="Segoe UI"/>
              </a:rPr>
              <a:t> and ending in a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b="1" spc="-4" dirty="0">
                <a:solidFill>
                  <a:srgbClr val="2D2C2C"/>
                </a:solidFill>
                <a:latin typeface="+mn-lt"/>
                <a:cs typeface="Segoe UI"/>
              </a:rPr>
              <a:t>(</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a:solidFill>
                  <a:srgbClr val="7030A0"/>
                </a:solidFill>
                <a:latin typeface="+mn-lt"/>
                <a:cs typeface="Segoe UI"/>
              </a:rPr>
              <a:t>RE</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a:solidFill>
                  <a:srgbClr val="2D2C2C"/>
                </a:solidFill>
                <a:latin typeface="+mn-lt"/>
                <a:cs typeface="Segoe UI"/>
              </a:rPr>
              <a:t>)</a:t>
            </a:r>
            <a:r>
              <a:rPr lang="en-US" sz="1800" spc="-4" dirty="0">
                <a:solidFill>
                  <a:srgbClr val="2D2C2C"/>
                </a:solidFill>
                <a:latin typeface="+mn-lt"/>
                <a:cs typeface="Segoe UI"/>
              </a:rPr>
              <a:t>.</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For example,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This matches lines with only a lower-case </a:t>
            </a:r>
            <a:r>
              <a:rPr lang="en-US" sz="1800" b="1" spc="-4" dirty="0">
                <a:solidFill>
                  <a:srgbClr val="2D2C2C"/>
                </a:solidFill>
                <a:latin typeface="+mn-lt"/>
                <a:cs typeface="Segoe UI"/>
              </a:rPr>
              <a:t>a</a:t>
            </a:r>
            <a:r>
              <a:rPr lang="en-US" sz="1800" spc="-4" dirty="0">
                <a:solidFill>
                  <a:srgbClr val="2D2C2C"/>
                </a:solidFill>
                <a:latin typeface="+mn-lt"/>
                <a:cs typeface="Segoe UI"/>
              </a:rPr>
              <a:t> and nothing else.</a:t>
            </a:r>
          </a:p>
          <a:p>
            <a:pPr marL="289957"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To be specific:</a:t>
            </a:r>
          </a:p>
          <a:p>
            <a:pPr marL="469953" lvl="1"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 carat finds the beginning of the line.</a:t>
            </a:r>
          </a:p>
          <a:p>
            <a:pPr marL="469953" lvl="1"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Then it tries to match the rest of </a:t>
            </a:r>
            <a:r>
              <a:rPr lang="en-US" sz="1800" b="1" spc="-4" dirty="0">
                <a:solidFill>
                  <a:srgbClr val="7030A0"/>
                </a:solidFill>
                <a:latin typeface="+mn-lt"/>
                <a:cs typeface="Segoe UI"/>
              </a:rPr>
              <a:t>RE</a:t>
            </a:r>
            <a:r>
              <a:rPr lang="en-US" sz="1800" spc="-4" dirty="0">
                <a:solidFill>
                  <a:srgbClr val="2D2C2C"/>
                </a:solidFill>
                <a:latin typeface="+mn-lt"/>
                <a:cs typeface="Segoe UI"/>
              </a:rPr>
              <a:t> (except the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cs typeface="Segoe UI"/>
              </a:rPr>
              <a:t>) if there’s a match so far.</a:t>
            </a:r>
          </a:p>
          <a:p>
            <a:pPr marL="469953" lvl="1"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Then the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cs typeface="Segoe UI"/>
              </a:rPr>
              <a:t> causes it to check if the end of the line is next. If there is, there is a final match.</a:t>
            </a:r>
            <a:endParaRPr lang="en-US" sz="1800" b="1" spc="-4" dirty="0">
              <a:solidFill>
                <a:srgbClr val="7030A0"/>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Note: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cs typeface="Segoe UI"/>
              </a:rPr>
              <a:t> matches blank lines.</a:t>
            </a:r>
            <a:endParaRPr lang="en-US" sz="1800" b="1" spc="-4" dirty="0">
              <a:solidFill>
                <a:srgbClr val="2D2C2C"/>
              </a:solidFill>
              <a:latin typeface="+mn-lt"/>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9</a:t>
            </a:fld>
            <a:endParaRPr lang="en-GB"/>
          </a:p>
        </p:txBody>
      </p:sp>
    </p:spTree>
    <p:extLst>
      <p:ext uri="{BB962C8B-B14F-4D97-AF65-F5344CB8AC3E}">
        <p14:creationId xmlns:p14="http://schemas.microsoft.com/office/powerpoint/2010/main" val="4152010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GB" dirty="0"/>
              <a:t>Matching characters</a:t>
            </a:r>
          </a:p>
        </p:txBody>
      </p:sp>
      <p:sp>
        <p:nvSpPr>
          <p:cNvPr id="3" name="Subtitle 2">
            <a:extLst>
              <a:ext uri="{FF2B5EF4-FFF2-40B4-BE49-F238E27FC236}">
                <a16:creationId xmlns:a16="http://schemas.microsoft.com/office/drawing/2014/main" id="{F9105E21-D521-ECFC-85F1-38E9943FB978}"/>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210212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99C2F1-500B-5FA2-B085-16D4FDDA3973}"/>
              </a:ext>
            </a:extLst>
          </p:cNvPr>
          <p:cNvSpPr>
            <a:spLocks noGrp="1"/>
          </p:cNvSpPr>
          <p:nvPr>
            <p:ph type="ctrTitle"/>
          </p:nvPr>
        </p:nvSpPr>
        <p:spPr/>
        <p:txBody>
          <a:bodyPr/>
          <a:lstStyle/>
          <a:p>
            <a:r>
              <a:rPr lang="en-GB" dirty="0"/>
              <a:t>Lists and ranges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1" y="1733108"/>
            <a:ext cx="7878043" cy="4061405"/>
          </a:xfrm>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To match one of a set of characters, put the list of possibilities within square brackets.</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For example,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aeiou</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spc="-4" dirty="0">
                <a:solidFill>
                  <a:srgbClr val="2D2C2C"/>
                </a:solidFill>
                <a:latin typeface="+mn-lt"/>
                <a:ea typeface="Hack" panose="020B0609030202020204" pitchFamily="49" charset="0"/>
                <a:cs typeface="Segoe UI"/>
              </a:rPr>
              <a:t>will look for lowercase vowels.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To match one of a range of characters, also place within square brackets.</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For example,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[a-f] </a:t>
            </a:r>
            <a:r>
              <a:rPr lang="en-US" sz="1800" spc="-4" dirty="0">
                <a:solidFill>
                  <a:srgbClr val="2D2C2C"/>
                </a:solidFill>
                <a:latin typeface="+mn-lt"/>
                <a:ea typeface="Hack" panose="020B0609030202020204" pitchFamily="49" charset="0"/>
                <a:cs typeface="Segoe UI"/>
              </a:rPr>
              <a:t>will look for lowercase characters between </a:t>
            </a:r>
            <a:r>
              <a:rPr lang="en-US" sz="1800" b="1" spc="-4" dirty="0">
                <a:solidFill>
                  <a:srgbClr val="2D2C2C"/>
                </a:solidFill>
                <a:latin typeface="+mn-lt"/>
                <a:ea typeface="Hack" panose="020B0609030202020204" pitchFamily="49" charset="0"/>
                <a:cs typeface="Segoe UI"/>
              </a:rPr>
              <a:t>a</a:t>
            </a:r>
            <a:r>
              <a:rPr lang="en-US" sz="1800" spc="-4" dirty="0">
                <a:solidFill>
                  <a:srgbClr val="2D2C2C"/>
                </a:solidFill>
                <a:latin typeface="+mn-lt"/>
                <a:ea typeface="Hack" panose="020B0609030202020204" pitchFamily="49" charset="0"/>
                <a:cs typeface="Segoe UI"/>
              </a:rPr>
              <a:t> and </a:t>
            </a:r>
            <a:r>
              <a:rPr lang="en-US" sz="1800" b="1" spc="-4" dirty="0">
                <a:solidFill>
                  <a:srgbClr val="2D2C2C"/>
                </a:solidFill>
                <a:latin typeface="+mn-lt"/>
                <a:ea typeface="Hack" panose="020B0609030202020204" pitchFamily="49" charset="0"/>
                <a:cs typeface="Segoe UI"/>
              </a:rPr>
              <a:t>f</a:t>
            </a:r>
            <a:r>
              <a:rPr lang="en-US" sz="1800" spc="-4" dirty="0">
                <a:solidFill>
                  <a:srgbClr val="2D2C2C"/>
                </a:solidFill>
                <a:latin typeface="+mn-lt"/>
                <a:ea typeface="Hack" panose="020B0609030202020204" pitchFamily="49" charset="0"/>
                <a:cs typeface="Segoe UI"/>
              </a:rPr>
              <a:t>.</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ranges and lists and both be used in the square brackets.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selection can be reversed by placing a carat as the first character within the brackets.</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For example,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[^a-f]</a:t>
            </a:r>
            <a:r>
              <a:rPr lang="en-US" spc="-4" dirty="0">
                <a:solidFill>
                  <a:srgbClr val="2D2C2C"/>
                </a:solidFill>
                <a:cs typeface="Segoe UI"/>
              </a:rPr>
              <a:t>.</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This will look for characters other than lowercase ones between </a:t>
            </a:r>
            <a:r>
              <a:rPr lang="en-US" sz="1800" b="1" spc="-4" dirty="0">
                <a:solidFill>
                  <a:srgbClr val="2D2C2C"/>
                </a:solidFill>
                <a:latin typeface="+mn-lt"/>
                <a:ea typeface="Hack" panose="020B0609030202020204" pitchFamily="49" charset="0"/>
                <a:cs typeface="Segoe UI"/>
              </a:rPr>
              <a:t>a</a:t>
            </a:r>
            <a:r>
              <a:rPr lang="en-US" sz="1800" spc="-4" dirty="0">
                <a:solidFill>
                  <a:srgbClr val="2D2C2C"/>
                </a:solidFill>
                <a:latin typeface="+mn-lt"/>
                <a:ea typeface="Hack" panose="020B0609030202020204" pitchFamily="49" charset="0"/>
                <a:cs typeface="Segoe UI"/>
              </a:rPr>
              <a:t> and </a:t>
            </a:r>
            <a:r>
              <a:rPr lang="en-US" sz="1800" b="1" spc="-4" dirty="0">
                <a:solidFill>
                  <a:srgbClr val="2D2C2C"/>
                </a:solidFill>
                <a:latin typeface="+mn-lt"/>
                <a:ea typeface="Hack" panose="020B0609030202020204" pitchFamily="49" charset="0"/>
                <a:cs typeface="Segoe UI"/>
              </a:rPr>
              <a:t>f </a:t>
            </a:r>
            <a:r>
              <a:rPr lang="en-US" sz="1800" spc="-4" dirty="0">
                <a:solidFill>
                  <a:srgbClr val="2D2C2C"/>
                </a:solidFill>
                <a:latin typeface="+mn-lt"/>
                <a:ea typeface="Hack" panose="020B0609030202020204" pitchFamily="49" charset="0"/>
                <a:cs typeface="Segoe UI"/>
              </a:rPr>
              <a:t>anywhere on the line.</a:t>
            </a:r>
          </a:p>
          <a:p>
            <a:pPr marL="469953" lvl="1" indent="-280154">
              <a:spcBef>
                <a:spcPts val="569"/>
              </a:spcBef>
              <a:buClr>
                <a:srgbClr val="000000"/>
              </a:buClr>
              <a:buFont typeface="Arial"/>
              <a:buChar char="•"/>
              <a:tabLst>
                <a:tab pos="289957" algn="l"/>
                <a:tab pos="290473" algn="l"/>
              </a:tabLst>
            </a:pPr>
            <a:r>
              <a:rPr lang="en-US" sz="1800" b="1" spc="-4" dirty="0">
                <a:solidFill>
                  <a:srgbClr val="2D2C2C"/>
                </a:solidFill>
                <a:latin typeface="+mn-lt"/>
                <a:ea typeface="Hack" panose="020B0609030202020204" pitchFamily="49" charset="0"/>
                <a:cs typeface="Segoe UI"/>
              </a:rPr>
              <a:t>Note: </a:t>
            </a:r>
            <a:r>
              <a:rPr lang="en-US" sz="1800" spc="-4" dirty="0">
                <a:solidFill>
                  <a:srgbClr val="2D2C2C"/>
                </a:solidFill>
                <a:latin typeface="+mn-lt"/>
                <a:ea typeface="Hack" panose="020B0609030202020204" pitchFamily="49" charset="0"/>
                <a:cs typeface="Segoe UI"/>
              </a:rPr>
              <a:t>Would match </a:t>
            </a:r>
            <a:r>
              <a:rPr lang="en-US" sz="1800" b="1" spc="-4" dirty="0">
                <a:solidFill>
                  <a:srgbClr val="2D2C2C"/>
                </a:solidFill>
                <a:latin typeface="+mn-lt"/>
                <a:ea typeface="Hack" panose="020B0609030202020204" pitchFamily="49" charset="0"/>
                <a:cs typeface="Segoe UI"/>
              </a:rPr>
              <a:t>after</a:t>
            </a:r>
            <a:r>
              <a:rPr lang="en-US" sz="1800" spc="-4" dirty="0">
                <a:solidFill>
                  <a:srgbClr val="2D2C2C"/>
                </a:solidFill>
                <a:latin typeface="+mn-lt"/>
                <a:ea typeface="Hack" panose="020B0609030202020204" pitchFamily="49" charset="0"/>
                <a:cs typeface="Segoe UI"/>
              </a:rPr>
              <a:t> because the t and r are not between a and f</a:t>
            </a:r>
            <a:r>
              <a:rPr lang="en-US" spc="-4" dirty="0">
                <a:solidFill>
                  <a:srgbClr val="2D2C2C"/>
                </a:solidFill>
                <a:ea typeface="Hack" panose="020B0609030202020204" pitchFamily="49" charset="0"/>
                <a:cs typeface="Segoe UI"/>
              </a:rPr>
              <a:t>. So, </a:t>
            </a:r>
            <a:r>
              <a:rPr lang="en-US" sz="1800" spc="-4" dirty="0">
                <a:solidFill>
                  <a:srgbClr val="2D2C2C"/>
                </a:solidFill>
                <a:latin typeface="+mn-lt"/>
                <a:ea typeface="Hack" panose="020B0609030202020204" pitchFamily="49" charset="0"/>
                <a:cs typeface="Segoe UI"/>
              </a:rPr>
              <a:t>these </a:t>
            </a:r>
            <a:r>
              <a:rPr lang="en-US" sz="1800" b="1" spc="-4" dirty="0">
                <a:solidFill>
                  <a:srgbClr val="7030A0"/>
                </a:solidFill>
                <a:latin typeface="+mn-lt"/>
                <a:ea typeface="Hack" panose="020B0609030202020204" pitchFamily="49" charset="0"/>
                <a:cs typeface="Segoe UI"/>
              </a:rPr>
              <a:t>RE</a:t>
            </a:r>
            <a:r>
              <a:rPr lang="en-US" sz="1800" spc="-4" dirty="0">
                <a:solidFill>
                  <a:srgbClr val="2D2C2C"/>
                </a:solidFill>
                <a:latin typeface="+mn-lt"/>
                <a:ea typeface="Hack" panose="020B0609030202020204" pitchFamily="49" charset="0"/>
                <a:cs typeface="Segoe UI"/>
              </a:rPr>
              <a:t>s are best used with anchors.</a:t>
            </a:r>
            <a:endParaRPr lang="en-US" sz="1800" dirty="0">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11</a:t>
            </a:fld>
            <a:endParaRPr lang="en-GB"/>
          </a:p>
        </p:txBody>
      </p:sp>
    </p:spTree>
    <p:extLst>
      <p:ext uri="{BB962C8B-B14F-4D97-AF65-F5344CB8AC3E}">
        <p14:creationId xmlns:p14="http://schemas.microsoft.com/office/powerpoint/2010/main" val="3211821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EECF55-18BA-2788-34F0-C606DBBDEED8}"/>
              </a:ext>
            </a:extLst>
          </p:cNvPr>
          <p:cNvSpPr>
            <a:spLocks noGrp="1"/>
          </p:cNvSpPr>
          <p:nvPr>
            <p:ph type="ctrTitle"/>
          </p:nvPr>
        </p:nvSpPr>
        <p:spPr/>
        <p:txBody>
          <a:bodyPr/>
          <a:lstStyle/>
          <a:p>
            <a:r>
              <a:rPr lang="en-GB" dirty="0"/>
              <a:t>Any character</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To match any character, simply use the </a:t>
            </a:r>
            <a:r>
              <a:rPr lang="en-US" sz="1800" b="1" spc="-4" dirty="0">
                <a:solidFill>
                  <a:srgbClr val="2D2C2C"/>
                </a:solidFill>
                <a:latin typeface="+mn-lt"/>
                <a:cs typeface="Segoe UI"/>
              </a:rPr>
              <a:t>full stop </a:t>
            </a:r>
            <a:r>
              <a:rPr lang="en-US" sz="1800" spc="-4" dirty="0">
                <a:solidFill>
                  <a:srgbClr val="2D2C2C"/>
                </a:solidFill>
                <a:latin typeface="+mn-lt"/>
                <a:cs typeface="Segoe UI"/>
              </a:rPr>
              <a:t>(</a:t>
            </a:r>
            <a:r>
              <a:rPr lang="en-US" sz="1800" b="1" spc="-4" dirty="0">
                <a:solidFill>
                  <a:srgbClr val="7030A0"/>
                </a:solidFill>
                <a:latin typeface="+mn-lt"/>
                <a:cs typeface="Segoe UI"/>
              </a:rPr>
              <a:t>.</a:t>
            </a:r>
            <a:r>
              <a:rPr lang="en-US" sz="1800" spc="-4" dirty="0">
                <a:solidFill>
                  <a:srgbClr val="2D2C2C"/>
                </a:solidFill>
                <a:latin typeface="+mn-lt"/>
                <a:cs typeface="Segoe UI"/>
              </a:rPr>
              <a:t>).</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on its own will match any character in any position.</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I.e., any line with at least one character.</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So it is rarely used on its own.</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But could be best used with the anchors.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So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would match lines with exactly one character in them.</a:t>
            </a:r>
          </a:p>
          <a:p>
            <a:pPr marL="289957"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\w </a:t>
            </a:r>
            <a:r>
              <a:rPr lang="en-US" sz="1800" spc="-4" dirty="0">
                <a:solidFill>
                  <a:srgbClr val="2D2C2C"/>
                </a:solidFill>
                <a:latin typeface="+mn-lt"/>
                <a:ea typeface="Hack" panose="020B0609030202020204" pitchFamily="49" charset="0"/>
                <a:cs typeface="Segoe UI"/>
              </a:rPr>
              <a:t>matches any alphanumeric character.</a:t>
            </a:r>
          </a:p>
          <a:p>
            <a:pPr marL="289957"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\W </a:t>
            </a:r>
            <a:r>
              <a:rPr lang="en-US" sz="1800" spc="-4" dirty="0">
                <a:solidFill>
                  <a:srgbClr val="2D2C2C"/>
                </a:solidFill>
                <a:latin typeface="+mn-lt"/>
                <a:ea typeface="Hack" panose="020B0609030202020204" pitchFamily="49" charset="0"/>
                <a:cs typeface="Segoe UI"/>
              </a:rPr>
              <a:t>matches any non-alphanumeric character.</a:t>
            </a:r>
          </a:p>
          <a:p>
            <a:pPr marL="289957"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\s </a:t>
            </a:r>
            <a:r>
              <a:rPr lang="en-US" sz="1800" spc="-4" dirty="0">
                <a:solidFill>
                  <a:srgbClr val="2D2C2C"/>
                </a:solidFill>
                <a:latin typeface="+mn-lt"/>
                <a:ea typeface="Hack" panose="020B0609030202020204" pitchFamily="49" charset="0"/>
                <a:cs typeface="Segoe UI"/>
              </a:rPr>
              <a:t>matches any whitespace character.</a:t>
            </a:r>
          </a:p>
          <a:p>
            <a:pPr marL="289957"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\S </a:t>
            </a:r>
            <a:r>
              <a:rPr lang="en-US" sz="1800" spc="-4" dirty="0">
                <a:solidFill>
                  <a:srgbClr val="2D2C2C"/>
                </a:solidFill>
                <a:latin typeface="+mn-lt"/>
                <a:ea typeface="Hack" panose="020B0609030202020204" pitchFamily="49" charset="0"/>
                <a:cs typeface="Segoe UI"/>
              </a:rPr>
              <a:t>matches any non-whitespace character.</a:t>
            </a: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12</a:t>
            </a:fld>
            <a:endParaRPr lang="en-GB"/>
          </a:p>
        </p:txBody>
      </p:sp>
    </p:spTree>
    <p:extLst>
      <p:ext uri="{BB962C8B-B14F-4D97-AF65-F5344CB8AC3E}">
        <p14:creationId xmlns:p14="http://schemas.microsoft.com/office/powerpoint/2010/main" val="3906877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GB" dirty="0"/>
              <a:t>Multipliers</a:t>
            </a:r>
          </a:p>
        </p:txBody>
      </p:sp>
      <p:sp>
        <p:nvSpPr>
          <p:cNvPr id="3" name="Subtitle 2">
            <a:extLst>
              <a:ext uri="{FF2B5EF4-FFF2-40B4-BE49-F238E27FC236}">
                <a16:creationId xmlns:a16="http://schemas.microsoft.com/office/drawing/2014/main" id="{43BA25DE-5708-EB47-79D7-D720EBA26112}"/>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79806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56C489-753E-7348-B4C3-E82C23D6E798}"/>
              </a:ext>
            </a:extLst>
          </p:cNvPr>
          <p:cNvSpPr>
            <a:spLocks noGrp="1"/>
          </p:cNvSpPr>
          <p:nvPr>
            <p:ph type="ctrTitle"/>
          </p:nvPr>
        </p:nvSpPr>
        <p:spPr/>
        <p:txBody>
          <a:bodyPr/>
          <a:lstStyle/>
          <a:p>
            <a:r>
              <a:rPr lang="en-GB" dirty="0"/>
              <a:t>Multiply regular expressions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To match multiple copies of an RE  in a row we could simply type them in several times.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But we can multiply them.</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asterisk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means </a:t>
            </a:r>
            <a:r>
              <a:rPr lang="en-US" sz="1800" b="1" spc="-4" dirty="0">
                <a:solidFill>
                  <a:srgbClr val="2D2C2C"/>
                </a:solidFill>
                <a:latin typeface="+mn-lt"/>
                <a:ea typeface="Hack" panose="020B0609030202020204" pitchFamily="49" charset="0"/>
                <a:cs typeface="Segoe UI"/>
              </a:rPr>
              <a:t>0</a:t>
            </a:r>
            <a:r>
              <a:rPr lang="en-US" sz="1800" spc="-4" dirty="0">
                <a:solidFill>
                  <a:srgbClr val="2D2C2C"/>
                </a:solidFill>
                <a:latin typeface="+mn-lt"/>
                <a:ea typeface="Hack" panose="020B0609030202020204" pitchFamily="49" charset="0"/>
                <a:cs typeface="Segoe UI"/>
              </a:rPr>
              <a:t> or more i.e., 0 or more a’s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a:t>
            </a:r>
            <a:r>
              <a:rPr lang="en-US" spc="-4" dirty="0">
                <a:solidFill>
                  <a:srgbClr val="2D2C2C"/>
                </a:solidFill>
                <a:cs typeface="Segoe UI"/>
              </a:rPr>
              <a:t>.</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Using braces, we can be more specific about how many:</a:t>
            </a: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a\{5\} </a:t>
            </a:r>
            <a:r>
              <a:rPr lang="en-US" sz="1800" spc="-4" dirty="0">
                <a:solidFill>
                  <a:srgbClr val="2D2C2C"/>
                </a:solidFill>
                <a:latin typeface="+mn-lt"/>
                <a:ea typeface="Hack" panose="020B0609030202020204" pitchFamily="49" charset="0"/>
                <a:cs typeface="Segoe UI"/>
              </a:rPr>
              <a:t>means exactly five </a:t>
            </a:r>
            <a:r>
              <a:rPr lang="en-US" sz="1800" b="1" spc="-4" dirty="0">
                <a:solidFill>
                  <a:srgbClr val="2D2C2C"/>
                </a:solidFill>
                <a:latin typeface="+mn-lt"/>
                <a:ea typeface="Hack" panose="020B0609030202020204" pitchFamily="49" charset="0"/>
                <a:cs typeface="Segoe UI"/>
              </a:rPr>
              <a:t>a</a:t>
            </a:r>
            <a:r>
              <a:rPr lang="en-US" sz="1800" spc="-4" dirty="0">
                <a:solidFill>
                  <a:srgbClr val="2D2C2C"/>
                </a:solidFill>
                <a:latin typeface="+mn-lt"/>
                <a:ea typeface="Hack" panose="020B0609030202020204" pitchFamily="49" charset="0"/>
                <a:cs typeface="Segoe UI"/>
              </a:rPr>
              <a:t>’s.</a:t>
            </a: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a\{,5\} </a:t>
            </a:r>
            <a:r>
              <a:rPr lang="en-US" sz="1800" spc="-4" dirty="0">
                <a:solidFill>
                  <a:srgbClr val="2D2C2C"/>
                </a:solidFill>
                <a:latin typeface="+mn-lt"/>
                <a:ea typeface="Hack" panose="020B0609030202020204" pitchFamily="49" charset="0"/>
                <a:cs typeface="Segoe UI"/>
              </a:rPr>
              <a:t>means up to five </a:t>
            </a:r>
            <a:r>
              <a:rPr lang="en-US" sz="1800" b="1" spc="-4" dirty="0">
                <a:solidFill>
                  <a:srgbClr val="2D2C2C"/>
                </a:solidFill>
                <a:latin typeface="+mn-lt"/>
                <a:ea typeface="Hack" panose="020B0609030202020204" pitchFamily="49" charset="0"/>
                <a:cs typeface="Segoe UI"/>
              </a:rPr>
              <a:t>a</a:t>
            </a:r>
            <a:r>
              <a:rPr lang="en-US" sz="1800" spc="-4" dirty="0">
                <a:solidFill>
                  <a:srgbClr val="2D2C2C"/>
                </a:solidFill>
                <a:latin typeface="+mn-lt"/>
                <a:ea typeface="Hack" panose="020B0609030202020204" pitchFamily="49" charset="0"/>
                <a:cs typeface="Segoe UI"/>
              </a:rPr>
              <a:t>’s.</a:t>
            </a: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a\{5,\} </a:t>
            </a:r>
            <a:r>
              <a:rPr lang="en-US" sz="1800" spc="-4" dirty="0">
                <a:solidFill>
                  <a:srgbClr val="2D2C2C"/>
                </a:solidFill>
                <a:latin typeface="+mn-lt"/>
                <a:ea typeface="Hack" panose="020B0609030202020204" pitchFamily="49" charset="0"/>
                <a:cs typeface="Segoe UI"/>
              </a:rPr>
              <a:t>means five or more </a:t>
            </a:r>
            <a:r>
              <a:rPr lang="en-US" sz="1800" b="1" spc="-4" dirty="0">
                <a:solidFill>
                  <a:srgbClr val="2D2C2C"/>
                </a:solidFill>
                <a:latin typeface="+mn-lt"/>
                <a:ea typeface="Hack" panose="020B0609030202020204" pitchFamily="49" charset="0"/>
                <a:cs typeface="Segoe UI"/>
              </a:rPr>
              <a:t>a</a:t>
            </a:r>
            <a:r>
              <a:rPr lang="en-US" sz="1800" spc="-4" dirty="0">
                <a:solidFill>
                  <a:srgbClr val="2D2C2C"/>
                </a:solidFill>
                <a:latin typeface="+mn-lt"/>
                <a:ea typeface="Hack" panose="020B0609030202020204" pitchFamily="49" charset="0"/>
                <a:cs typeface="Segoe UI"/>
              </a:rPr>
              <a:t>’s.</a:t>
            </a: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a\{2,5\} </a:t>
            </a:r>
            <a:r>
              <a:rPr lang="en-US" sz="1800" spc="-4" dirty="0">
                <a:solidFill>
                  <a:srgbClr val="2D2C2C"/>
                </a:solidFill>
                <a:latin typeface="+mn-lt"/>
                <a:ea typeface="Hack" panose="020B0609030202020204" pitchFamily="49" charset="0"/>
                <a:cs typeface="Segoe UI"/>
              </a:rPr>
              <a:t>means between two and  five </a:t>
            </a:r>
            <a:r>
              <a:rPr lang="en-US" sz="1800" b="1" spc="-4" dirty="0">
                <a:solidFill>
                  <a:srgbClr val="2D2C2C"/>
                </a:solidFill>
                <a:latin typeface="+mn-lt"/>
                <a:ea typeface="Hack" panose="020B0609030202020204" pitchFamily="49" charset="0"/>
                <a:cs typeface="Segoe UI"/>
              </a:rPr>
              <a:t>a</a:t>
            </a:r>
            <a:r>
              <a:rPr lang="en-US" sz="1800" spc="-4" dirty="0">
                <a:solidFill>
                  <a:srgbClr val="2D2C2C"/>
                </a:solidFill>
                <a:latin typeface="+mn-lt"/>
                <a:ea typeface="Hack" panose="020B0609030202020204" pitchFamily="49" charset="0"/>
                <a:cs typeface="Segoe UI"/>
              </a:rPr>
              <a:t>’s.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Ordinarily the multiplies only effect the preceding character, if the RE is more that one character long enclose it within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endParaRPr lang="en-US" sz="1800" spc="-4"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ing</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\)\{1,2\} </a:t>
            </a:r>
            <a:r>
              <a:rPr lang="en-US" sz="1800" spc="-4" dirty="0">
                <a:solidFill>
                  <a:srgbClr val="2D2C2C"/>
                </a:solidFill>
                <a:latin typeface="+mn-lt"/>
                <a:ea typeface="Hack" panose="020B0609030202020204" pitchFamily="49" charset="0"/>
                <a:cs typeface="Segoe UI"/>
              </a:rPr>
              <a:t>means between one and two </a:t>
            </a:r>
            <a:r>
              <a:rPr lang="en-US" sz="1800" b="1" spc="-4" dirty="0" err="1">
                <a:solidFill>
                  <a:srgbClr val="2D2C2C"/>
                </a:solidFill>
                <a:latin typeface="+mn-lt"/>
                <a:ea typeface="Hack" panose="020B0609030202020204" pitchFamily="49" charset="0"/>
                <a:cs typeface="Segoe UI"/>
              </a:rPr>
              <a:t>ing</a:t>
            </a:r>
            <a:r>
              <a:rPr lang="en-US" sz="1800" spc="-4" dirty="0" err="1">
                <a:solidFill>
                  <a:srgbClr val="2D2C2C"/>
                </a:solidFill>
                <a:latin typeface="+mn-lt"/>
                <a:ea typeface="Hack" panose="020B0609030202020204" pitchFamily="49" charset="0"/>
                <a:cs typeface="Segoe UI"/>
              </a:rPr>
              <a:t>’s</a:t>
            </a:r>
            <a:r>
              <a:rPr lang="en-US" sz="1800" spc="-4" dirty="0">
                <a:solidFill>
                  <a:srgbClr val="2D2C2C"/>
                </a:solidFill>
                <a:latin typeface="+mn-lt"/>
                <a:ea typeface="Hack" panose="020B0609030202020204" pitchFamily="49" charset="0"/>
                <a:cs typeface="Segoe UI"/>
              </a:rPr>
              <a:t> in a row.</a:t>
            </a:r>
            <a:endParaRPr lang="en-US" sz="1800" dirty="0">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14</a:t>
            </a:fld>
            <a:endParaRPr lang="en-GB"/>
          </a:p>
        </p:txBody>
      </p:sp>
    </p:spTree>
    <p:extLst>
      <p:ext uri="{BB962C8B-B14F-4D97-AF65-F5344CB8AC3E}">
        <p14:creationId xmlns:p14="http://schemas.microsoft.com/office/powerpoint/2010/main" val="131953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2B169FC-5B6A-7525-ED4C-94C2B5724059}"/>
              </a:ext>
            </a:extLst>
          </p:cNvPr>
          <p:cNvSpPr>
            <a:spLocks noGrp="1"/>
          </p:cNvSpPr>
          <p:nvPr>
            <p:ph type="ctrTitle"/>
          </p:nvPr>
        </p:nvSpPr>
        <p:spPr/>
        <p:txBody>
          <a:bodyPr/>
          <a:lstStyle/>
          <a:p>
            <a:r>
              <a:rPr lang="en-GB" dirty="0"/>
              <a:t>Knowledge check</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r>
              <a:rPr lang="en-US" sz="2000" spc="-4" dirty="0">
                <a:solidFill>
                  <a:srgbClr val="2D2C2C"/>
                </a:solidFill>
                <a:latin typeface="+mn-lt"/>
                <a:cs typeface="Segoe UI"/>
              </a:rPr>
              <a:t>What do the following </a:t>
            </a:r>
            <a:r>
              <a:rPr lang="en-US" sz="2000" b="1" spc="-4" dirty="0">
                <a:solidFill>
                  <a:srgbClr val="7030A0"/>
                </a:solidFill>
                <a:latin typeface="+mn-lt"/>
                <a:cs typeface="Segoe UI"/>
              </a:rPr>
              <a:t>RE</a:t>
            </a:r>
            <a:r>
              <a:rPr lang="en-US" sz="2000" spc="-4" dirty="0">
                <a:solidFill>
                  <a:srgbClr val="2D2C2C"/>
                </a:solidFill>
                <a:latin typeface="+mn-lt"/>
                <a:cs typeface="Segoe UI"/>
              </a:rPr>
              <a:t>s mean?</a:t>
            </a:r>
            <a:endParaRPr lang="en-US" sz="2000" dirty="0">
              <a:cs typeface="Segoe UI"/>
            </a:endParaRPr>
          </a:p>
          <a:p>
            <a:endParaRPr lang="en-GB" sz="20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15</a:t>
            </a:fld>
            <a:endParaRPr lang="en-GB"/>
          </a:p>
        </p:txBody>
      </p:sp>
      <p:grpSp>
        <p:nvGrpSpPr>
          <p:cNvPr id="16" name="Group 15">
            <a:extLst>
              <a:ext uri="{FF2B5EF4-FFF2-40B4-BE49-F238E27FC236}">
                <a16:creationId xmlns:a16="http://schemas.microsoft.com/office/drawing/2014/main" id="{D9CA12C1-DE3D-D37A-BF61-C5F7C527740A}"/>
              </a:ext>
            </a:extLst>
          </p:cNvPr>
          <p:cNvGrpSpPr/>
          <p:nvPr/>
        </p:nvGrpSpPr>
        <p:grpSpPr>
          <a:xfrm>
            <a:off x="668812" y="2519679"/>
            <a:ext cx="6867395" cy="3851818"/>
            <a:chOff x="668812" y="2519679"/>
            <a:chExt cx="6867395" cy="3851818"/>
          </a:xfrm>
        </p:grpSpPr>
        <p:sp>
          <p:nvSpPr>
            <p:cNvPr id="3" name="object 5">
              <a:extLst>
                <a:ext uri="{FF2B5EF4-FFF2-40B4-BE49-F238E27FC236}">
                  <a16:creationId xmlns:a16="http://schemas.microsoft.com/office/drawing/2014/main" id="{D1895DAE-E3D8-49E8-1E45-68215BECA9E1}"/>
                </a:ext>
              </a:extLst>
            </p:cNvPr>
            <p:cNvSpPr txBox="1"/>
            <p:nvPr/>
          </p:nvSpPr>
          <p:spPr>
            <a:xfrm>
              <a:off x="1176629" y="2556102"/>
              <a:ext cx="6359578" cy="3771078"/>
            </a:xfrm>
            <a:prstGeom prst="rect">
              <a:avLst/>
            </a:prstGeom>
            <a:solidFill>
              <a:srgbClr val="03EAB3"/>
            </a:solidFill>
            <a:ln w="12600">
              <a:solidFill>
                <a:srgbClr val="000000"/>
              </a:solidFill>
            </a:ln>
          </p:spPr>
          <p:txBody>
            <a:bodyPr vert="horz" wrap="square" lIns="0" tIns="12383" rIns="0" bIns="0" rtlCol="0">
              <a:spAutoFit/>
            </a:bodyPr>
            <a:lstStyle/>
            <a:p>
              <a:pPr marL="218758">
                <a:spcBef>
                  <a:spcPts val="98"/>
                </a:spcBef>
              </a:pPr>
              <a:r>
                <a:rPr b="1" spc="-8" dirty="0">
                  <a:latin typeface="Hack" panose="020B0609030202020204" pitchFamily="49" charset="0"/>
                  <a:ea typeface="Hack" panose="020B0609030202020204" pitchFamily="49" charset="0"/>
                  <a:cs typeface="Hack" panose="020B0609030202020204" pitchFamily="49" charset="0"/>
                </a:rPr>
                <a:t>[cC]hapter[1-9]</a:t>
              </a:r>
              <a:endParaRPr lang="en-GB" b="1" spc="-8"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endParaRPr lang="en-GB" b="1" spc="-8"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r>
                <a:rPr b="1" spc="-8" dirty="0">
                  <a:latin typeface="Hack" panose="020B0609030202020204" pitchFamily="49" charset="0"/>
                  <a:ea typeface="Hack" panose="020B0609030202020204" pitchFamily="49" charset="0"/>
                  <a:cs typeface="Hack" panose="020B0609030202020204" pitchFamily="49" charset="0"/>
                </a:rPr>
                <a:t>[cC]hap[0-9]\{1,3\}</a:t>
              </a:r>
              <a:endParaRPr lang="en-GB" b="1" spc="-8"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endParaRPr lang="en-GB" b="1" spc="-8"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r>
                <a:rPr b="1" spc="-4" dirty="0">
                  <a:latin typeface="Hack" panose="020B0609030202020204" pitchFamily="49" charset="0"/>
                  <a:ea typeface="Hack" panose="020B0609030202020204" pitchFamily="49" charset="0"/>
                  <a:cs typeface="Hack" panose="020B0609030202020204" pitchFamily="49" charset="0"/>
                </a:rPr>
                <a:t>^$</a:t>
              </a:r>
              <a:endParaRPr lang="en-GB" b="1" spc="-4"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endParaRPr lang="en-GB" b="1" spc="-4"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r>
                <a:rPr b="1" spc="-4" dirty="0">
                  <a:latin typeface="Hack" panose="020B0609030202020204" pitchFamily="49" charset="0"/>
                  <a:ea typeface="Hack" panose="020B0609030202020204" pitchFamily="49" charset="0"/>
                  <a:cs typeface="Hack" panose="020B0609030202020204" pitchFamily="49" charset="0"/>
                </a:rPr>
                <a:t>statemen</a:t>
              </a:r>
              <a:r>
                <a:rPr b="1" dirty="0">
                  <a:latin typeface="Hack" panose="020B0609030202020204" pitchFamily="49" charset="0"/>
                  <a:ea typeface="Hack" panose="020B0609030202020204" pitchFamily="49" charset="0"/>
                  <a:cs typeface="Hack" panose="020B0609030202020204" pitchFamily="49" charset="0"/>
                </a:rPr>
                <a:t>t</a:t>
              </a:r>
              <a:r>
                <a:rPr b="1" spc="-4" dirty="0">
                  <a:latin typeface="Hack" panose="020B0609030202020204" pitchFamily="49" charset="0"/>
                  <a:ea typeface="Hack" panose="020B0609030202020204" pitchFamily="49" charset="0"/>
                  <a:cs typeface="Hack" panose="020B0609030202020204" pitchFamily="49" charset="0"/>
                </a:rPr>
                <a:t>\</a:t>
              </a:r>
              <a:r>
                <a:rPr b="1" dirty="0">
                  <a:latin typeface="Hack" panose="020B0609030202020204" pitchFamily="49" charset="0"/>
                  <a:ea typeface="Hack" panose="020B0609030202020204" pitchFamily="49" charset="0"/>
                  <a:cs typeface="Hack" panose="020B0609030202020204" pitchFamily="49" charset="0"/>
                </a:rPr>
                <a:t>.</a:t>
              </a:r>
              <a:endParaRPr lang="en-GB" b="1"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endParaRPr lang="en-GB" b="1"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r>
                <a:rPr b="1" spc="-4" dirty="0">
                  <a:latin typeface="Hack" panose="020B0609030202020204" pitchFamily="49" charset="0"/>
                  <a:ea typeface="Hack" panose="020B0609030202020204" pitchFamily="49" charset="0"/>
                  <a:cs typeface="Hack" panose="020B0609030202020204" pitchFamily="49" charset="0"/>
                </a:rPr>
                <a:t>echo.*\\f</a:t>
              </a:r>
              <a:endParaRPr lang="en-GB" b="1" spc="-4"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endParaRPr lang="en-GB" b="1" spc="-4"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r>
                <a:rPr b="1" spc="-4" dirty="0">
                  <a:latin typeface="Hack" panose="020B0609030202020204" pitchFamily="49" charset="0"/>
                  <a:ea typeface="Hack" panose="020B0609030202020204" pitchFamily="49" charset="0"/>
                  <a:cs typeface="Hack" panose="020B0609030202020204" pitchFamily="49" charset="0"/>
                </a:rPr>
                <a:t>^...$</a:t>
              </a:r>
              <a:endParaRPr lang="en-GB" b="1" spc="-4"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endParaRPr lang="en-GB" b="1" spc="-4"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r>
                <a:rPr b="1" spc="-8" dirty="0">
                  <a:latin typeface="Hack" panose="020B0609030202020204" pitchFamily="49" charset="0"/>
                  <a:ea typeface="Hack" panose="020B0609030202020204" pitchFamily="49" charset="0"/>
                  <a:cs typeface="Hack" panose="020B0609030202020204" pitchFamily="49" charset="0"/>
                </a:rPr>
                <a:t>afford\(able\)*</a:t>
              </a:r>
              <a:endParaRPr b="1" dirty="0">
                <a:latin typeface="Hack" panose="020B0609030202020204" pitchFamily="49" charset="0"/>
                <a:ea typeface="Hack" panose="020B0609030202020204" pitchFamily="49" charset="0"/>
                <a:cs typeface="Hack" panose="020B0609030202020204" pitchFamily="49" charset="0"/>
              </a:endParaRPr>
            </a:p>
          </p:txBody>
        </p:sp>
        <p:grpSp>
          <p:nvGrpSpPr>
            <p:cNvPr id="4" name="Group 3">
              <a:extLst>
                <a:ext uri="{FF2B5EF4-FFF2-40B4-BE49-F238E27FC236}">
                  <a16:creationId xmlns:a16="http://schemas.microsoft.com/office/drawing/2014/main" id="{0E1EBCF4-5357-738B-DA0F-1EF97CE64E1D}"/>
                </a:ext>
              </a:extLst>
            </p:cNvPr>
            <p:cNvGrpSpPr/>
            <p:nvPr/>
          </p:nvGrpSpPr>
          <p:grpSpPr>
            <a:xfrm>
              <a:off x="668812" y="2519679"/>
              <a:ext cx="367979" cy="3851818"/>
              <a:chOff x="4838915" y="2856232"/>
              <a:chExt cx="341676" cy="3135658"/>
            </a:xfrm>
          </p:grpSpPr>
          <p:sp>
            <p:nvSpPr>
              <p:cNvPr id="7" name="Heptagon 6">
                <a:extLst>
                  <a:ext uri="{FF2B5EF4-FFF2-40B4-BE49-F238E27FC236}">
                    <a16:creationId xmlns:a16="http://schemas.microsoft.com/office/drawing/2014/main" id="{A4CE15D9-BD63-5EBE-7958-B032BD2866B0}"/>
                  </a:ext>
                </a:extLst>
              </p:cNvPr>
              <p:cNvSpPr/>
              <p:nvPr/>
            </p:nvSpPr>
            <p:spPr>
              <a:xfrm>
                <a:off x="4840530" y="2856232"/>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cs typeface="Arial" pitchFamily="34" charset="0"/>
                  </a:rPr>
                  <a:t>1</a:t>
                </a:r>
              </a:p>
            </p:txBody>
          </p:sp>
          <p:sp>
            <p:nvSpPr>
              <p:cNvPr id="8" name="Heptagon 7">
                <a:extLst>
                  <a:ext uri="{FF2B5EF4-FFF2-40B4-BE49-F238E27FC236}">
                    <a16:creationId xmlns:a16="http://schemas.microsoft.com/office/drawing/2014/main" id="{41C548EF-3519-CD40-C989-0F2635B86920}"/>
                  </a:ext>
                </a:extLst>
              </p:cNvPr>
              <p:cNvSpPr/>
              <p:nvPr/>
            </p:nvSpPr>
            <p:spPr>
              <a:xfrm>
                <a:off x="4840531" y="331670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cs typeface="Arial" pitchFamily="34" charset="0"/>
                  </a:rPr>
                  <a:t>2</a:t>
                </a:r>
              </a:p>
            </p:txBody>
          </p:sp>
          <p:sp>
            <p:nvSpPr>
              <p:cNvPr id="9" name="Heptagon 8">
                <a:extLst>
                  <a:ext uri="{FF2B5EF4-FFF2-40B4-BE49-F238E27FC236}">
                    <a16:creationId xmlns:a16="http://schemas.microsoft.com/office/drawing/2014/main" id="{AA62FFE3-E33C-07F4-16B9-130AF1575E2B}"/>
                  </a:ext>
                </a:extLst>
              </p:cNvPr>
              <p:cNvSpPr/>
              <p:nvPr/>
            </p:nvSpPr>
            <p:spPr>
              <a:xfrm>
                <a:off x="4838915" y="3788608"/>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cs typeface="Arial" pitchFamily="34" charset="0"/>
                  </a:rPr>
                  <a:t>3</a:t>
                </a:r>
              </a:p>
            </p:txBody>
          </p:sp>
          <p:sp>
            <p:nvSpPr>
              <p:cNvPr id="10" name="Heptagon 9">
                <a:extLst>
                  <a:ext uri="{FF2B5EF4-FFF2-40B4-BE49-F238E27FC236}">
                    <a16:creationId xmlns:a16="http://schemas.microsoft.com/office/drawing/2014/main" id="{112F0A37-A9D7-3F85-FF4C-917DAC4A03C2}"/>
                  </a:ext>
                </a:extLst>
              </p:cNvPr>
              <p:cNvSpPr/>
              <p:nvPr/>
            </p:nvSpPr>
            <p:spPr>
              <a:xfrm>
                <a:off x="4855738" y="4270453"/>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cs typeface="Arial" pitchFamily="34" charset="0"/>
                  </a:rPr>
                  <a:t>4</a:t>
                </a:r>
              </a:p>
            </p:txBody>
          </p:sp>
          <p:sp>
            <p:nvSpPr>
              <p:cNvPr id="11" name="Heptagon 10">
                <a:extLst>
                  <a:ext uri="{FF2B5EF4-FFF2-40B4-BE49-F238E27FC236}">
                    <a16:creationId xmlns:a16="http://schemas.microsoft.com/office/drawing/2014/main" id="{1AB415FF-EC6F-21DB-434A-4828C23C30AE}"/>
                  </a:ext>
                </a:extLst>
              </p:cNvPr>
              <p:cNvSpPr/>
              <p:nvPr/>
            </p:nvSpPr>
            <p:spPr>
              <a:xfrm>
                <a:off x="4840529" y="4739854"/>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cs typeface="Arial" pitchFamily="34" charset="0"/>
                  </a:rPr>
                  <a:t>5</a:t>
                </a:r>
                <a:endParaRPr lang="en-GB" sz="1800" b="1" dirty="0">
                  <a:solidFill>
                    <a:schemeClr val="tx1"/>
                  </a:solidFill>
                  <a:cs typeface="Arial" pitchFamily="34" charset="0"/>
                </a:endParaRPr>
              </a:p>
            </p:txBody>
          </p:sp>
          <p:sp>
            <p:nvSpPr>
              <p:cNvPr id="12" name="Heptagon 11">
                <a:extLst>
                  <a:ext uri="{FF2B5EF4-FFF2-40B4-BE49-F238E27FC236}">
                    <a16:creationId xmlns:a16="http://schemas.microsoft.com/office/drawing/2014/main" id="{E6BDB6FE-83B2-469F-B192-C1146E011346}"/>
                  </a:ext>
                </a:extLst>
              </p:cNvPr>
              <p:cNvSpPr/>
              <p:nvPr/>
            </p:nvSpPr>
            <p:spPr>
              <a:xfrm>
                <a:off x="4855738" y="519659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cs typeface="Arial" pitchFamily="34" charset="0"/>
                  </a:rPr>
                  <a:t>6</a:t>
                </a:r>
              </a:p>
            </p:txBody>
          </p:sp>
          <p:sp>
            <p:nvSpPr>
              <p:cNvPr id="13" name="Heptagon 12">
                <a:extLst>
                  <a:ext uri="{FF2B5EF4-FFF2-40B4-BE49-F238E27FC236}">
                    <a16:creationId xmlns:a16="http://schemas.microsoft.com/office/drawing/2014/main" id="{97089D78-DBB6-0781-3F5A-33308D56E53D}"/>
                  </a:ext>
                </a:extLst>
              </p:cNvPr>
              <p:cNvSpPr/>
              <p:nvPr/>
            </p:nvSpPr>
            <p:spPr>
              <a:xfrm>
                <a:off x="4840528" y="5691100"/>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latin typeface="Arial" pitchFamily="34" charset="0"/>
                    <a:cs typeface="Arial" pitchFamily="34" charset="0"/>
                  </a:rPr>
                  <a:t>7</a:t>
                </a:r>
              </a:p>
            </p:txBody>
          </p:sp>
        </p:grpSp>
      </p:grpSp>
    </p:spTree>
    <p:extLst>
      <p:ext uri="{BB962C8B-B14F-4D97-AF65-F5344CB8AC3E}">
        <p14:creationId xmlns:p14="http://schemas.microsoft.com/office/powerpoint/2010/main" val="3383176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GB" dirty="0"/>
              <a:t>Programs that use regular expressions</a:t>
            </a:r>
          </a:p>
        </p:txBody>
      </p:sp>
      <p:sp>
        <p:nvSpPr>
          <p:cNvPr id="3" name="Subtitle 2">
            <a:extLst>
              <a:ext uri="{FF2B5EF4-FFF2-40B4-BE49-F238E27FC236}">
                <a16:creationId xmlns:a16="http://schemas.microsoft.com/office/drawing/2014/main" id="{41CBA9ED-EBB1-DB86-01AC-8910DD8B7502}"/>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229502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DCA1A1-16D8-19EC-BC56-89CF04B47C73}"/>
              </a:ext>
            </a:extLst>
          </p:cNvPr>
          <p:cNvSpPr>
            <a:spLocks noGrp="1"/>
          </p:cNvSpPr>
          <p:nvPr>
            <p:ph type="ctrTitle"/>
          </p:nvPr>
        </p:nvSpPr>
        <p:spPr/>
        <p:txBody>
          <a:bodyPr/>
          <a:lstStyle/>
          <a:p>
            <a:r>
              <a:rPr lang="en-GB" dirty="0"/>
              <a:t>Programs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Some of the commands that we have already seen and used can use regular expressions.</a:t>
            </a: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less</a:t>
            </a:r>
            <a:r>
              <a:rPr lang="en-US" sz="1800" spc="-4" dirty="0">
                <a:solidFill>
                  <a:srgbClr val="2D2C2C"/>
                </a:solidFill>
                <a:latin typeface="+mn-lt"/>
                <a:ea typeface="Hack" panose="020B0609030202020204" pitchFamily="49" charset="0"/>
                <a:cs typeface="Segoe UI"/>
              </a:rPr>
              <a:t> (and hence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man</a:t>
            </a:r>
            <a:r>
              <a:rPr lang="en-US" sz="1800" spc="-4" dirty="0">
                <a:solidFill>
                  <a:srgbClr val="2D2C2C"/>
                </a:solidFill>
                <a:latin typeface="+mn-lt"/>
                <a:ea typeface="Hack" panose="020B0609030202020204" pitchFamily="49" charset="0"/>
                <a:cs typeface="Segoe UI"/>
              </a:rPr>
              <a:t>)</a:t>
            </a: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vi</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Entering a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in these starts a search using regular expressions.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Other programs use REs as part of their command syntax.</a:t>
            </a:r>
          </a:p>
          <a:p>
            <a:pPr marL="289957" indent="-280154">
              <a:spcBef>
                <a:spcPts val="569"/>
              </a:spcBef>
              <a:buClr>
                <a:srgbClr val="000000"/>
              </a:buClr>
              <a:buFont typeface="Arial"/>
              <a:buChar char="•"/>
              <a:tabLst>
                <a:tab pos="289957" algn="l"/>
                <a:tab pos="290473" algn="l"/>
              </a:tabLst>
            </a:pPr>
            <a:r>
              <a:rPr lang="en-US" sz="1800" b="1" spc="-4" dirty="0">
                <a:solidFill>
                  <a:srgbClr val="7030A0"/>
                </a:solidFill>
                <a:latin typeface="+mn-lt"/>
                <a:ea typeface="Hack" panose="020B0609030202020204" pitchFamily="49" charset="0"/>
                <a:cs typeface="Segoe UI"/>
              </a:rPr>
              <a:t>RE</a:t>
            </a:r>
            <a:r>
              <a:rPr lang="en-US" sz="1800" spc="-4" dirty="0">
                <a:solidFill>
                  <a:srgbClr val="2D2C2C"/>
                </a:solidFill>
                <a:latin typeface="+mn-lt"/>
                <a:ea typeface="Hack" panose="020B0609030202020204" pitchFamily="49" charset="0"/>
                <a:cs typeface="Segoe UI"/>
              </a:rPr>
              <a:t>s can be used in filters.</a:t>
            </a:r>
          </a:p>
          <a:p>
            <a:pPr marL="469953" lvl="1"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 These include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grep</a:t>
            </a:r>
            <a:r>
              <a:rPr lang="en-US" sz="1800" spc="-4" dirty="0">
                <a:solidFill>
                  <a:srgbClr val="2D2C2C"/>
                </a:solidFill>
                <a:latin typeface="+mn-lt"/>
                <a:ea typeface="Hack" panose="020B0609030202020204" pitchFamily="49" charset="0"/>
                <a:cs typeface="Segoe UI"/>
              </a:rPr>
              <a:t>,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awk</a:t>
            </a:r>
            <a:r>
              <a:rPr lang="en-US" sz="1800" spc="-4" dirty="0">
                <a:solidFill>
                  <a:srgbClr val="7030A0"/>
                </a:solidFill>
                <a:latin typeface="+mn-lt"/>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and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sed</a:t>
            </a:r>
            <a:r>
              <a:rPr lang="en-US" spc="-4" dirty="0">
                <a:solidFill>
                  <a:srgbClr val="2D2C2C"/>
                </a:solidFill>
                <a:cs typeface="Segoe UI"/>
              </a:rPr>
              <a:t>.</a:t>
            </a:r>
          </a:p>
          <a:p>
            <a:endParaRPr lang="en-GB" sz="1800" dirty="0"/>
          </a:p>
        </p:txBody>
      </p:sp>
      <p:sp>
        <p:nvSpPr>
          <p:cNvPr id="4" name="Slide Number Placeholder 1">
            <a:extLst>
              <a:ext uri="{FF2B5EF4-FFF2-40B4-BE49-F238E27FC236}">
                <a16:creationId xmlns:a16="http://schemas.microsoft.com/office/drawing/2014/main" id="{A9A6FF77-D641-4417-92E7-11CC6238BF20}"/>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17</a:t>
            </a:fld>
            <a:endParaRPr lang="en-GB"/>
          </a:p>
        </p:txBody>
      </p:sp>
    </p:spTree>
    <p:extLst>
      <p:ext uri="{BB962C8B-B14F-4D97-AF65-F5344CB8AC3E}">
        <p14:creationId xmlns:p14="http://schemas.microsoft.com/office/powerpoint/2010/main" val="4173888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2064622-D248-864A-8C3B-A948E2B6DE44}"/>
              </a:ext>
            </a:extLst>
          </p:cNvPr>
          <p:cNvSpPr>
            <a:spLocks noGrp="1"/>
          </p:cNvSpPr>
          <p:nvPr>
            <p:ph type="ctrTitle"/>
          </p:nvPr>
        </p:nvSpPr>
        <p:spPr/>
        <p:txBody>
          <a:bodyPr/>
          <a:lstStyle/>
          <a:p>
            <a:r>
              <a:rPr lang="en-GB" dirty="0"/>
              <a:t>grep</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Syntax:</a:t>
            </a:r>
          </a:p>
          <a:p>
            <a:pPr marL="469953" lvl="1" indent="-280154">
              <a:spcBef>
                <a:spcPts val="569"/>
              </a:spcBef>
              <a:buClr>
                <a:srgbClr val="000000"/>
              </a:buClr>
              <a:buFont typeface="Arial"/>
              <a:buChar char="•"/>
              <a:tabLst>
                <a:tab pos="289957" algn="l"/>
                <a:tab pos="290473" algn="l"/>
              </a:tabLst>
            </a:pP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grep</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vcinE</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pattern [file]</a:t>
            </a: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r>
              <a:rPr lang="en-US" sz="1800" spc="-8" dirty="0">
                <a:solidFill>
                  <a:schemeClr val="tx1"/>
                </a:solidFill>
                <a:cs typeface="Segoe UI"/>
              </a:rPr>
              <a:t>Display</a:t>
            </a:r>
            <a:r>
              <a:rPr lang="en-US" sz="1800" spc="20" dirty="0">
                <a:solidFill>
                  <a:schemeClr val="tx1"/>
                </a:solidFill>
                <a:cs typeface="Segoe UI"/>
              </a:rPr>
              <a:t> </a:t>
            </a:r>
            <a:r>
              <a:rPr lang="en-US" sz="1800" spc="-8" dirty="0">
                <a:solidFill>
                  <a:schemeClr val="tx1"/>
                </a:solidFill>
                <a:cs typeface="Segoe UI"/>
              </a:rPr>
              <a:t>lines</a:t>
            </a:r>
            <a:r>
              <a:rPr lang="en-US" sz="1800" spc="57" dirty="0">
                <a:solidFill>
                  <a:schemeClr val="tx1"/>
                </a:solidFill>
                <a:cs typeface="Segoe UI"/>
              </a:rPr>
              <a:t> </a:t>
            </a:r>
            <a:r>
              <a:rPr lang="en-US" sz="1800" spc="-8" dirty="0">
                <a:solidFill>
                  <a:schemeClr val="tx1"/>
                </a:solidFill>
                <a:cs typeface="Segoe UI"/>
              </a:rPr>
              <a:t>from</a:t>
            </a:r>
            <a:r>
              <a:rPr lang="en-US" sz="1800" spc="8" dirty="0">
                <a:solidFill>
                  <a:schemeClr val="tx1"/>
                </a:solidFill>
                <a:cs typeface="Segoe UI"/>
              </a:rPr>
              <a:t> </a:t>
            </a:r>
            <a:r>
              <a:rPr lang="en-US" sz="1800" b="1" spc="-4"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4" dirty="0" err="1">
                <a:solidFill>
                  <a:srgbClr val="0000C7"/>
                </a:solidFill>
                <a:latin typeface="Hack" panose="020B0609030202020204" pitchFamily="49" charset="0"/>
                <a:ea typeface="Hack" panose="020B0609030202020204" pitchFamily="49" charset="0"/>
                <a:cs typeface="Hack" panose="020B0609030202020204" pitchFamily="49" charset="0"/>
              </a:rPr>
              <a:t>etc</a:t>
            </a:r>
            <a:r>
              <a:rPr lang="en-US" sz="1800" b="1" spc="-4"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4" dirty="0" err="1">
                <a:solidFill>
                  <a:srgbClr val="0000C7"/>
                </a:solidFill>
                <a:latin typeface="Hack" panose="020B0609030202020204" pitchFamily="49" charset="0"/>
                <a:ea typeface="Hack" panose="020B0609030202020204" pitchFamily="49" charset="0"/>
                <a:cs typeface="Hack" panose="020B0609030202020204" pitchFamily="49" charset="0"/>
              </a:rPr>
              <a:t>rsyslog.conf</a:t>
            </a:r>
            <a:r>
              <a:rPr lang="en-US" sz="1800" spc="-4" dirty="0">
                <a:latin typeface="Hack" panose="020B0609030202020204" pitchFamily="49" charset="0"/>
                <a:ea typeface="Hack" panose="020B0609030202020204" pitchFamily="49" charset="0"/>
                <a:cs typeface="Hack" panose="020B0609030202020204" pitchFamily="49" charset="0"/>
              </a:rPr>
              <a:t>,</a:t>
            </a:r>
            <a:r>
              <a:rPr lang="en-US" sz="1800" spc="24" dirty="0">
                <a:latin typeface="Hack" panose="020B0609030202020204" pitchFamily="49" charset="0"/>
                <a:ea typeface="Hack" panose="020B0609030202020204" pitchFamily="49" charset="0"/>
                <a:cs typeface="Hack" panose="020B0609030202020204" pitchFamily="49" charset="0"/>
              </a:rPr>
              <a:t> </a:t>
            </a:r>
            <a:r>
              <a:rPr lang="en-US" sz="1800" spc="-12" dirty="0">
                <a:latin typeface="Segoe UI"/>
                <a:cs typeface="Segoe UI"/>
              </a:rPr>
              <a:t>excluding</a:t>
            </a:r>
            <a:r>
              <a:rPr lang="en-US" sz="1800" spc="61" dirty="0">
                <a:latin typeface="Segoe UI"/>
                <a:cs typeface="Segoe UI"/>
              </a:rPr>
              <a:t> </a:t>
            </a:r>
            <a:r>
              <a:rPr lang="en-US" sz="1800" spc="-12" dirty="0">
                <a:latin typeface="Segoe UI"/>
                <a:cs typeface="Segoe UI"/>
              </a:rPr>
              <a:t>comment</a:t>
            </a:r>
            <a:r>
              <a:rPr lang="en-US" sz="1800" spc="85" dirty="0">
                <a:latin typeface="Segoe UI"/>
                <a:cs typeface="Segoe UI"/>
              </a:rPr>
              <a:t> </a:t>
            </a:r>
            <a:r>
              <a:rPr lang="en-US" sz="1800" spc="-4" dirty="0">
                <a:latin typeface="Segoe UI"/>
                <a:cs typeface="Segoe UI"/>
              </a:rPr>
              <a:t>and</a:t>
            </a:r>
            <a:r>
              <a:rPr lang="en-US" sz="1800" dirty="0">
                <a:latin typeface="Segoe UI"/>
                <a:cs typeface="Segoe UI"/>
              </a:rPr>
              <a:t> </a:t>
            </a:r>
            <a:r>
              <a:rPr lang="en-US" sz="1800" spc="-8" dirty="0">
                <a:latin typeface="Segoe UI"/>
                <a:cs typeface="Segoe UI"/>
              </a:rPr>
              <a:t>empty</a:t>
            </a:r>
            <a:r>
              <a:rPr lang="en-US" sz="1800" spc="41" dirty="0">
                <a:latin typeface="Segoe UI"/>
                <a:cs typeface="Segoe UI"/>
              </a:rPr>
              <a:t> </a:t>
            </a:r>
            <a:r>
              <a:rPr lang="en-US" sz="1800" spc="-8" dirty="0">
                <a:latin typeface="Segoe UI"/>
                <a:cs typeface="Segoe UI"/>
              </a:rPr>
              <a:t>ones</a:t>
            </a:r>
            <a:endParaRPr lang="en-US" sz="1800" dirty="0">
              <a:cs typeface="Segoe UI"/>
            </a:endParaRPr>
          </a:p>
          <a:p>
            <a:endParaRPr lang="en-GB" sz="3200" dirty="0"/>
          </a:p>
        </p:txBody>
      </p:sp>
      <p:sp>
        <p:nvSpPr>
          <p:cNvPr id="4" name="Rectangle 3">
            <a:extLst>
              <a:ext uri="{FF2B5EF4-FFF2-40B4-BE49-F238E27FC236}">
                <a16:creationId xmlns:a16="http://schemas.microsoft.com/office/drawing/2014/main" id="{157A7C94-EF3B-BFE3-6FAF-24845BA11409}"/>
              </a:ext>
            </a:extLst>
          </p:cNvPr>
          <p:cNvSpPr>
            <a:spLocks noChangeArrowheads="1"/>
          </p:cNvSpPr>
          <p:nvPr/>
        </p:nvSpPr>
        <p:spPr bwMode="auto">
          <a:xfrm>
            <a:off x="4905985" y="5641875"/>
            <a:ext cx="6770077"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grep</a:t>
            </a:r>
            <a:r>
              <a:rPr lang="en-GB"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a:t>
            </a:r>
            <a:r>
              <a:rPr lang="en-GB"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-v</a:t>
            </a:r>
            <a:r>
              <a:rPr lang="en-GB"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/etc/rsyslog.conf</a:t>
            </a:r>
            <a:endParaRPr lang="en-GB"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module(load="imuxsock")</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aphicFrame>
        <p:nvGraphicFramePr>
          <p:cNvPr id="6" name="Table 3">
            <a:extLst>
              <a:ext uri="{FF2B5EF4-FFF2-40B4-BE49-F238E27FC236}">
                <a16:creationId xmlns:a16="http://schemas.microsoft.com/office/drawing/2014/main" id="{D75774AF-D0A2-BD12-1488-EB1D39B20CD3}"/>
              </a:ext>
            </a:extLst>
          </p:cNvPr>
          <p:cNvGraphicFramePr>
            <a:graphicFrameLocks noGrp="1"/>
          </p:cNvGraphicFramePr>
          <p:nvPr>
            <p:extLst>
              <p:ext uri="{D42A27DB-BD31-4B8C-83A1-F6EECF244321}">
                <p14:modId xmlns:p14="http://schemas.microsoft.com/office/powerpoint/2010/main" val="3346933182"/>
              </p:ext>
            </p:extLst>
          </p:nvPr>
        </p:nvGraphicFramePr>
        <p:xfrm>
          <a:off x="565984" y="2535417"/>
          <a:ext cx="8680001" cy="2304149"/>
        </p:xfrm>
        <a:graphic>
          <a:graphicData uri="http://schemas.openxmlformats.org/drawingml/2006/table">
            <a:tbl>
              <a:tblPr firstRow="1" bandRow="1">
                <a:tableStyleId>{93296810-A885-4BE3-A3E7-6D5BEEA58F35}</a:tableStyleId>
              </a:tblPr>
              <a:tblGrid>
                <a:gridCol w="1130400">
                  <a:extLst>
                    <a:ext uri="{9D8B030D-6E8A-4147-A177-3AD203B41FA5}">
                      <a16:colId xmlns:a16="http://schemas.microsoft.com/office/drawing/2014/main" val="1909159861"/>
                    </a:ext>
                  </a:extLst>
                </a:gridCol>
                <a:gridCol w="7549601">
                  <a:extLst>
                    <a:ext uri="{9D8B030D-6E8A-4147-A177-3AD203B41FA5}">
                      <a16:colId xmlns:a16="http://schemas.microsoft.com/office/drawing/2014/main" val="3960062878"/>
                    </a:ext>
                  </a:extLst>
                </a:gridCol>
              </a:tblGrid>
              <a:tr h="336350">
                <a:tc>
                  <a:txBody>
                    <a:bodyPr/>
                    <a:lstStyle/>
                    <a:p>
                      <a:r>
                        <a:rPr lang="en-GB" sz="1800" dirty="0">
                          <a:solidFill>
                            <a:schemeClr val="tx1"/>
                          </a:solidFill>
                        </a:rPr>
                        <a:t>Switch</a:t>
                      </a:r>
                    </a:p>
                  </a:txBody>
                  <a:tcPr/>
                </a:tc>
                <a:tc>
                  <a:txBody>
                    <a:bodyPr/>
                    <a:lstStyle/>
                    <a:p>
                      <a:r>
                        <a:rPr lang="en-GB" sz="1800" dirty="0">
                          <a:solidFill>
                            <a:schemeClr val="tx1"/>
                          </a:solidFill>
                        </a:rPr>
                        <a:t>Meaning</a:t>
                      </a:r>
                    </a:p>
                  </a:txBody>
                  <a:tcPr/>
                </a:tc>
                <a:extLst>
                  <a:ext uri="{0D108BD9-81ED-4DB2-BD59-A6C34878D82A}">
                    <a16:rowId xmlns:a16="http://schemas.microsoft.com/office/drawing/2014/main" val="381597632"/>
                  </a:ext>
                </a:extLst>
              </a:tr>
              <a:tr h="336350">
                <a:tc>
                  <a:txBody>
                    <a:bodyPr/>
                    <a:lstStyle/>
                    <a:p>
                      <a:r>
                        <a:rPr lang="en-GB" sz="1800" b="1" dirty="0">
                          <a:solidFill>
                            <a:srgbClr val="7030A0"/>
                          </a:solidFill>
                          <a:latin typeface="Hack" panose="020B0609030202020204"/>
                        </a:rPr>
                        <a:t>-v</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dirty="0"/>
                        <a:t>Output lines that </a:t>
                      </a:r>
                      <a:r>
                        <a:rPr lang="en-US" sz="1800" b="1" dirty="0"/>
                        <a:t>don’t</a:t>
                      </a:r>
                      <a:r>
                        <a:rPr lang="en-US" sz="1800" dirty="0"/>
                        <a:t> match</a:t>
                      </a:r>
                    </a:p>
                  </a:txBody>
                  <a:tcPr/>
                </a:tc>
                <a:extLst>
                  <a:ext uri="{0D108BD9-81ED-4DB2-BD59-A6C34878D82A}">
                    <a16:rowId xmlns:a16="http://schemas.microsoft.com/office/drawing/2014/main" val="187022234"/>
                  </a:ext>
                </a:extLst>
              </a:tr>
              <a:tr h="336350">
                <a:tc>
                  <a:txBody>
                    <a:bodyPr/>
                    <a:lstStyle/>
                    <a:p>
                      <a:r>
                        <a:rPr lang="en-GB" sz="1800" b="1" dirty="0">
                          <a:solidFill>
                            <a:srgbClr val="7030A0"/>
                          </a:solidFill>
                          <a:latin typeface="Hack" panose="020B0609030202020204"/>
                        </a:rPr>
                        <a:t>-c</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dirty="0"/>
                        <a:t>Returns the number of lines matched</a:t>
                      </a:r>
                    </a:p>
                  </a:txBody>
                  <a:tcPr/>
                </a:tc>
                <a:extLst>
                  <a:ext uri="{0D108BD9-81ED-4DB2-BD59-A6C34878D82A}">
                    <a16:rowId xmlns:a16="http://schemas.microsoft.com/office/drawing/2014/main" val="2974483885"/>
                  </a:ext>
                </a:extLst>
              </a:tr>
              <a:tr h="336350">
                <a:tc>
                  <a:txBody>
                    <a:bodyPr/>
                    <a:lstStyle/>
                    <a:p>
                      <a:r>
                        <a:rPr lang="en-GB" sz="1800" b="1" dirty="0">
                          <a:solidFill>
                            <a:srgbClr val="7030A0"/>
                          </a:solidFill>
                          <a:latin typeface="Hack" panose="020B0609030202020204"/>
                        </a:rPr>
                        <a:t>-</a:t>
                      </a:r>
                      <a:r>
                        <a:rPr lang="en-GB" sz="1800" b="1" dirty="0" err="1">
                          <a:solidFill>
                            <a:srgbClr val="7030A0"/>
                          </a:solidFill>
                          <a:latin typeface="Hack" panose="020B0609030202020204"/>
                        </a:rPr>
                        <a:t>i</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dirty="0"/>
                        <a:t>Ignore case</a:t>
                      </a:r>
                    </a:p>
                  </a:txBody>
                  <a:tcPr/>
                </a:tc>
                <a:extLst>
                  <a:ext uri="{0D108BD9-81ED-4DB2-BD59-A6C34878D82A}">
                    <a16:rowId xmlns:a16="http://schemas.microsoft.com/office/drawing/2014/main" val="3926973030"/>
                  </a:ext>
                </a:extLst>
              </a:tr>
              <a:tr h="336350">
                <a:tc>
                  <a:txBody>
                    <a:bodyPr/>
                    <a:lstStyle/>
                    <a:p>
                      <a:r>
                        <a:rPr lang="en-GB" sz="1800" b="1" dirty="0">
                          <a:solidFill>
                            <a:srgbClr val="7030A0"/>
                          </a:solidFill>
                          <a:latin typeface="Hack" panose="020B0609030202020204"/>
                        </a:rPr>
                        <a:t>-n</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dirty="0"/>
                        <a:t>Mark each matched line with its line number</a:t>
                      </a:r>
                    </a:p>
                  </a:txBody>
                  <a:tcPr/>
                </a:tc>
                <a:extLst>
                  <a:ext uri="{0D108BD9-81ED-4DB2-BD59-A6C34878D82A}">
                    <a16:rowId xmlns:a16="http://schemas.microsoft.com/office/drawing/2014/main" val="2790885993"/>
                  </a:ext>
                </a:extLst>
              </a:tr>
              <a:tr h="475349">
                <a:tc>
                  <a:txBody>
                    <a:bodyPr/>
                    <a:lstStyle/>
                    <a:p>
                      <a:r>
                        <a:rPr lang="en-GB" sz="1800" b="1" dirty="0">
                          <a:solidFill>
                            <a:srgbClr val="7030A0"/>
                          </a:solidFill>
                          <a:latin typeface="Hack" panose="020B0609030202020204"/>
                        </a:rPr>
                        <a:t>-E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dirty="0"/>
                        <a:t>Allow extended regular expressions (incorporating the ‘OR’ function)</a:t>
                      </a:r>
                      <a:endParaRPr lang="en-GB" sz="1800" dirty="0"/>
                    </a:p>
                  </a:txBody>
                  <a:tcPr/>
                </a:tc>
                <a:extLst>
                  <a:ext uri="{0D108BD9-81ED-4DB2-BD59-A6C34878D82A}">
                    <a16:rowId xmlns:a16="http://schemas.microsoft.com/office/drawing/2014/main" val="3150243018"/>
                  </a:ext>
                </a:extLst>
              </a:tr>
            </a:tbl>
          </a:graphicData>
        </a:graphic>
      </p:graphicFrame>
      <p:sp>
        <p:nvSpPr>
          <p:cNvPr id="3" name="Slide Number Placeholder 1">
            <a:extLst>
              <a:ext uri="{FF2B5EF4-FFF2-40B4-BE49-F238E27FC236}">
                <a16:creationId xmlns:a16="http://schemas.microsoft.com/office/drawing/2014/main" id="{A9A6FF77-D641-4417-92E7-11CC6238BF20}"/>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18</a:t>
            </a:fld>
            <a:endParaRPr lang="en-GB"/>
          </a:p>
        </p:txBody>
      </p:sp>
    </p:spTree>
    <p:extLst>
      <p:ext uri="{BB962C8B-B14F-4D97-AF65-F5344CB8AC3E}">
        <p14:creationId xmlns:p14="http://schemas.microsoft.com/office/powerpoint/2010/main" val="2245124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CBD983-F963-9BD7-E05E-0DA214B0F524}"/>
              </a:ext>
            </a:extLst>
          </p:cNvPr>
          <p:cNvSpPr>
            <a:spLocks noGrp="1"/>
          </p:cNvSpPr>
          <p:nvPr>
            <p:ph type="ctrTitle"/>
          </p:nvPr>
        </p:nvSpPr>
        <p:spPr/>
        <p:txBody>
          <a:bodyPr/>
          <a:lstStyle/>
          <a:p>
            <a:r>
              <a:rPr lang="en-GB" dirty="0"/>
              <a:t>Lab</a:t>
            </a:r>
          </a:p>
        </p:txBody>
      </p:sp>
      <p:sp>
        <p:nvSpPr>
          <p:cNvPr id="5" name="Subtitle 4">
            <a:extLst>
              <a:ext uri="{FF2B5EF4-FFF2-40B4-BE49-F238E27FC236}">
                <a16:creationId xmlns:a16="http://schemas.microsoft.com/office/drawing/2014/main" id="{F193B235-29C4-7178-45CF-70030508EBC1}"/>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662654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6219B61-F6B4-9343-BA0B-07A3257A7B65}"/>
              </a:ext>
            </a:extLst>
          </p:cNvPr>
          <p:cNvSpPr>
            <a:spLocks noGrp="1"/>
          </p:cNvSpPr>
          <p:nvPr>
            <p:ph type="ctrTitle"/>
          </p:nvPr>
        </p:nvSpPr>
        <p:spPr>
          <a:xfrm>
            <a:off x="443921" y="500194"/>
            <a:ext cx="6679721" cy="858985"/>
          </a:xfrm>
        </p:spPr>
        <p:txBody>
          <a:bodyPr/>
          <a:lstStyle/>
          <a:p>
            <a:r>
              <a:rPr lang="en-GB" dirty="0"/>
              <a:t>Practical exercise 14 – T1 and T2</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GB" dirty="0"/>
              <a:t>In the accompanying Exercise Guide</a:t>
            </a:r>
          </a:p>
          <a:p>
            <a:pPr marL="285750" indent="-285750">
              <a:buFont typeface="Arial" panose="020B0604020202020204" pitchFamily="34" charset="0"/>
              <a:buChar char="•"/>
            </a:pPr>
            <a:endParaRPr lang="en-US"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GB" smtClean="0"/>
              <a:pPr/>
              <a:t>20</a:t>
            </a:fld>
            <a:endParaRPr lang="en-GB" dirty="0"/>
          </a:p>
        </p:txBody>
      </p:sp>
    </p:spTree>
    <p:extLst>
      <p:ext uri="{BB962C8B-B14F-4D97-AF65-F5344CB8AC3E}">
        <p14:creationId xmlns:p14="http://schemas.microsoft.com/office/powerpoint/2010/main" val="2651542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A4C78A-E87F-1BC4-59DE-3F83C2B8DCD9}"/>
              </a:ext>
            </a:extLst>
          </p:cNvPr>
          <p:cNvSpPr>
            <a:spLocks noGrp="1"/>
          </p:cNvSpPr>
          <p:nvPr>
            <p:ph type="ctrTitle"/>
          </p:nvPr>
        </p:nvSpPr>
        <p:spPr/>
        <p:txBody>
          <a:bodyPr/>
          <a:lstStyle/>
          <a:p>
            <a:r>
              <a:rPr lang="en-GB" dirty="0"/>
              <a:t>awk (gawk)</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Syntax: </a:t>
            </a: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awk</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[-F</a:t>
            </a:r>
            <a:r>
              <a:rPr lang="en-GB" sz="1800" b="1" i="1" spc="-4" dirty="0">
                <a:ea typeface="Hack" panose="020B0609030202020204" pitchFamily="49" charset="0"/>
                <a:cs typeface="Hack" panose="020B0609030202020204" pitchFamily="49" charset="0"/>
              </a:rPr>
              <a:t>fs</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 </a:t>
            </a: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program-text [files()]</a:t>
            </a:r>
          </a:p>
          <a:p>
            <a:pPr marL="289957" indent="-280154">
              <a:spcBef>
                <a:spcPts val="569"/>
              </a:spcBef>
              <a:buClr>
                <a:srgbClr val="000000"/>
              </a:buClr>
              <a:buFont typeface="Arial"/>
              <a:buChar char="•"/>
              <a:tabLst>
                <a:tab pos="289957" algn="l"/>
                <a:tab pos="290473" algn="l"/>
              </a:tabLst>
            </a:pP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-F</a:t>
            </a:r>
            <a:r>
              <a:rPr lang="en-GB" sz="1800" b="1" i="1" spc="-4" dirty="0">
                <a:ea typeface="Hack" panose="020B0609030202020204" pitchFamily="49" charset="0"/>
                <a:cs typeface="Hack" panose="020B0609030202020204" pitchFamily="49" charset="0"/>
              </a:rPr>
              <a:t>f</a:t>
            </a:r>
            <a:r>
              <a:rPr lang="en-US" sz="1800" spc="-4" dirty="0">
                <a:solidFill>
                  <a:srgbClr val="2D2C2C"/>
                </a:solidFill>
                <a:latin typeface="+mn-lt"/>
                <a:cs typeface="Segoe UI"/>
              </a:rPr>
              <a:t>specifies that the input </a:t>
            </a:r>
            <a:r>
              <a:rPr lang="en-US" sz="1800" b="1" spc="-4" dirty="0">
                <a:solidFill>
                  <a:srgbClr val="2D2C2C"/>
                </a:solidFill>
                <a:latin typeface="+mn-lt"/>
                <a:cs typeface="Segoe UI"/>
              </a:rPr>
              <a:t>F</a:t>
            </a:r>
            <a:r>
              <a:rPr lang="en-US" sz="1800" spc="-4" dirty="0">
                <a:solidFill>
                  <a:srgbClr val="2D2C2C"/>
                </a:solidFill>
                <a:latin typeface="+mn-lt"/>
                <a:cs typeface="Segoe UI"/>
              </a:rPr>
              <a:t>ield separator i</a:t>
            </a:r>
            <a:r>
              <a:rPr lang="en-US" sz="1800" spc="-4" dirty="0">
                <a:solidFill>
                  <a:schemeClr val="tx1"/>
                </a:solidFill>
                <a:latin typeface="+mn-lt"/>
                <a:cs typeface="Segoe UI"/>
              </a:rPr>
              <a:t>s </a:t>
            </a:r>
            <a:r>
              <a:rPr lang="en-GB" sz="1800" b="1" spc="-4" dirty="0">
                <a:solidFill>
                  <a:schemeClr val="tx1"/>
                </a:solidFill>
                <a:ea typeface="Hack" panose="020B0609030202020204" pitchFamily="49" charset="0"/>
                <a:cs typeface="Hack" panose="020B0609030202020204" pitchFamily="49" charset="0"/>
              </a:rPr>
              <a:t>fs</a:t>
            </a:r>
            <a:r>
              <a:rPr lang="en-GB" sz="1800" spc="-4" dirty="0">
                <a:solidFill>
                  <a:schemeClr val="tx1"/>
                </a:solidFill>
                <a:ea typeface="Hack" panose="020B0609030202020204" pitchFamily="49" charset="0"/>
                <a:cs typeface="Hack" panose="020B0609030202020204" pitchFamily="49" charset="0"/>
              </a:rPr>
              <a:t>.</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Default is the </a:t>
            </a:r>
            <a:r>
              <a:rPr lang="en-US" sz="1800" b="1" spc="-4" dirty="0">
                <a:solidFill>
                  <a:srgbClr val="2D2C2C"/>
                </a:solidFill>
                <a:latin typeface="+mn-lt"/>
                <a:cs typeface="Segoe UI"/>
              </a:rPr>
              <a:t>&lt;space&gt;</a:t>
            </a:r>
            <a:r>
              <a:rPr lang="en-US" sz="1800" spc="-4" dirty="0">
                <a:solidFill>
                  <a:srgbClr val="2D2C2C"/>
                </a:solidFill>
                <a:latin typeface="+mn-lt"/>
                <a:cs typeface="Segoe UI"/>
              </a:rPr>
              <a:t>.</a:t>
            </a:r>
          </a:p>
          <a:p>
            <a:pPr marL="469953" lvl="1" indent="-280154">
              <a:spcBef>
                <a:spcPts val="569"/>
              </a:spcBef>
              <a:buClr>
                <a:srgbClr val="000000"/>
              </a:buClr>
              <a:buFont typeface="Arial"/>
              <a:buChar char="•"/>
              <a:tabLst>
                <a:tab pos="289957" algn="l"/>
                <a:tab pos="290473" algn="l"/>
              </a:tabLst>
            </a:pPr>
            <a:endPar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r>
              <a:rPr lang="en-US" sz="1800" spc="-8" dirty="0">
                <a:solidFill>
                  <a:schemeClr val="tx1"/>
                </a:solidFill>
                <a:cs typeface="Segoe UI"/>
              </a:rPr>
              <a:t>The example below:</a:t>
            </a:r>
          </a:p>
          <a:p>
            <a:pPr marL="469953" lvl="1" indent="-280154">
              <a:spcBef>
                <a:spcPts val="569"/>
              </a:spcBef>
              <a:buClr>
                <a:srgbClr val="000000"/>
              </a:buClr>
              <a:buFont typeface="Arial"/>
              <a:buChar char="•"/>
              <a:tabLst>
                <a:tab pos="289957" algn="l"/>
                <a:tab pos="290473" algn="l"/>
              </a:tabLst>
            </a:pPr>
            <a:r>
              <a:rPr lang="en-US" sz="1800" spc="-8" dirty="0">
                <a:cs typeface="Segoe UI"/>
              </a:rPr>
              <a:t>The program-text tells awk to display</a:t>
            </a:r>
            <a:r>
              <a:rPr lang="en-US" sz="1800" spc="20" dirty="0">
                <a:cs typeface="Segoe UI"/>
              </a:rPr>
              <a:t> </a:t>
            </a:r>
            <a:r>
              <a:rPr lang="en-US" sz="1800" spc="-8" dirty="0">
                <a:cs typeface="Segoe UI"/>
              </a:rPr>
              <a:t>lines</a:t>
            </a:r>
            <a:r>
              <a:rPr lang="en-US" sz="1800" spc="57" dirty="0">
                <a:cs typeface="Segoe UI"/>
              </a:rPr>
              <a:t> </a:t>
            </a:r>
            <a:r>
              <a:rPr lang="en-US" sz="1800" spc="-8" dirty="0">
                <a:cs typeface="Segoe UI"/>
              </a:rPr>
              <a:t>the first, sixth, and third field.</a:t>
            </a:r>
          </a:p>
          <a:p>
            <a:pPr marL="469953" lvl="1" indent="-280154">
              <a:spcBef>
                <a:spcPts val="569"/>
              </a:spcBef>
              <a:buClr>
                <a:srgbClr val="000000"/>
              </a:buClr>
              <a:buFont typeface="Arial"/>
              <a:buChar char="•"/>
              <a:tabLst>
                <a:tab pos="289957" algn="l"/>
                <a:tab pos="290473" algn="l"/>
              </a:tabLst>
            </a:pPr>
            <a:r>
              <a:rPr lang="en-US" sz="1800" spc="-8" dirty="0">
                <a:cs typeface="Segoe UI"/>
              </a:rPr>
              <a:t>Providing the seventh field matches the RE bash.</a:t>
            </a:r>
          </a:p>
          <a:p>
            <a:pPr marL="469953" lvl="1" indent="-280154">
              <a:spcBef>
                <a:spcPts val="569"/>
              </a:spcBef>
              <a:buClr>
                <a:srgbClr val="000000"/>
              </a:buClr>
              <a:buFont typeface="Arial"/>
              <a:buChar char="•"/>
              <a:tabLst>
                <a:tab pos="289957" algn="l"/>
                <a:tab pos="290473" algn="l"/>
              </a:tabLst>
            </a:pPr>
            <a:r>
              <a:rPr lang="en-US" sz="1800" spc="-8" dirty="0">
                <a:cs typeface="Segoe UI"/>
              </a:rPr>
              <a:t>Specifying that colons separate the fields.</a:t>
            </a:r>
            <a:endParaRPr lang="en-US" sz="1800" b="1" spc="-4" dirty="0">
              <a:solidFill>
                <a:srgbClr val="7030A0"/>
              </a:solidFill>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r>
              <a:rPr lang="en-US" sz="1800" spc="-8" dirty="0">
                <a:cs typeface="Segoe UI"/>
              </a:rPr>
              <a:t>So, showing the username, home-directory, and UID of all users the use the bash shell in /</a:t>
            </a:r>
            <a:r>
              <a:rPr lang="en-US" sz="1800" spc="-8" dirty="0" err="1">
                <a:cs typeface="Segoe UI"/>
              </a:rPr>
              <a:t>etc</a:t>
            </a:r>
            <a:r>
              <a:rPr lang="en-US" sz="1800" spc="-8" dirty="0">
                <a:cs typeface="Segoe UI"/>
              </a:rPr>
              <a:t>/passwd.</a:t>
            </a:r>
            <a:endParaRPr lang="en-US" sz="1800" dirty="0">
              <a:cs typeface="Segoe UI"/>
            </a:endParaRPr>
          </a:p>
          <a:p>
            <a:endParaRPr lang="en-GB" sz="1800" dirty="0"/>
          </a:p>
        </p:txBody>
      </p:sp>
      <p:sp>
        <p:nvSpPr>
          <p:cNvPr id="7" name="Rectangle 3">
            <a:extLst>
              <a:ext uri="{FF2B5EF4-FFF2-40B4-BE49-F238E27FC236}">
                <a16:creationId xmlns:a16="http://schemas.microsoft.com/office/drawing/2014/main" id="{70E6C9A0-0AF2-276C-F5AF-E2F542377273}"/>
              </a:ext>
            </a:extLst>
          </p:cNvPr>
          <p:cNvSpPr>
            <a:spLocks noChangeArrowheads="1"/>
          </p:cNvSpPr>
          <p:nvPr/>
        </p:nvSpPr>
        <p:spPr bwMode="auto">
          <a:xfrm>
            <a:off x="4627085" y="5753764"/>
            <a:ext cx="7180740" cy="38985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GB" sz="16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awk –F: ‘$7 ~ /bash/{</a:t>
            </a:r>
            <a:r>
              <a:rPr lang="en-GB"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print</a:t>
            </a:r>
            <a:r>
              <a:rPr lang="en-GB"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$1, $6,</a:t>
            </a:r>
            <a:r>
              <a:rPr lang="en-GB"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$3</a:t>
            </a:r>
            <a:r>
              <a:rPr lang="en-GB"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 /etc/passwd</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1">
            <a:extLst>
              <a:ext uri="{FF2B5EF4-FFF2-40B4-BE49-F238E27FC236}">
                <a16:creationId xmlns:a16="http://schemas.microsoft.com/office/drawing/2014/main" id="{F4E996DA-DC11-34BA-23AA-B0332401745E}"/>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21</a:t>
            </a:fld>
            <a:endParaRPr lang="en-GB"/>
          </a:p>
        </p:txBody>
      </p:sp>
    </p:spTree>
    <p:extLst>
      <p:ext uri="{BB962C8B-B14F-4D97-AF65-F5344CB8AC3E}">
        <p14:creationId xmlns:p14="http://schemas.microsoft.com/office/powerpoint/2010/main" val="1873175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403749-E2CA-3B82-34C0-BAB8705A5059}"/>
              </a:ext>
            </a:extLst>
          </p:cNvPr>
          <p:cNvSpPr>
            <a:spLocks noGrp="1"/>
          </p:cNvSpPr>
          <p:nvPr>
            <p:ph type="ctrTitle"/>
          </p:nvPr>
        </p:nvSpPr>
        <p:spPr/>
        <p:txBody>
          <a:bodyPr/>
          <a:lstStyle/>
          <a:p>
            <a:r>
              <a:rPr lang="en-GB" dirty="0" err="1"/>
              <a:t>sed</a:t>
            </a:r>
            <a:endParaRPr lang="en-GB"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dirty="0">
                <a:solidFill>
                  <a:schemeClr val="tx1"/>
                </a:solidFill>
              </a:rPr>
              <a:t>Based on </a:t>
            </a:r>
            <a:r>
              <a:rPr lang="en-US" sz="1800" b="1" dirty="0">
                <a:solidFill>
                  <a:srgbClr val="7030A0"/>
                </a:solidFill>
                <a:latin typeface="Hack" panose="020B0609030202020204" pitchFamily="49" charset="0"/>
                <a:ea typeface="Hack" panose="020B0609030202020204" pitchFamily="49" charset="0"/>
                <a:cs typeface="Hack" panose="020B0609030202020204" pitchFamily="49" charset="0"/>
              </a:rPr>
              <a:t>ed</a:t>
            </a:r>
            <a:r>
              <a:rPr lang="en-US" sz="1800" dirty="0"/>
              <a:t> </a:t>
            </a:r>
            <a:r>
              <a:rPr lang="en-US" sz="1800" dirty="0">
                <a:solidFill>
                  <a:schemeClr val="tx1"/>
                </a:solidFill>
              </a:rPr>
              <a:t>and</a:t>
            </a:r>
            <a:r>
              <a:rPr lang="en-US" sz="1800" dirty="0"/>
              <a:t> </a:t>
            </a:r>
            <a:r>
              <a:rPr lang="en-US" sz="1800" b="1" dirty="0" err="1">
                <a:solidFill>
                  <a:srgbClr val="7030A0"/>
                </a:solidFill>
                <a:latin typeface="Hack" panose="020B0609030202020204" pitchFamily="49" charset="0"/>
                <a:ea typeface="Hack" panose="020B0609030202020204" pitchFamily="49" charset="0"/>
                <a:cs typeface="Hack" panose="020B0609030202020204" pitchFamily="49" charset="0"/>
              </a:rPr>
              <a:t>qed</a:t>
            </a:r>
            <a:endParaRPr lang="en-US" sz="1800" b="1" dirty="0">
              <a:solidFill>
                <a:schemeClr val="tx1"/>
              </a:solidFill>
              <a:latin typeface="Hack" panose="020B0609030202020204" pitchFamily="49" charset="0"/>
              <a:ea typeface="Hack" panose="020B0609030202020204" pitchFamily="49" charset="0"/>
              <a:cs typeface="Hack" panose="020B0609030202020204" pitchFamily="49" charset="0"/>
            </a:endParaRPr>
          </a:p>
          <a:p>
            <a:pPr marL="285750" indent="-285750">
              <a:buFont typeface="Arial" panose="020B0604020202020204" pitchFamily="34" charset="0"/>
              <a:buChar char="•"/>
            </a:pPr>
            <a:r>
              <a:rPr lang="en-US" sz="1800" dirty="0">
                <a:solidFill>
                  <a:schemeClr val="tx1"/>
                </a:solidFill>
              </a:rPr>
              <a:t>Developed between 1973 to 1974 by </a:t>
            </a:r>
            <a:r>
              <a:rPr lang="en-US" sz="1800" b="1" dirty="0">
                <a:solidFill>
                  <a:schemeClr val="tx1"/>
                </a:solidFill>
              </a:rPr>
              <a:t>Lee E. McMahon </a:t>
            </a:r>
            <a:r>
              <a:rPr lang="en-US" sz="1800" dirty="0">
                <a:solidFill>
                  <a:schemeClr val="tx1"/>
                </a:solidFill>
              </a:rPr>
              <a:t>of bell labs as a successor to grep</a:t>
            </a:r>
          </a:p>
          <a:p>
            <a:pPr marL="285750" indent="-285750">
              <a:buFont typeface="Arial" panose="020B0604020202020204" pitchFamily="34" charset="0"/>
              <a:buChar char="•"/>
            </a:pPr>
            <a:r>
              <a:rPr lang="en-US" sz="1800" dirty="0">
                <a:solidFill>
                  <a:schemeClr val="tx1"/>
                </a:solidFill>
              </a:rPr>
              <a:t>First appearing in Version 7 Unix</a:t>
            </a:r>
          </a:p>
          <a:p>
            <a:pPr marL="285750" indent="-285750">
              <a:buFont typeface="Arial" panose="020B0604020202020204" pitchFamily="34" charset="0"/>
              <a:buChar char="•"/>
            </a:pPr>
            <a:r>
              <a:rPr lang="en-US" sz="1800" dirty="0">
                <a:solidFill>
                  <a:schemeClr val="tx1"/>
                </a:solidFill>
              </a:rPr>
              <a:t>It was designed as a </a:t>
            </a:r>
            <a:r>
              <a:rPr lang="en-US" sz="1800" b="1" dirty="0">
                <a:solidFill>
                  <a:schemeClr val="tx1"/>
                </a:solidFill>
              </a:rPr>
              <a:t>S</a:t>
            </a:r>
            <a:r>
              <a:rPr lang="en-US" sz="1800" dirty="0">
                <a:solidFill>
                  <a:schemeClr val="tx1"/>
                </a:solidFill>
              </a:rPr>
              <a:t>tream </a:t>
            </a:r>
            <a:r>
              <a:rPr lang="en-US" sz="1800" b="1" dirty="0">
                <a:solidFill>
                  <a:schemeClr val="tx1"/>
                </a:solidFill>
              </a:rPr>
              <a:t>Ed</a:t>
            </a:r>
            <a:r>
              <a:rPr lang="en-US" sz="1800" dirty="0">
                <a:solidFill>
                  <a:schemeClr val="tx1"/>
                </a:solidFill>
              </a:rPr>
              <a:t>itor</a:t>
            </a:r>
          </a:p>
          <a:p>
            <a:pPr marL="465746" lvl="1" indent="-285750"/>
            <a:r>
              <a:rPr lang="en-US" sz="1800" dirty="0"/>
              <a:t> Can be used in pipes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Syntax:</a:t>
            </a:r>
          </a:p>
          <a:p>
            <a:pPr marL="469953" lvl="1" indent="-280154">
              <a:spcBef>
                <a:spcPts val="569"/>
              </a:spcBef>
              <a:buClr>
                <a:srgbClr val="000000"/>
              </a:buClr>
              <a:buFont typeface="Arial"/>
              <a:buChar char="•"/>
              <a:tabLst>
                <a:tab pos="289957" algn="l"/>
                <a:tab pos="290473" algn="l"/>
              </a:tabLst>
            </a:pPr>
            <a:r>
              <a:rPr lang="en-GB" sz="1800" b="1" dirty="0" err="1">
                <a:solidFill>
                  <a:srgbClr val="7030A0"/>
                </a:solidFill>
                <a:latin typeface="Hack" panose="020B0609030202020204" pitchFamily="49" charset="0"/>
                <a:ea typeface="Hack" panose="020B0609030202020204" pitchFamily="49" charset="0"/>
                <a:cs typeface="Hack" panose="020B0609030202020204" pitchFamily="49" charset="0"/>
              </a:rPr>
              <a:t>sed</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nief</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i="1" dirty="0">
                <a:ea typeface="Hack" panose="020B0609030202020204" pitchFamily="49" charset="0"/>
                <a:cs typeface="Hack" panose="020B0609030202020204" pitchFamily="49" charset="0"/>
              </a:rPr>
              <a:t>script</a:t>
            </a: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i="1" dirty="0" err="1">
                <a:ea typeface="Hack" panose="020B0609030202020204" pitchFamily="49" charset="0"/>
                <a:cs typeface="Hack" panose="020B0609030202020204" pitchFamily="49" charset="0"/>
              </a:rPr>
              <a:t>inputfile</a:t>
            </a: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a:t>
            </a:r>
            <a:endParaRPr lang="en-US" sz="1800" dirty="0">
              <a:cs typeface="Segoe UI"/>
            </a:endParaRPr>
          </a:p>
          <a:p>
            <a:endParaRPr lang="en-GB" sz="2000" dirty="0"/>
          </a:p>
        </p:txBody>
      </p:sp>
      <p:graphicFrame>
        <p:nvGraphicFramePr>
          <p:cNvPr id="6" name="Table 3">
            <a:extLst>
              <a:ext uri="{FF2B5EF4-FFF2-40B4-BE49-F238E27FC236}">
                <a16:creationId xmlns:a16="http://schemas.microsoft.com/office/drawing/2014/main" id="{B3CBDF0D-9DB2-A0B5-7D68-15594C3F1FBA}"/>
              </a:ext>
            </a:extLst>
          </p:cNvPr>
          <p:cNvGraphicFramePr>
            <a:graphicFrameLocks noGrp="1"/>
          </p:cNvGraphicFramePr>
          <p:nvPr>
            <p:extLst>
              <p:ext uri="{D42A27DB-BD31-4B8C-83A1-F6EECF244321}">
                <p14:modId xmlns:p14="http://schemas.microsoft.com/office/powerpoint/2010/main" val="1892791046"/>
              </p:ext>
            </p:extLst>
          </p:nvPr>
        </p:nvGraphicFramePr>
        <p:xfrm>
          <a:off x="5412509" y="2754342"/>
          <a:ext cx="6004469" cy="2639693"/>
        </p:xfrm>
        <a:graphic>
          <a:graphicData uri="http://schemas.openxmlformats.org/drawingml/2006/table">
            <a:tbl>
              <a:tblPr firstRow="1" bandRow="1">
                <a:tableStyleId>{93296810-A885-4BE3-A3E7-6D5BEEA58F35}</a:tableStyleId>
              </a:tblPr>
              <a:tblGrid>
                <a:gridCol w="1625600">
                  <a:extLst>
                    <a:ext uri="{9D8B030D-6E8A-4147-A177-3AD203B41FA5}">
                      <a16:colId xmlns:a16="http://schemas.microsoft.com/office/drawing/2014/main" val="1909159861"/>
                    </a:ext>
                  </a:extLst>
                </a:gridCol>
                <a:gridCol w="4378869">
                  <a:extLst>
                    <a:ext uri="{9D8B030D-6E8A-4147-A177-3AD203B41FA5}">
                      <a16:colId xmlns:a16="http://schemas.microsoft.com/office/drawing/2014/main" val="3960062878"/>
                    </a:ext>
                  </a:extLst>
                </a:gridCol>
              </a:tblGrid>
              <a:tr h="429232">
                <a:tc>
                  <a:txBody>
                    <a:bodyPr/>
                    <a:lstStyle/>
                    <a:p>
                      <a:r>
                        <a:rPr lang="en-GB" dirty="0">
                          <a:solidFill>
                            <a:schemeClr val="tx1"/>
                          </a:solidFill>
                        </a:rPr>
                        <a:t>Switch</a:t>
                      </a:r>
                    </a:p>
                  </a:txBody>
                  <a:tcPr/>
                </a:tc>
                <a:tc>
                  <a:txBody>
                    <a:bodyPr/>
                    <a:lstStyle/>
                    <a:p>
                      <a:r>
                        <a:rPr lang="en-GB" dirty="0">
                          <a:solidFill>
                            <a:schemeClr val="tx1"/>
                          </a:solidFill>
                        </a:rPr>
                        <a:t>Meaning</a:t>
                      </a:r>
                    </a:p>
                  </a:txBody>
                  <a:tcPr/>
                </a:tc>
                <a:extLst>
                  <a:ext uri="{0D108BD9-81ED-4DB2-BD59-A6C34878D82A}">
                    <a16:rowId xmlns:a16="http://schemas.microsoft.com/office/drawing/2014/main" val="381597632"/>
                  </a:ext>
                </a:extLst>
              </a:tr>
              <a:tr h="429232">
                <a:tc>
                  <a:txBody>
                    <a:bodyPr/>
                    <a:lstStyle/>
                    <a:p>
                      <a:r>
                        <a:rPr lang="en-GB" b="1" dirty="0">
                          <a:solidFill>
                            <a:schemeClr val="tx1"/>
                          </a:solidFill>
                          <a:latin typeface="Hack" panose="020B0609030202020204"/>
                        </a:rPr>
                        <a:t>-n</a:t>
                      </a:r>
                      <a:endParaRPr lang="en-GB" b="1"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b="1" dirty="0">
                          <a:solidFill>
                            <a:schemeClr val="tx1"/>
                          </a:solidFill>
                        </a:rPr>
                        <a:t>N</a:t>
                      </a:r>
                      <a:r>
                        <a:rPr lang="en-US" dirty="0">
                          <a:solidFill>
                            <a:schemeClr val="tx1"/>
                          </a:solidFill>
                        </a:rPr>
                        <a:t>o automatic print</a:t>
                      </a:r>
                    </a:p>
                  </a:txBody>
                  <a:tcPr/>
                </a:tc>
                <a:extLst>
                  <a:ext uri="{0D108BD9-81ED-4DB2-BD59-A6C34878D82A}">
                    <a16:rowId xmlns:a16="http://schemas.microsoft.com/office/drawing/2014/main" val="187022234"/>
                  </a:ext>
                </a:extLst>
              </a:tr>
              <a:tr h="751157">
                <a:tc>
                  <a:txBody>
                    <a:bodyPr/>
                    <a:lstStyle/>
                    <a:p>
                      <a:r>
                        <a:rPr lang="en-GB" b="1" dirty="0">
                          <a:solidFill>
                            <a:schemeClr val="tx1"/>
                          </a:solidFill>
                          <a:latin typeface="Hack" panose="020B0609030202020204"/>
                        </a:rPr>
                        <a:t>-</a:t>
                      </a:r>
                      <a:r>
                        <a:rPr lang="en-GB" b="1" dirty="0" err="1">
                          <a:solidFill>
                            <a:schemeClr val="tx1"/>
                          </a:solidFill>
                          <a:latin typeface="Hack" panose="020B0609030202020204"/>
                        </a:rPr>
                        <a:t>i</a:t>
                      </a:r>
                      <a:endParaRPr lang="en-GB" b="1"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b="1" dirty="0">
                          <a:solidFill>
                            <a:schemeClr val="tx1"/>
                          </a:solidFill>
                        </a:rPr>
                        <a:t>I</a:t>
                      </a:r>
                      <a:r>
                        <a:rPr lang="en-US" dirty="0">
                          <a:solidFill>
                            <a:schemeClr val="tx1"/>
                          </a:solidFill>
                        </a:rPr>
                        <a:t>n-place editing, edits </a:t>
                      </a:r>
                      <a:r>
                        <a:rPr lang="en-US" dirty="0" err="1">
                          <a:solidFill>
                            <a:schemeClr val="tx1"/>
                          </a:solidFill>
                        </a:rPr>
                        <a:t>inputfile</a:t>
                      </a:r>
                      <a:r>
                        <a:rPr lang="en-US" dirty="0">
                          <a:solidFill>
                            <a:schemeClr val="tx1"/>
                          </a:solidFill>
                        </a:rPr>
                        <a:t> rather than sending output to </a:t>
                      </a:r>
                      <a:r>
                        <a:rPr lang="en-US" dirty="0" err="1">
                          <a:solidFill>
                            <a:schemeClr val="tx1"/>
                          </a:solidFill>
                        </a:rPr>
                        <a:t>stdout</a:t>
                      </a:r>
                      <a:endParaRPr lang="en-US" dirty="0">
                        <a:solidFill>
                          <a:schemeClr val="tx1"/>
                        </a:solidFill>
                      </a:endParaRPr>
                    </a:p>
                  </a:txBody>
                  <a:tcPr/>
                </a:tc>
                <a:extLst>
                  <a:ext uri="{0D108BD9-81ED-4DB2-BD59-A6C34878D82A}">
                    <a16:rowId xmlns:a16="http://schemas.microsoft.com/office/drawing/2014/main" val="2974483885"/>
                  </a:ext>
                </a:extLst>
              </a:tr>
              <a:tr h="429232">
                <a:tc>
                  <a:txBody>
                    <a:bodyPr/>
                    <a:lstStyle/>
                    <a:p>
                      <a:r>
                        <a:rPr lang="en-GB" b="1" dirty="0">
                          <a:solidFill>
                            <a:schemeClr val="tx1"/>
                          </a:solidFill>
                          <a:latin typeface="Hack" panose="020B0609030202020204"/>
                        </a:rPr>
                        <a:t>-e script</a:t>
                      </a:r>
                      <a:endParaRPr lang="en-GB" b="1"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b="1" dirty="0">
                          <a:solidFill>
                            <a:schemeClr val="tx1"/>
                          </a:solidFill>
                        </a:rPr>
                        <a:t>E</a:t>
                      </a:r>
                      <a:r>
                        <a:rPr lang="en-US" dirty="0">
                          <a:solidFill>
                            <a:schemeClr val="tx1"/>
                          </a:solidFill>
                        </a:rPr>
                        <a:t>xtra editing commands</a:t>
                      </a:r>
                    </a:p>
                  </a:txBody>
                  <a:tcPr/>
                </a:tc>
                <a:extLst>
                  <a:ext uri="{0D108BD9-81ED-4DB2-BD59-A6C34878D82A}">
                    <a16:rowId xmlns:a16="http://schemas.microsoft.com/office/drawing/2014/main" val="3926973030"/>
                  </a:ext>
                </a:extLst>
              </a:tr>
              <a:tr h="600840">
                <a:tc>
                  <a:txBody>
                    <a:bodyPr/>
                    <a:lstStyle/>
                    <a:p>
                      <a:r>
                        <a:rPr lang="en-GB" b="1" dirty="0">
                          <a:solidFill>
                            <a:schemeClr val="tx1"/>
                          </a:solidFill>
                          <a:latin typeface="Hack" panose="020B0609030202020204"/>
                        </a:rPr>
                        <a:t>-f </a:t>
                      </a:r>
                      <a:r>
                        <a:rPr lang="en-GB" b="1" dirty="0" err="1">
                          <a:solidFill>
                            <a:schemeClr val="tx1"/>
                          </a:solidFill>
                          <a:latin typeface="Hack" panose="020B0609030202020204"/>
                        </a:rPr>
                        <a:t>scriptfile</a:t>
                      </a:r>
                      <a:endParaRPr lang="en-GB" b="1"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dirty="0">
                          <a:solidFill>
                            <a:schemeClr val="tx1"/>
                          </a:solidFill>
                        </a:rPr>
                        <a:t>Read edit commands from </a:t>
                      </a:r>
                      <a:r>
                        <a:rPr lang="en-US" b="1" dirty="0">
                          <a:solidFill>
                            <a:schemeClr val="tx1"/>
                          </a:solidFill>
                        </a:rPr>
                        <a:t>f</a:t>
                      </a:r>
                      <a:r>
                        <a:rPr lang="en-US" dirty="0">
                          <a:solidFill>
                            <a:schemeClr val="tx1"/>
                          </a:solidFill>
                        </a:rPr>
                        <a:t>ile</a:t>
                      </a:r>
                      <a:endParaRPr lang="en-GB" dirty="0">
                        <a:solidFill>
                          <a:schemeClr val="tx1"/>
                        </a:solidFill>
                      </a:endParaRPr>
                    </a:p>
                  </a:txBody>
                  <a:tcPr/>
                </a:tc>
                <a:extLst>
                  <a:ext uri="{0D108BD9-81ED-4DB2-BD59-A6C34878D82A}">
                    <a16:rowId xmlns:a16="http://schemas.microsoft.com/office/drawing/2014/main" val="3150243018"/>
                  </a:ext>
                </a:extLst>
              </a:tr>
            </a:tbl>
          </a:graphicData>
        </a:graphic>
      </p:graphicFrame>
      <p:sp>
        <p:nvSpPr>
          <p:cNvPr id="3" name="Slide Number Placeholder 1">
            <a:extLst>
              <a:ext uri="{FF2B5EF4-FFF2-40B4-BE49-F238E27FC236}">
                <a16:creationId xmlns:a16="http://schemas.microsoft.com/office/drawing/2014/main" id="{3E883C15-E043-2B5D-5EC3-E22878856092}"/>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22</a:t>
            </a:fld>
            <a:endParaRPr lang="en-GB"/>
          </a:p>
        </p:txBody>
      </p:sp>
    </p:spTree>
    <p:extLst>
      <p:ext uri="{BB962C8B-B14F-4D97-AF65-F5344CB8AC3E}">
        <p14:creationId xmlns:p14="http://schemas.microsoft.com/office/powerpoint/2010/main" val="4048853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18EF74-06F5-6D6F-67E5-FB13A1E80BA2}"/>
              </a:ext>
            </a:extLst>
          </p:cNvPr>
          <p:cNvSpPr>
            <a:spLocks noGrp="1"/>
          </p:cNvSpPr>
          <p:nvPr>
            <p:ph type="ctrTitle"/>
          </p:nvPr>
        </p:nvSpPr>
        <p:spPr/>
        <p:txBody>
          <a:bodyPr/>
          <a:lstStyle/>
          <a:p>
            <a:r>
              <a:rPr lang="en-GB" dirty="0"/>
              <a:t>Invoking </a:t>
            </a:r>
            <a:r>
              <a:rPr lang="en-GB" dirty="0" err="1"/>
              <a:t>sed</a:t>
            </a:r>
            <a:r>
              <a:rPr lang="en-GB" dirty="0"/>
              <a:t> from the command line</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This displays the result rather than changing the file.</a:t>
            </a: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But this changes the original file (via a temporary file).</a:t>
            </a:r>
            <a:endParaRPr lang="en-US" sz="1800" dirty="0">
              <a:cs typeface="Segoe UI"/>
            </a:endParaRPr>
          </a:p>
          <a:p>
            <a:endParaRPr lang="en-GB" sz="1800" dirty="0"/>
          </a:p>
        </p:txBody>
      </p:sp>
      <p:sp>
        <p:nvSpPr>
          <p:cNvPr id="7" name="Rectangle 3">
            <a:extLst>
              <a:ext uri="{FF2B5EF4-FFF2-40B4-BE49-F238E27FC236}">
                <a16:creationId xmlns:a16="http://schemas.microsoft.com/office/drawing/2014/main" id="{D3D1847A-4821-0374-9148-A0E740D3D074}"/>
              </a:ext>
            </a:extLst>
          </p:cNvPr>
          <p:cNvSpPr>
            <a:spLocks noChangeArrowheads="1"/>
          </p:cNvSpPr>
          <p:nvPr/>
        </p:nvSpPr>
        <p:spPr bwMode="auto">
          <a:xfrm>
            <a:off x="514350" y="5660297"/>
            <a:ext cx="6770687" cy="45140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7"/>
              </a:spcBef>
            </a:pPr>
            <a:r>
              <a:rPr lang="en-US"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0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000" b="1" spc="-4" dirty="0">
                <a:solidFill>
                  <a:schemeClr val="bg1"/>
                </a:solidFill>
                <a:latin typeface="Hack" panose="020B0609030202020204" pitchFamily="49" charset="0"/>
                <a:ea typeface="Hack" panose="020B0609030202020204" pitchFamily="49" charset="0"/>
                <a:cs typeface="Hack" panose="020B0609030202020204" pitchFamily="49" charset="0"/>
              </a:rPr>
              <a:t>sed -</a:t>
            </a:r>
            <a:r>
              <a:rPr lang="en-US" sz="2000" b="1" spc="-4"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sz="2000" b="1" spc="-4" dirty="0">
                <a:solidFill>
                  <a:schemeClr val="bg1"/>
                </a:solidFill>
                <a:latin typeface="Hack" panose="020B0609030202020204" pitchFamily="49" charset="0"/>
                <a:ea typeface="Hack" panose="020B0609030202020204" pitchFamily="49" charset="0"/>
                <a:cs typeface="Hack" panose="020B0609030202020204" pitchFamily="49" charset="0"/>
              </a:rPr>
              <a:t> 's/Hants/Hampshire/'</a:t>
            </a:r>
            <a:r>
              <a:rPr lang="en-US" sz="2000" b="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000"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US" sz="20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B59E6B9E-8A17-D8F5-4BC0-18AF3E4A3C5D}"/>
              </a:ext>
            </a:extLst>
          </p:cNvPr>
          <p:cNvSpPr>
            <a:spLocks noChangeArrowheads="1"/>
          </p:cNvSpPr>
          <p:nvPr/>
        </p:nvSpPr>
        <p:spPr bwMode="auto">
          <a:xfrm>
            <a:off x="4830280" y="3520470"/>
            <a:ext cx="6770688" cy="1320874"/>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's/Hants/Hampshire/' addr</a:t>
            </a:r>
          </a:p>
          <a:p>
            <a:pPr marL="10319" marR="4128">
              <a:spcBef>
                <a:spcPts val="73"/>
              </a:spcBef>
            </a:pPr>
            <a:r>
              <a:rPr lang="en-GB" sz="1400" b="1" spc="-96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C&amp;S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Electrical, Basingstoke, Hampshire</a:t>
            </a:r>
          </a:p>
          <a:p>
            <a:pPr marL="10319" marR="4128">
              <a:spcBef>
                <a:spcPts val="73"/>
              </a:spcBef>
            </a:pP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Wooley's</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Domestic, </a:t>
            </a:r>
            <a:r>
              <a:rPr lang="en-GB" sz="1400" spc="-12" dirty="0">
                <a:solidFill>
                  <a:schemeClr val="bg1"/>
                </a:solidFill>
                <a:latin typeface="Hack" panose="020B0609030202020204" pitchFamily="49" charset="0"/>
                <a:ea typeface="Hack" panose="020B0609030202020204" pitchFamily="49" charset="0"/>
                <a:cs typeface="Hack" panose="020B0609030202020204" pitchFamily="49" charset="0"/>
              </a:rPr>
              <a:t>Hayes,</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Middx</a:t>
            </a:r>
          </a:p>
          <a:p>
            <a:pPr marL="10319" marR="4128">
              <a:spcBef>
                <a:spcPts val="73"/>
              </a:spcBef>
            </a:pPr>
            <a:r>
              <a:rPr lang="en-GB" sz="1400" spc="-8" dirty="0" err="1">
                <a:solidFill>
                  <a:schemeClr val="bg1"/>
                </a:solidFill>
                <a:latin typeface="Hack" panose="020B0609030202020204" pitchFamily="49" charset="0"/>
                <a:ea typeface="Hack" panose="020B0609030202020204" pitchFamily="49" charset="0"/>
                <a:cs typeface="Hack" panose="020B0609030202020204" pitchFamily="49" charset="0"/>
              </a:rPr>
              <a:t>Electromode</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400"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Reading,</a:t>
            </a:r>
            <a:r>
              <a:rPr lang="en-GB" sz="1400" spc="-4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Berks</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
              </a:spcBef>
            </a:pP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Lewis </a:t>
            </a:r>
            <a:r>
              <a:rPr lang="en-GB" sz="1400" spc="-12" dirty="0">
                <a:solidFill>
                  <a:schemeClr val="bg1"/>
                </a:solidFill>
                <a:latin typeface="Hack" panose="020B0609030202020204" pitchFamily="49" charset="0"/>
                <a:ea typeface="Hack" panose="020B0609030202020204" pitchFamily="49" charset="0"/>
                <a:cs typeface="Hack" panose="020B0609030202020204" pitchFamily="49" charset="0"/>
              </a:rPr>
              <a:t>Electrical,</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12" dirty="0">
                <a:solidFill>
                  <a:schemeClr val="bg1"/>
                </a:solidFill>
                <a:latin typeface="Hack" panose="020B0609030202020204" pitchFamily="49" charset="0"/>
                <a:ea typeface="Hack" panose="020B0609030202020204" pitchFamily="49" charset="0"/>
                <a:cs typeface="Hack" panose="020B0609030202020204" pitchFamily="49" charset="0"/>
              </a:rPr>
              <a:t>Oxford,</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Oxon</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object 20">
            <a:extLst>
              <a:ext uri="{FF2B5EF4-FFF2-40B4-BE49-F238E27FC236}">
                <a16:creationId xmlns:a16="http://schemas.microsoft.com/office/drawing/2014/main" id="{39C45287-1843-F3B0-CD06-EE7DEB3FBAC7}"/>
              </a:ext>
            </a:extLst>
          </p:cNvPr>
          <p:cNvSpPr txBox="1"/>
          <p:nvPr/>
        </p:nvSpPr>
        <p:spPr>
          <a:xfrm>
            <a:off x="4271479" y="1788899"/>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1">
            <a:extLst>
              <a:ext uri="{FF2B5EF4-FFF2-40B4-BE49-F238E27FC236}">
                <a16:creationId xmlns:a16="http://schemas.microsoft.com/office/drawing/2014/main" id="{F5D6578D-8F66-3C2C-E91A-70F5FD42B3A6}"/>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23</a:t>
            </a:fld>
            <a:endParaRPr lang="en-GB"/>
          </a:p>
        </p:txBody>
      </p:sp>
    </p:spTree>
    <p:extLst>
      <p:ext uri="{BB962C8B-B14F-4D97-AF65-F5344CB8AC3E}">
        <p14:creationId xmlns:p14="http://schemas.microsoft.com/office/powerpoint/2010/main" val="3603618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FA73513-B9C5-3EC8-178F-95443B17ECF0}"/>
              </a:ext>
            </a:extLst>
          </p:cNvPr>
          <p:cNvSpPr>
            <a:spLocks noGrp="1"/>
          </p:cNvSpPr>
          <p:nvPr>
            <p:ph type="ctrTitle"/>
          </p:nvPr>
        </p:nvSpPr>
        <p:spPr/>
        <p:txBody>
          <a:bodyPr/>
          <a:lstStyle/>
          <a:p>
            <a:r>
              <a:rPr lang="en-GB" dirty="0"/>
              <a:t>Invoking from the command line with </a:t>
            </a:r>
            <a:r>
              <a:rPr lang="en-GB" dirty="0" err="1"/>
              <a:t>sed</a:t>
            </a:r>
            <a:r>
              <a:rPr lang="en-GB" dirty="0"/>
              <a:t> script</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sedcmds.sed</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The command would be:</a:t>
            </a:r>
            <a:endParaRPr lang="en-US" sz="1800" dirty="0">
              <a:cs typeface="Segoe UI"/>
            </a:endParaRPr>
          </a:p>
          <a:p>
            <a:endParaRPr lang="en-GB" sz="1800" dirty="0"/>
          </a:p>
        </p:txBody>
      </p:sp>
      <p:sp>
        <p:nvSpPr>
          <p:cNvPr id="9" name="object 20">
            <a:extLst>
              <a:ext uri="{FF2B5EF4-FFF2-40B4-BE49-F238E27FC236}">
                <a16:creationId xmlns:a16="http://schemas.microsoft.com/office/drawing/2014/main" id="{39C45287-1843-F3B0-CD06-EE7DEB3FBAC7}"/>
              </a:ext>
            </a:extLst>
          </p:cNvPr>
          <p:cNvSpPr txBox="1"/>
          <p:nvPr/>
        </p:nvSpPr>
        <p:spPr>
          <a:xfrm>
            <a:off x="5145520" y="1944107"/>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3" name="object 8">
            <a:extLst>
              <a:ext uri="{FF2B5EF4-FFF2-40B4-BE49-F238E27FC236}">
                <a16:creationId xmlns:a16="http://schemas.microsoft.com/office/drawing/2014/main" id="{6CE646EB-CCD4-E962-937D-14E25A5E2481}"/>
              </a:ext>
            </a:extLst>
          </p:cNvPr>
          <p:cNvSpPr txBox="1"/>
          <p:nvPr/>
        </p:nvSpPr>
        <p:spPr>
          <a:xfrm>
            <a:off x="5145520" y="3347774"/>
            <a:ext cx="3795236" cy="1294297"/>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s/Berks/Berkshire/</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s/Middx/Middlesex/</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s/Hants/Hampshire/</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s/Berks/Berkshire/</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s/Oxon/Oxfordshire/</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B6A5894B-63D2-5E65-60C7-E3793EC16CD2}"/>
              </a:ext>
            </a:extLst>
          </p:cNvPr>
          <p:cNvSpPr>
            <a:spLocks noChangeArrowheads="1"/>
          </p:cNvSpPr>
          <p:nvPr/>
        </p:nvSpPr>
        <p:spPr bwMode="auto">
          <a:xfrm>
            <a:off x="4905375" y="4900447"/>
            <a:ext cx="6770687" cy="14003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901"/>
              </a:lnSpc>
              <a:spcBef>
                <a:spcPts val="122"/>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-f</a:t>
            </a:r>
            <a:r>
              <a:rPr lang="en-GB"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sedcmd.sed</a:t>
            </a:r>
            <a:r>
              <a:rPr lang="en-GB"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lnSpc>
                <a:spcPts val="1901"/>
              </a:lnSpc>
              <a:spcBef>
                <a:spcPts val="122"/>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C&amp;S </a:t>
            </a: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Electrical,Basingstoke,Hampshire</a:t>
            </a:r>
            <a:endParaRPr lang="en-GB" sz="1600"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lnSpc>
                <a:spcPts val="1901"/>
              </a:lnSpc>
              <a:spcBef>
                <a:spcPts val="122"/>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Wooley's Domestic, Hayes, Middlesex</a:t>
            </a:r>
          </a:p>
          <a:p>
            <a:pPr marL="77391">
              <a:lnSpc>
                <a:spcPts val="1901"/>
              </a:lnSpc>
              <a:spcBef>
                <a:spcPts val="122"/>
              </a:spcBef>
            </a:pP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Electromode</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Reading, </a:t>
            </a: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Berks</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hire</a:t>
            </a: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hire</a:t>
            </a:r>
            <a:endParaRPr lang="en-GB" sz="1600"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lnSpc>
                <a:spcPts val="1901"/>
              </a:lnSpc>
              <a:spcBef>
                <a:spcPts val="122"/>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Lewis Electrical Services, Oxford, Oxfordshire</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6" name="Slide Number Placeholder 1">
            <a:extLst>
              <a:ext uri="{FF2B5EF4-FFF2-40B4-BE49-F238E27FC236}">
                <a16:creationId xmlns:a16="http://schemas.microsoft.com/office/drawing/2014/main" id="{0914D455-2566-A4BE-056B-3094BAB34C7F}"/>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24</a:t>
            </a:fld>
            <a:endParaRPr lang="en-GB"/>
          </a:p>
        </p:txBody>
      </p:sp>
    </p:spTree>
    <p:extLst>
      <p:ext uri="{BB962C8B-B14F-4D97-AF65-F5344CB8AC3E}">
        <p14:creationId xmlns:p14="http://schemas.microsoft.com/office/powerpoint/2010/main" val="708785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3B80BBA-3ABD-CEB5-455C-16CA62386ED9}"/>
              </a:ext>
            </a:extLst>
          </p:cNvPr>
          <p:cNvSpPr>
            <a:spLocks noGrp="1"/>
          </p:cNvSpPr>
          <p:nvPr>
            <p:ph type="ctrTitle"/>
          </p:nvPr>
        </p:nvSpPr>
        <p:spPr/>
        <p:txBody>
          <a:bodyPr/>
          <a:lstStyle/>
          <a:p>
            <a:r>
              <a:rPr lang="en-GB" dirty="0"/>
              <a:t>Invoking a </a:t>
            </a:r>
            <a:r>
              <a:rPr lang="en-GB" dirty="0" err="1"/>
              <a:t>sed</a:t>
            </a:r>
            <a:r>
              <a:rPr lang="en-GB" dirty="0"/>
              <a:t> script</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addr.sed</a:t>
            </a:r>
            <a:r>
              <a:rPr lang="en-GB" sz="1800" spc="-4" dirty="0">
                <a:solidFill>
                  <a:srgbClr val="2D2C2C"/>
                </a:solidFill>
                <a:latin typeface="+mn-lt"/>
                <a:cs typeface="Segoe UI"/>
              </a:rPr>
              <a:t> contains:</a:t>
            </a:r>
          </a:p>
          <a:p>
            <a:pPr marL="747157" lvl="1" indent="-280154">
              <a:spcBef>
                <a:spcPts val="569"/>
              </a:spcBef>
              <a:buClr>
                <a:srgbClr val="000000"/>
              </a:buClr>
              <a:buFont typeface="Arial"/>
              <a:buChar char="•"/>
              <a:tabLst>
                <a:tab pos="289957" algn="l"/>
                <a:tab pos="290473" algn="l"/>
              </a:tabLst>
            </a:pPr>
            <a:r>
              <a:rPr lang="en-GB" sz="1800" spc="-4" dirty="0">
                <a:solidFill>
                  <a:srgbClr val="2D2C2C"/>
                </a:solidFill>
                <a:cs typeface="Segoe UI"/>
              </a:rPr>
              <a:t>And is executable</a:t>
            </a:r>
            <a:endParaRPr lang="en-GB" sz="1800" spc="-4"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The command would be:</a:t>
            </a:r>
            <a:endParaRPr lang="en-US" sz="1800" dirty="0">
              <a:cs typeface="Segoe UI"/>
            </a:endParaRPr>
          </a:p>
          <a:p>
            <a:endParaRPr lang="en-GB" sz="1800" dirty="0"/>
          </a:p>
        </p:txBody>
      </p:sp>
      <p:sp>
        <p:nvSpPr>
          <p:cNvPr id="3" name="object 8">
            <a:extLst>
              <a:ext uri="{FF2B5EF4-FFF2-40B4-BE49-F238E27FC236}">
                <a16:creationId xmlns:a16="http://schemas.microsoft.com/office/drawing/2014/main" id="{6CE646EB-CCD4-E962-937D-14E25A5E2481}"/>
              </a:ext>
            </a:extLst>
          </p:cNvPr>
          <p:cNvSpPr txBox="1"/>
          <p:nvPr/>
        </p:nvSpPr>
        <p:spPr>
          <a:xfrm>
            <a:off x="4905375" y="3427645"/>
            <a:ext cx="3795236" cy="1294297"/>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#!/bin/sed -f</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s/Middx/Middlesex/</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s/Hants/Hampshire/</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s/Berks/Berkshire/</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s/Oxon/Oxfordshire/</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B6A5894B-63D2-5E65-60C7-E3793EC16CD2}"/>
              </a:ext>
            </a:extLst>
          </p:cNvPr>
          <p:cNvSpPr>
            <a:spLocks noChangeArrowheads="1"/>
          </p:cNvSpPr>
          <p:nvPr/>
        </p:nvSpPr>
        <p:spPr bwMode="auto">
          <a:xfrm>
            <a:off x="4905375" y="4992724"/>
            <a:ext cx="6770687" cy="14003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901"/>
              </a:lnSpc>
              <a:spcBef>
                <a:spcPts val="122"/>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lnSpc>
                <a:spcPts val="1901"/>
              </a:lnSpc>
              <a:spcBef>
                <a:spcPts val="122"/>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C&amp;S </a:t>
            </a: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Electrical,Basingstoke,Hampshire</a:t>
            </a:r>
            <a:endParaRPr lang="en-GB" sz="1600"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lnSpc>
                <a:spcPts val="1901"/>
              </a:lnSpc>
              <a:spcBef>
                <a:spcPts val="122"/>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Wooley's Domestic, Hayes, Middlesex</a:t>
            </a:r>
          </a:p>
          <a:p>
            <a:pPr marL="77391">
              <a:lnSpc>
                <a:spcPts val="1901"/>
              </a:lnSpc>
              <a:spcBef>
                <a:spcPts val="122"/>
              </a:spcBef>
            </a:pP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Electromode</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Reading, Berkshire</a:t>
            </a:r>
          </a:p>
          <a:p>
            <a:pPr marL="77391">
              <a:lnSpc>
                <a:spcPts val="1901"/>
              </a:lnSpc>
              <a:spcBef>
                <a:spcPts val="122"/>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Lewis Electrical Services, Oxford, Oxfordshire</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6" name="object 20">
            <a:extLst>
              <a:ext uri="{FF2B5EF4-FFF2-40B4-BE49-F238E27FC236}">
                <a16:creationId xmlns:a16="http://schemas.microsoft.com/office/drawing/2014/main" id="{39C45287-1843-F3B0-CD06-EE7DEB3FBAC7}"/>
              </a:ext>
            </a:extLst>
          </p:cNvPr>
          <p:cNvSpPr txBox="1"/>
          <p:nvPr/>
        </p:nvSpPr>
        <p:spPr>
          <a:xfrm>
            <a:off x="4905375" y="1895616"/>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8" name="Slide Number Placeholder 1">
            <a:extLst>
              <a:ext uri="{FF2B5EF4-FFF2-40B4-BE49-F238E27FC236}">
                <a16:creationId xmlns:a16="http://schemas.microsoft.com/office/drawing/2014/main" id="{544834A6-FFD8-E944-ABA2-51C4C766CB2D}"/>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25</a:t>
            </a:fld>
            <a:endParaRPr lang="en-GB"/>
          </a:p>
        </p:txBody>
      </p:sp>
    </p:spTree>
    <p:extLst>
      <p:ext uri="{BB962C8B-B14F-4D97-AF65-F5344CB8AC3E}">
        <p14:creationId xmlns:p14="http://schemas.microsoft.com/office/powerpoint/2010/main" val="3849777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0027B2-35CD-4AB9-C240-4F154BDF1BC7}"/>
              </a:ext>
            </a:extLst>
          </p:cNvPr>
          <p:cNvSpPr>
            <a:spLocks noGrp="1"/>
          </p:cNvSpPr>
          <p:nvPr>
            <p:ph type="ctrTitle"/>
          </p:nvPr>
        </p:nvSpPr>
        <p:spPr/>
        <p:txBody>
          <a:bodyPr/>
          <a:lstStyle/>
          <a:p>
            <a:r>
              <a:rPr lang="en-GB" dirty="0" err="1"/>
              <a:t>sed’s</a:t>
            </a:r>
            <a:r>
              <a:rPr lang="en-GB" dirty="0"/>
              <a:t> print command</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lnSpcReduction="10000"/>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The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p </a:t>
            </a:r>
            <a:r>
              <a:rPr lang="en-GB" sz="1800" spc="-4" dirty="0">
                <a:solidFill>
                  <a:srgbClr val="2D2C2C"/>
                </a:solidFill>
                <a:latin typeface="+mn-lt"/>
                <a:cs typeface="Segoe UI"/>
              </a:rPr>
              <a:t>command forces a print to output.</a:t>
            </a: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Normally, for each line, </a:t>
            </a:r>
            <a:r>
              <a:rPr lang="en-GB" sz="1800" spc="-4" dirty="0" err="1">
                <a:solidFill>
                  <a:srgbClr val="2D2C2C"/>
                </a:solidFill>
                <a:latin typeface="+mn-lt"/>
                <a:ea typeface="Hack" panose="020B0609030202020204" pitchFamily="49" charset="0"/>
                <a:cs typeface="Segoe UI"/>
              </a:rPr>
              <a:t>sed</a:t>
            </a:r>
            <a:r>
              <a:rPr lang="en-GB" sz="1800" spc="-4" dirty="0">
                <a:solidFill>
                  <a:srgbClr val="2D2C2C"/>
                </a:solidFill>
                <a:latin typeface="+mn-lt"/>
                <a:ea typeface="Hack" panose="020B0609030202020204" pitchFamily="49" charset="0"/>
                <a:cs typeface="Segoe UI"/>
              </a:rPr>
              <a:t> first reads the line, processes the line (if it can) then prints (if it still exists) the line to output.</a:t>
            </a: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Technically the substitution specifies the lines that the print command acts upon i.e., </a:t>
            </a:r>
            <a:r>
              <a:rPr lang="en-GB" sz="1800" b="1" spc="-4" dirty="0">
                <a:solidFill>
                  <a:srgbClr val="00B0F0"/>
                </a:solidFill>
                <a:latin typeface="+mn-lt"/>
                <a:ea typeface="Hack" panose="020B0609030202020204" pitchFamily="49" charset="0"/>
                <a:cs typeface="Segoe UI"/>
              </a:rPr>
              <a:t>to additionally print</a:t>
            </a:r>
            <a:r>
              <a:rPr lang="en-GB" sz="1800" spc="-4" dirty="0">
                <a:solidFill>
                  <a:schemeClr val="tx1"/>
                </a:solidFill>
                <a:latin typeface="+mn-lt"/>
                <a:ea typeface="Hack" panose="020B0609030202020204" pitchFamily="49" charset="0"/>
                <a:cs typeface="Segoe UI"/>
              </a:rPr>
              <a:t>.</a:t>
            </a:r>
            <a:endParaRPr lang="en-US" sz="1800" dirty="0">
              <a:solidFill>
                <a:schemeClr val="tx1"/>
              </a:solidFill>
              <a:cs typeface="Segoe UI"/>
            </a:endParaRPr>
          </a:p>
          <a:p>
            <a:endParaRPr lang="en-GB" sz="1800" dirty="0"/>
          </a:p>
        </p:txBody>
      </p:sp>
      <p:sp>
        <p:nvSpPr>
          <p:cNvPr id="9" name="object 20">
            <a:extLst>
              <a:ext uri="{FF2B5EF4-FFF2-40B4-BE49-F238E27FC236}">
                <a16:creationId xmlns:a16="http://schemas.microsoft.com/office/drawing/2014/main" id="{39C45287-1843-F3B0-CD06-EE7DEB3FBAC7}"/>
              </a:ext>
            </a:extLst>
          </p:cNvPr>
          <p:cNvSpPr txBox="1"/>
          <p:nvPr/>
        </p:nvSpPr>
        <p:spPr>
          <a:xfrm>
            <a:off x="5322300" y="1733108"/>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89227309-937D-084F-5119-19EA45B18C76}"/>
              </a:ext>
            </a:extLst>
          </p:cNvPr>
          <p:cNvSpPr>
            <a:spLocks noChangeArrowheads="1"/>
          </p:cNvSpPr>
          <p:nvPr/>
        </p:nvSpPr>
        <p:spPr bwMode="auto">
          <a:xfrm>
            <a:off x="2674509" y="3570819"/>
            <a:ext cx="5295582" cy="170303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's/Hants/Hampshire/p'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600" b="1" spc="-967" dirty="0">
                <a:solidFill>
                  <a:srgbClr val="00B0F0"/>
                </a:solidFill>
                <a:latin typeface="Hack" panose="020B0609030202020204" pitchFamily="49" charset="0"/>
                <a:ea typeface="Hack" panose="020B0609030202020204" pitchFamily="49" charset="0"/>
                <a:cs typeface="Hack" panose="020B0609030202020204" pitchFamily="49" charset="0"/>
              </a:rPr>
              <a:t> </a:t>
            </a:r>
            <a:r>
              <a:rPr lang="en-GB" sz="1600" spc="-4" dirty="0">
                <a:solidFill>
                  <a:srgbClr val="00B0F0"/>
                </a:solidFill>
                <a:latin typeface="Hack" panose="020B0609030202020204" pitchFamily="49" charset="0"/>
                <a:ea typeface="Hack" panose="020B0609030202020204" pitchFamily="49" charset="0"/>
                <a:cs typeface="Hack" panose="020B0609030202020204" pitchFamily="49" charset="0"/>
              </a:rPr>
              <a:t>C&amp;S </a:t>
            </a:r>
            <a:r>
              <a:rPr lang="en-GB" sz="1600" spc="-8" dirty="0">
                <a:solidFill>
                  <a:srgbClr val="00B0F0"/>
                </a:solidFill>
                <a:latin typeface="Hack" panose="020B0609030202020204" pitchFamily="49" charset="0"/>
                <a:ea typeface="Hack" panose="020B0609030202020204" pitchFamily="49" charset="0"/>
                <a:cs typeface="Hack" panose="020B0609030202020204" pitchFamily="49" charset="0"/>
              </a:rPr>
              <a:t>Electrical, Basingstoke, Hampshire</a:t>
            </a:r>
          </a:p>
          <a:p>
            <a:pPr marL="10319" marR="4128">
              <a:spcBef>
                <a:spcPts val="73"/>
              </a:spcBef>
            </a:pPr>
            <a:r>
              <a:rPr lang="en-GB" sz="1600" b="1" spc="-96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C&amp;S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Electrical, Basingstoke, Hampshire</a:t>
            </a:r>
          </a:p>
          <a:p>
            <a:pPr marL="10319" marR="4128">
              <a:spcBef>
                <a:spcPts val="73"/>
              </a:spcBef>
            </a:pP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Wooley's</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Domestic, </a:t>
            </a:r>
            <a:r>
              <a:rPr lang="en-GB" sz="1600" spc="-12" dirty="0">
                <a:solidFill>
                  <a:schemeClr val="bg1"/>
                </a:solidFill>
                <a:latin typeface="Hack" panose="020B0609030202020204" pitchFamily="49" charset="0"/>
                <a:ea typeface="Hack" panose="020B0609030202020204" pitchFamily="49" charset="0"/>
                <a:cs typeface="Hack" panose="020B0609030202020204" pitchFamily="49" charset="0"/>
              </a:rPr>
              <a:t>Hayes,</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Middx</a:t>
            </a:r>
          </a:p>
          <a:p>
            <a:pPr marL="10319" marR="4128">
              <a:spcBef>
                <a:spcPts val="73"/>
              </a:spcBef>
            </a:pPr>
            <a:r>
              <a:rPr lang="en-GB" sz="1600" spc="-8" dirty="0" err="1">
                <a:solidFill>
                  <a:schemeClr val="bg1"/>
                </a:solidFill>
                <a:latin typeface="Hack" panose="020B0609030202020204" pitchFamily="49" charset="0"/>
                <a:ea typeface="Hack" panose="020B0609030202020204" pitchFamily="49" charset="0"/>
                <a:cs typeface="Hack" panose="020B0609030202020204" pitchFamily="49" charset="0"/>
              </a:rPr>
              <a:t>Electromode</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600"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Reading,</a:t>
            </a:r>
            <a:r>
              <a:rPr lang="en-GB" sz="1600" spc="-4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Berks</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Lewis </a:t>
            </a:r>
            <a:r>
              <a:rPr lang="en-GB" sz="1600" spc="-12" dirty="0">
                <a:solidFill>
                  <a:schemeClr val="bg1"/>
                </a:solidFill>
                <a:latin typeface="Hack" panose="020B0609030202020204" pitchFamily="49" charset="0"/>
                <a:ea typeface="Hack" panose="020B0609030202020204" pitchFamily="49" charset="0"/>
                <a:cs typeface="Hack" panose="020B0609030202020204" pitchFamily="49" charset="0"/>
              </a:rPr>
              <a:t>Electrical,</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12" dirty="0">
                <a:solidFill>
                  <a:schemeClr val="bg1"/>
                </a:solidFill>
                <a:latin typeface="Hack" panose="020B0609030202020204" pitchFamily="49" charset="0"/>
                <a:ea typeface="Hack" panose="020B0609030202020204" pitchFamily="49" charset="0"/>
                <a:cs typeface="Hack" panose="020B0609030202020204" pitchFamily="49" charset="0"/>
              </a:rPr>
              <a:t>Oxford,</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Oxon</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6" name="Slide Number Placeholder 1">
            <a:extLst>
              <a:ext uri="{FF2B5EF4-FFF2-40B4-BE49-F238E27FC236}">
                <a16:creationId xmlns:a16="http://schemas.microsoft.com/office/drawing/2014/main" id="{5146F321-CDF1-51A9-571F-33B610DF2236}"/>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26</a:t>
            </a:fld>
            <a:endParaRPr lang="en-GB"/>
          </a:p>
        </p:txBody>
      </p:sp>
    </p:spTree>
    <p:extLst>
      <p:ext uri="{BB962C8B-B14F-4D97-AF65-F5344CB8AC3E}">
        <p14:creationId xmlns:p14="http://schemas.microsoft.com/office/powerpoint/2010/main" val="1036977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3136E8-AFF3-E610-AD95-B6F40D20F4DE}"/>
              </a:ext>
            </a:extLst>
          </p:cNvPr>
          <p:cNvSpPr>
            <a:spLocks noGrp="1"/>
          </p:cNvSpPr>
          <p:nvPr>
            <p:ph type="ctrTitle"/>
          </p:nvPr>
        </p:nvSpPr>
        <p:spPr/>
        <p:txBody>
          <a:bodyPr/>
          <a:lstStyle/>
          <a:p>
            <a:r>
              <a:rPr lang="en-GB" dirty="0" err="1"/>
              <a:t>seds</a:t>
            </a:r>
            <a:r>
              <a:rPr lang="en-GB" dirty="0"/>
              <a:t> extra edit option</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The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-e </a:t>
            </a:r>
            <a:r>
              <a:rPr lang="en-GB" sz="1800" spc="-4" dirty="0">
                <a:solidFill>
                  <a:srgbClr val="2D2C2C"/>
                </a:solidFill>
                <a:latin typeface="+mn-lt"/>
                <a:cs typeface="Segoe UI"/>
              </a:rPr>
              <a:t>option forces extra processing.</a:t>
            </a: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b="1" spc="-4" dirty="0" err="1">
                <a:solidFill>
                  <a:srgbClr val="2D2C2C"/>
                </a:solidFill>
                <a:latin typeface="Hack" panose="020B0609030202020204" pitchFamily="49" charset="0"/>
                <a:ea typeface="Hack" panose="020B0609030202020204" pitchFamily="49" charset="0"/>
                <a:cs typeface="Hack" panose="020B0609030202020204" pitchFamily="49" charset="0"/>
              </a:rPr>
              <a:t>sed</a:t>
            </a:r>
            <a:r>
              <a:rPr lang="en-GB" sz="1800" spc="-4" dirty="0">
                <a:solidFill>
                  <a:srgbClr val="2D2C2C"/>
                </a:solidFill>
                <a:latin typeface="+mn-lt"/>
                <a:ea typeface="Hack" panose="020B0609030202020204" pitchFamily="49" charset="0"/>
                <a:cs typeface="Segoe UI"/>
              </a:rPr>
              <a:t> reads, processes (if it can), then prints to output.</a:t>
            </a: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Note: If one command has the </a:t>
            </a:r>
            <a:r>
              <a:rPr lang="en-GB" sz="1800" b="1" spc="-4" dirty="0">
                <a:solidFill>
                  <a:srgbClr val="2D2C2C"/>
                </a:solidFill>
                <a:latin typeface="Hack" panose="020B0609030202020204" pitchFamily="49" charset="0"/>
                <a:ea typeface="Hack" panose="020B0609030202020204" pitchFamily="49" charset="0"/>
                <a:cs typeface="Hack" panose="020B0609030202020204" pitchFamily="49" charset="0"/>
              </a:rPr>
              <a:t>–e </a:t>
            </a:r>
            <a:r>
              <a:rPr lang="en-GB" sz="1800" spc="-4" dirty="0">
                <a:solidFill>
                  <a:srgbClr val="2D2C2C"/>
                </a:solidFill>
                <a:latin typeface="+mn-lt"/>
                <a:ea typeface="Hack" panose="020B0609030202020204" pitchFamily="49" charset="0"/>
                <a:cs typeface="Segoe UI"/>
              </a:rPr>
              <a:t>switch they all must.</a:t>
            </a:r>
            <a:endParaRPr lang="en-US" sz="1800" dirty="0">
              <a:cs typeface="Segoe UI"/>
            </a:endParaRPr>
          </a:p>
          <a:p>
            <a:endParaRPr lang="en-GB" sz="1800" dirty="0"/>
          </a:p>
        </p:txBody>
      </p:sp>
      <p:sp>
        <p:nvSpPr>
          <p:cNvPr id="9" name="object 20">
            <a:extLst>
              <a:ext uri="{FF2B5EF4-FFF2-40B4-BE49-F238E27FC236}">
                <a16:creationId xmlns:a16="http://schemas.microsoft.com/office/drawing/2014/main" id="{39C45287-1843-F3B0-CD06-EE7DEB3FBAC7}"/>
              </a:ext>
            </a:extLst>
          </p:cNvPr>
          <p:cNvSpPr txBox="1"/>
          <p:nvPr/>
        </p:nvSpPr>
        <p:spPr>
          <a:xfrm>
            <a:off x="4374135" y="2131572"/>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89227309-937D-084F-5119-19EA45B18C76}"/>
              </a:ext>
            </a:extLst>
          </p:cNvPr>
          <p:cNvSpPr>
            <a:spLocks noChangeArrowheads="1"/>
          </p:cNvSpPr>
          <p:nvPr/>
        </p:nvSpPr>
        <p:spPr bwMode="auto">
          <a:xfrm>
            <a:off x="4374135" y="4211559"/>
            <a:ext cx="7301927" cy="129009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z="16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 –e ‘s/Berks/Berkshire/’ –e 's/Hants/Hampshire/'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sz="18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C&amp;S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Electrical, Basingstoke, Hampshire</a:t>
            </a:r>
          </a:p>
          <a:p>
            <a:pPr marL="10319" marR="4128">
              <a:spcBef>
                <a:spcPts val="73"/>
              </a:spcBef>
            </a:pP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Wooley's</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Domestic, </a:t>
            </a:r>
            <a:r>
              <a:rPr lang="en-GB" sz="1400" spc="-12" dirty="0">
                <a:solidFill>
                  <a:schemeClr val="bg1"/>
                </a:solidFill>
                <a:latin typeface="Hack" panose="020B0609030202020204" pitchFamily="49" charset="0"/>
                <a:ea typeface="Hack" panose="020B0609030202020204" pitchFamily="49" charset="0"/>
                <a:cs typeface="Hack" panose="020B0609030202020204" pitchFamily="49" charset="0"/>
              </a:rPr>
              <a:t>Hayes,</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Middx</a:t>
            </a:r>
          </a:p>
          <a:p>
            <a:pPr marL="10319" marR="4128">
              <a:spcBef>
                <a:spcPts val="73"/>
              </a:spcBef>
            </a:pPr>
            <a:r>
              <a:rPr lang="en-GB" sz="1400" spc="-8" dirty="0" err="1">
                <a:solidFill>
                  <a:schemeClr val="bg1"/>
                </a:solidFill>
                <a:latin typeface="Hack" panose="020B0609030202020204" pitchFamily="49" charset="0"/>
                <a:ea typeface="Hack" panose="020B0609030202020204" pitchFamily="49" charset="0"/>
                <a:cs typeface="Hack" panose="020B0609030202020204" pitchFamily="49" charset="0"/>
              </a:rPr>
              <a:t>Electromode</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400"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Reading,</a:t>
            </a:r>
            <a:r>
              <a:rPr lang="en-GB" sz="1400" spc="-4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Berkshire</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
              </a:spcBef>
            </a:pP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Lewis </a:t>
            </a:r>
            <a:r>
              <a:rPr lang="en-GB" sz="1400" spc="-12" dirty="0">
                <a:solidFill>
                  <a:schemeClr val="bg1"/>
                </a:solidFill>
                <a:latin typeface="Hack" panose="020B0609030202020204" pitchFamily="49" charset="0"/>
                <a:ea typeface="Hack" panose="020B0609030202020204" pitchFamily="49" charset="0"/>
                <a:cs typeface="Hack" panose="020B0609030202020204" pitchFamily="49" charset="0"/>
              </a:rPr>
              <a:t>Electrical,</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12" dirty="0">
                <a:solidFill>
                  <a:schemeClr val="bg1"/>
                </a:solidFill>
                <a:latin typeface="Hack" panose="020B0609030202020204" pitchFamily="49" charset="0"/>
                <a:ea typeface="Hack" panose="020B0609030202020204" pitchFamily="49" charset="0"/>
                <a:cs typeface="Hack" panose="020B0609030202020204" pitchFamily="49" charset="0"/>
              </a:rPr>
              <a:t>Oxford,</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Oxon</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6" name="Slide Number Placeholder 1">
            <a:extLst>
              <a:ext uri="{FF2B5EF4-FFF2-40B4-BE49-F238E27FC236}">
                <a16:creationId xmlns:a16="http://schemas.microsoft.com/office/drawing/2014/main" id="{DFEA43D4-5389-A6F5-688F-06AC83DF4DF0}"/>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27</a:t>
            </a:fld>
            <a:endParaRPr lang="en-GB"/>
          </a:p>
        </p:txBody>
      </p:sp>
    </p:spTree>
    <p:extLst>
      <p:ext uri="{BB962C8B-B14F-4D97-AF65-F5344CB8AC3E}">
        <p14:creationId xmlns:p14="http://schemas.microsoft.com/office/powerpoint/2010/main" val="1506689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B364BF-6683-7AF3-5338-C349FD915DEB}"/>
              </a:ext>
            </a:extLst>
          </p:cNvPr>
          <p:cNvSpPr>
            <a:spLocks noGrp="1"/>
          </p:cNvSpPr>
          <p:nvPr>
            <p:ph type="ctrTitle"/>
          </p:nvPr>
        </p:nvSpPr>
        <p:spPr/>
        <p:txBody>
          <a:bodyPr/>
          <a:lstStyle/>
          <a:p>
            <a:r>
              <a:rPr lang="en-GB" dirty="0"/>
              <a:t>Seds supressing output option</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The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–n </a:t>
            </a:r>
            <a:r>
              <a:rPr lang="en-GB" sz="1800" spc="-4" dirty="0">
                <a:solidFill>
                  <a:srgbClr val="2D2C2C"/>
                </a:solidFill>
                <a:latin typeface="+mn-lt"/>
                <a:cs typeface="Segoe UI"/>
              </a:rPr>
              <a:t>switch suppresses automatic output.</a:t>
            </a: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There will be no results unless it is specifically told to print by the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p</a:t>
            </a:r>
            <a:r>
              <a:rPr lang="en-GB" sz="1800" spc="-4" dirty="0">
                <a:solidFill>
                  <a:srgbClr val="2D2C2C"/>
                </a:solidFill>
                <a:latin typeface="+mn-lt"/>
                <a:ea typeface="Hack" panose="020B0609030202020204" pitchFamily="49" charset="0"/>
                <a:cs typeface="Segoe UI"/>
              </a:rPr>
              <a:t> command.</a:t>
            </a: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Technically the substitution specifies the lines that the print command acts upon i.e. </a:t>
            </a:r>
            <a:r>
              <a:rPr lang="en-GB" sz="1800" b="1" spc="-4" dirty="0">
                <a:solidFill>
                  <a:srgbClr val="00B0F0"/>
                </a:solidFill>
                <a:latin typeface="+mn-lt"/>
                <a:ea typeface="Hack" panose="020B0609030202020204" pitchFamily="49" charset="0"/>
                <a:cs typeface="Segoe UI"/>
              </a:rPr>
              <a:t>only print substituted lines</a:t>
            </a:r>
            <a:r>
              <a:rPr lang="en-GB" sz="1800" spc="-4" dirty="0">
                <a:solidFill>
                  <a:schemeClr val="tx1"/>
                </a:solidFill>
                <a:latin typeface="+mn-lt"/>
                <a:ea typeface="Hack" panose="020B0609030202020204" pitchFamily="49" charset="0"/>
                <a:cs typeface="Segoe UI"/>
              </a:rPr>
              <a:t>.</a:t>
            </a:r>
            <a:endParaRPr lang="en-US" sz="1800" dirty="0">
              <a:solidFill>
                <a:schemeClr val="tx1"/>
              </a:solidFill>
              <a:cs typeface="Segoe UI"/>
            </a:endParaRPr>
          </a:p>
          <a:p>
            <a:endParaRPr lang="en-GB" sz="1800" dirty="0"/>
          </a:p>
        </p:txBody>
      </p:sp>
      <p:sp>
        <p:nvSpPr>
          <p:cNvPr id="8" name="Rectangle 3">
            <a:extLst>
              <a:ext uri="{FF2B5EF4-FFF2-40B4-BE49-F238E27FC236}">
                <a16:creationId xmlns:a16="http://schemas.microsoft.com/office/drawing/2014/main" id="{B59E6B9E-8A17-D8F5-4BC0-18AF3E4A3C5D}"/>
              </a:ext>
            </a:extLst>
          </p:cNvPr>
          <p:cNvSpPr>
            <a:spLocks noChangeArrowheads="1"/>
          </p:cNvSpPr>
          <p:nvPr/>
        </p:nvSpPr>
        <p:spPr bwMode="auto">
          <a:xfrm>
            <a:off x="605790" y="3877789"/>
            <a:ext cx="6770688" cy="87716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z="16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 -n 's/Hants/Hampshire/'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6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 -n 's/Hants/Hampshire/p'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400" b="1" spc="-96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4" dirty="0">
                <a:solidFill>
                  <a:srgbClr val="00B0F0"/>
                </a:solidFill>
                <a:latin typeface="Hack" panose="020B0609030202020204" pitchFamily="49" charset="0"/>
                <a:ea typeface="Hack" panose="020B0609030202020204" pitchFamily="49" charset="0"/>
                <a:cs typeface="Hack" panose="020B0609030202020204" pitchFamily="49" charset="0"/>
              </a:rPr>
              <a:t>C&amp;S </a:t>
            </a:r>
            <a:r>
              <a:rPr lang="en-GB" sz="1400" spc="-8" dirty="0">
                <a:solidFill>
                  <a:srgbClr val="00B0F0"/>
                </a:solidFill>
                <a:latin typeface="Hack" panose="020B0609030202020204" pitchFamily="49" charset="0"/>
                <a:ea typeface="Hack" panose="020B0609030202020204" pitchFamily="49" charset="0"/>
                <a:cs typeface="Hack" panose="020B0609030202020204" pitchFamily="49" charset="0"/>
              </a:rPr>
              <a:t>Electrical, Basingstoke, Hampshire</a:t>
            </a:r>
            <a:endParaRPr lang="en-GB" sz="1400" dirty="0">
              <a:solidFill>
                <a:srgbClr val="00B0F0"/>
              </a:solidFill>
              <a:latin typeface="Hack" panose="020B0609030202020204" pitchFamily="49" charset="0"/>
              <a:ea typeface="Hack" panose="020B0609030202020204" pitchFamily="49" charset="0"/>
              <a:cs typeface="Hack" panose="020B0609030202020204" pitchFamily="49" charset="0"/>
            </a:endParaRPr>
          </a:p>
        </p:txBody>
      </p:sp>
      <p:sp>
        <p:nvSpPr>
          <p:cNvPr id="9" name="object 20">
            <a:extLst>
              <a:ext uri="{FF2B5EF4-FFF2-40B4-BE49-F238E27FC236}">
                <a16:creationId xmlns:a16="http://schemas.microsoft.com/office/drawing/2014/main" id="{39C45287-1843-F3B0-CD06-EE7DEB3FBAC7}"/>
              </a:ext>
            </a:extLst>
          </p:cNvPr>
          <p:cNvSpPr txBox="1"/>
          <p:nvPr/>
        </p:nvSpPr>
        <p:spPr>
          <a:xfrm>
            <a:off x="4298172" y="2146218"/>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1">
            <a:extLst>
              <a:ext uri="{FF2B5EF4-FFF2-40B4-BE49-F238E27FC236}">
                <a16:creationId xmlns:a16="http://schemas.microsoft.com/office/drawing/2014/main" id="{9AC64B14-7C27-F838-69A6-E3D0A44A6765}"/>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28</a:t>
            </a:fld>
            <a:endParaRPr lang="en-GB"/>
          </a:p>
        </p:txBody>
      </p:sp>
    </p:spTree>
    <p:extLst>
      <p:ext uri="{BB962C8B-B14F-4D97-AF65-F5344CB8AC3E}">
        <p14:creationId xmlns:p14="http://schemas.microsoft.com/office/powerpoint/2010/main" val="2054473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F14E73-F2EF-FB49-8336-AA2A0340A701}"/>
              </a:ext>
            </a:extLst>
          </p:cNvPr>
          <p:cNvSpPr>
            <a:spLocks noGrp="1"/>
          </p:cNvSpPr>
          <p:nvPr>
            <p:ph type="ctrTitle"/>
          </p:nvPr>
        </p:nvSpPr>
        <p:spPr/>
        <p:txBody>
          <a:bodyPr/>
          <a:lstStyle/>
          <a:p>
            <a:r>
              <a:rPr lang="en-GB" dirty="0"/>
              <a:t>Line addressing</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By default, commands act upon all lines.</a:t>
            </a:r>
          </a:p>
          <a:p>
            <a:pPr marL="469953" lvl="1"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But lines can be specified by number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2p </a:t>
            </a:r>
            <a:r>
              <a:rPr lang="en-GB" sz="1800" spc="-4" dirty="0">
                <a:solidFill>
                  <a:srgbClr val="2D2C2C"/>
                </a:solidFill>
                <a:latin typeface="+mn-lt"/>
                <a:cs typeface="Segoe UI"/>
              </a:rPr>
              <a:t>(</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spc="-4" dirty="0">
                <a:solidFill>
                  <a:srgbClr val="2D2C2C"/>
                </a:solidFill>
                <a:latin typeface="+mn-lt"/>
                <a:cs typeface="Segoe UI"/>
              </a:rPr>
              <a:t> is the last line).</a:t>
            </a:r>
            <a:endPar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Or by regular expression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Mddx</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pc="-4" dirty="0">
                <a:solidFill>
                  <a:srgbClr val="2D2C2C"/>
                </a:solidFill>
                <a:cs typeface="Segoe UI"/>
              </a:rPr>
              <a:t>.</a:t>
            </a: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Either of these can be used as a range. Simply put a comma between the start and end specifier: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Mddx</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/,3p</a:t>
            </a: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We can even specify what lines are not to be processed by placing an exclamation after the address or range: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Mddx</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/,3!p</a:t>
            </a:r>
          </a:p>
          <a:p>
            <a:pPr marL="289957" indent="-280154">
              <a:spcBef>
                <a:spcPts val="569"/>
              </a:spcBef>
              <a:buClr>
                <a:srgbClr val="000000"/>
              </a:buClr>
              <a:buFont typeface="Arial"/>
              <a:buChar char="•"/>
              <a:tabLst>
                <a:tab pos="289957" algn="l"/>
                <a:tab pos="290473" algn="l"/>
              </a:tabLst>
            </a:pPr>
            <a:endPar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endPar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endParaRPr lang="en-US" sz="1800" dirty="0">
              <a:cs typeface="Segoe UI"/>
            </a:endParaRPr>
          </a:p>
          <a:p>
            <a:endParaRPr lang="en-GB" sz="1800" dirty="0"/>
          </a:p>
        </p:txBody>
      </p:sp>
      <p:sp>
        <p:nvSpPr>
          <p:cNvPr id="8" name="Rectangle 3">
            <a:extLst>
              <a:ext uri="{FF2B5EF4-FFF2-40B4-BE49-F238E27FC236}">
                <a16:creationId xmlns:a16="http://schemas.microsoft.com/office/drawing/2014/main" id="{B59E6B9E-8A17-D8F5-4BC0-18AF3E4A3C5D}"/>
              </a:ext>
            </a:extLst>
          </p:cNvPr>
          <p:cNvSpPr>
            <a:spLocks noChangeArrowheads="1"/>
          </p:cNvSpPr>
          <p:nvPr/>
        </p:nvSpPr>
        <p:spPr bwMode="auto">
          <a:xfrm>
            <a:off x="637858" y="5462098"/>
            <a:ext cx="6770688" cy="64889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-n ‘2p'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400" dirty="0">
                <a:solidFill>
                  <a:srgbClr val="00B0F0"/>
                </a:solidFill>
                <a:latin typeface="Hack" panose="020B0609030202020204" pitchFamily="49" charset="0"/>
                <a:ea typeface="Hack" panose="020B0609030202020204" pitchFamily="49" charset="0"/>
                <a:cs typeface="Hack" panose="020B0609030202020204" pitchFamily="49" charset="0"/>
              </a:rPr>
              <a:t>Wooley's Domestic, Hayes, Middx</a:t>
            </a:r>
          </a:p>
        </p:txBody>
      </p:sp>
      <p:sp>
        <p:nvSpPr>
          <p:cNvPr id="9" name="object 20">
            <a:extLst>
              <a:ext uri="{FF2B5EF4-FFF2-40B4-BE49-F238E27FC236}">
                <a16:creationId xmlns:a16="http://schemas.microsoft.com/office/drawing/2014/main" id="{39C45287-1843-F3B0-CD06-EE7DEB3FBAC7}"/>
              </a:ext>
            </a:extLst>
          </p:cNvPr>
          <p:cNvSpPr txBox="1"/>
          <p:nvPr/>
        </p:nvSpPr>
        <p:spPr>
          <a:xfrm>
            <a:off x="4318246" y="4144361"/>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1">
            <a:extLst>
              <a:ext uri="{FF2B5EF4-FFF2-40B4-BE49-F238E27FC236}">
                <a16:creationId xmlns:a16="http://schemas.microsoft.com/office/drawing/2014/main" id="{F2947225-E407-A837-13F8-CFBCAFB5CAFE}"/>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29</a:t>
            </a:fld>
            <a:endParaRPr lang="en-GB"/>
          </a:p>
        </p:txBody>
      </p:sp>
    </p:spTree>
    <p:extLst>
      <p:ext uri="{BB962C8B-B14F-4D97-AF65-F5344CB8AC3E}">
        <p14:creationId xmlns:p14="http://schemas.microsoft.com/office/powerpoint/2010/main" val="1726752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F1F6EA-FE32-E3F7-11D5-FF798EFFE3B1}"/>
              </a:ext>
            </a:extLst>
          </p:cNvPr>
          <p:cNvSpPr>
            <a:spLocks noGrp="1"/>
          </p:cNvSpPr>
          <p:nvPr>
            <p:ph type="ctrTitle"/>
          </p:nvPr>
        </p:nvSpPr>
        <p:spPr/>
        <p:txBody>
          <a:bodyPr/>
          <a:lstStyle/>
          <a:p>
            <a:r>
              <a:rPr lang="en-GB" dirty="0"/>
              <a:t>quit command</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The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q </a:t>
            </a:r>
            <a:r>
              <a:rPr lang="en-GB" sz="1800" spc="-4" dirty="0">
                <a:solidFill>
                  <a:srgbClr val="2D2C2C"/>
                </a:solidFill>
                <a:latin typeface="+mn-lt"/>
                <a:cs typeface="Segoe UI"/>
              </a:rPr>
              <a:t>command forces </a:t>
            </a:r>
            <a:r>
              <a:rPr lang="en-GB" sz="1800" spc="-4" dirty="0" err="1">
                <a:solidFill>
                  <a:srgbClr val="2D2C2C"/>
                </a:solidFill>
                <a:latin typeface="+mn-lt"/>
                <a:cs typeface="Segoe UI"/>
              </a:rPr>
              <a:t>sed</a:t>
            </a:r>
            <a:r>
              <a:rPr lang="en-GB" sz="1800" spc="-4" dirty="0">
                <a:solidFill>
                  <a:srgbClr val="2D2C2C"/>
                </a:solidFill>
                <a:latin typeface="+mn-lt"/>
                <a:cs typeface="Segoe UI"/>
              </a:rPr>
              <a:t> to stop any further processing (and printing) of any other lines - i.e., quits</a:t>
            </a: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cs typeface="Segoe UI"/>
            </a:endParaRPr>
          </a:p>
          <a:p>
            <a:pPr marL="747157" lvl="1"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Although the output of the two examples is the same:</a:t>
            </a:r>
          </a:p>
          <a:p>
            <a:pPr marL="469953" lvl="1"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The first command it reads the other lines but </a:t>
            </a:r>
            <a:r>
              <a:rPr lang="en-GB" sz="1800" i="1" spc="-4" dirty="0">
                <a:solidFill>
                  <a:srgbClr val="2D2C2C"/>
                </a:solidFill>
                <a:latin typeface="+mn-lt"/>
                <a:ea typeface="Hack" panose="020B0609030202020204" pitchFamily="49" charset="0"/>
                <a:cs typeface="Segoe UI"/>
              </a:rPr>
              <a:t>does not</a:t>
            </a:r>
            <a:r>
              <a:rPr lang="en-GB" sz="1800" spc="-4" dirty="0">
                <a:solidFill>
                  <a:srgbClr val="2D2C2C"/>
                </a:solidFill>
                <a:latin typeface="+mn-lt"/>
                <a:ea typeface="Hack" panose="020B0609030202020204" pitchFamily="49" charset="0"/>
                <a:cs typeface="Segoe UI"/>
              </a:rPr>
              <a:t> </a:t>
            </a:r>
            <a:r>
              <a:rPr lang="en-GB" sz="1800" b="1" spc="-4" dirty="0">
                <a:solidFill>
                  <a:srgbClr val="00B0F0"/>
                </a:solidFill>
                <a:latin typeface="+mn-lt"/>
                <a:ea typeface="Hack" panose="020B0609030202020204" pitchFamily="49" charset="0"/>
                <a:cs typeface="Segoe UI"/>
              </a:rPr>
              <a:t>print</a:t>
            </a:r>
            <a:r>
              <a:rPr lang="en-GB" sz="1800" spc="-4" dirty="0">
                <a:solidFill>
                  <a:srgbClr val="2D2C2C"/>
                </a:solidFill>
                <a:latin typeface="+mn-lt"/>
                <a:ea typeface="Hack" panose="020B0609030202020204" pitchFamily="49" charset="0"/>
                <a:cs typeface="Segoe UI"/>
              </a:rPr>
              <a:t> them so depending on the number of lines may take a while to complete.</a:t>
            </a:r>
          </a:p>
          <a:p>
            <a:pPr marL="469953" lvl="1"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The second example quits immediately after the first line.</a:t>
            </a:r>
            <a:endParaRPr lang="en-US" sz="1800" dirty="0">
              <a:cs typeface="Segoe UI"/>
            </a:endParaRPr>
          </a:p>
          <a:p>
            <a:endParaRPr lang="en-GB" sz="1800" dirty="0"/>
          </a:p>
        </p:txBody>
      </p:sp>
      <p:sp>
        <p:nvSpPr>
          <p:cNvPr id="9" name="object 20">
            <a:extLst>
              <a:ext uri="{FF2B5EF4-FFF2-40B4-BE49-F238E27FC236}">
                <a16:creationId xmlns:a16="http://schemas.microsoft.com/office/drawing/2014/main" id="{39C45287-1843-F3B0-CD06-EE7DEB3FBAC7}"/>
              </a:ext>
            </a:extLst>
          </p:cNvPr>
          <p:cNvSpPr txBox="1"/>
          <p:nvPr/>
        </p:nvSpPr>
        <p:spPr>
          <a:xfrm>
            <a:off x="4749696" y="2194025"/>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8067003F-D1BF-13E1-8CFD-204083F59814}"/>
              </a:ext>
            </a:extLst>
          </p:cNvPr>
          <p:cNvSpPr>
            <a:spLocks noChangeArrowheads="1"/>
          </p:cNvSpPr>
          <p:nvPr/>
        </p:nvSpPr>
        <p:spPr bwMode="auto">
          <a:xfrm>
            <a:off x="550094" y="3323972"/>
            <a:ext cx="6770688" cy="116698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-n ‘1p'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400" b="1" spc="-967" dirty="0">
                <a:solidFill>
                  <a:srgbClr val="00B0F0"/>
                </a:solidFill>
                <a:latin typeface="Hack" panose="020B0609030202020204" pitchFamily="49" charset="0"/>
                <a:ea typeface="Hack" panose="020B0609030202020204" pitchFamily="49" charset="0"/>
                <a:cs typeface="Hack" panose="020B0609030202020204" pitchFamily="49" charset="0"/>
              </a:rPr>
              <a:t> </a:t>
            </a:r>
            <a:r>
              <a:rPr lang="en-GB" sz="1400" spc="-4" dirty="0">
                <a:solidFill>
                  <a:srgbClr val="00B0F0"/>
                </a:solidFill>
                <a:latin typeface="Hack" panose="020B0609030202020204" pitchFamily="49" charset="0"/>
                <a:ea typeface="Hack" panose="020B0609030202020204" pitchFamily="49" charset="0"/>
                <a:cs typeface="Hack" panose="020B0609030202020204" pitchFamily="49" charset="0"/>
              </a:rPr>
              <a:t>C&amp;S </a:t>
            </a:r>
            <a:r>
              <a:rPr lang="en-GB" sz="1400" spc="-8" dirty="0">
                <a:solidFill>
                  <a:srgbClr val="00B0F0"/>
                </a:solidFill>
                <a:latin typeface="Hack" panose="020B0609030202020204" pitchFamily="49" charset="0"/>
                <a:ea typeface="Hack" panose="020B0609030202020204" pitchFamily="49" charset="0"/>
                <a:cs typeface="Hack" panose="020B0609030202020204" pitchFamily="49" charset="0"/>
              </a:rPr>
              <a:t>Electrical, Basingstoke, Hants</a:t>
            </a:r>
          </a:p>
          <a:p>
            <a:pPr marL="10319" marR="4128">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‘1q'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400" b="1" spc="-967"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400" spc="-4" dirty="0">
                <a:solidFill>
                  <a:schemeClr val="bg2"/>
                </a:solidFill>
                <a:latin typeface="Hack" panose="020B0609030202020204" pitchFamily="49" charset="0"/>
                <a:ea typeface="Hack" panose="020B0609030202020204" pitchFamily="49" charset="0"/>
                <a:cs typeface="Hack" panose="020B0609030202020204" pitchFamily="49" charset="0"/>
              </a:rPr>
              <a:t>C&amp;S </a:t>
            </a:r>
            <a:r>
              <a:rPr lang="en-GB" sz="1400" spc="-8" dirty="0">
                <a:solidFill>
                  <a:schemeClr val="bg2"/>
                </a:solidFill>
                <a:latin typeface="Hack" panose="020B0609030202020204" pitchFamily="49" charset="0"/>
                <a:ea typeface="Hack" panose="020B0609030202020204" pitchFamily="49" charset="0"/>
                <a:cs typeface="Hack" panose="020B0609030202020204" pitchFamily="49" charset="0"/>
              </a:rPr>
              <a:t>Electrical, Basingstoke, Hants</a:t>
            </a:r>
          </a:p>
        </p:txBody>
      </p:sp>
      <p:sp>
        <p:nvSpPr>
          <p:cNvPr id="6" name="Slide Number Placeholder 1">
            <a:extLst>
              <a:ext uri="{FF2B5EF4-FFF2-40B4-BE49-F238E27FC236}">
                <a16:creationId xmlns:a16="http://schemas.microsoft.com/office/drawing/2014/main" id="{2CA07D59-6996-84F2-F31D-EA8889C22CF0}"/>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30</a:t>
            </a:fld>
            <a:endParaRPr lang="en-GB"/>
          </a:p>
        </p:txBody>
      </p:sp>
    </p:spTree>
    <p:extLst>
      <p:ext uri="{BB962C8B-B14F-4D97-AF65-F5344CB8AC3E}">
        <p14:creationId xmlns:p14="http://schemas.microsoft.com/office/powerpoint/2010/main" val="15605573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AB2F71-8AD3-E61B-3089-D106A91CF442}"/>
              </a:ext>
            </a:extLst>
          </p:cNvPr>
          <p:cNvSpPr>
            <a:spLocks noGrp="1"/>
          </p:cNvSpPr>
          <p:nvPr>
            <p:ph type="ctrTitle"/>
          </p:nvPr>
        </p:nvSpPr>
        <p:spPr/>
        <p:txBody>
          <a:bodyPr/>
          <a:lstStyle/>
          <a:p>
            <a:r>
              <a:rPr lang="en-GB" dirty="0"/>
              <a:t>delete command</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The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d </a:t>
            </a:r>
            <a:r>
              <a:rPr lang="en-GB" sz="1800" spc="-4" dirty="0">
                <a:solidFill>
                  <a:srgbClr val="2D2C2C"/>
                </a:solidFill>
                <a:latin typeface="+mn-lt"/>
                <a:cs typeface="Segoe UI"/>
              </a:rPr>
              <a:t>command deletes the line being processed from the stream and moves to next line.</a:t>
            </a:r>
          </a:p>
          <a:p>
            <a:pPr marL="9803" indent="0">
              <a:spcBef>
                <a:spcPts val="569"/>
              </a:spcBef>
              <a:buClr>
                <a:srgbClr val="000000"/>
              </a:buClr>
              <a:buNone/>
              <a:tabLst>
                <a:tab pos="289957" algn="l"/>
                <a:tab pos="290473" algn="l"/>
              </a:tabLst>
            </a:pPr>
            <a:endParaRPr lang="en-GB" sz="1800" spc="-4" dirty="0">
              <a:solidFill>
                <a:srgbClr val="2D2C2C"/>
              </a:solidFill>
              <a:latin typeface="+mn-lt"/>
              <a:cs typeface="Segoe UI"/>
            </a:endParaRPr>
          </a:p>
          <a:p>
            <a:pPr marL="747157" lvl="1"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Normally </a:t>
            </a:r>
            <a:r>
              <a:rPr lang="en-GB" sz="1800" spc="-4" dirty="0" err="1">
                <a:solidFill>
                  <a:srgbClr val="2D2C2C"/>
                </a:solidFill>
                <a:latin typeface="+mn-lt"/>
                <a:ea typeface="Hack" panose="020B0609030202020204" pitchFamily="49" charset="0"/>
                <a:cs typeface="Segoe UI"/>
              </a:rPr>
              <a:t>sed</a:t>
            </a:r>
            <a:r>
              <a:rPr lang="en-GB" sz="1800" spc="-4" dirty="0">
                <a:solidFill>
                  <a:srgbClr val="2D2C2C"/>
                </a:solidFill>
                <a:latin typeface="+mn-lt"/>
                <a:ea typeface="Hack" panose="020B0609030202020204" pitchFamily="49" charset="0"/>
                <a:cs typeface="Segoe UI"/>
              </a:rPr>
              <a:t> reads, processes (if it can), then prints to output</a:t>
            </a:r>
            <a:r>
              <a:rPr lang="en-GB" spc="-4" dirty="0">
                <a:solidFill>
                  <a:srgbClr val="2D2C2C"/>
                </a:solidFill>
                <a:ea typeface="Hack" panose="020B0609030202020204" pitchFamily="49" charset="0"/>
                <a:cs typeface="Segoe UI"/>
              </a:rPr>
              <a:t>. B</a:t>
            </a:r>
            <a:r>
              <a:rPr lang="en-GB" sz="1800" spc="-4" dirty="0">
                <a:solidFill>
                  <a:srgbClr val="2D2C2C"/>
                </a:solidFill>
                <a:latin typeface="+mn-lt"/>
                <a:ea typeface="Hack" panose="020B0609030202020204" pitchFamily="49" charset="0"/>
                <a:cs typeface="Segoe UI"/>
              </a:rPr>
              <a:t>ut because of the delete, it simply moves to the next line as now there is nothing to print.</a:t>
            </a:r>
            <a:endParaRPr lang="en-US" sz="1800" dirty="0">
              <a:cs typeface="Segoe UI"/>
            </a:endParaRPr>
          </a:p>
          <a:p>
            <a:endParaRPr lang="en-GB" sz="1800" dirty="0"/>
          </a:p>
        </p:txBody>
      </p:sp>
      <p:sp>
        <p:nvSpPr>
          <p:cNvPr id="9" name="object 20">
            <a:extLst>
              <a:ext uri="{FF2B5EF4-FFF2-40B4-BE49-F238E27FC236}">
                <a16:creationId xmlns:a16="http://schemas.microsoft.com/office/drawing/2014/main" id="{39C45287-1843-F3B0-CD06-EE7DEB3FBAC7}"/>
              </a:ext>
            </a:extLst>
          </p:cNvPr>
          <p:cNvSpPr txBox="1"/>
          <p:nvPr/>
        </p:nvSpPr>
        <p:spPr>
          <a:xfrm>
            <a:off x="4792890" y="2399262"/>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89227309-937D-084F-5119-19EA45B18C76}"/>
              </a:ext>
            </a:extLst>
          </p:cNvPr>
          <p:cNvSpPr>
            <a:spLocks noChangeArrowheads="1"/>
          </p:cNvSpPr>
          <p:nvPr/>
        </p:nvSpPr>
        <p:spPr bwMode="auto">
          <a:xfrm>
            <a:off x="2821647" y="4569126"/>
            <a:ext cx="6770688" cy="118494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‘2d'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C&amp;S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Electrical, Basingstoke, Hants</a:t>
            </a:r>
          </a:p>
          <a:p>
            <a:pPr marL="10319" marR="4128">
              <a:spcBef>
                <a:spcPts val="73"/>
              </a:spcBef>
            </a:pPr>
            <a:r>
              <a:rPr lang="en-GB" sz="1600" spc="-8" dirty="0" err="1">
                <a:solidFill>
                  <a:schemeClr val="bg1"/>
                </a:solidFill>
                <a:latin typeface="Hack" panose="020B0609030202020204" pitchFamily="49" charset="0"/>
                <a:ea typeface="Hack" panose="020B0609030202020204" pitchFamily="49" charset="0"/>
                <a:cs typeface="Hack" panose="020B0609030202020204" pitchFamily="49" charset="0"/>
              </a:rPr>
              <a:t>Electromode</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600"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Reading,</a:t>
            </a:r>
            <a:r>
              <a:rPr lang="en-GB" sz="1600" spc="-4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Berks</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Lewis </a:t>
            </a:r>
            <a:r>
              <a:rPr lang="en-GB" sz="1600" spc="-12" dirty="0">
                <a:solidFill>
                  <a:schemeClr val="bg1"/>
                </a:solidFill>
                <a:latin typeface="Hack" panose="020B0609030202020204" pitchFamily="49" charset="0"/>
                <a:ea typeface="Hack" panose="020B0609030202020204" pitchFamily="49" charset="0"/>
                <a:cs typeface="Hack" panose="020B0609030202020204" pitchFamily="49" charset="0"/>
              </a:rPr>
              <a:t>Electrical,</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12" dirty="0">
                <a:solidFill>
                  <a:schemeClr val="bg1"/>
                </a:solidFill>
                <a:latin typeface="Hack" panose="020B0609030202020204" pitchFamily="49" charset="0"/>
                <a:ea typeface="Hack" panose="020B0609030202020204" pitchFamily="49" charset="0"/>
                <a:cs typeface="Hack" panose="020B0609030202020204" pitchFamily="49" charset="0"/>
              </a:rPr>
              <a:t>Oxford,</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Oxon</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6" name="Slide Number Placeholder 1">
            <a:extLst>
              <a:ext uri="{FF2B5EF4-FFF2-40B4-BE49-F238E27FC236}">
                <a16:creationId xmlns:a16="http://schemas.microsoft.com/office/drawing/2014/main" id="{369FC598-1E2F-8011-1AD0-6D5306036D3B}"/>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31</a:t>
            </a:fld>
            <a:endParaRPr lang="en-GB"/>
          </a:p>
        </p:txBody>
      </p:sp>
    </p:spTree>
    <p:extLst>
      <p:ext uri="{BB962C8B-B14F-4D97-AF65-F5344CB8AC3E}">
        <p14:creationId xmlns:p14="http://schemas.microsoft.com/office/powerpoint/2010/main" val="783829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FBD551-6F44-3A4F-5B5F-00FCC4933C3B}"/>
              </a:ext>
            </a:extLst>
          </p:cNvPr>
          <p:cNvSpPr>
            <a:spLocks noGrp="1"/>
          </p:cNvSpPr>
          <p:nvPr>
            <p:ph type="ctrTitle"/>
          </p:nvPr>
        </p:nvSpPr>
        <p:spPr/>
        <p:txBody>
          <a:bodyPr/>
          <a:lstStyle/>
          <a:p>
            <a:r>
              <a:rPr lang="en-GB" dirty="0"/>
              <a:t>More command examples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4" dirty="0">
                <a:solidFill>
                  <a:srgbClr val="2D2C2C"/>
                </a:solidFill>
                <a:latin typeface="+mn-lt"/>
                <a:cs typeface="Segoe UI"/>
              </a:rPr>
              <a:t>Insert</a:t>
            </a:r>
            <a:r>
              <a:rPr lang="en-US" sz="1800" spc="33" dirty="0">
                <a:solidFill>
                  <a:srgbClr val="2D2C2C"/>
                </a:solidFill>
                <a:latin typeface="+mn-lt"/>
                <a:cs typeface="Segoe UI"/>
              </a:rPr>
              <a:t> </a:t>
            </a:r>
            <a:r>
              <a:rPr lang="en-US" sz="1800" spc="-12" dirty="0">
                <a:solidFill>
                  <a:srgbClr val="2D2C2C"/>
                </a:solidFill>
                <a:latin typeface="+mn-lt"/>
                <a:cs typeface="Segoe UI"/>
              </a:rPr>
              <a:t>text</a:t>
            </a:r>
            <a:r>
              <a:rPr lang="en-US" sz="1800" spc="12" dirty="0">
                <a:solidFill>
                  <a:srgbClr val="2D2C2C"/>
                </a:solidFill>
                <a:latin typeface="+mn-lt"/>
                <a:cs typeface="Segoe UI"/>
              </a:rPr>
              <a:t> </a:t>
            </a:r>
            <a:r>
              <a:rPr lang="en-US" sz="1800" spc="-8" dirty="0">
                <a:solidFill>
                  <a:srgbClr val="2D2C2C"/>
                </a:solidFill>
                <a:latin typeface="+mn-lt"/>
                <a:cs typeface="Segoe UI"/>
              </a:rPr>
              <a:t>before</a:t>
            </a:r>
            <a:r>
              <a:rPr lang="en-US" sz="1800" spc="12" dirty="0">
                <a:solidFill>
                  <a:srgbClr val="2D2C2C"/>
                </a:solidFill>
                <a:latin typeface="+mn-lt"/>
                <a:cs typeface="Segoe UI"/>
              </a:rPr>
              <a:t> </a:t>
            </a:r>
            <a:r>
              <a:rPr lang="en-US" sz="1800" spc="-4" dirty="0">
                <a:solidFill>
                  <a:srgbClr val="2D2C2C"/>
                </a:solidFill>
                <a:latin typeface="+mn-lt"/>
                <a:cs typeface="Segoe UI"/>
              </a:rPr>
              <a:t>the</a:t>
            </a:r>
            <a:r>
              <a:rPr lang="en-US" sz="1800" spc="8" dirty="0">
                <a:solidFill>
                  <a:srgbClr val="2D2C2C"/>
                </a:solidFill>
                <a:latin typeface="+mn-lt"/>
                <a:cs typeface="Segoe UI"/>
              </a:rPr>
              <a:t> </a:t>
            </a:r>
            <a:r>
              <a:rPr lang="en-US" sz="1800" spc="-12" dirty="0">
                <a:solidFill>
                  <a:srgbClr val="2D2C2C"/>
                </a:solidFill>
                <a:latin typeface="+mn-lt"/>
                <a:cs typeface="Segoe UI"/>
              </a:rPr>
              <a:t>specified</a:t>
            </a:r>
            <a:r>
              <a:rPr lang="en-US" sz="1800" spc="57" dirty="0">
                <a:solidFill>
                  <a:srgbClr val="2D2C2C"/>
                </a:solidFill>
                <a:latin typeface="+mn-lt"/>
                <a:cs typeface="Segoe UI"/>
              </a:rPr>
              <a:t> </a:t>
            </a:r>
            <a:r>
              <a:rPr lang="en-US" sz="1800" spc="-8" dirty="0">
                <a:solidFill>
                  <a:srgbClr val="2D2C2C"/>
                </a:solidFill>
                <a:latin typeface="+mn-lt"/>
                <a:cs typeface="Segoe UI"/>
              </a:rPr>
              <a:t>line:</a:t>
            </a: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4" dirty="0">
                <a:solidFill>
                  <a:srgbClr val="2D2C2C"/>
                </a:solidFill>
                <a:latin typeface="+mn-lt"/>
                <a:cs typeface="Segoe UI"/>
              </a:rPr>
              <a:t>Append </a:t>
            </a:r>
            <a:r>
              <a:rPr lang="en-US" sz="1800" spc="-12" dirty="0">
                <a:solidFill>
                  <a:srgbClr val="2D2C2C"/>
                </a:solidFill>
                <a:latin typeface="+mn-lt"/>
                <a:cs typeface="Segoe UI"/>
              </a:rPr>
              <a:t>text</a:t>
            </a:r>
            <a:r>
              <a:rPr lang="en-US" sz="1800" spc="8" dirty="0">
                <a:solidFill>
                  <a:srgbClr val="2D2C2C"/>
                </a:solidFill>
                <a:latin typeface="+mn-lt"/>
                <a:cs typeface="Segoe UI"/>
              </a:rPr>
              <a:t> </a:t>
            </a:r>
            <a:r>
              <a:rPr lang="en-US" sz="1800" spc="-4" dirty="0">
                <a:solidFill>
                  <a:srgbClr val="2D2C2C"/>
                </a:solidFill>
                <a:latin typeface="+mn-lt"/>
                <a:cs typeface="Segoe UI"/>
              </a:rPr>
              <a:t>after</a:t>
            </a:r>
            <a:r>
              <a:rPr lang="en-US" sz="1800" spc="20" dirty="0">
                <a:solidFill>
                  <a:srgbClr val="2D2C2C"/>
                </a:solidFill>
                <a:latin typeface="+mn-lt"/>
                <a:cs typeface="Segoe UI"/>
              </a:rPr>
              <a:t> </a:t>
            </a:r>
            <a:r>
              <a:rPr lang="en-US" sz="1800" spc="-4" dirty="0">
                <a:solidFill>
                  <a:srgbClr val="2D2C2C"/>
                </a:solidFill>
                <a:latin typeface="+mn-lt"/>
                <a:cs typeface="Segoe UI"/>
              </a:rPr>
              <a:t>the</a:t>
            </a:r>
            <a:r>
              <a:rPr lang="en-US" sz="1800" spc="4" dirty="0">
                <a:solidFill>
                  <a:srgbClr val="2D2C2C"/>
                </a:solidFill>
                <a:latin typeface="+mn-lt"/>
                <a:cs typeface="Segoe UI"/>
              </a:rPr>
              <a:t> </a:t>
            </a:r>
            <a:r>
              <a:rPr lang="en-US" sz="1800" spc="-12" dirty="0">
                <a:solidFill>
                  <a:srgbClr val="2D2C2C"/>
                </a:solidFill>
                <a:latin typeface="+mn-lt"/>
                <a:cs typeface="Segoe UI"/>
              </a:rPr>
              <a:t>specified</a:t>
            </a:r>
            <a:r>
              <a:rPr lang="en-US" sz="1800" spc="53" dirty="0">
                <a:solidFill>
                  <a:srgbClr val="2D2C2C"/>
                </a:solidFill>
                <a:latin typeface="+mn-lt"/>
                <a:cs typeface="Segoe UI"/>
              </a:rPr>
              <a:t> </a:t>
            </a:r>
            <a:r>
              <a:rPr lang="en-US" sz="1800" spc="-8" dirty="0">
                <a:solidFill>
                  <a:srgbClr val="2D2C2C"/>
                </a:solidFill>
                <a:latin typeface="+mn-lt"/>
                <a:cs typeface="Segoe UI"/>
              </a:rPr>
              <a:t>line:</a:t>
            </a: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12" dirty="0">
                <a:solidFill>
                  <a:srgbClr val="2D2C2C"/>
                </a:solidFill>
                <a:latin typeface="+mn-lt"/>
                <a:cs typeface="Segoe UI"/>
              </a:rPr>
              <a:t>Replace</a:t>
            </a:r>
            <a:r>
              <a:rPr lang="en-US" sz="1800" spc="12" dirty="0">
                <a:solidFill>
                  <a:srgbClr val="2D2C2C"/>
                </a:solidFill>
                <a:latin typeface="+mn-lt"/>
                <a:cs typeface="Segoe UI"/>
              </a:rPr>
              <a:t> </a:t>
            </a:r>
            <a:r>
              <a:rPr lang="en-US" sz="1800" spc="-8" dirty="0">
                <a:solidFill>
                  <a:srgbClr val="2D2C2C"/>
                </a:solidFill>
                <a:latin typeface="+mn-lt"/>
                <a:cs typeface="Segoe UI"/>
              </a:rPr>
              <a:t>line</a:t>
            </a:r>
            <a:r>
              <a:rPr lang="en-US" sz="1800" spc="28" dirty="0">
                <a:solidFill>
                  <a:srgbClr val="2D2C2C"/>
                </a:solidFill>
                <a:latin typeface="+mn-lt"/>
                <a:cs typeface="Segoe UI"/>
              </a:rPr>
              <a:t> </a:t>
            </a:r>
            <a:r>
              <a:rPr lang="en-US" sz="1800" spc="-12" dirty="0">
                <a:solidFill>
                  <a:srgbClr val="2D2C2C"/>
                </a:solidFill>
                <a:latin typeface="+mn-lt"/>
                <a:cs typeface="Segoe UI"/>
              </a:rPr>
              <a:t>matching</a:t>
            </a:r>
            <a:r>
              <a:rPr lang="en-US" sz="1800" spc="53" dirty="0">
                <a:solidFill>
                  <a:srgbClr val="2D2C2C"/>
                </a:solidFill>
                <a:latin typeface="+mn-lt"/>
                <a:cs typeface="Segoe UI"/>
              </a:rPr>
              <a:t> </a:t>
            </a:r>
            <a:r>
              <a:rPr lang="en-US" sz="1800" b="1" i="1" spc="-8" dirty="0">
                <a:solidFill>
                  <a:srgbClr val="0000C7"/>
                </a:solidFill>
                <a:latin typeface="+mn-lt"/>
                <a:cs typeface="Segoe UI"/>
              </a:rPr>
              <a:t>RE</a:t>
            </a:r>
            <a:r>
              <a:rPr lang="en-US" sz="1800" b="1" i="1" spc="20" dirty="0">
                <a:solidFill>
                  <a:srgbClr val="0000C7"/>
                </a:solidFill>
                <a:latin typeface="+mn-lt"/>
                <a:cs typeface="Segoe UI"/>
              </a:rPr>
              <a:t> </a:t>
            </a:r>
            <a:r>
              <a:rPr lang="en-US" sz="1800" spc="-4" dirty="0">
                <a:solidFill>
                  <a:srgbClr val="2D2C2C"/>
                </a:solidFill>
                <a:latin typeface="+mn-lt"/>
                <a:cs typeface="Segoe UI"/>
              </a:rPr>
              <a:t>with</a:t>
            </a:r>
            <a:r>
              <a:rPr lang="en-US" sz="1800" spc="16" dirty="0">
                <a:solidFill>
                  <a:srgbClr val="2D2C2C"/>
                </a:solidFill>
                <a:latin typeface="+mn-lt"/>
                <a:cs typeface="Segoe UI"/>
              </a:rPr>
              <a:t> </a:t>
            </a:r>
            <a:r>
              <a:rPr lang="en-US" sz="1800" spc="-8" dirty="0">
                <a:solidFill>
                  <a:srgbClr val="2D2C2C"/>
                </a:solidFill>
                <a:latin typeface="+mn-lt"/>
                <a:cs typeface="Segoe UI"/>
              </a:rPr>
              <a:t>new</a:t>
            </a:r>
            <a:r>
              <a:rPr lang="en-US" sz="1800" spc="20" dirty="0">
                <a:solidFill>
                  <a:srgbClr val="2D2C2C"/>
                </a:solidFill>
                <a:latin typeface="+mn-lt"/>
                <a:cs typeface="Segoe UI"/>
              </a:rPr>
              <a:t> </a:t>
            </a:r>
            <a:r>
              <a:rPr lang="en-US" sz="1800" spc="-12" dirty="0">
                <a:solidFill>
                  <a:srgbClr val="2D2C2C"/>
                </a:solidFill>
                <a:latin typeface="+mn-lt"/>
                <a:cs typeface="Segoe UI"/>
              </a:rPr>
              <a:t>text</a:t>
            </a:r>
            <a:r>
              <a:rPr lang="en-US" sz="1800" spc="37" dirty="0">
                <a:solidFill>
                  <a:srgbClr val="2D2C2C"/>
                </a:solidFill>
                <a:latin typeface="+mn-lt"/>
                <a:cs typeface="Segoe UI"/>
              </a:rPr>
              <a:t> </a:t>
            </a:r>
            <a:r>
              <a:rPr lang="en-US" sz="1800" spc="-8" dirty="0">
                <a:solidFill>
                  <a:srgbClr val="2D2C2C"/>
                </a:solidFill>
                <a:latin typeface="+mn-lt"/>
                <a:cs typeface="Segoe UI"/>
              </a:rPr>
              <a:t>(change</a:t>
            </a:r>
            <a:r>
              <a:rPr lang="en-US" sz="1800" spc="28" dirty="0">
                <a:solidFill>
                  <a:srgbClr val="2D2C2C"/>
                </a:solidFill>
                <a:latin typeface="+mn-lt"/>
                <a:cs typeface="Segoe UI"/>
              </a:rPr>
              <a:t> </a:t>
            </a:r>
            <a:r>
              <a:rPr lang="en-US" sz="1800" spc="-8" dirty="0">
                <a:solidFill>
                  <a:srgbClr val="2D2C2C"/>
                </a:solidFill>
                <a:latin typeface="+mn-lt"/>
                <a:cs typeface="Segoe UI"/>
              </a:rPr>
              <a:t>line):</a:t>
            </a: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8" dirty="0">
                <a:solidFill>
                  <a:srgbClr val="2D2C2C"/>
                </a:solidFill>
                <a:latin typeface="+mn-lt"/>
                <a:cs typeface="Segoe UI"/>
              </a:rPr>
              <a:t>Use</a:t>
            </a:r>
            <a:r>
              <a:rPr lang="en-US" sz="1800" spc="-16" dirty="0">
                <a:solidFill>
                  <a:srgbClr val="2D2C2C"/>
                </a:solidFill>
                <a:latin typeface="+mn-lt"/>
                <a:cs typeface="Segoe UI"/>
              </a:rPr>
              <a:t> </a:t>
            </a:r>
            <a:r>
              <a:rPr lang="en-US" sz="1800" spc="-12" dirty="0">
                <a:solidFill>
                  <a:srgbClr val="2D2C2C"/>
                </a:solidFill>
                <a:latin typeface="+mn-lt"/>
                <a:cs typeface="Segoe UI"/>
              </a:rPr>
              <a:t>different</a:t>
            </a:r>
            <a:r>
              <a:rPr lang="en-US" sz="1800" spc="53" dirty="0">
                <a:solidFill>
                  <a:srgbClr val="2D2C2C"/>
                </a:solidFill>
                <a:latin typeface="+mn-lt"/>
                <a:cs typeface="Segoe UI"/>
              </a:rPr>
              <a:t> </a:t>
            </a:r>
            <a:r>
              <a:rPr lang="en-US" sz="1800" spc="-12" dirty="0">
                <a:solidFill>
                  <a:srgbClr val="2D2C2C"/>
                </a:solidFill>
                <a:latin typeface="+mn-lt"/>
                <a:cs typeface="Segoe UI"/>
              </a:rPr>
              <a:t>delimiter</a:t>
            </a:r>
            <a:r>
              <a:rPr lang="en-US" sz="1800" spc="81" dirty="0">
                <a:solidFill>
                  <a:srgbClr val="2D2C2C"/>
                </a:solidFill>
                <a:latin typeface="+mn-lt"/>
                <a:cs typeface="Segoe UI"/>
              </a:rPr>
              <a:t> </a:t>
            </a:r>
            <a:r>
              <a:rPr lang="en-US" sz="1800" spc="-4" dirty="0">
                <a:solidFill>
                  <a:srgbClr val="2D2C2C"/>
                </a:solidFill>
                <a:latin typeface="+mn-lt"/>
                <a:cs typeface="Segoe UI"/>
              </a:rPr>
              <a:t>for</a:t>
            </a:r>
            <a:r>
              <a:rPr lang="en-US" sz="1800" spc="4" dirty="0">
                <a:solidFill>
                  <a:srgbClr val="2D2C2C"/>
                </a:solidFill>
                <a:latin typeface="+mn-lt"/>
                <a:cs typeface="Segoe UI"/>
              </a:rPr>
              <a:t> </a:t>
            </a:r>
            <a:r>
              <a:rPr lang="en-US" sz="1800" spc="-4" dirty="0">
                <a:solidFill>
                  <a:srgbClr val="2D2C2C"/>
                </a:solidFill>
                <a:latin typeface="+mn-lt"/>
                <a:cs typeface="Segoe UI"/>
              </a:rPr>
              <a:t>the</a:t>
            </a:r>
            <a:r>
              <a:rPr lang="en-US" sz="1800" spc="8" dirty="0">
                <a:solidFill>
                  <a:srgbClr val="2D2C2C"/>
                </a:solidFill>
                <a:latin typeface="+mn-lt"/>
                <a:cs typeface="Segoe UI"/>
              </a:rPr>
              <a:t> </a:t>
            </a:r>
            <a:r>
              <a:rPr lang="en-US" sz="1800" spc="-8" dirty="0">
                <a:solidFill>
                  <a:srgbClr val="2D2C2C"/>
                </a:solidFill>
                <a:latin typeface="+mn-lt"/>
                <a:cs typeface="Segoe UI"/>
              </a:rPr>
              <a:t>substitute</a:t>
            </a:r>
            <a:r>
              <a:rPr lang="en-US" sz="1800" spc="49" dirty="0">
                <a:solidFill>
                  <a:srgbClr val="2D2C2C"/>
                </a:solidFill>
                <a:latin typeface="+mn-lt"/>
                <a:cs typeface="Segoe UI"/>
              </a:rPr>
              <a:t> </a:t>
            </a:r>
            <a:r>
              <a:rPr lang="en-US" sz="1800" spc="-8" dirty="0">
                <a:solidFill>
                  <a:srgbClr val="2D2C2C"/>
                </a:solidFill>
                <a:latin typeface="+mn-lt"/>
                <a:cs typeface="Segoe UI"/>
              </a:rPr>
              <a:t>command:</a:t>
            </a:r>
            <a:endParaRPr lang="en-US" sz="1800" dirty="0">
              <a:cs typeface="Segoe UI"/>
            </a:endParaRPr>
          </a:p>
          <a:p>
            <a:endParaRPr lang="en-GB" sz="1800" dirty="0"/>
          </a:p>
        </p:txBody>
      </p:sp>
      <p:sp>
        <p:nvSpPr>
          <p:cNvPr id="4" name="Rectangle 3">
            <a:extLst>
              <a:ext uri="{FF2B5EF4-FFF2-40B4-BE49-F238E27FC236}">
                <a16:creationId xmlns:a16="http://schemas.microsoft.com/office/drawing/2014/main" id="{DD7D94D4-A0CD-8E37-0690-05531DE2752D}"/>
              </a:ext>
            </a:extLst>
          </p:cNvPr>
          <p:cNvSpPr>
            <a:spLocks noChangeArrowheads="1"/>
          </p:cNvSpPr>
          <p:nvPr/>
        </p:nvSpPr>
        <p:spPr bwMode="auto">
          <a:xfrm>
            <a:off x="4905375" y="1909539"/>
            <a:ext cx="6770687" cy="61811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755"/>
              </a:lnSpc>
              <a:spcBef>
                <a:spcPts val="114"/>
              </a:spcBef>
            </a:pPr>
            <a:r>
              <a:rPr lang="en-US"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sed</a:t>
            </a:r>
            <a:r>
              <a:rPr lang="en-US" b="1"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‘1i\</a:t>
            </a:r>
          </a:p>
          <a:p>
            <a:pPr marL="77391">
              <a:lnSpc>
                <a:spcPts val="1755"/>
              </a:lnSpc>
              <a:spcBef>
                <a:spcPts val="114"/>
              </a:spcBef>
            </a:pP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#!/bin/bash'</a:t>
            </a:r>
            <a:r>
              <a:rPr lang="en-US" sz="1600" b="1" spc="-16"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a_script</a:t>
            </a:r>
            <a:r>
              <a:rPr lang="en-US" sz="1600" b="1" spc="-16"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&gt;</a:t>
            </a:r>
            <a:r>
              <a:rPr lang="en-US" sz="1600" b="1" spc="-16"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a_script$$</a:t>
            </a:r>
            <a:endParaRPr lang="en-US"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7" name="Rectangle 3">
            <a:extLst>
              <a:ext uri="{FF2B5EF4-FFF2-40B4-BE49-F238E27FC236}">
                <a16:creationId xmlns:a16="http://schemas.microsoft.com/office/drawing/2014/main" id="{45F25F55-116C-966A-4935-9C2DFDFD74C0}"/>
              </a:ext>
            </a:extLst>
          </p:cNvPr>
          <p:cNvSpPr>
            <a:spLocks noChangeArrowheads="1"/>
          </p:cNvSpPr>
          <p:nvPr/>
        </p:nvSpPr>
        <p:spPr bwMode="auto">
          <a:xfrm>
            <a:off x="4936691" y="2896709"/>
            <a:ext cx="6770687" cy="61683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755"/>
              </a:lnSpc>
              <a:spcBef>
                <a:spcPts val="118"/>
              </a:spcBef>
            </a:pPr>
            <a:r>
              <a:rPr lang="en-US"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sed</a:t>
            </a:r>
            <a:r>
              <a:rPr lang="en-US" b="1"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a:t>
            </a:r>
          </a:p>
          <a:p>
            <a:pPr marL="77391">
              <a:lnSpc>
                <a:spcPts val="1755"/>
              </a:lnSpc>
              <a:spcBef>
                <a:spcPts val="118"/>
              </a:spcBef>
            </a:pPr>
            <a:r>
              <a:rPr lang="en-US" sz="1600" b="1" spc="-4" dirty="0" err="1">
                <a:solidFill>
                  <a:schemeClr val="bg1"/>
                </a:solidFill>
                <a:latin typeface="Hack" panose="020B0609030202020204" pitchFamily="49" charset="0"/>
                <a:ea typeface="Hack" panose="020B0609030202020204" pitchFamily="49" charset="0"/>
                <a:cs typeface="Hack" panose="020B0609030202020204" pitchFamily="49" charset="0"/>
              </a:rPr>
              <a:t>InterTel</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Kettering,</a:t>
            </a:r>
            <a:r>
              <a:rPr lang="en-US" sz="1600"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Northants'</a:t>
            </a:r>
            <a:r>
              <a:rPr lang="en-US" sz="1600" b="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addr</a:t>
            </a:r>
            <a:r>
              <a:rPr lang="en-US"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&gt;</a:t>
            </a:r>
            <a:r>
              <a:rPr lang="en-US" sz="1600"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US"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B5A5D0E6-7D6B-AA7E-2CE3-1D3248511FC8}"/>
              </a:ext>
            </a:extLst>
          </p:cNvPr>
          <p:cNvSpPr>
            <a:spLocks noChangeArrowheads="1"/>
          </p:cNvSpPr>
          <p:nvPr/>
        </p:nvSpPr>
        <p:spPr bwMode="auto">
          <a:xfrm>
            <a:off x="5972175" y="4436796"/>
            <a:ext cx="5703887" cy="61683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755"/>
              </a:lnSpc>
              <a:spcBef>
                <a:spcPts val="122"/>
              </a:spcBef>
            </a:pPr>
            <a:r>
              <a:rPr lang="en-US"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sed</a:t>
            </a:r>
            <a:r>
              <a:rPr lang="en-US" b="1" spc="-2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'/&lt;TITLE&gt;/c\</a:t>
            </a:r>
          </a:p>
          <a:p>
            <a:pPr marL="77391">
              <a:lnSpc>
                <a:spcPts val="1755"/>
              </a:lnSpc>
              <a:spcBef>
                <a:spcPts val="122"/>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&lt;TITLE&gt;New</a:t>
            </a:r>
            <a:r>
              <a:rPr lang="en-US" sz="1400" b="1" spc="-2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Menu&lt;/TITLE&gt;'dinner</a:t>
            </a:r>
            <a:r>
              <a:rPr lang="en-US" sz="1400" b="1" spc="-16"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&gt;</a:t>
            </a:r>
            <a:r>
              <a:rPr lang="en-US" sz="1400" b="1" spc="-16"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new-dinner</a:t>
            </a:r>
            <a:endParaRPr lang="en-US" sz="14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945E1937-0F6E-0D3F-C25C-3110843825FF}"/>
              </a:ext>
            </a:extLst>
          </p:cNvPr>
          <p:cNvSpPr>
            <a:spLocks noChangeArrowheads="1"/>
          </p:cNvSpPr>
          <p:nvPr/>
        </p:nvSpPr>
        <p:spPr bwMode="auto">
          <a:xfrm>
            <a:off x="4905374" y="5556255"/>
            <a:ext cx="677068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26"/>
              </a:spcBef>
            </a:pPr>
            <a:r>
              <a:rPr lang="en-US"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sed 's+/usr/mail+/var/spool/mail+'</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a_script</a:t>
            </a:r>
            <a:endParaRPr lang="en-US"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6" name="Slide Number Placeholder 1">
            <a:extLst>
              <a:ext uri="{FF2B5EF4-FFF2-40B4-BE49-F238E27FC236}">
                <a16:creationId xmlns:a16="http://schemas.microsoft.com/office/drawing/2014/main" id="{42486536-5F27-D895-C564-E590494F4438}"/>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32</a:t>
            </a:fld>
            <a:endParaRPr lang="en-GB"/>
          </a:p>
        </p:txBody>
      </p:sp>
    </p:spTree>
    <p:extLst>
      <p:ext uri="{BB962C8B-B14F-4D97-AF65-F5344CB8AC3E}">
        <p14:creationId xmlns:p14="http://schemas.microsoft.com/office/powerpoint/2010/main" val="1147058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8ECCDE-5643-0779-145A-54BEC6436036}"/>
              </a:ext>
            </a:extLst>
          </p:cNvPr>
          <p:cNvSpPr>
            <a:spLocks noGrp="1"/>
          </p:cNvSpPr>
          <p:nvPr>
            <p:ph type="ctrTitle"/>
          </p:nvPr>
        </p:nvSpPr>
        <p:spPr/>
        <p:txBody>
          <a:bodyPr/>
          <a:lstStyle/>
          <a:p>
            <a:r>
              <a:rPr lang="en-GB" dirty="0"/>
              <a:t>Introducing extended </a:t>
            </a:r>
            <a:r>
              <a:rPr lang="en-GB" dirty="0" err="1"/>
              <a:t>raegular</a:t>
            </a:r>
            <a:r>
              <a:rPr lang="en-GB" dirty="0"/>
              <a:t> expressions (ERE)</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grep –E </a:t>
            </a:r>
            <a:r>
              <a:rPr lang="en-US" sz="1800" spc="-4" dirty="0">
                <a:solidFill>
                  <a:srgbClr val="2D2C2C"/>
                </a:solidFill>
                <a:latin typeface="+mn-lt"/>
                <a:cs typeface="Segoe UI"/>
              </a:rPr>
              <a:t>switches on extended regular expressions</a:t>
            </a:r>
            <a:r>
              <a:rPr lang="en-US" spc="-4" dirty="0">
                <a:solidFill>
                  <a:srgbClr val="2D2C2C"/>
                </a:solidFill>
                <a:cs typeface="Segoe UI"/>
              </a:rPr>
              <a:t>:</a:t>
            </a:r>
            <a:r>
              <a:rPr lang="en-US" sz="1800" spc="-4" dirty="0">
                <a:solidFill>
                  <a:srgbClr val="2D2C2C"/>
                </a:solidFill>
                <a:latin typeface="+mn-lt"/>
                <a:cs typeface="Segoe UI"/>
              </a:rPr>
              <a:t> </a:t>
            </a:r>
            <a:r>
              <a:rPr lang="en-US" sz="1800" b="1" spc="-4" dirty="0">
                <a:solidFill>
                  <a:srgbClr val="7030A0"/>
                </a:solidFill>
                <a:latin typeface="+mn-lt"/>
                <a:cs typeface="Segoe UI"/>
              </a:rPr>
              <a:t>ERE</a:t>
            </a:r>
            <a:r>
              <a:rPr lang="en-US" spc="-4" dirty="0">
                <a:solidFill>
                  <a:srgbClr val="2D2C2C"/>
                </a:solidFill>
                <a:cs typeface="Segoe UI"/>
              </a:rPr>
              <a:t>.</a:t>
            </a:r>
          </a:p>
          <a:p>
            <a:pPr marL="747157"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These are an extension to </a:t>
            </a:r>
            <a:r>
              <a:rPr lang="en-US" sz="1800" b="1" spc="-4" dirty="0">
                <a:solidFill>
                  <a:srgbClr val="7030A0"/>
                </a:solidFill>
                <a:latin typeface="+mn-lt"/>
                <a:cs typeface="Segoe UI"/>
              </a:rPr>
              <a:t>BRE</a:t>
            </a:r>
            <a:r>
              <a:rPr lang="en-US" spc="-4" dirty="0">
                <a:solidFill>
                  <a:srgbClr val="2D2C2C"/>
                </a:solidFill>
                <a:cs typeface="Segoe UI"/>
              </a:rPr>
              <a:t>.</a:t>
            </a:r>
          </a:p>
          <a:p>
            <a:pPr marL="747157" lvl="1" indent="-280154">
              <a:spcBef>
                <a:spcPts val="569"/>
              </a:spcBef>
              <a:buClr>
                <a:srgbClr val="000000"/>
              </a:buClr>
              <a:buFont typeface="Arial"/>
              <a:buChar char="•"/>
              <a:tabLst>
                <a:tab pos="289957" algn="l"/>
                <a:tab pos="290473" algn="l"/>
              </a:tabLst>
            </a:pPr>
            <a:endParaRPr lang="en-US" sz="1800" b="1" spc="-4" dirty="0">
              <a:solidFill>
                <a:srgbClr val="7030A0"/>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Giving advanced multipliers:</a:t>
            </a:r>
          </a:p>
          <a:p>
            <a:pPr marL="747157"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asterisk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means </a:t>
            </a:r>
            <a:r>
              <a:rPr lang="en-US" sz="1800" b="1" spc="-4" dirty="0">
                <a:solidFill>
                  <a:srgbClr val="2D2C2C"/>
                </a:solidFill>
                <a:latin typeface="+mn-lt"/>
                <a:ea typeface="Hack" panose="020B0609030202020204" pitchFamily="49" charset="0"/>
                <a:cs typeface="Segoe UI"/>
              </a:rPr>
              <a:t>1</a:t>
            </a:r>
            <a:r>
              <a:rPr lang="en-US" sz="1800" spc="-4" dirty="0">
                <a:solidFill>
                  <a:srgbClr val="2D2C2C"/>
                </a:solidFill>
                <a:latin typeface="+mn-lt"/>
                <a:ea typeface="Hack" panose="020B0609030202020204" pitchFamily="49" charset="0"/>
                <a:cs typeface="Segoe UI"/>
              </a:rPr>
              <a:t> or more i.e.,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a:t>
            </a:r>
          </a:p>
          <a:p>
            <a:pPr marL="747157"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asterisk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means </a:t>
            </a:r>
            <a:r>
              <a:rPr lang="en-US" sz="1800" b="1" spc="-4" dirty="0">
                <a:solidFill>
                  <a:srgbClr val="2D2C2C"/>
                </a:solidFill>
                <a:latin typeface="+mn-lt"/>
                <a:ea typeface="Hack" panose="020B0609030202020204" pitchFamily="49" charset="0"/>
                <a:cs typeface="Segoe UI"/>
              </a:rPr>
              <a:t>0</a:t>
            </a:r>
            <a:r>
              <a:rPr lang="en-US" sz="1800" spc="-4" dirty="0">
                <a:solidFill>
                  <a:srgbClr val="2D2C2C"/>
                </a:solidFill>
                <a:latin typeface="+mn-lt"/>
                <a:ea typeface="Hack" panose="020B0609030202020204" pitchFamily="49" charset="0"/>
                <a:cs typeface="Segoe UI"/>
              </a:rPr>
              <a:t> or </a:t>
            </a:r>
            <a:r>
              <a:rPr lang="en-US" sz="1800" b="1" spc="-4" dirty="0">
                <a:solidFill>
                  <a:srgbClr val="2D2C2C"/>
                </a:solidFill>
                <a:latin typeface="+mn-lt"/>
                <a:ea typeface="Hack" panose="020B0609030202020204" pitchFamily="49" charset="0"/>
                <a:cs typeface="Segoe UI"/>
              </a:rPr>
              <a:t>1</a:t>
            </a:r>
            <a:r>
              <a:rPr lang="en-US" sz="1800" spc="-4" dirty="0">
                <a:solidFill>
                  <a:srgbClr val="2D2C2C"/>
                </a:solidFill>
                <a:latin typeface="+mn-lt"/>
                <a:ea typeface="Hack" panose="020B0609030202020204" pitchFamily="49" charset="0"/>
                <a:cs typeface="Segoe UI"/>
              </a:rPr>
              <a:t> i.e.,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a:t>
            </a:r>
          </a:p>
          <a:p>
            <a:pPr marL="747157" lvl="1" indent="-280154">
              <a:spcBef>
                <a:spcPts val="569"/>
              </a:spcBef>
              <a:buClr>
                <a:srgbClr val="000000"/>
              </a:buClr>
              <a:buFont typeface="Arial"/>
              <a:buChar char="•"/>
              <a:tabLst>
                <a:tab pos="289957" algn="l"/>
                <a:tab pos="290473" algn="l"/>
              </a:tabLst>
            </a:pPr>
            <a:endParaRPr lang="en-US" sz="1800" spc="-4"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Or operator:</a:t>
            </a:r>
          </a:p>
          <a:p>
            <a:pPr marL="747157"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vertical bar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means </a:t>
            </a:r>
            <a:r>
              <a:rPr lang="en-US" sz="1800" b="1" spc="-4" dirty="0">
                <a:solidFill>
                  <a:srgbClr val="2D2C2C"/>
                </a:solidFill>
                <a:latin typeface="+mn-lt"/>
                <a:ea typeface="Hack" panose="020B0609030202020204" pitchFamily="49" charset="0"/>
                <a:cs typeface="Segoe UI"/>
              </a:rPr>
              <a:t>or</a:t>
            </a:r>
            <a:r>
              <a:rPr lang="en-US" sz="1800" spc="-4" dirty="0">
                <a:solidFill>
                  <a:srgbClr val="2D2C2C"/>
                </a:solidFill>
                <a:latin typeface="+mn-lt"/>
                <a:ea typeface="Hack" panose="020B0609030202020204" pitchFamily="49" charset="0"/>
                <a:cs typeface="Segoe UI"/>
              </a:rPr>
              <a:t> i.e., </a:t>
            </a:r>
            <a:r>
              <a:rPr lang="en-US"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daemon|system</a:t>
            </a:r>
            <a:endPar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747157" lvl="1" indent="-280154">
              <a:spcBef>
                <a:spcPts val="569"/>
              </a:spcBef>
              <a:buClr>
                <a:srgbClr val="000000"/>
              </a:buClr>
              <a:buFont typeface="Arial"/>
              <a:buChar char="•"/>
              <a:tabLst>
                <a:tab pos="289957" algn="l"/>
                <a:tab pos="290473" algn="l"/>
              </a:tabLst>
            </a:pPr>
            <a:endParaRPr lang="en-US" sz="1800" spc="-4"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brackets are not escaped any more with the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a:t>
            </a:r>
          </a:p>
          <a:p>
            <a:pPr marL="747157"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ing</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){2}</a:t>
            </a:r>
            <a:r>
              <a:rPr lang="en-US" sz="1800" spc="-4" dirty="0">
                <a:solidFill>
                  <a:srgbClr val="2D2C2C"/>
                </a:solidFill>
                <a:latin typeface="Hack" panose="020B0609030202020204" pitchFamily="49" charset="0"/>
                <a:ea typeface="Hack" panose="020B0609030202020204" pitchFamily="49" charset="0"/>
                <a:cs typeface="Hack" panose="020B0609030202020204" pitchFamily="49" charset="0"/>
              </a:rPr>
              <a:t> </a:t>
            </a:r>
            <a:r>
              <a:rPr lang="en-US" sz="1800" spc="-4" dirty="0">
                <a:solidFill>
                  <a:srgbClr val="2D2C2C"/>
                </a:solidFill>
                <a:latin typeface="+mn-lt"/>
                <a:ea typeface="Hack" panose="020B0609030202020204" pitchFamily="49" charset="0"/>
                <a:cs typeface="Segoe UI"/>
              </a:rPr>
              <a:t>not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ing</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\)\{2\}</a:t>
            </a: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33</a:t>
            </a:fld>
            <a:endParaRPr lang="en-GB"/>
          </a:p>
        </p:txBody>
      </p:sp>
    </p:spTree>
    <p:extLst>
      <p:ext uri="{BB962C8B-B14F-4D97-AF65-F5344CB8AC3E}">
        <p14:creationId xmlns:p14="http://schemas.microsoft.com/office/powerpoint/2010/main" val="1201545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90B6A-A16E-2075-CEE5-B923638CF0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39B7FB-055D-C3D1-704A-54B2009AA76C}"/>
              </a:ext>
            </a:extLst>
          </p:cNvPr>
          <p:cNvSpPr>
            <a:spLocks noGrp="1"/>
          </p:cNvSpPr>
          <p:nvPr>
            <p:ph type="ctrTitle"/>
          </p:nvPr>
        </p:nvSpPr>
        <p:spPr/>
        <p:txBody>
          <a:bodyPr/>
          <a:lstStyle/>
          <a:p>
            <a:r>
              <a:rPr lang="en-GB" dirty="0"/>
              <a:t>Review and lab</a:t>
            </a:r>
          </a:p>
        </p:txBody>
      </p:sp>
      <p:sp>
        <p:nvSpPr>
          <p:cNvPr id="5" name="Subtitle 4">
            <a:extLst>
              <a:ext uri="{FF2B5EF4-FFF2-40B4-BE49-F238E27FC236}">
                <a16:creationId xmlns:a16="http://schemas.microsoft.com/office/drawing/2014/main" id="{E9F236DB-4CEA-0805-B974-B65152937F46}"/>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664445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011A66F-2AA4-CC76-6143-014D42ACD7FC}"/>
              </a:ext>
            </a:extLst>
          </p:cNvPr>
          <p:cNvSpPr>
            <a:spLocks noGrp="1"/>
          </p:cNvSpPr>
          <p:nvPr>
            <p:ph type="ctrTitle"/>
          </p:nvPr>
        </p:nvSpPr>
        <p:spPr/>
        <p:txBody>
          <a:bodyPr/>
          <a:lstStyle/>
          <a:p>
            <a:r>
              <a:rPr lang="en-GB"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sz="quarter" idx="4"/>
          </p:nvPr>
        </p:nvSpPr>
        <p:spPr/>
        <p:txBody>
          <a:bodyPr>
            <a:normAutofit/>
          </a:bodyPr>
          <a:lstStyle/>
          <a:p>
            <a:pPr marL="342900" lvl="4" indent="-342900">
              <a:lnSpc>
                <a:spcPct val="150000"/>
              </a:lnSpc>
              <a:spcAft>
                <a:spcPts val="0"/>
              </a:spcAft>
              <a:buFont typeface="+mj-lt"/>
              <a:buAutoNum type="alphaLcParenR"/>
            </a:pPr>
            <a:r>
              <a:rPr lang="en-US" sz="1800" dirty="0"/>
              <a:t>What is the main difference between wildcard and RE characters?</a:t>
            </a:r>
          </a:p>
          <a:p>
            <a:pPr marL="342900" lvl="4" indent="-342900">
              <a:lnSpc>
                <a:spcPct val="150000"/>
              </a:lnSpc>
              <a:spcAft>
                <a:spcPts val="0"/>
              </a:spcAft>
              <a:buFont typeface="+mj-lt"/>
              <a:buAutoNum type="alphaLcParenR"/>
            </a:pPr>
            <a:r>
              <a:rPr lang="en-US" sz="1800" dirty="0"/>
              <a:t>How do you express "any number of any characters, including none" using wildcards and regular expressions?</a:t>
            </a:r>
          </a:p>
          <a:p>
            <a:pPr marL="342900" lvl="4" indent="-342900">
              <a:lnSpc>
                <a:spcPct val="150000"/>
              </a:lnSpc>
              <a:spcAft>
                <a:spcPts val="0"/>
              </a:spcAft>
              <a:buFont typeface="+mj-lt"/>
              <a:buAutoNum type="alphaLcParenR"/>
            </a:pPr>
            <a:r>
              <a:rPr lang="en-US" sz="1800" dirty="0"/>
              <a:t>Consider a file called file with the following lines: </a:t>
            </a:r>
          </a:p>
          <a:p>
            <a:pPr marL="800100" lvl="5" indent="-342900">
              <a:lnSpc>
                <a:spcPct val="150000"/>
              </a:lnSpc>
            </a:pPr>
            <a:r>
              <a:rPr lang="en-US" sz="1400" b="1" dirty="0"/>
              <a:t>Configuration</a:t>
            </a:r>
          </a:p>
          <a:p>
            <a:pPr marL="800100" lvl="5" indent="-342900">
              <a:lnSpc>
                <a:spcPct val="150000"/>
              </a:lnSpc>
            </a:pPr>
            <a:r>
              <a:rPr lang="en-US" sz="1400" b="1" dirty="0"/>
              <a:t>Conf</a:t>
            </a:r>
          </a:p>
          <a:p>
            <a:pPr marL="800100" lvl="5" indent="-342900">
              <a:lnSpc>
                <a:spcPct val="150000"/>
              </a:lnSpc>
            </a:pPr>
            <a:r>
              <a:rPr lang="en-US" sz="1400" b="1" dirty="0"/>
              <a:t>Conf1234conf</a:t>
            </a:r>
          </a:p>
          <a:p>
            <a:pPr marL="800100" lvl="5" indent="-342900">
              <a:lnSpc>
                <a:spcPct val="150000"/>
              </a:lnSpc>
            </a:pPr>
            <a:r>
              <a:rPr lang="en-US" sz="1400" b="1" dirty="0" err="1"/>
              <a:t>Confconf</a:t>
            </a:r>
            <a:endParaRPr lang="en-US" sz="1400" b="1" dirty="0"/>
          </a:p>
          <a:p>
            <a:pPr marL="457200" lvl="5" indent="0">
              <a:lnSpc>
                <a:spcPct val="150000"/>
              </a:lnSpc>
              <a:buNone/>
            </a:pPr>
            <a:r>
              <a:rPr lang="en-US" dirty="0"/>
              <a:t>Which lines would be displayed by the following command? </a:t>
            </a:r>
            <a:r>
              <a:rPr lang="en-US" b="1" dirty="0">
                <a:latin typeface="Hack" panose="020B0609030202020204" pitchFamily="49" charset="0"/>
                <a:ea typeface="Hack" panose="020B0609030202020204" pitchFamily="49" charset="0"/>
                <a:cs typeface="Hack" panose="020B0609030202020204" pitchFamily="49" charset="0"/>
              </a:rPr>
              <a:t>grep '^conf$' file </a:t>
            </a:r>
          </a:p>
          <a:p>
            <a:pPr marL="342900" lvl="4" indent="-342900">
              <a:lnSpc>
                <a:spcPct val="150000"/>
              </a:lnSpc>
              <a:spcAft>
                <a:spcPts val="0"/>
              </a:spcAft>
              <a:buFont typeface="+mj-lt"/>
              <a:buAutoNum type="alphaLcParenR"/>
            </a:pPr>
            <a:r>
              <a:rPr lang="en-US" sz="1800" dirty="0"/>
              <a:t>Consider the following command line: </a:t>
            </a:r>
            <a:r>
              <a:rPr lang="en-US" sz="1800" b="1" dirty="0">
                <a:latin typeface="Hack" panose="020B0609030202020204" pitchFamily="49" charset="0"/>
                <a:ea typeface="Hack" panose="020B0609030202020204" pitchFamily="49" charset="0"/>
                <a:cs typeface="Hack" panose="020B0609030202020204" pitchFamily="49" charset="0"/>
              </a:rPr>
              <a:t>sed 's/old/new/' file &gt; file</a:t>
            </a:r>
            <a:r>
              <a:rPr lang="en-US" sz="1800" dirty="0">
                <a:ea typeface="Hack" panose="020B0609030202020204" pitchFamily="49" charset="0"/>
                <a:cs typeface="Hack" panose="020B0609030202020204" pitchFamily="49" charset="0"/>
              </a:rPr>
              <a:t>.</a:t>
            </a:r>
            <a:r>
              <a:rPr lang="en-US" sz="1800" b="1" dirty="0">
                <a:latin typeface="Hack" panose="020B0609030202020204" pitchFamily="49" charset="0"/>
                <a:ea typeface="Hack" panose="020B0609030202020204" pitchFamily="49" charset="0"/>
                <a:cs typeface="Hack" panose="020B0609030202020204" pitchFamily="49" charset="0"/>
              </a:rPr>
              <a:t> </a:t>
            </a:r>
            <a:r>
              <a:rPr lang="en-US" dirty="0"/>
              <a:t>What is wrong with this command?</a:t>
            </a:r>
          </a:p>
          <a:p>
            <a:endParaRPr lang="en-GB" sz="180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GB" smtClean="0"/>
              <a:pPr/>
              <a:t>35</a:t>
            </a:fld>
            <a:endParaRPr lang="en-GB" dirty="0"/>
          </a:p>
        </p:txBody>
      </p:sp>
    </p:spTree>
    <p:extLst>
      <p:ext uri="{BB962C8B-B14F-4D97-AF65-F5344CB8AC3E}">
        <p14:creationId xmlns:p14="http://schemas.microsoft.com/office/powerpoint/2010/main" val="6933813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3523EF-64C2-365A-F072-EFC66F809E3D}"/>
              </a:ext>
            </a:extLst>
          </p:cNvPr>
          <p:cNvSpPr>
            <a:spLocks noGrp="1"/>
          </p:cNvSpPr>
          <p:nvPr>
            <p:ph type="ctrTitle"/>
          </p:nvPr>
        </p:nvSpPr>
        <p:spPr>
          <a:xfrm>
            <a:off x="443921" y="500194"/>
            <a:ext cx="6679721" cy="858985"/>
          </a:xfrm>
        </p:spPr>
        <p:txBody>
          <a:bodyPr/>
          <a:lstStyle/>
          <a:p>
            <a:r>
              <a:rPr lang="en-GB" dirty="0"/>
              <a:t>Practical exercise 14 – T3 and T4</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GB" dirty="0"/>
              <a:t>In the accompanying Exercise Guide</a:t>
            </a:r>
          </a:p>
          <a:p>
            <a:pPr marL="285750" indent="-285750">
              <a:buFont typeface="Arial" panose="020B0604020202020204" pitchFamily="34" charset="0"/>
              <a:buChar char="•"/>
            </a:pPr>
            <a:endParaRPr lang="en-US"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GB" smtClean="0"/>
              <a:pPr/>
              <a:t>36</a:t>
            </a:fld>
            <a:endParaRPr lang="en-GB" dirty="0"/>
          </a:p>
        </p:txBody>
      </p:sp>
    </p:spTree>
    <p:extLst>
      <p:ext uri="{BB962C8B-B14F-4D97-AF65-F5344CB8AC3E}">
        <p14:creationId xmlns:p14="http://schemas.microsoft.com/office/powerpoint/2010/main" val="24519142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40C84F-46FC-B300-644D-234C68CBBC2C}"/>
              </a:ext>
            </a:extLst>
          </p:cNvPr>
          <p:cNvSpPr>
            <a:spLocks noGrp="1"/>
          </p:cNvSpPr>
          <p:nvPr>
            <p:ph type="ctrTitle"/>
          </p:nvPr>
        </p:nvSpPr>
        <p:spPr/>
        <p:txBody>
          <a:bodyPr/>
          <a:lstStyle/>
          <a:p>
            <a:r>
              <a:rPr lang="en-GB"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a:xfrm>
            <a:off x="443921" y="1733108"/>
            <a:ext cx="7686287" cy="4399837"/>
          </a:xfrm>
        </p:spPr>
        <p:txBody>
          <a:bodyPr/>
          <a:lstStyle/>
          <a:p>
            <a:pPr marL="289957" indent="-280154">
              <a:spcBef>
                <a:spcPts val="569"/>
              </a:spcBef>
              <a:buClr>
                <a:srgbClr val="000000"/>
              </a:buClr>
              <a:buFont typeface="Arial"/>
              <a:buChar char="•"/>
              <a:tabLst>
                <a:tab pos="289957" algn="l"/>
                <a:tab pos="290473" algn="l"/>
              </a:tabLst>
            </a:pPr>
            <a:r>
              <a:rPr lang="en-US" sz="1800" spc="-12" dirty="0">
                <a:solidFill>
                  <a:srgbClr val="2D2C2C"/>
                </a:solidFill>
                <a:latin typeface="+mn-lt"/>
                <a:cs typeface="Segoe UI"/>
              </a:rPr>
              <a:t>Regular</a:t>
            </a:r>
            <a:r>
              <a:rPr lang="en-US" sz="1800" spc="-8" dirty="0">
                <a:solidFill>
                  <a:srgbClr val="2D2C2C"/>
                </a:solidFill>
                <a:latin typeface="+mn-lt"/>
                <a:cs typeface="Segoe UI"/>
              </a:rPr>
              <a:t> expressions</a:t>
            </a:r>
            <a:r>
              <a:rPr lang="en-US" sz="1800" spc="65" dirty="0">
                <a:solidFill>
                  <a:srgbClr val="2D2C2C"/>
                </a:solidFill>
                <a:latin typeface="+mn-lt"/>
                <a:cs typeface="Segoe UI"/>
              </a:rPr>
              <a:t> </a:t>
            </a:r>
            <a:r>
              <a:rPr lang="en-US" sz="1800" spc="-12" dirty="0">
                <a:solidFill>
                  <a:srgbClr val="2D2C2C"/>
                </a:solidFill>
                <a:latin typeface="+mn-lt"/>
                <a:cs typeface="Segoe UI"/>
              </a:rPr>
              <a:t>are</a:t>
            </a:r>
            <a:r>
              <a:rPr lang="en-US" sz="1800" spc="8" dirty="0">
                <a:solidFill>
                  <a:srgbClr val="2D2C2C"/>
                </a:solidFill>
                <a:latin typeface="+mn-lt"/>
                <a:cs typeface="Segoe UI"/>
              </a:rPr>
              <a:t> </a:t>
            </a:r>
            <a:r>
              <a:rPr lang="en-US" sz="1800" spc="-8" dirty="0">
                <a:solidFill>
                  <a:srgbClr val="2D2C2C"/>
                </a:solidFill>
                <a:latin typeface="+mn-lt"/>
                <a:cs typeface="Segoe UI"/>
              </a:rPr>
              <a:t>used</a:t>
            </a:r>
            <a:r>
              <a:rPr lang="en-US" sz="1800" spc="20" dirty="0">
                <a:solidFill>
                  <a:srgbClr val="2D2C2C"/>
                </a:solidFill>
                <a:latin typeface="+mn-lt"/>
                <a:cs typeface="Segoe UI"/>
              </a:rPr>
              <a:t> </a:t>
            </a:r>
            <a:r>
              <a:rPr lang="en-US" sz="1800" spc="-4" dirty="0">
                <a:solidFill>
                  <a:srgbClr val="2D2C2C"/>
                </a:solidFill>
                <a:latin typeface="+mn-lt"/>
                <a:cs typeface="Segoe UI"/>
              </a:rPr>
              <a:t>by </a:t>
            </a:r>
            <a:r>
              <a:rPr lang="en-US" sz="1800" spc="-8" dirty="0">
                <a:solidFill>
                  <a:srgbClr val="2D2C2C"/>
                </a:solidFill>
                <a:latin typeface="+mn-lt"/>
                <a:cs typeface="Segoe UI"/>
              </a:rPr>
              <a:t>many</a:t>
            </a:r>
            <a:r>
              <a:rPr lang="en-US" sz="1800" spc="28" dirty="0">
                <a:solidFill>
                  <a:srgbClr val="2D2C2C"/>
                </a:solidFill>
                <a:latin typeface="+mn-lt"/>
                <a:cs typeface="Segoe UI"/>
              </a:rPr>
              <a:t> </a:t>
            </a:r>
            <a:r>
              <a:rPr lang="en-US" sz="1800" spc="-12" dirty="0">
                <a:solidFill>
                  <a:srgbClr val="2D2C2C"/>
                </a:solidFill>
                <a:latin typeface="+mn-lt"/>
                <a:cs typeface="Segoe UI"/>
              </a:rPr>
              <a:t>search</a:t>
            </a:r>
            <a:r>
              <a:rPr lang="en-US" sz="1800" spc="37" dirty="0">
                <a:solidFill>
                  <a:srgbClr val="2D2C2C"/>
                </a:solidFill>
                <a:latin typeface="+mn-lt"/>
                <a:cs typeface="Segoe UI"/>
              </a:rPr>
              <a:t> </a:t>
            </a:r>
            <a:r>
              <a:rPr lang="en-US" sz="1800" spc="-8" dirty="0">
                <a:solidFill>
                  <a:srgbClr val="2D2C2C"/>
                </a:solidFill>
                <a:latin typeface="+mn-lt"/>
                <a:cs typeface="Segoe UI"/>
              </a:rPr>
              <a:t>tools.</a:t>
            </a:r>
            <a:endParaRPr lang="en-US" sz="180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4" dirty="0">
                <a:solidFill>
                  <a:srgbClr val="2D2C2C"/>
                </a:solidFill>
                <a:latin typeface="+mn-lt"/>
                <a:cs typeface="Segoe UI"/>
              </a:rPr>
              <a:t>Main</a:t>
            </a:r>
            <a:r>
              <a:rPr lang="en-US" sz="1800" spc="-16" dirty="0">
                <a:solidFill>
                  <a:srgbClr val="2D2C2C"/>
                </a:solidFill>
                <a:latin typeface="+mn-lt"/>
                <a:cs typeface="Segoe UI"/>
              </a:rPr>
              <a:t> </a:t>
            </a:r>
            <a:r>
              <a:rPr lang="en-US" sz="1800" spc="-4" dirty="0">
                <a:solidFill>
                  <a:srgbClr val="2D2C2C"/>
                </a:solidFill>
                <a:latin typeface="+mn-lt"/>
                <a:cs typeface="Segoe UI"/>
              </a:rPr>
              <a:t>options</a:t>
            </a:r>
            <a:r>
              <a:rPr lang="en-US" sz="1800" spc="4" dirty="0">
                <a:solidFill>
                  <a:srgbClr val="2D2C2C"/>
                </a:solidFill>
                <a:latin typeface="+mn-lt"/>
                <a:cs typeface="Segoe UI"/>
              </a:rPr>
              <a:t> </a:t>
            </a:r>
            <a:r>
              <a:rPr lang="en-US" sz="1800" spc="-16" dirty="0">
                <a:solidFill>
                  <a:srgbClr val="2D2C2C"/>
                </a:solidFill>
                <a:latin typeface="+mn-lt"/>
                <a:cs typeface="Segoe UI"/>
              </a:rPr>
              <a:t>to</a:t>
            </a:r>
            <a:r>
              <a:rPr lang="en-US" sz="1800" spc="4" dirty="0">
                <a:solidFill>
                  <a:srgbClr val="2D2C2C"/>
                </a:solidFill>
                <a:latin typeface="+mn-lt"/>
                <a:cs typeface="Segoe UI"/>
              </a:rPr>
              <a:t> </a:t>
            </a:r>
            <a:r>
              <a:rPr lang="en-US" sz="1800" b="1" spc="-4" dirty="0">
                <a:solidFill>
                  <a:srgbClr val="0000C7"/>
                </a:solidFill>
                <a:latin typeface="+mn-lt"/>
                <a:cs typeface="Segoe UI"/>
              </a:rPr>
              <a:t>sed</a:t>
            </a:r>
            <a:r>
              <a:rPr lang="en-US" sz="1800" spc="-4" dirty="0">
                <a:solidFill>
                  <a:srgbClr val="2D2C2C"/>
                </a:solidFill>
                <a:latin typeface="+mn-lt"/>
                <a:cs typeface="Segoe UI"/>
              </a:rPr>
              <a:t>:</a:t>
            </a:r>
            <a:endParaRPr lang="en-US" sz="1800" dirty="0">
              <a:latin typeface="+mn-lt"/>
              <a:cs typeface="Segoe UI"/>
            </a:endParaRPr>
          </a:p>
          <a:p>
            <a:pPr marL="518001">
              <a:spcBef>
                <a:spcPts val="492"/>
              </a:spcBef>
              <a:tabLst>
                <a:tab pos="824984" algn="l"/>
              </a:tabLst>
            </a:pPr>
            <a:r>
              <a:rPr lang="en-US" sz="1800" b="1" spc="-4" dirty="0">
                <a:solidFill>
                  <a:srgbClr val="0000C7"/>
                </a:solidFill>
                <a:latin typeface="+mn-lt"/>
                <a:cs typeface="Segoe UI"/>
              </a:rPr>
              <a:t>-e	</a:t>
            </a:r>
            <a:r>
              <a:rPr lang="en-US" sz="1800" spc="-16" dirty="0">
                <a:solidFill>
                  <a:srgbClr val="2D2C2C"/>
                </a:solidFill>
                <a:latin typeface="+mn-lt"/>
                <a:cs typeface="Segoe UI"/>
              </a:rPr>
              <a:t>to</a:t>
            </a:r>
            <a:r>
              <a:rPr lang="en-US" sz="1800" dirty="0">
                <a:solidFill>
                  <a:srgbClr val="2D2C2C"/>
                </a:solidFill>
                <a:latin typeface="+mn-lt"/>
                <a:cs typeface="Segoe UI"/>
              </a:rPr>
              <a:t> </a:t>
            </a:r>
            <a:r>
              <a:rPr lang="en-US" sz="1800" spc="-8" dirty="0">
                <a:solidFill>
                  <a:srgbClr val="2D2C2C"/>
                </a:solidFill>
                <a:latin typeface="+mn-lt"/>
                <a:cs typeface="Segoe UI"/>
              </a:rPr>
              <a:t>specify</a:t>
            </a:r>
            <a:r>
              <a:rPr lang="en-US" sz="1800" spc="57" dirty="0">
                <a:solidFill>
                  <a:srgbClr val="2D2C2C"/>
                </a:solidFill>
                <a:latin typeface="+mn-lt"/>
                <a:cs typeface="Segoe UI"/>
              </a:rPr>
              <a:t> additional </a:t>
            </a:r>
            <a:r>
              <a:rPr lang="en-US" sz="1800" spc="-8" dirty="0">
                <a:solidFill>
                  <a:srgbClr val="2D2C2C"/>
                </a:solidFill>
                <a:latin typeface="+mn-lt"/>
                <a:cs typeface="Segoe UI"/>
              </a:rPr>
              <a:t>editing</a:t>
            </a:r>
            <a:r>
              <a:rPr lang="en-US" sz="1800" spc="20" dirty="0">
                <a:solidFill>
                  <a:srgbClr val="2D2C2C"/>
                </a:solidFill>
                <a:latin typeface="+mn-lt"/>
                <a:cs typeface="Segoe UI"/>
              </a:rPr>
              <a:t> </a:t>
            </a:r>
            <a:r>
              <a:rPr lang="en-US" sz="1800" spc="-8" dirty="0">
                <a:solidFill>
                  <a:srgbClr val="2D2C2C"/>
                </a:solidFill>
                <a:latin typeface="+mn-lt"/>
                <a:cs typeface="Segoe UI"/>
              </a:rPr>
              <a:t>instructions</a:t>
            </a:r>
            <a:endParaRPr lang="en-US" sz="1800" dirty="0">
              <a:latin typeface="+mn-lt"/>
              <a:cs typeface="Segoe UI"/>
            </a:endParaRPr>
          </a:p>
          <a:p>
            <a:pPr marL="518001">
              <a:spcBef>
                <a:spcPts val="488"/>
              </a:spcBef>
              <a:tabLst>
                <a:tab pos="837367" algn="l"/>
              </a:tabLst>
            </a:pPr>
            <a:r>
              <a:rPr lang="en-US" sz="1800" b="1" dirty="0">
                <a:solidFill>
                  <a:srgbClr val="0000C7"/>
                </a:solidFill>
                <a:latin typeface="+mn-lt"/>
                <a:cs typeface="Segoe UI"/>
              </a:rPr>
              <a:t>-n	</a:t>
            </a:r>
            <a:r>
              <a:rPr lang="en-US" sz="1800" spc="-16" dirty="0">
                <a:solidFill>
                  <a:srgbClr val="2D2C2C"/>
                </a:solidFill>
                <a:latin typeface="+mn-lt"/>
                <a:cs typeface="Segoe UI"/>
              </a:rPr>
              <a:t>to</a:t>
            </a:r>
            <a:r>
              <a:rPr lang="en-US" sz="1800" spc="8" dirty="0">
                <a:solidFill>
                  <a:srgbClr val="2D2C2C"/>
                </a:solidFill>
                <a:latin typeface="+mn-lt"/>
                <a:cs typeface="Segoe UI"/>
              </a:rPr>
              <a:t> </a:t>
            </a:r>
            <a:r>
              <a:rPr lang="en-US" sz="1800" spc="-12" dirty="0">
                <a:solidFill>
                  <a:srgbClr val="2D2C2C"/>
                </a:solidFill>
                <a:latin typeface="+mn-lt"/>
                <a:cs typeface="Segoe UI"/>
              </a:rPr>
              <a:t>suppress</a:t>
            </a:r>
            <a:r>
              <a:rPr lang="en-US" sz="1800" spc="16" dirty="0">
                <a:solidFill>
                  <a:srgbClr val="2D2C2C"/>
                </a:solidFill>
                <a:latin typeface="+mn-lt"/>
                <a:cs typeface="Segoe UI"/>
              </a:rPr>
              <a:t> automatic </a:t>
            </a:r>
            <a:r>
              <a:rPr lang="en-US" sz="1800" spc="-4" dirty="0">
                <a:solidFill>
                  <a:srgbClr val="2D2C2C"/>
                </a:solidFill>
                <a:latin typeface="+mn-lt"/>
                <a:cs typeface="Segoe UI"/>
              </a:rPr>
              <a:t>output</a:t>
            </a:r>
            <a:endParaRPr lang="en-US" sz="180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dirty="0">
                <a:solidFill>
                  <a:srgbClr val="2D2C2C"/>
                </a:solidFill>
                <a:latin typeface="+mn-lt"/>
                <a:cs typeface="Segoe UI"/>
              </a:rPr>
              <a:t>Addresses</a:t>
            </a:r>
            <a:r>
              <a:rPr lang="en-US" sz="1800" spc="4" dirty="0">
                <a:solidFill>
                  <a:srgbClr val="2D2C2C"/>
                </a:solidFill>
                <a:latin typeface="+mn-lt"/>
                <a:cs typeface="Segoe UI"/>
              </a:rPr>
              <a:t> </a:t>
            </a:r>
            <a:r>
              <a:rPr lang="en-US" sz="1800" spc="-8" dirty="0">
                <a:solidFill>
                  <a:srgbClr val="2D2C2C"/>
                </a:solidFill>
                <a:latin typeface="+mn-lt"/>
                <a:cs typeface="Segoe UI"/>
              </a:rPr>
              <a:t>can</a:t>
            </a:r>
            <a:r>
              <a:rPr lang="en-US" sz="1800" spc="8" dirty="0">
                <a:solidFill>
                  <a:srgbClr val="2D2C2C"/>
                </a:solidFill>
                <a:latin typeface="+mn-lt"/>
                <a:cs typeface="Segoe UI"/>
              </a:rPr>
              <a:t> </a:t>
            </a:r>
            <a:r>
              <a:rPr lang="en-US" sz="1800" spc="-4" dirty="0">
                <a:solidFill>
                  <a:srgbClr val="2D2C2C"/>
                </a:solidFill>
                <a:latin typeface="+mn-lt"/>
                <a:cs typeface="Segoe UI"/>
              </a:rPr>
              <a:t>be</a:t>
            </a:r>
            <a:r>
              <a:rPr lang="en-US" sz="1800" spc="4" dirty="0">
                <a:solidFill>
                  <a:srgbClr val="2D2C2C"/>
                </a:solidFill>
                <a:latin typeface="+mn-lt"/>
                <a:cs typeface="Segoe UI"/>
              </a:rPr>
              <a:t> </a:t>
            </a:r>
            <a:r>
              <a:rPr lang="en-US" sz="1800" spc="-4" dirty="0">
                <a:solidFill>
                  <a:srgbClr val="2D2C2C"/>
                </a:solidFill>
                <a:latin typeface="+mn-lt"/>
                <a:cs typeface="Segoe UI"/>
              </a:rPr>
              <a:t>given</a:t>
            </a:r>
            <a:r>
              <a:rPr lang="en-US" sz="1800" spc="8" dirty="0">
                <a:solidFill>
                  <a:srgbClr val="2D2C2C"/>
                </a:solidFill>
                <a:latin typeface="+mn-lt"/>
                <a:cs typeface="Segoe UI"/>
              </a:rPr>
              <a:t> </a:t>
            </a:r>
            <a:r>
              <a:rPr lang="en-US" sz="1800" spc="-16" dirty="0">
                <a:solidFill>
                  <a:srgbClr val="2D2C2C"/>
                </a:solidFill>
                <a:latin typeface="+mn-lt"/>
                <a:cs typeface="Segoe UI"/>
              </a:rPr>
              <a:t>to</a:t>
            </a:r>
            <a:r>
              <a:rPr lang="en-US" sz="1800" spc="16" dirty="0">
                <a:solidFill>
                  <a:srgbClr val="2D2C2C"/>
                </a:solidFill>
                <a:latin typeface="+mn-lt"/>
                <a:cs typeface="Segoe UI"/>
              </a:rPr>
              <a:t> </a:t>
            </a:r>
            <a:r>
              <a:rPr lang="en-US" sz="1800" b="1" spc="-4" dirty="0">
                <a:solidFill>
                  <a:srgbClr val="0000C7"/>
                </a:solidFill>
                <a:latin typeface="+mn-lt"/>
                <a:cs typeface="Segoe UI"/>
              </a:rPr>
              <a:t>sed</a:t>
            </a:r>
            <a:r>
              <a:rPr lang="en-US" sz="1800" b="1" spc="4" dirty="0">
                <a:solidFill>
                  <a:srgbClr val="0000C7"/>
                </a:solidFill>
                <a:latin typeface="+mn-lt"/>
                <a:cs typeface="Segoe UI"/>
              </a:rPr>
              <a:t> </a:t>
            </a:r>
            <a:r>
              <a:rPr lang="en-US" sz="1800" spc="-8" dirty="0">
                <a:solidFill>
                  <a:srgbClr val="2D2C2C"/>
                </a:solidFill>
                <a:latin typeface="+mn-lt"/>
                <a:cs typeface="Segoe UI"/>
              </a:rPr>
              <a:t>commands.</a:t>
            </a:r>
            <a:endParaRPr lang="en-US" sz="180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dirty="0">
                <a:solidFill>
                  <a:srgbClr val="2D2C2C"/>
                </a:solidFill>
                <a:latin typeface="+mn-lt"/>
                <a:cs typeface="Segoe UI"/>
              </a:rPr>
              <a:t>Address can</a:t>
            </a:r>
            <a:r>
              <a:rPr lang="en-US" sz="1800" spc="16" dirty="0">
                <a:solidFill>
                  <a:srgbClr val="2D2C2C"/>
                </a:solidFill>
                <a:latin typeface="+mn-lt"/>
                <a:cs typeface="Segoe UI"/>
              </a:rPr>
              <a:t> </a:t>
            </a:r>
            <a:r>
              <a:rPr lang="en-US" sz="1800" spc="-4" dirty="0">
                <a:solidFill>
                  <a:srgbClr val="2D2C2C"/>
                </a:solidFill>
                <a:latin typeface="+mn-lt"/>
                <a:cs typeface="Segoe UI"/>
              </a:rPr>
              <a:t>be</a:t>
            </a:r>
            <a:r>
              <a:rPr lang="en-US" sz="1800" spc="16" dirty="0">
                <a:solidFill>
                  <a:srgbClr val="2D2C2C"/>
                </a:solidFill>
                <a:latin typeface="+mn-lt"/>
                <a:cs typeface="Segoe UI"/>
              </a:rPr>
              <a:t> </a:t>
            </a:r>
            <a:r>
              <a:rPr lang="en-US" sz="1800" spc="-4" dirty="0">
                <a:solidFill>
                  <a:srgbClr val="2D2C2C"/>
                </a:solidFill>
                <a:latin typeface="+mn-lt"/>
                <a:cs typeface="Segoe UI"/>
              </a:rPr>
              <a:t>a </a:t>
            </a:r>
            <a:r>
              <a:rPr lang="en-US" sz="1800" spc="-8" dirty="0">
                <a:solidFill>
                  <a:srgbClr val="2D2C2C"/>
                </a:solidFill>
                <a:latin typeface="+mn-lt"/>
                <a:cs typeface="Segoe UI"/>
              </a:rPr>
              <a:t>number</a:t>
            </a:r>
            <a:r>
              <a:rPr lang="en-US" sz="1800" spc="41" dirty="0">
                <a:solidFill>
                  <a:srgbClr val="2D2C2C"/>
                </a:solidFill>
                <a:latin typeface="+mn-lt"/>
                <a:cs typeface="Segoe UI"/>
              </a:rPr>
              <a:t> </a:t>
            </a:r>
            <a:r>
              <a:rPr lang="en-US" sz="1800" spc="-4" dirty="0">
                <a:solidFill>
                  <a:srgbClr val="2D2C2C"/>
                </a:solidFill>
                <a:latin typeface="+mn-lt"/>
                <a:cs typeface="Segoe UI"/>
              </a:rPr>
              <a:t>or</a:t>
            </a:r>
            <a:r>
              <a:rPr lang="en-US" sz="1800" spc="4" dirty="0">
                <a:solidFill>
                  <a:srgbClr val="2D2C2C"/>
                </a:solidFill>
                <a:latin typeface="+mn-lt"/>
                <a:cs typeface="Segoe UI"/>
              </a:rPr>
              <a:t> </a:t>
            </a:r>
            <a:r>
              <a:rPr lang="en-US" sz="1800" spc="-8" dirty="0">
                <a:solidFill>
                  <a:srgbClr val="2D2C2C"/>
                </a:solidFill>
                <a:latin typeface="+mn-lt"/>
                <a:cs typeface="Segoe UI"/>
              </a:rPr>
              <a:t>regular</a:t>
            </a:r>
            <a:r>
              <a:rPr lang="en-US" sz="1800" spc="37" dirty="0">
                <a:solidFill>
                  <a:srgbClr val="2D2C2C"/>
                </a:solidFill>
                <a:latin typeface="+mn-lt"/>
                <a:cs typeface="Segoe UI"/>
              </a:rPr>
              <a:t> </a:t>
            </a:r>
            <a:r>
              <a:rPr lang="en-US" sz="1800" spc="-12" dirty="0">
                <a:solidFill>
                  <a:srgbClr val="2D2C2C"/>
                </a:solidFill>
                <a:latin typeface="+mn-lt"/>
                <a:cs typeface="Segoe UI"/>
              </a:rPr>
              <a:t>expression</a:t>
            </a:r>
            <a:endParaRPr lang="en-US" sz="180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8" dirty="0">
                <a:solidFill>
                  <a:srgbClr val="2D2C2C"/>
                </a:solidFill>
                <a:latin typeface="+mn-lt"/>
                <a:cs typeface="Segoe UI"/>
              </a:rPr>
              <a:t>Commands</a:t>
            </a:r>
            <a:r>
              <a:rPr lang="en-US" sz="1800" spc="24" dirty="0">
                <a:solidFill>
                  <a:srgbClr val="2D2C2C"/>
                </a:solidFill>
                <a:latin typeface="+mn-lt"/>
                <a:cs typeface="Segoe UI"/>
              </a:rPr>
              <a:t> </a:t>
            </a:r>
            <a:r>
              <a:rPr lang="en-US" sz="1800" spc="-4" dirty="0">
                <a:solidFill>
                  <a:srgbClr val="2D2C2C"/>
                </a:solidFill>
                <a:latin typeface="+mn-lt"/>
                <a:cs typeface="Segoe UI"/>
              </a:rPr>
              <a:t>with</a:t>
            </a:r>
            <a:r>
              <a:rPr lang="en-US" sz="1800" spc="8" dirty="0">
                <a:solidFill>
                  <a:srgbClr val="2D2C2C"/>
                </a:solidFill>
                <a:latin typeface="+mn-lt"/>
                <a:cs typeface="Segoe UI"/>
              </a:rPr>
              <a:t> </a:t>
            </a:r>
            <a:r>
              <a:rPr lang="en-US" sz="1800" spc="-4" dirty="0">
                <a:solidFill>
                  <a:srgbClr val="2D2C2C"/>
                </a:solidFill>
                <a:latin typeface="+mn-lt"/>
                <a:cs typeface="Segoe UI"/>
              </a:rPr>
              <a:t>no</a:t>
            </a:r>
            <a:r>
              <a:rPr lang="en-US" sz="1800" spc="20" dirty="0">
                <a:solidFill>
                  <a:srgbClr val="2D2C2C"/>
                </a:solidFill>
                <a:latin typeface="+mn-lt"/>
                <a:cs typeface="Segoe UI"/>
              </a:rPr>
              <a:t> </a:t>
            </a:r>
            <a:r>
              <a:rPr lang="en-US" sz="1800" spc="-8" dirty="0">
                <a:solidFill>
                  <a:srgbClr val="2D2C2C"/>
                </a:solidFill>
                <a:latin typeface="+mn-lt"/>
                <a:cs typeface="Segoe UI"/>
              </a:rPr>
              <a:t>address</a:t>
            </a:r>
            <a:r>
              <a:rPr lang="en-US" sz="1800" spc="16" dirty="0">
                <a:solidFill>
                  <a:srgbClr val="2D2C2C"/>
                </a:solidFill>
                <a:latin typeface="+mn-lt"/>
                <a:cs typeface="Segoe UI"/>
              </a:rPr>
              <a:t> </a:t>
            </a:r>
            <a:r>
              <a:rPr lang="en-US" sz="1800" spc="-4" dirty="0">
                <a:solidFill>
                  <a:srgbClr val="2D2C2C"/>
                </a:solidFill>
                <a:latin typeface="+mn-lt"/>
                <a:cs typeface="Segoe UI"/>
              </a:rPr>
              <a:t>-</a:t>
            </a:r>
            <a:r>
              <a:rPr lang="en-US" sz="1800" spc="12" dirty="0">
                <a:solidFill>
                  <a:srgbClr val="2D2C2C"/>
                </a:solidFill>
                <a:latin typeface="+mn-lt"/>
                <a:cs typeface="Segoe UI"/>
              </a:rPr>
              <a:t> </a:t>
            </a:r>
            <a:r>
              <a:rPr lang="en-US" sz="1800" spc="-8" dirty="0">
                <a:solidFill>
                  <a:srgbClr val="2D2C2C"/>
                </a:solidFill>
                <a:latin typeface="+mn-lt"/>
                <a:cs typeface="Segoe UI"/>
              </a:rPr>
              <a:t>act </a:t>
            </a:r>
            <a:r>
              <a:rPr lang="en-US" sz="1800" dirty="0">
                <a:solidFill>
                  <a:srgbClr val="2D2C2C"/>
                </a:solidFill>
                <a:latin typeface="+mn-lt"/>
                <a:cs typeface="Segoe UI"/>
              </a:rPr>
              <a:t>on</a:t>
            </a:r>
            <a:r>
              <a:rPr lang="en-US" sz="1800" spc="12" dirty="0">
                <a:solidFill>
                  <a:srgbClr val="2D2C2C"/>
                </a:solidFill>
                <a:latin typeface="+mn-lt"/>
                <a:cs typeface="Segoe UI"/>
              </a:rPr>
              <a:t> </a:t>
            </a:r>
            <a:r>
              <a:rPr lang="en-US" sz="1800" spc="-8" dirty="0">
                <a:solidFill>
                  <a:srgbClr val="2D2C2C"/>
                </a:solidFill>
                <a:latin typeface="+mn-lt"/>
                <a:cs typeface="Segoe UI"/>
              </a:rPr>
              <a:t>all lines</a:t>
            </a:r>
            <a:endParaRPr lang="en-US" sz="1800" dirty="0">
              <a:latin typeface="+mn-lt"/>
              <a:cs typeface="Segoe UI"/>
            </a:endParaRPr>
          </a:p>
          <a:p>
            <a:pPr marL="518001" marR="312658" lvl="1" indent="-233204">
              <a:spcBef>
                <a:spcPts val="488"/>
              </a:spcBef>
              <a:buClr>
                <a:srgbClr val="000000"/>
              </a:buClr>
              <a:buFont typeface="Arial"/>
              <a:buChar char="•"/>
              <a:tabLst>
                <a:tab pos="517485" algn="l"/>
                <a:tab pos="518001" algn="l"/>
              </a:tabLst>
            </a:pPr>
            <a:r>
              <a:rPr lang="en-US" sz="1800" spc="-8" dirty="0">
                <a:solidFill>
                  <a:srgbClr val="2D2C2C"/>
                </a:solidFill>
                <a:latin typeface="+mn-lt"/>
                <a:cs typeface="Segoe UI"/>
              </a:rPr>
              <a:t>Commands</a:t>
            </a:r>
            <a:r>
              <a:rPr lang="en-US" sz="1800" spc="33" dirty="0">
                <a:solidFill>
                  <a:srgbClr val="2D2C2C"/>
                </a:solidFill>
                <a:latin typeface="+mn-lt"/>
                <a:cs typeface="Segoe UI"/>
              </a:rPr>
              <a:t> </a:t>
            </a:r>
            <a:r>
              <a:rPr lang="en-US" sz="1800" spc="-4" dirty="0">
                <a:solidFill>
                  <a:srgbClr val="2D2C2C"/>
                </a:solidFill>
                <a:latin typeface="+mn-lt"/>
                <a:cs typeface="Segoe UI"/>
              </a:rPr>
              <a:t>with</a:t>
            </a:r>
            <a:r>
              <a:rPr lang="en-US" sz="1800" spc="16" dirty="0">
                <a:solidFill>
                  <a:srgbClr val="2D2C2C"/>
                </a:solidFill>
                <a:latin typeface="+mn-lt"/>
                <a:cs typeface="Segoe UI"/>
              </a:rPr>
              <a:t> </a:t>
            </a:r>
            <a:r>
              <a:rPr lang="en-US" sz="1800" spc="-4" dirty="0">
                <a:solidFill>
                  <a:srgbClr val="2D2C2C"/>
                </a:solidFill>
                <a:latin typeface="+mn-lt"/>
                <a:cs typeface="Segoe UI"/>
              </a:rPr>
              <a:t>one</a:t>
            </a:r>
            <a:r>
              <a:rPr lang="en-US" sz="1800" spc="12" dirty="0">
                <a:solidFill>
                  <a:srgbClr val="2D2C2C"/>
                </a:solidFill>
                <a:latin typeface="+mn-lt"/>
                <a:cs typeface="Segoe UI"/>
              </a:rPr>
              <a:t> </a:t>
            </a:r>
            <a:r>
              <a:rPr lang="en-US" sz="1800" spc="-8" dirty="0">
                <a:solidFill>
                  <a:srgbClr val="2D2C2C"/>
                </a:solidFill>
                <a:latin typeface="+mn-lt"/>
                <a:cs typeface="Segoe UI"/>
              </a:rPr>
              <a:t>address</a:t>
            </a:r>
            <a:r>
              <a:rPr lang="en-US" sz="1800" spc="45" dirty="0">
                <a:solidFill>
                  <a:srgbClr val="2D2C2C"/>
                </a:solidFill>
                <a:latin typeface="+mn-lt"/>
                <a:cs typeface="Segoe UI"/>
              </a:rPr>
              <a:t> </a:t>
            </a:r>
            <a:r>
              <a:rPr lang="en-US" sz="1800" spc="-4" dirty="0">
                <a:solidFill>
                  <a:srgbClr val="2D2C2C"/>
                </a:solidFill>
                <a:latin typeface="+mn-lt"/>
                <a:cs typeface="Segoe UI"/>
              </a:rPr>
              <a:t>-</a:t>
            </a:r>
            <a:r>
              <a:rPr lang="en-US" sz="1800" dirty="0">
                <a:solidFill>
                  <a:srgbClr val="2D2C2C"/>
                </a:solidFill>
                <a:latin typeface="+mn-lt"/>
                <a:cs typeface="Segoe UI"/>
              </a:rPr>
              <a:t> </a:t>
            </a:r>
            <a:r>
              <a:rPr lang="en-US" sz="1800" spc="-8" dirty="0">
                <a:solidFill>
                  <a:srgbClr val="2D2C2C"/>
                </a:solidFill>
                <a:latin typeface="+mn-lt"/>
                <a:cs typeface="Segoe UI"/>
              </a:rPr>
              <a:t>act</a:t>
            </a:r>
            <a:r>
              <a:rPr lang="en-US" sz="1800" spc="16" dirty="0">
                <a:solidFill>
                  <a:srgbClr val="2D2C2C"/>
                </a:solidFill>
                <a:latin typeface="+mn-lt"/>
                <a:cs typeface="Segoe UI"/>
              </a:rPr>
              <a:t> </a:t>
            </a:r>
            <a:r>
              <a:rPr lang="en-US" sz="1800" spc="-4" dirty="0">
                <a:solidFill>
                  <a:srgbClr val="2D2C2C"/>
                </a:solidFill>
                <a:latin typeface="+mn-lt"/>
                <a:cs typeface="Segoe UI"/>
              </a:rPr>
              <a:t>on</a:t>
            </a:r>
            <a:r>
              <a:rPr lang="en-US" sz="1800" dirty="0">
                <a:solidFill>
                  <a:srgbClr val="2D2C2C"/>
                </a:solidFill>
                <a:latin typeface="+mn-lt"/>
                <a:cs typeface="Segoe UI"/>
              </a:rPr>
              <a:t> </a:t>
            </a:r>
            <a:r>
              <a:rPr lang="en-US" sz="1800" spc="-8" dirty="0">
                <a:solidFill>
                  <a:srgbClr val="2D2C2C"/>
                </a:solidFill>
                <a:latin typeface="+mn-lt"/>
                <a:cs typeface="Segoe UI"/>
              </a:rPr>
              <a:t>that</a:t>
            </a:r>
            <a:r>
              <a:rPr lang="en-US" sz="1800" spc="16" dirty="0">
                <a:solidFill>
                  <a:srgbClr val="2D2C2C"/>
                </a:solidFill>
                <a:latin typeface="+mn-lt"/>
                <a:cs typeface="Segoe UI"/>
              </a:rPr>
              <a:t> </a:t>
            </a:r>
            <a:r>
              <a:rPr lang="en-US" sz="1800" spc="-8" dirty="0">
                <a:solidFill>
                  <a:srgbClr val="2D2C2C"/>
                </a:solidFill>
                <a:latin typeface="+mn-lt"/>
                <a:cs typeface="Segoe UI"/>
              </a:rPr>
              <a:t>line</a:t>
            </a:r>
            <a:r>
              <a:rPr lang="en-US" sz="1800" spc="33" dirty="0">
                <a:solidFill>
                  <a:srgbClr val="2D2C2C"/>
                </a:solidFill>
                <a:latin typeface="+mn-lt"/>
                <a:cs typeface="Segoe UI"/>
              </a:rPr>
              <a:t> </a:t>
            </a:r>
            <a:r>
              <a:rPr lang="en-US" sz="1800" spc="-4" dirty="0">
                <a:solidFill>
                  <a:srgbClr val="2D2C2C"/>
                </a:solidFill>
                <a:latin typeface="+mn-lt"/>
                <a:cs typeface="Segoe UI"/>
              </a:rPr>
              <a:t>only (if</a:t>
            </a:r>
            <a:r>
              <a:rPr lang="en-US" sz="1800" spc="16" dirty="0">
                <a:solidFill>
                  <a:srgbClr val="2D2C2C"/>
                </a:solidFill>
                <a:latin typeface="+mn-lt"/>
                <a:cs typeface="Segoe UI"/>
              </a:rPr>
              <a:t> </a:t>
            </a:r>
            <a:r>
              <a:rPr lang="en-US" sz="1800" spc="-8" dirty="0">
                <a:solidFill>
                  <a:srgbClr val="2D2C2C"/>
                </a:solidFill>
                <a:latin typeface="+mn-lt"/>
                <a:cs typeface="Segoe UI"/>
              </a:rPr>
              <a:t>address</a:t>
            </a:r>
            <a:r>
              <a:rPr lang="en-US" sz="1800" spc="12" dirty="0">
                <a:solidFill>
                  <a:srgbClr val="2D2C2C"/>
                </a:solidFill>
                <a:latin typeface="+mn-lt"/>
                <a:cs typeface="Segoe UI"/>
              </a:rPr>
              <a:t> </a:t>
            </a:r>
            <a:r>
              <a:rPr lang="en-US" sz="1800" spc="-8" dirty="0">
                <a:solidFill>
                  <a:srgbClr val="2D2C2C"/>
                </a:solidFill>
                <a:latin typeface="+mn-lt"/>
                <a:cs typeface="Segoe UI"/>
              </a:rPr>
              <a:t>was</a:t>
            </a:r>
            <a:r>
              <a:rPr lang="en-US" sz="1800" spc="16" dirty="0">
                <a:solidFill>
                  <a:srgbClr val="2D2C2C"/>
                </a:solidFill>
                <a:latin typeface="+mn-lt"/>
                <a:cs typeface="Segoe UI"/>
              </a:rPr>
              <a:t> </a:t>
            </a:r>
            <a:r>
              <a:rPr lang="en-US" sz="1800" spc="-8" dirty="0">
                <a:solidFill>
                  <a:srgbClr val="2D2C2C"/>
                </a:solidFill>
                <a:latin typeface="+mn-lt"/>
                <a:cs typeface="Segoe UI"/>
              </a:rPr>
              <a:t>in</a:t>
            </a:r>
            <a:r>
              <a:rPr lang="en-US" sz="1800" spc="20" dirty="0">
                <a:solidFill>
                  <a:srgbClr val="2D2C2C"/>
                </a:solidFill>
                <a:latin typeface="+mn-lt"/>
                <a:cs typeface="Segoe UI"/>
              </a:rPr>
              <a:t> </a:t>
            </a:r>
            <a:r>
              <a:rPr lang="en-US" sz="1800" spc="-4" dirty="0">
                <a:solidFill>
                  <a:srgbClr val="2D2C2C"/>
                </a:solidFill>
                <a:latin typeface="+mn-lt"/>
                <a:cs typeface="Segoe UI"/>
              </a:rPr>
              <a:t>the</a:t>
            </a:r>
            <a:r>
              <a:rPr lang="en-US" sz="1800" spc="8" dirty="0">
                <a:solidFill>
                  <a:srgbClr val="2D2C2C"/>
                </a:solidFill>
                <a:latin typeface="+mn-lt"/>
                <a:cs typeface="Segoe UI"/>
              </a:rPr>
              <a:t> </a:t>
            </a:r>
            <a:r>
              <a:rPr lang="en-US" sz="1800" spc="-4" dirty="0">
                <a:solidFill>
                  <a:srgbClr val="2D2C2C"/>
                </a:solidFill>
                <a:latin typeface="+mn-lt"/>
                <a:cs typeface="Segoe UI"/>
              </a:rPr>
              <a:t>form</a:t>
            </a:r>
            <a:r>
              <a:rPr lang="en-US" sz="1800" spc="12" dirty="0">
                <a:solidFill>
                  <a:srgbClr val="2D2C2C"/>
                </a:solidFill>
                <a:latin typeface="+mn-lt"/>
                <a:cs typeface="Segoe UI"/>
              </a:rPr>
              <a:t> </a:t>
            </a:r>
            <a:r>
              <a:rPr lang="en-US" sz="1800" spc="-20" dirty="0">
                <a:solidFill>
                  <a:srgbClr val="2D2C2C"/>
                </a:solidFill>
                <a:latin typeface="+mn-lt"/>
                <a:cs typeface="Segoe UI"/>
              </a:rPr>
              <a:t>of</a:t>
            </a:r>
            <a:r>
              <a:rPr lang="en-US" sz="1800" spc="33" dirty="0">
                <a:solidFill>
                  <a:srgbClr val="2D2C2C"/>
                </a:solidFill>
                <a:latin typeface="+mn-lt"/>
                <a:cs typeface="Segoe UI"/>
              </a:rPr>
              <a:t> </a:t>
            </a:r>
            <a:r>
              <a:rPr lang="en-US" sz="1800" b="1" spc="-8" dirty="0">
                <a:solidFill>
                  <a:srgbClr val="0000C7"/>
                </a:solidFill>
                <a:latin typeface="+mn-lt"/>
                <a:cs typeface="Segoe UI"/>
              </a:rPr>
              <a:t>RE</a:t>
            </a:r>
            <a:r>
              <a:rPr lang="en-US" sz="1800" spc="-8" dirty="0">
                <a:solidFill>
                  <a:srgbClr val="2D2C2C"/>
                </a:solidFill>
                <a:latin typeface="+mn-lt"/>
                <a:cs typeface="Segoe UI"/>
              </a:rPr>
              <a:t>,</a:t>
            </a:r>
            <a:r>
              <a:rPr lang="en-US" sz="1800" spc="24" dirty="0">
                <a:solidFill>
                  <a:srgbClr val="2D2C2C"/>
                </a:solidFill>
                <a:latin typeface="+mn-lt"/>
                <a:cs typeface="Segoe UI"/>
              </a:rPr>
              <a:t> </a:t>
            </a:r>
            <a:r>
              <a:rPr lang="en-US" sz="1800" spc="-12" dirty="0">
                <a:solidFill>
                  <a:srgbClr val="2D2C2C"/>
                </a:solidFill>
                <a:latin typeface="+mn-lt"/>
                <a:cs typeface="Segoe UI"/>
              </a:rPr>
              <a:t>more </a:t>
            </a:r>
            <a:r>
              <a:rPr lang="en-US" sz="1800" spc="-435" dirty="0">
                <a:solidFill>
                  <a:srgbClr val="2D2C2C"/>
                </a:solidFill>
                <a:latin typeface="+mn-lt"/>
                <a:cs typeface="Segoe UI"/>
              </a:rPr>
              <a:t> </a:t>
            </a:r>
            <a:r>
              <a:rPr lang="en-US" sz="1800" spc="-8" dirty="0">
                <a:solidFill>
                  <a:srgbClr val="2D2C2C"/>
                </a:solidFill>
                <a:latin typeface="+mn-lt"/>
                <a:cs typeface="Segoe UI"/>
              </a:rPr>
              <a:t>than</a:t>
            </a:r>
            <a:r>
              <a:rPr lang="en-US" sz="1800" spc="-4" dirty="0">
                <a:solidFill>
                  <a:srgbClr val="2D2C2C"/>
                </a:solidFill>
                <a:latin typeface="+mn-lt"/>
                <a:cs typeface="Segoe UI"/>
              </a:rPr>
              <a:t> one</a:t>
            </a:r>
            <a:r>
              <a:rPr lang="en-US" sz="1800" spc="12" dirty="0">
                <a:solidFill>
                  <a:srgbClr val="2D2C2C"/>
                </a:solidFill>
                <a:latin typeface="+mn-lt"/>
                <a:cs typeface="Segoe UI"/>
              </a:rPr>
              <a:t> </a:t>
            </a:r>
            <a:r>
              <a:rPr lang="en-US" sz="1800" spc="-8" dirty="0">
                <a:solidFill>
                  <a:srgbClr val="2D2C2C"/>
                </a:solidFill>
                <a:latin typeface="+mn-lt"/>
                <a:cs typeface="Segoe UI"/>
              </a:rPr>
              <a:t>line</a:t>
            </a:r>
            <a:r>
              <a:rPr lang="en-US" sz="1800" spc="28" dirty="0">
                <a:solidFill>
                  <a:srgbClr val="2D2C2C"/>
                </a:solidFill>
                <a:latin typeface="+mn-lt"/>
                <a:cs typeface="Segoe UI"/>
              </a:rPr>
              <a:t> </a:t>
            </a:r>
            <a:r>
              <a:rPr lang="en-US" sz="1800" spc="-8" dirty="0">
                <a:solidFill>
                  <a:srgbClr val="2D2C2C"/>
                </a:solidFill>
                <a:latin typeface="+mn-lt"/>
                <a:cs typeface="Segoe UI"/>
              </a:rPr>
              <a:t>may</a:t>
            </a:r>
            <a:r>
              <a:rPr lang="en-US" sz="1800" spc="12" dirty="0">
                <a:solidFill>
                  <a:srgbClr val="2D2C2C"/>
                </a:solidFill>
                <a:latin typeface="+mn-lt"/>
                <a:cs typeface="Segoe UI"/>
              </a:rPr>
              <a:t> </a:t>
            </a:r>
            <a:r>
              <a:rPr lang="en-US" sz="1800" spc="-4" dirty="0">
                <a:solidFill>
                  <a:srgbClr val="2D2C2C"/>
                </a:solidFill>
                <a:latin typeface="+mn-lt"/>
                <a:cs typeface="Segoe UI"/>
              </a:rPr>
              <a:t>be </a:t>
            </a:r>
            <a:r>
              <a:rPr lang="en-US" sz="1800" spc="-12" dirty="0">
                <a:solidFill>
                  <a:srgbClr val="2D2C2C"/>
                </a:solidFill>
                <a:latin typeface="+mn-lt"/>
                <a:cs typeface="Segoe UI"/>
              </a:rPr>
              <a:t>affected)</a:t>
            </a:r>
            <a:endParaRPr lang="en-US" sz="1800" dirty="0">
              <a:latin typeface="+mn-lt"/>
              <a:cs typeface="Segoe UI"/>
            </a:endParaRPr>
          </a:p>
          <a:p>
            <a:pPr marL="518001" marR="4128" lvl="1" indent="-233204">
              <a:spcBef>
                <a:spcPts val="488"/>
              </a:spcBef>
              <a:buClr>
                <a:srgbClr val="000000"/>
              </a:buClr>
              <a:buFont typeface="Arial"/>
              <a:buChar char="•"/>
              <a:tabLst>
                <a:tab pos="517485" algn="l"/>
                <a:tab pos="518001" algn="l"/>
              </a:tabLst>
            </a:pPr>
            <a:r>
              <a:rPr lang="en-US" sz="1800" spc="-8" dirty="0">
                <a:solidFill>
                  <a:srgbClr val="2D2C2C"/>
                </a:solidFill>
                <a:latin typeface="+mn-lt"/>
                <a:cs typeface="Segoe UI"/>
              </a:rPr>
              <a:t>Commands</a:t>
            </a:r>
            <a:r>
              <a:rPr lang="en-US" sz="1800" spc="33" dirty="0">
                <a:solidFill>
                  <a:srgbClr val="2D2C2C"/>
                </a:solidFill>
                <a:latin typeface="+mn-lt"/>
                <a:cs typeface="Segoe UI"/>
              </a:rPr>
              <a:t> </a:t>
            </a:r>
            <a:r>
              <a:rPr lang="en-US" sz="1800" spc="-4" dirty="0">
                <a:solidFill>
                  <a:srgbClr val="2D2C2C"/>
                </a:solidFill>
                <a:latin typeface="+mn-lt"/>
                <a:cs typeface="Segoe UI"/>
              </a:rPr>
              <a:t>with</a:t>
            </a:r>
            <a:r>
              <a:rPr lang="en-US" sz="1800" spc="16" dirty="0">
                <a:solidFill>
                  <a:srgbClr val="2D2C2C"/>
                </a:solidFill>
                <a:latin typeface="+mn-lt"/>
                <a:cs typeface="Segoe UI"/>
              </a:rPr>
              <a:t> </a:t>
            </a:r>
            <a:r>
              <a:rPr lang="en-US" sz="1800" spc="-4" dirty="0">
                <a:solidFill>
                  <a:srgbClr val="2D2C2C"/>
                </a:solidFill>
                <a:latin typeface="+mn-lt"/>
                <a:cs typeface="Segoe UI"/>
              </a:rPr>
              <a:t>two</a:t>
            </a:r>
            <a:r>
              <a:rPr lang="en-US" sz="1800" spc="8" dirty="0">
                <a:solidFill>
                  <a:srgbClr val="2D2C2C"/>
                </a:solidFill>
                <a:latin typeface="+mn-lt"/>
                <a:cs typeface="Segoe UI"/>
              </a:rPr>
              <a:t> </a:t>
            </a:r>
            <a:r>
              <a:rPr lang="en-US" sz="1800" spc="-12" dirty="0">
                <a:solidFill>
                  <a:srgbClr val="2D2C2C"/>
                </a:solidFill>
                <a:latin typeface="+mn-lt"/>
                <a:cs typeface="Segoe UI"/>
              </a:rPr>
              <a:t>addresses</a:t>
            </a:r>
            <a:r>
              <a:rPr lang="en-US" sz="1800" spc="65" dirty="0">
                <a:solidFill>
                  <a:srgbClr val="2D2C2C"/>
                </a:solidFill>
                <a:latin typeface="+mn-lt"/>
                <a:cs typeface="Segoe UI"/>
              </a:rPr>
              <a:t> </a:t>
            </a:r>
            <a:r>
              <a:rPr lang="en-US" sz="1800" spc="-4" dirty="0">
                <a:solidFill>
                  <a:srgbClr val="2D2C2C"/>
                </a:solidFill>
                <a:latin typeface="+mn-lt"/>
                <a:cs typeface="Segoe UI"/>
              </a:rPr>
              <a:t>-</a:t>
            </a:r>
            <a:r>
              <a:rPr lang="en-US" sz="1800" spc="16" dirty="0">
                <a:solidFill>
                  <a:srgbClr val="2D2C2C"/>
                </a:solidFill>
                <a:latin typeface="+mn-lt"/>
                <a:cs typeface="Segoe UI"/>
              </a:rPr>
              <a:t> </a:t>
            </a:r>
            <a:r>
              <a:rPr lang="en-US" sz="1800" spc="-8" dirty="0">
                <a:solidFill>
                  <a:srgbClr val="2D2C2C"/>
                </a:solidFill>
                <a:latin typeface="+mn-lt"/>
                <a:cs typeface="Segoe UI"/>
              </a:rPr>
              <a:t>act</a:t>
            </a:r>
            <a:r>
              <a:rPr lang="en-US" sz="1800" dirty="0">
                <a:solidFill>
                  <a:srgbClr val="2D2C2C"/>
                </a:solidFill>
                <a:latin typeface="+mn-lt"/>
                <a:cs typeface="Segoe UI"/>
              </a:rPr>
              <a:t> on</a:t>
            </a:r>
            <a:r>
              <a:rPr lang="en-US" sz="1800" spc="20" dirty="0">
                <a:solidFill>
                  <a:srgbClr val="2D2C2C"/>
                </a:solidFill>
                <a:latin typeface="+mn-lt"/>
                <a:cs typeface="Segoe UI"/>
              </a:rPr>
              <a:t> </a:t>
            </a:r>
            <a:r>
              <a:rPr lang="en-US" sz="1800" spc="-8" dirty="0">
                <a:solidFill>
                  <a:srgbClr val="2D2C2C"/>
                </a:solidFill>
                <a:latin typeface="+mn-lt"/>
                <a:cs typeface="Segoe UI"/>
              </a:rPr>
              <a:t>all</a:t>
            </a:r>
            <a:r>
              <a:rPr lang="en-US" sz="1800" spc="-4" dirty="0">
                <a:solidFill>
                  <a:srgbClr val="2D2C2C"/>
                </a:solidFill>
                <a:latin typeface="+mn-lt"/>
                <a:cs typeface="Segoe UI"/>
              </a:rPr>
              <a:t> </a:t>
            </a:r>
            <a:r>
              <a:rPr lang="en-US" sz="1800" spc="-8" dirty="0">
                <a:solidFill>
                  <a:srgbClr val="2D2C2C"/>
                </a:solidFill>
                <a:latin typeface="+mn-lt"/>
                <a:cs typeface="Segoe UI"/>
              </a:rPr>
              <a:t>lines</a:t>
            </a:r>
            <a:r>
              <a:rPr lang="en-US" sz="1800" spc="37" dirty="0">
                <a:solidFill>
                  <a:srgbClr val="2D2C2C"/>
                </a:solidFill>
                <a:latin typeface="+mn-lt"/>
                <a:cs typeface="Segoe UI"/>
              </a:rPr>
              <a:t> </a:t>
            </a:r>
            <a:r>
              <a:rPr lang="en-US" sz="1800" spc="-8" dirty="0">
                <a:solidFill>
                  <a:srgbClr val="2D2C2C"/>
                </a:solidFill>
                <a:latin typeface="+mn-lt"/>
                <a:cs typeface="Segoe UI"/>
              </a:rPr>
              <a:t>between</a:t>
            </a:r>
            <a:r>
              <a:rPr lang="en-US" sz="1800" spc="61" dirty="0">
                <a:solidFill>
                  <a:srgbClr val="2D2C2C"/>
                </a:solidFill>
                <a:latin typeface="+mn-lt"/>
                <a:cs typeface="Segoe UI"/>
              </a:rPr>
              <a:t> </a:t>
            </a:r>
            <a:r>
              <a:rPr lang="en-US" sz="1800" spc="-8" dirty="0">
                <a:solidFill>
                  <a:srgbClr val="2D2C2C"/>
                </a:solidFill>
                <a:latin typeface="+mn-lt"/>
                <a:cs typeface="Segoe UI"/>
              </a:rPr>
              <a:t>line</a:t>
            </a:r>
            <a:r>
              <a:rPr lang="en-US" sz="1800" spc="28" dirty="0">
                <a:solidFill>
                  <a:srgbClr val="2D2C2C"/>
                </a:solidFill>
                <a:latin typeface="+mn-lt"/>
                <a:cs typeface="Segoe UI"/>
              </a:rPr>
              <a:t> </a:t>
            </a:r>
            <a:r>
              <a:rPr lang="en-US" sz="1800" spc="-12" dirty="0">
                <a:solidFill>
                  <a:srgbClr val="2D2C2C"/>
                </a:solidFill>
                <a:latin typeface="+mn-lt"/>
                <a:cs typeface="Segoe UI"/>
              </a:rPr>
              <a:t>matching</a:t>
            </a:r>
            <a:r>
              <a:rPr lang="en-US" sz="1800" spc="45" dirty="0">
                <a:solidFill>
                  <a:srgbClr val="2D2C2C"/>
                </a:solidFill>
                <a:latin typeface="+mn-lt"/>
                <a:cs typeface="Segoe UI"/>
              </a:rPr>
              <a:t> </a:t>
            </a:r>
            <a:r>
              <a:rPr lang="en-US" sz="1800" dirty="0">
                <a:solidFill>
                  <a:srgbClr val="2D2C2C"/>
                </a:solidFill>
                <a:latin typeface="+mn-lt"/>
                <a:cs typeface="Segoe UI"/>
              </a:rPr>
              <a:t>first</a:t>
            </a:r>
            <a:r>
              <a:rPr lang="en-US" sz="1800" spc="12" dirty="0">
                <a:solidFill>
                  <a:srgbClr val="2D2C2C"/>
                </a:solidFill>
                <a:latin typeface="+mn-lt"/>
                <a:cs typeface="Segoe UI"/>
              </a:rPr>
              <a:t> </a:t>
            </a:r>
            <a:r>
              <a:rPr lang="en-US" sz="1800" spc="-8" dirty="0">
                <a:solidFill>
                  <a:srgbClr val="2D2C2C"/>
                </a:solidFill>
                <a:latin typeface="+mn-lt"/>
                <a:cs typeface="Segoe UI"/>
              </a:rPr>
              <a:t>address</a:t>
            </a:r>
            <a:r>
              <a:rPr lang="en-US" sz="1800" spc="33" dirty="0">
                <a:solidFill>
                  <a:srgbClr val="2D2C2C"/>
                </a:solidFill>
                <a:latin typeface="+mn-lt"/>
                <a:cs typeface="Segoe UI"/>
              </a:rPr>
              <a:t> </a:t>
            </a:r>
            <a:r>
              <a:rPr lang="en-US" sz="1800" spc="-4" dirty="0">
                <a:solidFill>
                  <a:srgbClr val="2D2C2C"/>
                </a:solidFill>
                <a:latin typeface="+mn-lt"/>
                <a:cs typeface="Segoe UI"/>
              </a:rPr>
              <a:t>up</a:t>
            </a:r>
            <a:r>
              <a:rPr lang="en-US" sz="1800" spc="4" dirty="0">
                <a:solidFill>
                  <a:srgbClr val="2D2C2C"/>
                </a:solidFill>
                <a:latin typeface="+mn-lt"/>
                <a:cs typeface="Segoe UI"/>
              </a:rPr>
              <a:t> </a:t>
            </a:r>
            <a:r>
              <a:rPr lang="en-US" sz="1800" spc="-16" dirty="0">
                <a:solidFill>
                  <a:srgbClr val="2D2C2C"/>
                </a:solidFill>
                <a:latin typeface="+mn-lt"/>
                <a:cs typeface="Segoe UI"/>
              </a:rPr>
              <a:t>to</a:t>
            </a:r>
            <a:r>
              <a:rPr lang="en-US" sz="1800" spc="4" dirty="0">
                <a:solidFill>
                  <a:srgbClr val="2D2C2C"/>
                </a:solidFill>
                <a:latin typeface="+mn-lt"/>
                <a:cs typeface="Segoe UI"/>
              </a:rPr>
              <a:t> </a:t>
            </a:r>
            <a:r>
              <a:rPr lang="en-US" sz="1800" spc="-8" dirty="0">
                <a:solidFill>
                  <a:srgbClr val="2D2C2C"/>
                </a:solidFill>
                <a:latin typeface="+mn-lt"/>
                <a:cs typeface="Segoe UI"/>
              </a:rPr>
              <a:t>line </a:t>
            </a:r>
            <a:r>
              <a:rPr lang="en-US" sz="1800" spc="-431" dirty="0">
                <a:solidFill>
                  <a:srgbClr val="2D2C2C"/>
                </a:solidFill>
                <a:latin typeface="+mn-lt"/>
                <a:cs typeface="Segoe UI"/>
              </a:rPr>
              <a:t> </a:t>
            </a:r>
            <a:r>
              <a:rPr lang="en-US" sz="1800" spc="-12" dirty="0">
                <a:solidFill>
                  <a:srgbClr val="2D2C2C"/>
                </a:solidFill>
                <a:latin typeface="+mn-lt"/>
                <a:cs typeface="Segoe UI"/>
              </a:rPr>
              <a:t>matching</a:t>
            </a:r>
            <a:r>
              <a:rPr lang="en-US" sz="1800" spc="37" dirty="0">
                <a:solidFill>
                  <a:srgbClr val="2D2C2C"/>
                </a:solidFill>
                <a:latin typeface="+mn-lt"/>
                <a:cs typeface="Segoe UI"/>
              </a:rPr>
              <a:t> </a:t>
            </a:r>
            <a:r>
              <a:rPr lang="en-US" sz="1800" spc="-8" dirty="0">
                <a:solidFill>
                  <a:srgbClr val="2D2C2C"/>
                </a:solidFill>
                <a:latin typeface="+mn-lt"/>
                <a:cs typeface="Segoe UI"/>
              </a:rPr>
              <a:t>second</a:t>
            </a:r>
            <a:r>
              <a:rPr lang="en-US" sz="1800" spc="41" dirty="0">
                <a:solidFill>
                  <a:srgbClr val="2D2C2C"/>
                </a:solidFill>
                <a:latin typeface="+mn-lt"/>
                <a:cs typeface="Segoe UI"/>
              </a:rPr>
              <a:t> </a:t>
            </a:r>
            <a:r>
              <a:rPr lang="en-US" sz="1800" spc="-12" dirty="0">
                <a:solidFill>
                  <a:srgbClr val="2D2C2C"/>
                </a:solidFill>
                <a:latin typeface="+mn-lt"/>
                <a:cs typeface="Segoe UI"/>
              </a:rPr>
              <a:t>address</a:t>
            </a:r>
            <a:endParaRPr lang="en-US" sz="1800" dirty="0">
              <a:latin typeface="+mn-lt"/>
              <a:cs typeface="Segoe UI"/>
            </a:endParaRPr>
          </a:p>
          <a:p>
            <a:endParaRPr lang="en-US" sz="1800" dirty="0"/>
          </a:p>
          <a:p>
            <a:endParaRPr lang="en-US"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GB" smtClean="0"/>
              <a:pPr/>
              <a:t>37</a:t>
            </a:fld>
            <a:endParaRPr lang="en-GB"/>
          </a:p>
        </p:txBody>
      </p:sp>
    </p:spTree>
    <p:extLst>
      <p:ext uri="{BB962C8B-B14F-4D97-AF65-F5344CB8AC3E}">
        <p14:creationId xmlns:p14="http://schemas.microsoft.com/office/powerpoint/2010/main" val="7668447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9355A4-09C7-801B-D04E-7A2401B33060}"/>
              </a:ext>
            </a:extLst>
          </p:cNvPr>
          <p:cNvSpPr>
            <a:spLocks noGrp="1"/>
          </p:cNvSpPr>
          <p:nvPr>
            <p:ph type="ctrTitle"/>
          </p:nvPr>
        </p:nvSpPr>
        <p:spPr/>
        <p:txBody>
          <a:bodyPr/>
          <a:lstStyle/>
          <a:p>
            <a:endParaRPr lang="en-GB"/>
          </a:p>
        </p:txBody>
      </p:sp>
      <p:sp>
        <p:nvSpPr>
          <p:cNvPr id="5" name="Content Placeholder 4">
            <a:extLst>
              <a:ext uri="{FF2B5EF4-FFF2-40B4-BE49-F238E27FC236}">
                <a16:creationId xmlns:a16="http://schemas.microsoft.com/office/drawing/2014/main" id="{DBF1146F-996E-CCCB-D80E-3B8C6D449DAC}"/>
              </a:ext>
            </a:extLst>
          </p:cNvPr>
          <p:cNvSpPr>
            <a:spLocks noGrp="1"/>
          </p:cNvSpPr>
          <p:nvPr>
            <p:ph sz="quarter" idx="4"/>
          </p:nvPr>
        </p:nvSpPr>
        <p:spPr/>
        <p:txBody>
          <a:bodyPr/>
          <a:lstStyle/>
          <a:p>
            <a:endParaRPr lang="en-GB"/>
          </a:p>
        </p:txBody>
      </p:sp>
      <p:sp>
        <p:nvSpPr>
          <p:cNvPr id="2" name="Slide Number Placeholder 1">
            <a:extLst>
              <a:ext uri="{FF2B5EF4-FFF2-40B4-BE49-F238E27FC236}">
                <a16:creationId xmlns:a16="http://schemas.microsoft.com/office/drawing/2014/main" id="{2B2BF562-4309-5B5E-A5F1-0FF54BDEC072}"/>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38</a:t>
            </a:fld>
            <a:endParaRPr lang="en-GB"/>
          </a:p>
        </p:txBody>
      </p:sp>
    </p:spTree>
    <p:extLst>
      <p:ext uri="{BB962C8B-B14F-4D97-AF65-F5344CB8AC3E}">
        <p14:creationId xmlns:p14="http://schemas.microsoft.com/office/powerpoint/2010/main" val="2598462695"/>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52e7f57a-cc1d-4bce-9b60-d9dd785361c7"/>
    <ds:schemaRef ds:uri="http://purl.org/dc/terms/"/>
    <ds:schemaRef ds:uri="4851bab5-d36a-4f24-a761-998180967d12"/>
    <ds:schemaRef ds:uri="http://www.w3.org/XML/1998/namespace"/>
    <ds:schemaRef ds:uri="http://purl.org/dc/dcmitype/"/>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19436</TotalTime>
  <Words>4205</Words>
  <Application>Microsoft Office PowerPoint</Application>
  <PresentationFormat>Widescreen</PresentationFormat>
  <Paragraphs>577</Paragraphs>
  <Slides>38</Slides>
  <Notes>38</Notes>
  <HiddenSlides>0</HiddenSlides>
  <MMClips>0</MMClips>
  <ScaleCrop>false</ScaleCrop>
  <HeadingPairs>
    <vt:vector size="6" baseType="variant">
      <vt:variant>
        <vt:lpstr>Fonts Used</vt:lpstr>
      </vt:variant>
      <vt:variant>
        <vt:i4>7</vt:i4>
      </vt:variant>
      <vt:variant>
        <vt:lpstr>Theme</vt:lpstr>
      </vt:variant>
      <vt:variant>
        <vt:i4>9</vt:i4>
      </vt:variant>
      <vt:variant>
        <vt:lpstr>Slide Titles</vt:lpstr>
      </vt:variant>
      <vt:variant>
        <vt:i4>38</vt:i4>
      </vt:variant>
    </vt:vector>
  </HeadingPairs>
  <TitlesOfParts>
    <vt:vector size="54" baseType="lpstr">
      <vt:lpstr>Aptos</vt:lpstr>
      <vt:lpstr>Arial</vt:lpstr>
      <vt:lpstr>Calibri</vt:lpstr>
      <vt:lpstr>Figtree</vt:lpstr>
      <vt:lpstr>Hack</vt:lpstr>
      <vt:lpstr>Montserrat</vt:lpstr>
      <vt:lpstr>Segoe UI</vt:lpstr>
      <vt:lpstr>Cover Slides - Business/Marketing</vt:lpstr>
      <vt:lpstr>Divider Slides</vt:lpstr>
      <vt:lpstr>Blue Module</vt:lpstr>
      <vt:lpstr>Yellow Module</vt:lpstr>
      <vt:lpstr>Red Module</vt:lpstr>
      <vt:lpstr>Purple Module</vt:lpstr>
      <vt:lpstr>Orange Module</vt:lpstr>
      <vt:lpstr>Green Module</vt:lpstr>
      <vt:lpstr>B/W Module</vt:lpstr>
      <vt:lpstr>Module 14: Using basic regular expressions</vt:lpstr>
      <vt:lpstr>Contents</vt:lpstr>
      <vt:lpstr>Searching</vt:lpstr>
      <vt:lpstr>Introducing regular expressions</vt:lpstr>
      <vt:lpstr>Fixed strings</vt:lpstr>
      <vt:lpstr>Anchoring searches</vt:lpstr>
      <vt:lpstr>Beginning of a line</vt:lpstr>
      <vt:lpstr>End of a line</vt:lpstr>
      <vt:lpstr>Only “this” on a line</vt:lpstr>
      <vt:lpstr>Matching characters</vt:lpstr>
      <vt:lpstr>Lists and ranges</vt:lpstr>
      <vt:lpstr>Any character</vt:lpstr>
      <vt:lpstr>Multipliers</vt:lpstr>
      <vt:lpstr>Multiply regular expressions</vt:lpstr>
      <vt:lpstr>Knowledge check</vt:lpstr>
      <vt:lpstr>Programs that use regular expressions</vt:lpstr>
      <vt:lpstr>Programs</vt:lpstr>
      <vt:lpstr>grep</vt:lpstr>
      <vt:lpstr>Lab</vt:lpstr>
      <vt:lpstr>Practical exercise 14 – T1 and T2</vt:lpstr>
      <vt:lpstr>awk (gawk)</vt:lpstr>
      <vt:lpstr>sed</vt:lpstr>
      <vt:lpstr>Invoking sed from the command line</vt:lpstr>
      <vt:lpstr>Invoking from the command line with sed script</vt:lpstr>
      <vt:lpstr>Invoking a sed script</vt:lpstr>
      <vt:lpstr>sed’s print command</vt:lpstr>
      <vt:lpstr>seds extra edit option</vt:lpstr>
      <vt:lpstr>Seds supressing output option</vt:lpstr>
      <vt:lpstr>Line addressing</vt:lpstr>
      <vt:lpstr>quit command</vt:lpstr>
      <vt:lpstr>delete command</vt:lpstr>
      <vt:lpstr>More command examples</vt:lpstr>
      <vt:lpstr>Introducing extended raegular expressions (ERE)</vt:lpstr>
      <vt:lpstr>Review and lab</vt:lpstr>
      <vt:lpstr>Review questions</vt:lpstr>
      <vt:lpstr>Practical exercise 14 – T3 and T4</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40</cp:revision>
  <dcterms:created xsi:type="dcterms:W3CDTF">2024-06-24T11:44:08Z</dcterms:created>
  <dcterms:modified xsi:type="dcterms:W3CDTF">2025-05-30T13:32:00Z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