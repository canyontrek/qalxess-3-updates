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97" r:id="rId6"/>
    <p:sldMasterId id="2147483908" r:id="rId7"/>
    <p:sldMasterId id="2147483930" r:id="rId8"/>
  </p:sldMasterIdLst>
  <p:notesMasterIdLst>
    <p:notesMasterId r:id="rId27"/>
  </p:notesMasterIdLst>
  <p:sldIdLst>
    <p:sldId id="1293" r:id="rId9"/>
    <p:sldId id="1294" r:id="rId10"/>
    <p:sldId id="1295" r:id="rId11"/>
    <p:sldId id="1296" r:id="rId12"/>
    <p:sldId id="1297" r:id="rId13"/>
    <p:sldId id="737" r:id="rId14"/>
    <p:sldId id="1299" r:id="rId15"/>
    <p:sldId id="729" r:id="rId16"/>
    <p:sldId id="730" r:id="rId17"/>
    <p:sldId id="731" r:id="rId18"/>
    <p:sldId id="732" r:id="rId19"/>
    <p:sldId id="1300" r:id="rId20"/>
    <p:sldId id="1301" r:id="rId21"/>
    <p:sldId id="735" r:id="rId22"/>
    <p:sldId id="1305" r:id="rId23"/>
    <p:sldId id="1302" r:id="rId24"/>
    <p:sldId id="1303" r:id="rId25"/>
    <p:sldId id="1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293"/>
            <p14:sldId id="1294"/>
            <p14:sldId id="1295"/>
            <p14:sldId id="1296"/>
            <p14:sldId id="1297"/>
            <p14:sldId id="737"/>
            <p14:sldId id="1299"/>
            <p14:sldId id="729"/>
            <p14:sldId id="730"/>
            <p14:sldId id="731"/>
            <p14:sldId id="732"/>
            <p14:sldId id="1300"/>
            <p14:sldId id="1301"/>
            <p14:sldId id="735"/>
            <p14:sldId id="1305"/>
            <p14:sldId id="1302"/>
            <p14:sldId id="1303"/>
            <p14:sldId id="1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0565"/>
    <p:restoredTop sz="91387"/>
  </p:normalViewPr>
  <p:slideViewPr>
    <p:cSldViewPr snapToGrid="0">
      <p:cViewPr varScale="1">
        <p:scale>
          <a:sx n="104" d="100"/>
          <a:sy n="104" d="100"/>
        </p:scale>
        <p:origin x="1128" y="31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25371E4D-B4BD-4E50-97B1-7690003B01E7}"/>
    <pc:docChg chg="custSel modSld">
      <pc:chgData name="Feist, Ella" userId="992bbaf2-811d-42cb-a4d6-e7fc45e325e8" providerId="ADAL" clId="{25371E4D-B4BD-4E50-97B1-7690003B01E7}" dt="2025-05-30T12:53:28.416" v="22" actId="14100"/>
      <pc:docMkLst>
        <pc:docMk/>
      </pc:docMkLst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406456236" sldId="729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3" creationId="{155387C7-4313-04B8-8920-F97E139AFAF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711430846" sldId="730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3" creationId="{A40C08A8-F870-C3E1-C7E4-21118BABEA71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242041452" sldId="731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3" creationId="{D8926835-984B-BC92-3080-3C957A87BC48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8" creationId="{1DD33B2D-7407-E695-BE5C-CDA3D673F08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9" creationId="{731F386B-D287-2328-9188-BC410B1AA651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1192850260" sldId="732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3" creationId="{671D1E99-400B-4CC4-E876-D05B175492A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7" creationId="{E2A6CCE4-EEF8-F77B-3E7E-D6FBB05733E1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19.036" v="20" actId="207"/>
        <pc:sldMkLst>
          <pc:docMk/>
          <pc:sldMk cId="1657313485" sldId="73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3" creationId="{DC3BFF42-74BC-02ED-99B2-471C2A509A8F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4" creationId="{438443FA-06F0-7EE0-A54B-AEF3CE1F083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7" creationId="{B5E7882D-0867-372C-C3A9-DF932C5EF180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39.492" v="4" actId="207"/>
        <pc:sldMkLst>
          <pc:docMk/>
          <pc:sldMk cId="2617740315" sldId="737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" creationId="{03C6421F-3D01-727D-4E18-944BF709923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8" creationId="{6F4C12C0-25D3-0A76-3694-F2A4E845FE8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5" creationId="{C9D6D373-D4C4-8B49-C0C4-49009AC8B09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6" creationId="{2728E7FB-39F3-25E1-6095-0F56CE9E5D07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9" creationId="{DA6F94D3-2B87-01B5-E8A1-8645B644DA6A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0" creationId="{292ECA2B-E890-E725-AACB-362AE8C783B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2" creationId="{4AA7ECCE-AD2A-DEB4-4B12-6782DBC7235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7" creationId="{6AB54F5C-C286-EC95-854E-9289F5B0CBB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36" creationId="{D80FBF06-F495-11DE-B62C-4758CF3EE3C2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37" creationId="{AD2DA294-D7E7-67FE-0733-100D857F9075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1568917570" sldId="1293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68917570" sldId="1293"/>
            <ac:spMk id="2" creationId="{F2AB1CC7-496A-3239-D36D-8D46D2EB69BC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68917570" sldId="1293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25371E4D-B4BD-4E50-97B1-7690003B01E7}" dt="2025-05-30T12:43:30.928" v="2" actId="790"/>
          <ac:graphicFrameMkLst>
            <pc:docMk/>
            <pc:sldMk cId="1568917570" sldId="1293"/>
            <ac:graphicFrameMk id="3" creationId="{0FA9EF12-5EB5-C870-72E3-7343B69F854C}"/>
          </ac:graphicFrameMkLst>
        </pc:graphicFrameChg>
      </pc:sldChg>
      <pc:sldChg chg="modSp mod modNotes">
        <pc:chgData name="Feist, Ella" userId="992bbaf2-811d-42cb-a4d6-e7fc45e325e8" providerId="ADAL" clId="{25371E4D-B4BD-4E50-97B1-7690003B01E7}" dt="2025-05-30T12:43:30.928" v="2" actId="790"/>
        <pc:sldMkLst>
          <pc:docMk/>
          <pc:sldMk cId="2774453917" sldId="1294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74453917" sldId="1294"/>
            <ac:spMk id="4" creationId="{00000000-0000-0000-0000-00000000000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74453917" sldId="1294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283809914" sldId="129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83809914" sldId="1295"/>
            <ac:spMk id="2" creationId="{A52DC21E-C007-C047-DEE2-0C86480B961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83809914" sldId="1295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25371E4D-B4BD-4E50-97B1-7690003B01E7}" dt="2025-05-30T12:53:28.416" v="22" actId="14100"/>
        <pc:sldMkLst>
          <pc:docMk/>
          <pc:sldMk cId="3951546109" sldId="1296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14" creationId="{E30475F5-C73E-46DB-60B4-4C19DCC69C8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22" creationId="{CD42927E-CE34-F0AA-4A4E-A753373E294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30" creationId="{A70B5914-3577-86D0-57A5-FEE69694C3D2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77" creationId="{35DB737B-E0DA-1AEB-72FE-485F008CEF7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78" creationId="{EA601303-8461-CE61-F800-E3A078F138A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1" creationId="{6FAE3064-C76F-AA78-F358-769273A3700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6" creationId="{9C185EFE-BF78-6A91-80B2-AB3EB2CC853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9" creationId="{47E5BC27-0D5B-ABF4-ABEA-94C28A59F4C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91" creationId="{62025964-6D7F-6858-D29D-C46917BC976F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96" creationId="{0E846877-6F2C-5F17-BC83-2527796E7C79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4065903370" sldId="1297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" creationId="{770E9124-4A19-8AB0-592B-1FC7E34DE60A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22" creationId="{88CC5095-0A6E-BAE8-3032-6289D767CA5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1" creationId="{0C0DD234-BE53-0E89-E37C-90896A456D3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6" creationId="{868805F8-271F-BF14-7507-2971D30C9C2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97" creationId="{6B8846F5-8009-BCEB-90FB-033AC3E555D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01" creationId="{CE6E4C60-6B38-7063-7911-C5CA8AFA6B7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06" creationId="{E546F8F8-166C-3F79-A90D-7D457BAA8F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36" creationId="{5DB5E3A7-CF70-CF34-AC66-6752E219B8B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44" creationId="{4D152FDA-0F18-4E60-AE7B-2C17D73F4CD0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45.434" v="6" actId="20577"/>
        <pc:sldMkLst>
          <pc:docMk/>
          <pc:sldMk cId="3439922191" sldId="1299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3" creationId="{75C7965F-2EAC-9968-4C4A-74C75D0ABD41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53.611" v="8" actId="20577"/>
        <pc:sldMkLst>
          <pc:docMk/>
          <pc:sldMk cId="645276367" sldId="1300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3" creationId="{AD95D101-4019-AF4A-3E88-E140F1571B8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4" creationId="{324EC49D-7815-D243-57FD-5609B481E5A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7" creationId="{E2A6CCE4-EEF8-F77B-3E7E-D6FBB05733E1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12.260" v="17" actId="20577"/>
        <pc:sldMkLst>
          <pc:docMk/>
          <pc:sldMk cId="1555898500" sldId="1301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3" creationId="{11FE5549-C3F8-41FE-9750-93D17E11C8CC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4" creationId="{7C4C501A-5D6B-9A38-C410-08CA384BFEF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8" creationId="{79BEC91C-1E62-BC38-92A3-1C96157722D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9" creationId="{34DAA58E-7E40-72E3-81E0-B8A2F4F37DD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10" creationId="{B97E9A35-C8A5-0DF8-7492-52112DA5DB6E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26.320" v="21" actId="12"/>
        <pc:sldMkLst>
          <pc:docMk/>
          <pc:sldMk cId="2421231467" sldId="1302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2" creationId="{D7EC235F-614F-714E-A97F-4FF50EFF14F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4" creationId="{E9C5A723-C0B1-124B-8CB6-AA3105C9A4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7" creationId="{AB6292F4-1986-CE9F-04C1-ED20F08AC8EB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4284937456" sldId="1303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2" creationId="{D7EC235F-614F-714E-A97F-4FF50EFF14F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4" creationId="{E9C5A723-C0B1-124B-8CB6-AA3105C9A4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5" creationId="{D84B8EFC-6D9A-EDD3-A096-51F3F0B36041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892775036" sldId="1304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2" creationId="{F111C5DB-635E-4576-A4C3-837B7E452E1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3" creationId="{97C3AA5F-B1EA-50BA-8892-C208AF03FE8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923788605" sldId="130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4" creationId="{1360FCE1-0304-7E55-F523-26332F158558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5" creationId="{A65B2355-F2E1-C667-7191-8D7188DBD9E7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6" creationId="{7758EEDB-F501-B3CE-C8A0-4FB89E29E198}"/>
          </ac:spMkLst>
        </pc:spChg>
      </pc:sldChg>
    </pc:docChg>
  </pc:docChgLst>
  <pc:docChgLst>
    <pc:chgData name="Feist, Ella" userId="992bbaf2-811d-42cb-a4d6-e7fc45e325e8" providerId="ADAL" clId="{006420B0-0A28-4BB7-A630-40AC9E9C848A}"/>
    <pc:docChg chg="undo custSel modSld delMainMaster">
      <pc:chgData name="Feist, Ella" userId="992bbaf2-811d-42cb-a4d6-e7fc45e325e8" providerId="ADAL" clId="{006420B0-0A28-4BB7-A630-40AC9E9C848A}" dt="2025-05-28T09:26:51.103" v="206" actId="20577"/>
      <pc:docMkLst>
        <pc:docMk/>
      </pc:docMkLst>
      <pc:sldChg chg="modSp mod">
        <pc:chgData name="Feist, Ella" userId="992bbaf2-811d-42cb-a4d6-e7fc45e325e8" providerId="ADAL" clId="{006420B0-0A28-4BB7-A630-40AC9E9C848A}" dt="2025-05-28T09:23:09.292" v="83" actId="20577"/>
        <pc:sldMkLst>
          <pc:docMk/>
          <pc:sldMk cId="2406456236" sldId="729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406456236" sldId="729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4:55.951" v="58" actId="20577"/>
          <ac:spMkLst>
            <pc:docMk/>
            <pc:sldMk cId="2406456236" sldId="729"/>
            <ac:spMk id="3" creationId="{155387C7-4313-04B8-8920-F97E139AFAF4}"/>
          </ac:spMkLst>
        </pc:spChg>
        <pc:spChg chg="mod">
          <ac:chgData name="Feist, Ella" userId="992bbaf2-811d-42cb-a4d6-e7fc45e325e8" providerId="ADAL" clId="{006420B0-0A28-4BB7-A630-40AC9E9C848A}" dt="2025-05-28T09:23:09.292" v="83" actId="20577"/>
          <ac:spMkLst>
            <pc:docMk/>
            <pc:sldMk cId="2406456236" sldId="729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406456236" sldId="729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006420B0-0A28-4BB7-A630-40AC9E9C848A}" dt="2025-05-28T09:23:21.622" v="89" actId="114"/>
        <pc:sldMkLst>
          <pc:docMk/>
          <pc:sldMk cId="2711430846" sldId="730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11430846" sldId="730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5:03.188" v="60" actId="20577"/>
          <ac:spMkLst>
            <pc:docMk/>
            <pc:sldMk cId="2711430846" sldId="730"/>
            <ac:spMk id="3" creationId="{A40C08A8-F870-C3E1-C7E4-21118BABEA71}"/>
          </ac:spMkLst>
        </pc:spChg>
        <pc:spChg chg="mod">
          <ac:chgData name="Feist, Ella" userId="992bbaf2-811d-42cb-a4d6-e7fc45e325e8" providerId="ADAL" clId="{006420B0-0A28-4BB7-A630-40AC9E9C848A}" dt="2025-05-28T09:23:21.622" v="89" actId="114"/>
          <ac:spMkLst>
            <pc:docMk/>
            <pc:sldMk cId="2711430846" sldId="730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11430846" sldId="730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006420B0-0A28-4BB7-A630-40AC9E9C848A}" dt="2025-05-28T09:23:28.665" v="91" actId="20577"/>
        <pc:sldMkLst>
          <pc:docMk/>
          <pc:sldMk cId="2242041452" sldId="731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23:26.041" v="90" actId="20577"/>
          <ac:spMkLst>
            <pc:docMk/>
            <pc:sldMk cId="2242041452" sldId="731"/>
            <ac:spMk id="3" creationId="{D8926835-984B-BC92-3080-3C957A87BC48}"/>
          </ac:spMkLst>
        </pc:spChg>
        <pc:spChg chg="mod">
          <ac:chgData name="Feist, Ella" userId="992bbaf2-811d-42cb-a4d6-e7fc45e325e8" providerId="ADAL" clId="{006420B0-0A28-4BB7-A630-40AC9E9C848A}" dt="2025-05-28T09:23:28.665" v="91" actId="20577"/>
          <ac:spMkLst>
            <pc:docMk/>
            <pc:sldMk cId="2242041452" sldId="731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8" creationId="{1DD33B2D-7407-E695-BE5C-CDA3D673F08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9" creationId="{731F386B-D287-2328-9188-BC410B1AA651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23:43.211" v="97" actId="20577"/>
        <pc:sldMkLst>
          <pc:docMk/>
          <pc:sldMk cId="1192850260" sldId="732"/>
        </pc:sldMkLst>
        <pc:spChg chg="mod ord">
          <ac:chgData name="Feist, Ella" userId="992bbaf2-811d-42cb-a4d6-e7fc45e325e8" providerId="ADAL" clId="{006420B0-0A28-4BB7-A630-40AC9E9C848A}" dt="2025-05-28T09:23:37.690" v="93" actId="6264"/>
          <ac:spMkLst>
            <pc:docMk/>
            <pc:sldMk cId="1192850260" sldId="732"/>
            <ac:spMk id="2" creationId="{A9A6FF77-D641-4417-92E7-11CC6238BF20}"/>
          </ac:spMkLst>
        </pc:spChg>
        <pc:spChg chg="mod ord">
          <ac:chgData name="Feist, Ella" userId="992bbaf2-811d-42cb-a4d6-e7fc45e325e8" providerId="ADAL" clId="{006420B0-0A28-4BB7-A630-40AC9E9C848A}" dt="2025-05-28T09:23:37.690" v="93" actId="6264"/>
          <ac:spMkLst>
            <pc:docMk/>
            <pc:sldMk cId="1192850260" sldId="732"/>
            <ac:spMk id="3" creationId="{671D1E99-400B-4CC4-E876-D05B175492AE}"/>
          </ac:spMkLst>
        </pc:spChg>
        <pc:spChg chg="mod ord">
          <ac:chgData name="Feist, Ella" userId="992bbaf2-811d-42cb-a4d6-e7fc45e325e8" providerId="ADAL" clId="{006420B0-0A28-4BB7-A630-40AC9E9C848A}" dt="2025-05-28T09:23:43.211" v="97" actId="20577"/>
          <ac:spMkLst>
            <pc:docMk/>
            <pc:sldMk cId="1192850260" sldId="732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192850260" sldId="732"/>
            <ac:spMk id="7" creationId="{E2A6CCE4-EEF8-F77B-3E7E-D6FBB05733E1}"/>
          </ac:spMkLst>
        </pc:spChg>
      </pc:sldChg>
      <pc:sldChg chg="modSp mod">
        <pc:chgData name="Feist, Ella" userId="992bbaf2-811d-42cb-a4d6-e7fc45e325e8" providerId="ADAL" clId="{006420B0-0A28-4BB7-A630-40AC9E9C848A}" dt="2025-05-28T09:25:37.185" v="170" actId="114"/>
        <pc:sldMkLst>
          <pc:docMk/>
          <pc:sldMk cId="1657313485" sldId="73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3" creationId="{DC3BFF42-74BC-02ED-99B2-471C2A509A8F}"/>
          </ac:spMkLst>
        </pc:spChg>
        <pc:spChg chg="mod">
          <ac:chgData name="Feist, Ella" userId="992bbaf2-811d-42cb-a4d6-e7fc45e325e8" providerId="ADAL" clId="{006420B0-0A28-4BB7-A630-40AC9E9C848A}" dt="2025-05-28T09:24:54.187" v="145"/>
          <ac:spMkLst>
            <pc:docMk/>
            <pc:sldMk cId="1657313485" sldId="735"/>
            <ac:spMk id="4" creationId="{438443FA-06F0-7EE0-A54B-AEF3CE1F0830}"/>
          </ac:spMkLst>
        </pc:spChg>
        <pc:spChg chg="mod">
          <ac:chgData name="Feist, Ella" userId="992bbaf2-811d-42cb-a4d6-e7fc45e325e8" providerId="ADAL" clId="{006420B0-0A28-4BB7-A630-40AC9E9C848A}" dt="2025-05-28T09:25:37.185" v="170" actId="114"/>
          <ac:spMkLst>
            <pc:docMk/>
            <pc:sldMk cId="1657313485" sldId="735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7" creationId="{B5E7882D-0867-372C-C3A9-DF932C5EF180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13:11.807" v="32" actId="108"/>
        <pc:sldMkLst>
          <pc:docMk/>
          <pc:sldMk cId="2617740315" sldId="737"/>
        </pc:sldMkLst>
        <pc:spChg chg="mod ord">
          <ac:chgData name="Feist, Ella" userId="992bbaf2-811d-42cb-a4d6-e7fc45e325e8" providerId="ADAL" clId="{006420B0-0A28-4BB7-A630-40AC9E9C848A}" dt="2025-05-28T09:13:03.096" v="28"/>
          <ac:spMkLst>
            <pc:docMk/>
            <pc:sldMk cId="2617740315" sldId="737"/>
            <ac:spMk id="2" creationId="{03C6421F-3D01-727D-4E18-944BF709923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4" creationId="{59FE4BF5-7F3E-9F49-5F28-925F9DF7F4D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5" creationId="{C9D6D373-D4C4-8B49-C0C4-49009AC8B093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7" creationId="{0834A03F-A917-A6A5-6CFD-49008440265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9" creationId="{DA6F94D3-2B87-01B5-E8A1-8645B644DA6A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0" creationId="{292ECA2B-E890-E725-AACB-362AE8C783B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2" creationId="{4AA7ECCE-AD2A-DEB4-4B12-6782DBC7235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3" creationId="{7DD7F962-FE59-FE39-0E3C-CBF2B7D0FA6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4" creationId="{4B896EA5-AD23-FFF2-E1D5-685A855F4537}"/>
          </ac:spMkLst>
        </pc:spChg>
        <pc:spChg chg="mod ord">
          <ac:chgData name="Feist, Ella" userId="992bbaf2-811d-42cb-a4d6-e7fc45e325e8" providerId="ADAL" clId="{006420B0-0A28-4BB7-A630-40AC9E9C848A}" dt="2025-05-28T09:13:11.807" v="32" actId="108"/>
          <ac:spMkLst>
            <pc:docMk/>
            <pc:sldMk cId="2617740315" sldId="737"/>
            <ac:spMk id="36" creationId="{D80FBF06-F495-11DE-B62C-4758CF3EE3C2}"/>
          </ac:spMkLst>
        </pc:spChg>
        <pc:spChg chg="mod ord">
          <ac:chgData name="Feist, Ella" userId="992bbaf2-811d-42cb-a4d6-e7fc45e325e8" providerId="ADAL" clId="{006420B0-0A28-4BB7-A630-40AC9E9C848A}" dt="2025-05-28T09:12:50.550" v="24" actId="6264"/>
          <ac:spMkLst>
            <pc:docMk/>
            <pc:sldMk cId="2617740315" sldId="737"/>
            <ac:spMk id="37" creationId="{AD2DA294-D7E7-67FE-0733-100D857F9075}"/>
          </ac:spMkLst>
        </pc:spChg>
      </pc:sldChg>
      <pc:sldChg chg="modSp mod">
        <pc:chgData name="Feist, Ella" userId="992bbaf2-811d-42cb-a4d6-e7fc45e325e8" providerId="ADAL" clId="{006420B0-0A28-4BB7-A630-40AC9E9C848A}" dt="2025-05-28T09:12:00.834" v="10" actId="20577"/>
        <pc:sldMkLst>
          <pc:docMk/>
          <pc:sldMk cId="1568917570" sldId="1293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68917570" sldId="1293"/>
            <ac:spMk id="2" creationId="{F2AB1CC7-496A-3239-D36D-8D46D2EB69BC}"/>
          </ac:spMkLst>
        </pc:spChg>
        <pc:spChg chg="mod">
          <ac:chgData name="Feist, Ella" userId="992bbaf2-811d-42cb-a4d6-e7fc45e325e8" providerId="ADAL" clId="{006420B0-0A28-4BB7-A630-40AC9E9C848A}" dt="2025-05-28T09:11:38.478" v="1" actId="20577"/>
          <ac:spMkLst>
            <pc:docMk/>
            <pc:sldMk cId="1568917570" sldId="1293"/>
            <ac:spMk id="4" creationId="{441B5810-8C67-B742-B639-848419728702}"/>
          </ac:spMkLst>
        </pc:spChg>
        <pc:graphicFrameChg chg="mod modGraphic">
          <ac:chgData name="Feist, Ella" userId="992bbaf2-811d-42cb-a4d6-e7fc45e325e8" providerId="ADAL" clId="{006420B0-0A28-4BB7-A630-40AC9E9C848A}" dt="2025-05-28T09:12:00.834" v="10" actId="20577"/>
          <ac:graphicFrameMkLst>
            <pc:docMk/>
            <pc:sldMk cId="1568917570" sldId="1293"/>
            <ac:graphicFrameMk id="3" creationId="{0FA9EF12-5EB5-C870-72E3-7343B69F854C}"/>
          </ac:graphicFrameMkLst>
        </pc:graphicFrameChg>
      </pc:sldChg>
      <pc:sldChg chg="modSp mod">
        <pc:chgData name="Feist, Ella" userId="992bbaf2-811d-42cb-a4d6-e7fc45e325e8" providerId="ADAL" clId="{006420B0-0A28-4BB7-A630-40AC9E9C848A}" dt="2025-05-28T09:12:04.437" v="11" actId="12"/>
        <pc:sldMkLst>
          <pc:docMk/>
          <pc:sldMk cId="2774453917" sldId="1294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74453917" sldId="1294"/>
            <ac:spMk id="4" creationId="{00000000-0000-0000-0000-000000000000}"/>
          </ac:spMkLst>
        </pc:spChg>
        <pc:spChg chg="mod">
          <ac:chgData name="Feist, Ella" userId="992bbaf2-811d-42cb-a4d6-e7fc45e325e8" providerId="ADAL" clId="{006420B0-0A28-4BB7-A630-40AC9E9C848A}" dt="2025-05-28T09:12:04.437" v="11" actId="12"/>
          <ac:spMkLst>
            <pc:docMk/>
            <pc:sldMk cId="2774453917" sldId="1294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006420B0-0A28-4BB7-A630-40AC9E9C848A}" dt="2025-05-28T09:12:07.943" v="12" actId="20577"/>
        <pc:sldMkLst>
          <pc:docMk/>
          <pc:sldMk cId="2283809914" sldId="129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83809914" sldId="1295"/>
            <ac:spMk id="2" creationId="{A52DC21E-C007-C047-DEE2-0C86480B961E}"/>
          </ac:spMkLst>
        </pc:spChg>
        <pc:spChg chg="mod">
          <ac:chgData name="Feist, Ella" userId="992bbaf2-811d-42cb-a4d6-e7fc45e325e8" providerId="ADAL" clId="{006420B0-0A28-4BB7-A630-40AC9E9C848A}" dt="2025-05-28T09:12:07.943" v="12" actId="20577"/>
          <ac:spMkLst>
            <pc:docMk/>
            <pc:sldMk cId="2283809914" sldId="129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006420B0-0A28-4BB7-A630-40AC9E9C848A}" dt="2025-05-28T09:12:33.061" v="20" actId="5793"/>
        <pc:sldMkLst>
          <pc:docMk/>
          <pc:sldMk cId="3951546109" sldId="1296"/>
        </pc:sldMkLst>
        <pc:spChg chg="mod">
          <ac:chgData name="Feist, Ella" userId="992bbaf2-811d-42cb-a4d6-e7fc45e325e8" providerId="ADAL" clId="{006420B0-0A28-4BB7-A630-40AC9E9C848A}" dt="2025-05-28T09:12:13.113" v="13" actId="20577"/>
          <ac:spMkLst>
            <pc:docMk/>
            <pc:sldMk cId="3951546109" sldId="1296"/>
            <ac:spMk id="4" creationId="{096CE2D7-715A-7E14-34F8-61D9DB7351E8}"/>
          </ac:spMkLst>
        </pc:spChg>
        <pc:spChg chg="mod">
          <ac:chgData name="Feist, Ella" userId="992bbaf2-811d-42cb-a4d6-e7fc45e325e8" providerId="ADAL" clId="{006420B0-0A28-4BB7-A630-40AC9E9C848A}" dt="2025-05-28T09:12:33.061" v="20" actId="5793"/>
          <ac:spMkLst>
            <pc:docMk/>
            <pc:sldMk cId="3951546109" sldId="1296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17" creationId="{1B3D506D-3AB8-3FBC-803B-C105662657F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43" creationId="{951497DD-10AD-E625-16DF-C7456BA0101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54" creationId="{044D2748-AAA2-E746-EBF3-2A86F95BE93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60" creationId="{1BB07348-BFD1-1B3E-DA42-FED25CBB930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76" creationId="{8B5370CA-C766-3D33-A4A6-66EEB26170E2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0" creationId="{5BCCB541-0C9C-6548-D497-951B3EFD07F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5" creationId="{46FB3E6C-077B-6021-26EB-7E2EE6BC772F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9" creationId="{47E5BC27-0D5B-ABF4-ABEA-94C28A59F4C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95" creationId="{A9167D38-E0B3-D2E0-C6AD-F8AA5DFCCAFE}"/>
          </ac:spMkLst>
        </pc:spChg>
      </pc:sldChg>
      <pc:sldChg chg="modSp mod">
        <pc:chgData name="Feist, Ella" userId="992bbaf2-811d-42cb-a4d6-e7fc45e325e8" providerId="ADAL" clId="{006420B0-0A28-4BB7-A630-40AC9E9C848A}" dt="2025-05-28T09:13:25.650" v="38" actId="108"/>
        <pc:sldMkLst>
          <pc:docMk/>
          <pc:sldMk cId="4065903370" sldId="1297"/>
        </pc:sldMkLst>
        <pc:spChg chg="mod">
          <ac:chgData name="Feist, Ella" userId="992bbaf2-811d-42cb-a4d6-e7fc45e325e8" providerId="ADAL" clId="{006420B0-0A28-4BB7-A630-40AC9E9C848A}" dt="2025-05-28T09:12:40.862" v="22" actId="20577"/>
          <ac:spMkLst>
            <pc:docMk/>
            <pc:sldMk cId="4065903370" sldId="1297"/>
            <ac:spMk id="3" creationId="{770E9124-4A19-8AB0-592B-1FC7E34DE60A}"/>
          </ac:spMkLst>
        </pc:spChg>
        <pc:spChg chg="mod">
          <ac:chgData name="Feist, Ella" userId="992bbaf2-811d-42cb-a4d6-e7fc45e325e8" providerId="ADAL" clId="{006420B0-0A28-4BB7-A630-40AC9E9C848A}" dt="2025-05-28T09:13:25.650" v="38" actId="108"/>
          <ac:spMkLst>
            <pc:docMk/>
            <pc:sldMk cId="4065903370" sldId="1297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33" creationId="{F61C7A96-BFAC-879E-04AD-8D4C0D22049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34" creationId="{679F6379-1328-9903-5BEB-2F8562C6351F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40" creationId="{36D3DD66-E66A-F517-9B0D-1EC78066DA6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95" creationId="{8602CE77-73BC-DE4F-AE92-6B8D95741A45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97" creationId="{6B8846F5-8009-BCEB-90FB-033AC3E555D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2" creationId="{D1906572-A61C-F704-64B6-722EF04A5D9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3" creationId="{756FE8EE-923D-50AC-92F8-9189F5E23F1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6" creationId="{2659D082-DB50-C31A-9BF3-71D049A067B8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39" creationId="{2B4C70F1-C374-92CE-7AA4-9FD6AE70592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49" creationId="{3D123EF9-3483-EBA7-77DB-ED477152A999}"/>
          </ac:spMkLst>
        </pc:spChg>
      </pc:sldChg>
      <pc:sldChg chg="modSp mod modClrScheme chgLayout">
        <pc:chgData name="Feist, Ella" userId="992bbaf2-811d-42cb-a4d6-e7fc45e325e8" providerId="ADAL" clId="{006420B0-0A28-4BB7-A630-40AC9E9C848A}" dt="2025-05-28T09:14:45.454" v="56" actId="1076"/>
        <pc:sldMkLst>
          <pc:docMk/>
          <pc:sldMk cId="3439922191" sldId="1299"/>
        </pc:sldMkLst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2" creationId="{A9A6FF77-D641-4417-92E7-11CC6238BF20}"/>
          </ac:spMkLst>
        </pc:spChg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3" creationId="{75C7965F-2EAC-9968-4C4A-74C75D0ABD41}"/>
          </ac:spMkLst>
        </pc:spChg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5" creationId="{91A8ED3D-B755-43C9-BCB1-DCF495C0C9DB}"/>
          </ac:spMkLst>
        </pc:spChg>
        <pc:picChg chg="mod">
          <ac:chgData name="Feist, Ella" userId="992bbaf2-811d-42cb-a4d6-e7fc45e325e8" providerId="ADAL" clId="{006420B0-0A28-4BB7-A630-40AC9E9C848A}" dt="2025-05-28T09:14:45.454" v="56" actId="1076"/>
          <ac:picMkLst>
            <pc:docMk/>
            <pc:sldMk cId="3439922191" sldId="1299"/>
            <ac:picMk id="6" creationId="{51637444-41A1-9E0B-A2D1-2C3F78F41F90}"/>
          </ac:picMkLst>
        </pc:picChg>
      </pc:sldChg>
      <pc:sldChg chg="modSp mod">
        <pc:chgData name="Feist, Ella" userId="992bbaf2-811d-42cb-a4d6-e7fc45e325e8" providerId="ADAL" clId="{006420B0-0A28-4BB7-A630-40AC9E9C848A}" dt="2025-05-28T09:24:08.603" v="122" actId="1035"/>
        <pc:sldMkLst>
          <pc:docMk/>
          <pc:sldMk cId="645276367" sldId="1300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645276367" sldId="1300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645276367" sldId="1300"/>
            <ac:spMk id="3" creationId="{AD95D101-4019-AF4A-3E88-E140F1571B86}"/>
          </ac:spMkLst>
        </pc:spChg>
        <pc:spChg chg="mod">
          <ac:chgData name="Feist, Ella" userId="992bbaf2-811d-42cb-a4d6-e7fc45e325e8" providerId="ADAL" clId="{006420B0-0A28-4BB7-A630-40AC9E9C848A}" dt="2025-05-28T09:23:48.800" v="98"/>
          <ac:spMkLst>
            <pc:docMk/>
            <pc:sldMk cId="645276367" sldId="1300"/>
            <ac:spMk id="4" creationId="{324EC49D-7815-D243-57FD-5609B481E5A9}"/>
          </ac:spMkLst>
        </pc:spChg>
        <pc:spChg chg="mod">
          <ac:chgData name="Feist, Ella" userId="992bbaf2-811d-42cb-a4d6-e7fc45e325e8" providerId="ADAL" clId="{006420B0-0A28-4BB7-A630-40AC9E9C848A}" dt="2025-05-28T09:24:05.153" v="109" actId="20577"/>
          <ac:spMkLst>
            <pc:docMk/>
            <pc:sldMk cId="645276367" sldId="1300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24:08.603" v="122" actId="1035"/>
          <ac:spMkLst>
            <pc:docMk/>
            <pc:sldMk cId="645276367" sldId="1300"/>
            <ac:spMk id="7" creationId="{E2A6CCE4-EEF8-F77B-3E7E-D6FBB05733E1}"/>
          </ac:spMkLst>
        </pc:spChg>
      </pc:sldChg>
      <pc:sldChg chg="modSp mod">
        <pc:chgData name="Feist, Ella" userId="992bbaf2-811d-42cb-a4d6-e7fc45e325e8" providerId="ADAL" clId="{006420B0-0A28-4BB7-A630-40AC9E9C848A}" dt="2025-05-28T09:24:43.014" v="143" actId="108"/>
        <pc:sldMkLst>
          <pc:docMk/>
          <pc:sldMk cId="1555898500" sldId="1301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24:15.558" v="123"/>
          <ac:spMkLst>
            <pc:docMk/>
            <pc:sldMk cId="1555898500" sldId="1301"/>
            <ac:spMk id="3" creationId="{11FE5549-C3F8-41FE-9750-93D17E11C8CC}"/>
          </ac:spMkLst>
        </pc:spChg>
        <pc:spChg chg="mod">
          <ac:chgData name="Feist, Ella" userId="992bbaf2-811d-42cb-a4d6-e7fc45e325e8" providerId="ADAL" clId="{006420B0-0A28-4BB7-A630-40AC9E9C848A}" dt="2025-05-28T09:24:20.372" v="127" actId="1035"/>
          <ac:spMkLst>
            <pc:docMk/>
            <pc:sldMk cId="1555898500" sldId="1301"/>
            <ac:spMk id="4" creationId="{7C4C501A-5D6B-9A38-C410-08CA384BFEFE}"/>
          </ac:spMkLst>
        </pc:spChg>
        <pc:spChg chg="mod">
          <ac:chgData name="Feist, Ella" userId="992bbaf2-811d-42cb-a4d6-e7fc45e325e8" providerId="ADAL" clId="{006420B0-0A28-4BB7-A630-40AC9E9C848A}" dt="2025-05-28T09:24:43.014" v="143" actId="108"/>
          <ac:spMkLst>
            <pc:docMk/>
            <pc:sldMk cId="1555898500" sldId="1301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24:31.285" v="138" actId="1035"/>
          <ac:spMkLst>
            <pc:docMk/>
            <pc:sldMk cId="1555898500" sldId="1301"/>
            <ac:spMk id="8" creationId="{79BEC91C-1E62-BC38-92A3-1C96157722D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9" creationId="{34DAA58E-7E40-72E3-81E0-B8A2F4F37DD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10" creationId="{B97E9A35-C8A5-0DF8-7492-52112DA5DB6E}"/>
          </ac:spMkLst>
        </pc:spChg>
      </pc:sldChg>
      <pc:sldChg chg="delSp modSp mod modClrScheme chgLayout">
        <pc:chgData name="Feist, Ella" userId="992bbaf2-811d-42cb-a4d6-e7fc45e325e8" providerId="ADAL" clId="{006420B0-0A28-4BB7-A630-40AC9E9C848A}" dt="2025-05-28T09:26:15.952" v="189" actId="20577"/>
        <pc:sldMkLst>
          <pc:docMk/>
          <pc:sldMk cId="2421231467" sldId="1302"/>
        </pc:sldMkLst>
        <pc:spChg chg="mod ord">
          <ac:chgData name="Feist, Ella" userId="992bbaf2-811d-42cb-a4d6-e7fc45e325e8" providerId="ADAL" clId="{006420B0-0A28-4BB7-A630-40AC9E9C848A}" dt="2025-05-28T09:25:57.981" v="178" actId="700"/>
          <ac:spMkLst>
            <pc:docMk/>
            <pc:sldMk cId="2421231467" sldId="1302"/>
            <ac:spMk id="2" creationId="{D7EC235F-614F-714E-A97F-4FF50EFF14FD}"/>
          </ac:spMkLst>
        </pc:spChg>
        <pc:spChg chg="mod ord">
          <ac:chgData name="Feist, Ella" userId="992bbaf2-811d-42cb-a4d6-e7fc45e325e8" providerId="ADAL" clId="{006420B0-0A28-4BB7-A630-40AC9E9C848A}" dt="2025-05-28T09:26:15.952" v="189" actId="20577"/>
          <ac:spMkLst>
            <pc:docMk/>
            <pc:sldMk cId="2421231467" sldId="1302"/>
            <ac:spMk id="4" creationId="{E9C5A723-C0B1-124B-8CB6-AA3105C9A4E6}"/>
          </ac:spMkLst>
        </pc:spChg>
        <pc:spChg chg="mod ord">
          <ac:chgData name="Feist, Ella" userId="992bbaf2-811d-42cb-a4d6-e7fc45e325e8" providerId="ADAL" clId="{006420B0-0A28-4BB7-A630-40AC9E9C848A}" dt="2025-05-28T09:25:57.981" v="178" actId="700"/>
          <ac:spMkLst>
            <pc:docMk/>
            <pc:sldMk cId="2421231467" sldId="1302"/>
            <ac:spMk id="7" creationId="{AB6292F4-1986-CE9F-04C1-ED20F08AC8EB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26:30.520" v="196" actId="20577"/>
        <pc:sldMkLst>
          <pc:docMk/>
          <pc:sldMk cId="4284937456" sldId="1303"/>
        </pc:sldMkLst>
        <pc:spChg chg="mod ord">
          <ac:chgData name="Feist, Ella" userId="992bbaf2-811d-42cb-a4d6-e7fc45e325e8" providerId="ADAL" clId="{006420B0-0A28-4BB7-A630-40AC9E9C848A}" dt="2025-05-28T09:26:23.693" v="192" actId="6264"/>
          <ac:spMkLst>
            <pc:docMk/>
            <pc:sldMk cId="4284937456" sldId="1303"/>
            <ac:spMk id="2" creationId="{D7EC235F-614F-714E-A97F-4FF50EFF14FD}"/>
          </ac:spMkLst>
        </pc:spChg>
        <pc:spChg chg="mod ord">
          <ac:chgData name="Feist, Ella" userId="992bbaf2-811d-42cb-a4d6-e7fc45e325e8" providerId="ADAL" clId="{006420B0-0A28-4BB7-A630-40AC9E9C848A}" dt="2025-05-28T09:26:30.520" v="196" actId="20577"/>
          <ac:spMkLst>
            <pc:docMk/>
            <pc:sldMk cId="4284937456" sldId="1303"/>
            <ac:spMk id="4" creationId="{E9C5A723-C0B1-124B-8CB6-AA3105C9A4E6}"/>
          </ac:spMkLst>
        </pc:spChg>
        <pc:spChg chg="mod ord">
          <ac:chgData name="Feist, Ella" userId="992bbaf2-811d-42cb-a4d6-e7fc45e325e8" providerId="ADAL" clId="{006420B0-0A28-4BB7-A630-40AC9E9C848A}" dt="2025-05-28T09:26:25.221" v="193" actId="20577"/>
          <ac:spMkLst>
            <pc:docMk/>
            <pc:sldMk cId="4284937456" sldId="1303"/>
            <ac:spMk id="5" creationId="{D84B8EFC-6D9A-EDD3-A096-51F3F0B36041}"/>
          </ac:spMkLst>
        </pc:spChg>
      </pc:sldChg>
      <pc:sldChg chg="modSp mod modClrScheme chgLayout">
        <pc:chgData name="Feist, Ella" userId="992bbaf2-811d-42cb-a4d6-e7fc45e325e8" providerId="ADAL" clId="{006420B0-0A28-4BB7-A630-40AC9E9C848A}" dt="2025-05-28T09:26:51.103" v="206" actId="20577"/>
        <pc:sldMkLst>
          <pc:docMk/>
          <pc:sldMk cId="892775036" sldId="1304"/>
        </pc:sldMkLst>
        <pc:spChg chg="mod ord">
          <ac:chgData name="Feist, Ella" userId="992bbaf2-811d-42cb-a4d6-e7fc45e325e8" providerId="ADAL" clId="{006420B0-0A28-4BB7-A630-40AC9E9C848A}" dt="2025-05-28T09:26:34.259" v="197" actId="700"/>
          <ac:spMkLst>
            <pc:docMk/>
            <pc:sldMk cId="892775036" sldId="1304"/>
            <ac:spMk id="2" creationId="{F111C5DB-635E-4576-A4C3-837B7E452E1E}"/>
          </ac:spMkLst>
        </pc:spChg>
        <pc:spChg chg="mod ord">
          <ac:chgData name="Feist, Ella" userId="992bbaf2-811d-42cb-a4d6-e7fc45e325e8" providerId="ADAL" clId="{006420B0-0A28-4BB7-A630-40AC9E9C848A}" dt="2025-05-28T09:26:34.259" v="197" actId="700"/>
          <ac:spMkLst>
            <pc:docMk/>
            <pc:sldMk cId="892775036" sldId="1304"/>
            <ac:spMk id="3" creationId="{97C3AA5F-B1EA-50BA-8892-C208AF03FE89}"/>
          </ac:spMkLst>
        </pc:spChg>
        <pc:spChg chg="mod ord">
          <ac:chgData name="Feist, Ella" userId="992bbaf2-811d-42cb-a4d6-e7fc45e325e8" providerId="ADAL" clId="{006420B0-0A28-4BB7-A630-40AC9E9C848A}" dt="2025-05-28T09:26:51.103" v="206" actId="20577"/>
          <ac:spMkLst>
            <pc:docMk/>
            <pc:sldMk cId="892775036" sldId="130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006420B0-0A28-4BB7-A630-40AC9E9C848A}" dt="2025-05-28T09:25:48.693" v="174" actId="20577"/>
        <pc:sldMkLst>
          <pc:docMk/>
          <pc:sldMk cId="2923788605" sldId="130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923788605" sldId="1305"/>
            <ac:spMk id="4" creationId="{1360FCE1-0304-7E55-F523-26332F158558}"/>
          </ac:spMkLst>
        </pc:spChg>
        <pc:spChg chg="mod">
          <ac:chgData name="Feist, Ella" userId="992bbaf2-811d-42cb-a4d6-e7fc45e325e8" providerId="ADAL" clId="{006420B0-0A28-4BB7-A630-40AC9E9C848A}" dt="2025-05-28T09:25:48.693" v="174" actId="20577"/>
          <ac:spMkLst>
            <pc:docMk/>
            <pc:sldMk cId="2923788605" sldId="1305"/>
            <ac:spMk id="5" creationId="{A65B2355-F2E1-C667-7191-8D7188DBD9E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923788605" sldId="1305"/>
            <ac:spMk id="6" creationId="{7758EEDB-F501-B3CE-C8A0-4FB89E29E198}"/>
          </ac:spMkLst>
        </pc:spChg>
      </pc:sld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160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We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explore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5" noProof="0" dirty="0">
                <a:latin typeface="+mn-lt"/>
                <a:cs typeface="Segoe UI"/>
              </a:rPr>
              <a:t> 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text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text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produced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tools)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processed,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filter</a:t>
            </a:r>
            <a:r>
              <a:rPr lang="en-GB" sz="1200" spc="-20" noProof="0" dirty="0">
                <a:latin typeface="+mn-lt"/>
                <a:cs typeface="Segoe UI"/>
              </a:rPr>
              <a:t> tools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produce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brand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tools.</a:t>
            </a:r>
            <a:endParaRPr lang="en-GB" sz="1200" noProof="0" dirty="0">
              <a:latin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48881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63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43539"/>
          </a:xfrm>
        </p:spPr>
        <p:txBody>
          <a:bodyPr/>
          <a:lstStyle/>
          <a:p>
            <a:pPr marL="12700" marR="23304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(normally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screen). </a:t>
            </a:r>
          </a:p>
          <a:p>
            <a:pPr marL="12700" marR="2330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695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does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worry about where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input </a:t>
            </a:r>
            <a:r>
              <a:rPr lang="en-GB" sz="1200" spc="-20" noProof="0" dirty="0">
                <a:latin typeface="+mn-lt"/>
                <a:cs typeface="Segoe UI"/>
              </a:rPr>
              <a:t>comes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where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output goes; </a:t>
            </a:r>
            <a:r>
              <a:rPr lang="en-GB" sz="1200" spc="-10" noProof="0" dirty="0">
                <a:latin typeface="+mn-lt"/>
                <a:cs typeface="Segoe UI"/>
              </a:rPr>
              <a:t>These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determined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program.</a:t>
            </a:r>
          </a:p>
          <a:p>
            <a:pPr marL="12700" marR="1695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</a:t>
            </a:r>
            <a:r>
              <a:rPr lang="en-GB" sz="1200" spc="-15" noProof="0" dirty="0">
                <a:latin typeface="+mn-lt"/>
                <a:cs typeface="Segoe UI"/>
              </a:rPr>
              <a:t> 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source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destination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output,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certain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apply.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file appears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stream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data.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Normally, </a:t>
            </a:r>
            <a:r>
              <a:rPr lang="en-GB" sz="1200" spc="-20" noProof="0" dirty="0">
                <a:latin typeface="+mn-lt"/>
                <a:cs typeface="Segoe UI"/>
              </a:rPr>
              <a:t>each process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to some </a:t>
            </a:r>
            <a:r>
              <a:rPr lang="en-GB" sz="1200" spc="-20" noProof="0" dirty="0">
                <a:latin typeface="+mn-lt"/>
                <a:cs typeface="Segoe UI"/>
              </a:rPr>
              <a:t>standard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principally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always </a:t>
            </a:r>
            <a:r>
              <a:rPr lang="en-GB" sz="1200" spc="-20" noProof="0" dirty="0">
                <a:latin typeface="+mn-lt"/>
                <a:cs typeface="Segoe UI"/>
              </a:rPr>
              <a:t>assumed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spc="-15" noProof="0" dirty="0">
                <a:latin typeface="+mn-lt"/>
                <a:cs typeface="Segoe UI"/>
              </a:rPr>
              <a:t>for any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They are </a:t>
            </a:r>
            <a:r>
              <a:rPr lang="en-GB" sz="1200" spc="-25" noProof="0" dirty="0">
                <a:latin typeface="+mn-lt"/>
                <a:cs typeface="Segoe UI"/>
              </a:rPr>
              <a:t>associated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spc="-15" noProof="0" dirty="0">
                <a:latin typeface="+mn-lt"/>
                <a:cs typeface="Segoe UI"/>
              </a:rPr>
              <a:t>some </a:t>
            </a:r>
            <a:r>
              <a:rPr lang="en-GB" sz="1200" spc="-25" noProof="0" dirty="0">
                <a:latin typeface="+mn-lt"/>
                <a:cs typeface="Segoe UI"/>
              </a:rPr>
              <a:t>file,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known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  <a:r>
              <a:rPr lang="en-GB" sz="1200" spc="1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Hence,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said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anonymous.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5244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default, </a:t>
            </a:r>
            <a:r>
              <a:rPr lang="en-GB" sz="1200" spc="-15" noProof="0" dirty="0">
                <a:latin typeface="+mn-lt"/>
                <a:cs typeface="Segoe UI"/>
              </a:rPr>
              <a:t>both the input and output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connected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terminal,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independently,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70275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2562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Recall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spc="204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itself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create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child, then the child shell exec's the </a:t>
            </a:r>
            <a:r>
              <a:rPr lang="en-GB" sz="1200" spc="-15" noProof="0" dirty="0">
                <a:latin typeface="+mn-lt"/>
                <a:cs typeface="Segoe UI"/>
              </a:rPr>
              <a:t>new program.</a:t>
            </a: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the child, </a:t>
            </a:r>
            <a:r>
              <a:rPr lang="en-GB" sz="1200" spc="-15" noProof="0" dirty="0">
                <a:latin typeface="+mn-lt"/>
                <a:cs typeface="Segoe UI"/>
              </a:rPr>
              <a:t>before </a:t>
            </a:r>
            <a:r>
              <a:rPr lang="en-GB" sz="1200" spc="-20" noProof="0" dirty="0">
                <a:latin typeface="+mn-lt"/>
                <a:cs typeface="Segoe UI"/>
              </a:rPr>
              <a:t>the exec </a:t>
            </a:r>
            <a:r>
              <a:rPr lang="en-GB" sz="1200" spc="-15" noProof="0" dirty="0">
                <a:latin typeface="+mn-lt"/>
                <a:cs typeface="Segoe UI"/>
              </a:rPr>
              <a:t>is done, </a:t>
            </a:r>
            <a:r>
              <a:rPr lang="en-GB" sz="1200" spc="-20" noProof="0" dirty="0">
                <a:latin typeface="+mn-lt"/>
                <a:cs typeface="Segoe UI"/>
              </a:rPr>
              <a:t>the shell can </a:t>
            </a:r>
            <a:r>
              <a:rPr lang="en-GB" sz="1200" spc="-25" noProof="0" dirty="0">
                <a:latin typeface="+mn-lt"/>
                <a:cs typeface="Segoe UI"/>
              </a:rPr>
              <a:t>alter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open </a:t>
            </a:r>
            <a:r>
              <a:rPr lang="en-GB" sz="1200" spc="-20" noProof="0" dirty="0">
                <a:latin typeface="+mn-lt"/>
                <a:cs typeface="Segoe UI"/>
              </a:rPr>
              <a:t>file descriptors,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this includes </a:t>
            </a:r>
            <a:r>
              <a:rPr lang="en-GB" sz="1200" spc="-15" noProof="0" dirty="0">
                <a:latin typeface="+mn-lt"/>
                <a:cs typeface="Segoe UI"/>
              </a:rPr>
              <a:t>the three </a:t>
            </a:r>
            <a:r>
              <a:rPr lang="en-GB" sz="1200" spc="-20" noProof="0" dirty="0">
                <a:latin typeface="+mn-lt"/>
                <a:cs typeface="Segoe UI"/>
              </a:rPr>
              <a:t>standard streams.</a:t>
            </a: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0" noProof="0" dirty="0">
                <a:latin typeface="+mn-lt"/>
                <a:cs typeface="Segoe UI"/>
              </a:rPr>
              <a:t>redirection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possibly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create)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47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exec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program's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stdin,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terminal.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9939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Remember, if </a:t>
            </a:r>
            <a:r>
              <a:rPr lang="en-GB" sz="1200" spc="-20" noProof="0" dirty="0">
                <a:latin typeface="+mn-lt"/>
                <a:cs typeface="Segoe UI"/>
              </a:rPr>
              <a:t>redirection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required,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possibly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create)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47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exec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program's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stdin,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terminal.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syntax</a:t>
            </a:r>
            <a:r>
              <a:rPr lang="en-GB" sz="1200" spc="-15" noProof="0" dirty="0">
                <a:latin typeface="+mn-lt"/>
                <a:cs typeface="Segoe UI"/>
              </a:rPr>
              <a:t> 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achieve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fairly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straightforward: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10" noProof="0" dirty="0">
                <a:latin typeface="+mn-lt"/>
                <a:cs typeface="Segoe UI"/>
              </a:rPr>
              <a:t>1&gt;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redirect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stdout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2&gt;file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clobber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–o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noclobber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option),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5" noProof="0" dirty="0">
                <a:latin typeface="+mn-lt"/>
                <a:cs typeface="Segoe UI"/>
              </a:rPr>
              <a:t>&gt;&gt;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rarely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achieved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&lt;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92945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9645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44185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4627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65090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20" dirty="0">
                <a:latin typeface="+mn-lt"/>
                <a:cs typeface="Segoe UI"/>
              </a:rPr>
              <a:t>Multiple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entered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single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with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use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semicolon.</a:t>
            </a:r>
            <a:endParaRPr lang="en-US" sz="1200" spc="204" dirty="0">
              <a:latin typeface="+mn-lt"/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separated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spc="-254" dirty="0">
                <a:latin typeface="+mn-lt"/>
                <a:cs typeface="Segoe UI"/>
              </a:rPr>
              <a:t> </a:t>
            </a:r>
            <a:r>
              <a:rPr lang="en-US" sz="1200" spc="5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semicolon </a:t>
            </a:r>
            <a:r>
              <a:rPr lang="en-US" sz="1200" spc="-15" dirty="0">
                <a:latin typeface="+mn-lt"/>
                <a:cs typeface="Segoe UI"/>
              </a:rPr>
              <a:t>are </a:t>
            </a:r>
            <a:r>
              <a:rPr lang="en-US" sz="1200" spc="-25" dirty="0">
                <a:latin typeface="+mn-lt"/>
                <a:cs typeface="Segoe UI"/>
              </a:rPr>
              <a:t>executed sequentially </a:t>
            </a:r>
            <a:r>
              <a:rPr lang="en-US" sz="1200" spc="-5" dirty="0">
                <a:latin typeface="+mn-lt"/>
                <a:cs typeface="Segoe UI"/>
              </a:rPr>
              <a:t>by </a:t>
            </a:r>
            <a:r>
              <a:rPr lang="en-US" sz="1200" spc="-20" dirty="0">
                <a:latin typeface="+mn-lt"/>
                <a:cs typeface="Segoe UI"/>
              </a:rPr>
              <a:t>the current shell. Both built-ins </a:t>
            </a:r>
            <a:r>
              <a:rPr lang="en-US" sz="1200" spc="-15" dirty="0">
                <a:latin typeface="+mn-lt"/>
                <a:cs typeface="Segoe UI"/>
              </a:rPr>
              <a:t>and </a:t>
            </a:r>
            <a:r>
              <a:rPr lang="en-US" sz="1200" spc="-25" dirty="0">
                <a:latin typeface="+mn-lt"/>
                <a:cs typeface="Segoe UI"/>
              </a:rPr>
              <a:t>externals </a:t>
            </a:r>
            <a:r>
              <a:rPr lang="en-US" sz="1200" spc="-20" dirty="0">
                <a:latin typeface="+mn-lt"/>
                <a:cs typeface="Segoe UI"/>
              </a:rPr>
              <a:t>can </a:t>
            </a:r>
            <a:r>
              <a:rPr lang="en-US" sz="1200" spc="-5" dirty="0">
                <a:latin typeface="+mn-lt"/>
                <a:cs typeface="Segoe UI"/>
              </a:rPr>
              <a:t>be </a:t>
            </a:r>
            <a:r>
              <a:rPr lang="en-US" sz="1200" spc="-15" dirty="0">
                <a:latin typeface="+mn-lt"/>
                <a:cs typeface="Segoe UI"/>
              </a:rPr>
              <a:t>part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this 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mechanism.</a:t>
            </a:r>
            <a:endParaRPr lang="en-US" sz="1200" dirty="0">
              <a:latin typeface="+mn-lt"/>
              <a:cs typeface="Segoe UI"/>
            </a:endParaRPr>
          </a:p>
          <a:p>
            <a:pPr marL="12700" marR="92710">
              <a:lnSpc>
                <a:spcPct val="100000"/>
              </a:lnSpc>
              <a:spcBef>
                <a:spcPts val="605"/>
              </a:spcBef>
            </a:pPr>
            <a:r>
              <a:rPr lang="en-US" sz="1200" spc="-15" dirty="0">
                <a:latin typeface="+mn-lt"/>
                <a:cs typeface="Segoe UI"/>
              </a:rPr>
              <a:t>There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no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limit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number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25" dirty="0">
                <a:latin typeface="+mn-lt"/>
                <a:cs typeface="Segoe UI"/>
              </a:rPr>
              <a:t> specified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single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(other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length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9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itself).</a:t>
            </a:r>
            <a:endParaRPr lang="en-US" sz="1200" dirty="0">
              <a:latin typeface="+mn-lt"/>
              <a:cs typeface="Segoe UI"/>
            </a:endParaRPr>
          </a:p>
          <a:p>
            <a:pPr marL="12700" marR="180975">
              <a:lnSpc>
                <a:spcPct val="100000"/>
              </a:lnSpc>
              <a:spcBef>
                <a:spcPts val="600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use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parentheses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groups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or</a:t>
            </a:r>
            <a:r>
              <a:rPr lang="en-US" sz="1200" spc="-15" dirty="0">
                <a:latin typeface="+mn-lt"/>
                <a:cs typeface="Segoe UI"/>
              </a:rPr>
              <a:t> more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together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executes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them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as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subshell.</a:t>
            </a:r>
          </a:p>
          <a:p>
            <a:pPr marL="12700" marR="180975">
              <a:lnSpc>
                <a:spcPct val="100000"/>
              </a:lnSpc>
              <a:spcBef>
                <a:spcPts val="600"/>
              </a:spcBef>
            </a:pP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54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 inherits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environment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parent shell </a:t>
            </a:r>
            <a:r>
              <a:rPr lang="en-US" sz="1200" spc="-10" dirty="0">
                <a:latin typeface="+mn-lt"/>
                <a:cs typeface="Segoe UI"/>
              </a:rPr>
              <a:t>but </a:t>
            </a:r>
            <a:r>
              <a:rPr lang="en-US" sz="1200" spc="-20" dirty="0">
                <a:latin typeface="+mn-lt"/>
                <a:cs typeface="Segoe UI"/>
              </a:rPr>
              <a:t>cannot make </a:t>
            </a:r>
            <a:r>
              <a:rPr lang="en-US" sz="1200" spc="-15" dirty="0">
                <a:latin typeface="+mn-lt"/>
                <a:cs typeface="Segoe UI"/>
              </a:rPr>
              <a:t>any </a:t>
            </a:r>
            <a:r>
              <a:rPr lang="en-US" sz="1200" spc="-25" dirty="0">
                <a:latin typeface="+mn-lt"/>
                <a:cs typeface="Segoe UI"/>
              </a:rPr>
              <a:t>modifications </a:t>
            </a:r>
            <a:r>
              <a:rPr lang="en-US" sz="1200" spc="-15" dirty="0">
                <a:latin typeface="+mn-lt"/>
                <a:cs typeface="Segoe UI"/>
              </a:rPr>
              <a:t>to the </a:t>
            </a:r>
            <a:r>
              <a:rPr lang="en-US" sz="1200" spc="-20" dirty="0">
                <a:latin typeface="+mn-lt"/>
                <a:cs typeface="Segoe UI"/>
              </a:rPr>
              <a:t>parent's 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environment.</a:t>
            </a:r>
            <a:endParaRPr lang="en-US" sz="120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200" spc="-20" dirty="0">
                <a:latin typeface="+mn-lt"/>
                <a:cs typeface="Segoe UI"/>
              </a:rPr>
              <a:t>Subshells</a:t>
            </a:r>
            <a:r>
              <a:rPr lang="en-US" sz="1200" spc="-9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are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useful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executing</a:t>
            </a:r>
            <a:r>
              <a:rPr lang="en-US" sz="1200" spc="-20" dirty="0">
                <a:latin typeface="+mn-lt"/>
                <a:cs typeface="Segoe UI"/>
              </a:rPr>
              <a:t> commands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need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change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(such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modifying working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directory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),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without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causing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affect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current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shell’s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environment.</a:t>
            </a:r>
            <a:endParaRPr lang="en-US" sz="1200" dirty="0">
              <a:latin typeface="+mn-lt"/>
              <a:cs typeface="Segoe UI"/>
            </a:endParaRPr>
          </a:p>
          <a:p>
            <a:endParaRPr lang="en-GB" dirty="0">
              <a:latin typeface="+mn-lt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6041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400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When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we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type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symbol,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check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if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destination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exists.</a:t>
            </a:r>
          </a:p>
          <a:p>
            <a:pPr marL="12700" marR="400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If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not,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create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 </a:t>
            </a:r>
            <a:r>
              <a:rPr lang="en-US" sz="1200" spc="-20" dirty="0">
                <a:latin typeface="+mn-lt"/>
                <a:cs typeface="Segoe UI"/>
              </a:rPr>
              <a:t>empty file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the specified name.</a:t>
            </a:r>
            <a:endParaRPr lang="en-US" sz="1200" spc="-15" dirty="0">
              <a:latin typeface="+mn-lt"/>
              <a:cs typeface="Segoe UI"/>
            </a:endParaRPr>
          </a:p>
          <a:p>
            <a:pPr marL="12700" marR="400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If </a:t>
            </a:r>
            <a:r>
              <a:rPr lang="en-US" sz="1200" spc="-20" dirty="0">
                <a:latin typeface="+mn-lt"/>
                <a:cs typeface="Segoe UI"/>
              </a:rPr>
              <a:t>the file already </a:t>
            </a:r>
            <a:r>
              <a:rPr lang="en-US" sz="1200" spc="-25" dirty="0">
                <a:latin typeface="+mn-lt"/>
                <a:cs typeface="Segoe UI"/>
              </a:rPr>
              <a:t>exists, and we are using a single &gt; ,</a:t>
            </a:r>
            <a:r>
              <a:rPr lang="en-US" sz="1200" spc="-20" dirty="0">
                <a:latin typeface="+mn-lt"/>
                <a:cs typeface="Segoe UI"/>
              </a:rPr>
              <a:t> the shell will </a:t>
            </a:r>
            <a:r>
              <a:rPr lang="en-US" sz="1200" spc="-25" dirty="0">
                <a:latin typeface="+mn-lt"/>
                <a:cs typeface="Segoe UI"/>
              </a:rPr>
              <a:t>clear </a:t>
            </a:r>
            <a:r>
              <a:rPr lang="en-US" sz="1200" spc="-20" dirty="0">
                <a:latin typeface="+mn-lt"/>
                <a:cs typeface="Segoe UI"/>
              </a:rPr>
              <a:t>its 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n</a:t>
            </a:r>
            <a:r>
              <a:rPr lang="en-US" sz="1200" dirty="0">
                <a:latin typeface="+mn-lt"/>
                <a:cs typeface="Segoe UI"/>
              </a:rPr>
              <a:t>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t</a:t>
            </a:r>
            <a:r>
              <a:rPr lang="en-US" sz="1200" spc="-20" dirty="0">
                <a:latin typeface="+mn-lt"/>
                <a:cs typeface="Segoe UI"/>
              </a:rPr>
              <a:t>h</a:t>
            </a:r>
            <a:r>
              <a:rPr lang="en-US" sz="1200" spc="-25" dirty="0">
                <a:latin typeface="+mn-lt"/>
                <a:cs typeface="Segoe UI"/>
              </a:rPr>
              <a:t>e</a:t>
            </a:r>
            <a:r>
              <a:rPr lang="en-US" sz="1200" dirty="0">
                <a:latin typeface="+mn-lt"/>
                <a:cs typeface="Segoe UI"/>
              </a:rPr>
              <a:t>n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spc="-25" dirty="0">
                <a:latin typeface="+mn-lt"/>
                <a:cs typeface="Segoe UI"/>
              </a:rPr>
              <a:t>e</a:t>
            </a:r>
            <a:r>
              <a:rPr lang="en-US" sz="1200" spc="-20" dirty="0">
                <a:latin typeface="+mn-lt"/>
                <a:cs typeface="Segoe UI"/>
              </a:rPr>
              <a:t>p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t</a:t>
            </a:r>
            <a:r>
              <a:rPr lang="en-US" sz="1200" spc="-20" dirty="0">
                <a:latin typeface="+mn-lt"/>
                <a:cs typeface="Segoe UI"/>
              </a:rPr>
              <a:t>h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fil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f</a:t>
            </a:r>
            <a:r>
              <a:rPr lang="en-US" sz="1200" spc="-20" dirty="0">
                <a:latin typeface="+mn-lt"/>
                <a:cs typeface="Segoe UI"/>
              </a:rPr>
              <a:t>o</a:t>
            </a:r>
            <a:r>
              <a:rPr lang="en-US" sz="1200" dirty="0">
                <a:latin typeface="+mn-lt"/>
                <a:cs typeface="Segoe UI"/>
              </a:rPr>
              <a:t>r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w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spc="-30" dirty="0">
                <a:latin typeface="+mn-lt"/>
                <a:cs typeface="Segoe UI"/>
              </a:rPr>
              <a:t>iti</a:t>
            </a:r>
            <a:r>
              <a:rPr lang="en-US" sz="1200" spc="-20" dirty="0">
                <a:latin typeface="+mn-lt"/>
                <a:cs typeface="Segoe UI"/>
              </a:rPr>
              <a:t>n</a:t>
            </a:r>
            <a:r>
              <a:rPr lang="en-US" sz="1200" dirty="0">
                <a:latin typeface="+mn-lt"/>
                <a:cs typeface="Segoe UI"/>
              </a:rPr>
              <a:t>g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b</a:t>
            </a:r>
            <a:r>
              <a:rPr lang="en-US" sz="1200" dirty="0">
                <a:latin typeface="+mn-lt"/>
                <a:cs typeface="Segoe UI"/>
              </a:rPr>
              <a:t>y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t</a:t>
            </a:r>
            <a:r>
              <a:rPr lang="en-US" sz="1200" spc="-20" dirty="0">
                <a:latin typeface="+mn-lt"/>
                <a:cs typeface="Segoe UI"/>
              </a:rPr>
              <a:t>h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35" dirty="0">
                <a:latin typeface="+mn-lt"/>
                <a:cs typeface="Segoe UI"/>
              </a:rPr>
              <a:t> c</a:t>
            </a:r>
            <a:r>
              <a:rPr lang="en-US" sz="1200" spc="-20" dirty="0">
                <a:latin typeface="+mn-lt"/>
                <a:cs typeface="Segoe UI"/>
              </a:rPr>
              <a:t>o</a:t>
            </a:r>
            <a:r>
              <a:rPr lang="en-US" sz="1200" spc="-25" dirty="0">
                <a:latin typeface="+mn-lt"/>
                <a:cs typeface="Segoe UI"/>
              </a:rPr>
              <a:t>mm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nd</a:t>
            </a:r>
            <a:r>
              <a:rPr lang="en-US" sz="1200" dirty="0">
                <a:latin typeface="+mn-lt"/>
                <a:cs typeface="Segoe UI"/>
              </a:rPr>
              <a:t>.</a:t>
            </a:r>
            <a:endParaRPr lang="en-US" sz="1200" spc="-2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US" sz="1200" spc="-20" dirty="0">
                <a:latin typeface="+mn-lt"/>
                <a:cs typeface="Segoe UI"/>
              </a:rPr>
              <a:t>This way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operation </a:t>
            </a:r>
            <a:r>
              <a:rPr lang="en-US" sz="1200" spc="-25" dirty="0">
                <a:latin typeface="+mn-lt"/>
                <a:cs typeface="Segoe UI"/>
              </a:rPr>
              <a:t>clearly indicates </a:t>
            </a:r>
            <a:r>
              <a:rPr lang="en-US" sz="1200" spc="-20" dirty="0">
                <a:latin typeface="+mn-lt"/>
                <a:cs typeface="Segoe UI"/>
              </a:rPr>
              <a:t>that </a:t>
            </a:r>
            <a:r>
              <a:rPr lang="en-US" sz="1200" spc="-25" dirty="0">
                <a:latin typeface="+mn-lt"/>
                <a:cs typeface="Segoe UI"/>
              </a:rPr>
              <a:t>caution </a:t>
            </a:r>
            <a:r>
              <a:rPr lang="en-US" sz="1200" spc="-15" dirty="0">
                <a:latin typeface="+mn-lt"/>
                <a:cs typeface="Segoe UI"/>
              </a:rPr>
              <a:t>is required </a:t>
            </a:r>
            <a:r>
              <a:rPr lang="en-US" sz="1200" spc="-20" dirty="0">
                <a:latin typeface="+mn-lt"/>
                <a:cs typeface="Segoe UI"/>
              </a:rPr>
              <a:t>when redirecting data into </a:t>
            </a:r>
            <a:r>
              <a:rPr lang="en-US" sz="1200" spc="-25" dirty="0">
                <a:latin typeface="+mn-lt"/>
                <a:cs typeface="Segoe UI"/>
              </a:rPr>
              <a:t>existing </a:t>
            </a:r>
            <a:r>
              <a:rPr lang="en-US" sz="1200" spc="-20" dirty="0">
                <a:latin typeface="+mn-lt"/>
                <a:cs typeface="Segoe UI"/>
              </a:rPr>
              <a:t>files. </a:t>
            </a:r>
            <a:r>
              <a:rPr lang="en-US" sz="1200" spc="-15" dirty="0">
                <a:latin typeface="+mn-lt"/>
                <a:cs typeface="Segoe UI"/>
              </a:rPr>
              <a:t>It is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very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easy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lose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data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not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even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realize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it.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dirty="0">
                <a:latin typeface="+mn-lt"/>
                <a:cs typeface="Segoe UI"/>
              </a:rPr>
              <a:t>Shell I/O redirection can be set up not to overwrite existing files by using the  set -o </a:t>
            </a:r>
            <a:r>
              <a:rPr lang="en-GB" sz="1200" dirty="0" err="1">
                <a:latin typeface="+mn-lt"/>
                <a:cs typeface="Segoe UI"/>
              </a:rPr>
              <a:t>noclobber</a:t>
            </a:r>
            <a:r>
              <a:rPr lang="en-GB" sz="1200" dirty="0">
                <a:latin typeface="+mn-lt"/>
                <a:cs typeface="Segoe UI"/>
              </a:rPr>
              <a:t> option.</a:t>
            </a:r>
          </a:p>
          <a:p>
            <a:pPr marL="12700" marR="465455">
              <a:lnSpc>
                <a:spcPct val="100000"/>
              </a:lnSpc>
              <a:spcBef>
                <a:spcPts val="600"/>
              </a:spcBef>
            </a:pPr>
            <a:r>
              <a:rPr lang="en-US" sz="1200" spc="-20" dirty="0">
                <a:latin typeface="+mn-lt"/>
                <a:cs typeface="Segoe UI"/>
              </a:rPr>
              <a:t>This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option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applies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only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current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I/O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redirection;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still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possible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other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programs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overwrite</a:t>
            </a:r>
            <a:r>
              <a:rPr lang="en-US" sz="1200" spc="-9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existing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files.</a:t>
            </a:r>
            <a:endParaRPr lang="en-US" sz="1200" spc="-15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20" dirty="0" err="1">
                <a:latin typeface="+mn-lt"/>
                <a:cs typeface="Segoe UI"/>
              </a:rPr>
              <a:t>noclobber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option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overridden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by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syntax</a:t>
            </a:r>
            <a:r>
              <a:rPr lang="en-US" sz="1200" spc="2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&gt;|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file.</a:t>
            </a:r>
            <a:endParaRPr lang="en-US" sz="1200" dirty="0">
              <a:latin typeface="+mn-lt"/>
              <a:cs typeface="Segoe UI"/>
            </a:endParaRPr>
          </a:p>
          <a:p>
            <a:endParaRPr lang="en-GB" dirty="0"/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53387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standard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stream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from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5" dirty="0">
                <a:latin typeface="+mn-lt"/>
                <a:cs typeface="Segoe UI"/>
              </a:rPr>
              <a:t>&lt;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symbol.</a:t>
            </a:r>
            <a:endParaRPr lang="en-US" sz="1200" spc="21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examples </a:t>
            </a:r>
            <a:r>
              <a:rPr lang="en-US" sz="1200" spc="-15" dirty="0">
                <a:latin typeface="+mn-lt"/>
                <a:cs typeface="Segoe UI"/>
              </a:rPr>
              <a:t>show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its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use </a:t>
            </a:r>
            <a:r>
              <a:rPr lang="en-US" sz="1200" spc="-25" dirty="0">
                <a:latin typeface="+mn-lt"/>
                <a:cs typeface="Segoe UI"/>
              </a:rPr>
              <a:t>with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the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 err="1">
                <a:latin typeface="+mn-lt"/>
                <a:cs typeface="Segoe UI"/>
              </a:rPr>
              <a:t>mysql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database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query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tool,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many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other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utilities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take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their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from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stdin.</a:t>
            </a:r>
            <a:endParaRPr lang="en-US" sz="1200" spc="-10" dirty="0">
              <a:latin typeface="+mn-lt"/>
              <a:cs typeface="Segoe UI"/>
            </a:endParaRPr>
          </a:p>
          <a:p>
            <a:pPr marL="12700" marR="130810">
              <a:lnSpc>
                <a:spcPct val="100000"/>
              </a:lnSpc>
              <a:spcBef>
                <a:spcPts val="600"/>
              </a:spcBef>
            </a:pPr>
            <a:r>
              <a:rPr lang="en-US" sz="1200" spc="-10" dirty="0">
                <a:latin typeface="+mn-lt"/>
                <a:cs typeface="Segoe UI"/>
              </a:rPr>
              <a:t>One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problem</a:t>
            </a:r>
            <a:r>
              <a:rPr lang="en-US" sz="1200" spc="-9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with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standard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files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this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way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extra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maintain,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you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cannot tell what </a:t>
            </a:r>
            <a:r>
              <a:rPr lang="en-US" sz="1200" spc="-15" dirty="0">
                <a:latin typeface="+mn-lt"/>
                <a:cs typeface="Segoe UI"/>
              </a:rPr>
              <a:t>the program is doing just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spc="-20" dirty="0">
                <a:latin typeface="+mn-lt"/>
                <a:cs typeface="Segoe UI"/>
              </a:rPr>
              <a:t>looking </a:t>
            </a:r>
            <a:r>
              <a:rPr lang="en-US" sz="1200" spc="-15" dirty="0">
                <a:latin typeface="+mn-lt"/>
                <a:cs typeface="Segoe UI"/>
              </a:rPr>
              <a:t>at the </a:t>
            </a:r>
            <a:r>
              <a:rPr lang="en-US" sz="1200" spc="-20" dirty="0">
                <a:latin typeface="+mn-lt"/>
                <a:cs typeface="Segoe UI"/>
              </a:rPr>
              <a:t>script.</a:t>
            </a:r>
          </a:p>
          <a:p>
            <a:pPr marL="12700" marR="130810">
              <a:lnSpc>
                <a:spcPct val="100000"/>
              </a:lnSpc>
              <a:spcBef>
                <a:spcPts val="600"/>
              </a:spcBef>
            </a:pPr>
            <a:r>
              <a:rPr lang="en-US" sz="1200" spc="5" dirty="0">
                <a:latin typeface="+mn-lt"/>
                <a:cs typeface="Segoe UI"/>
              </a:rPr>
              <a:t>A </a:t>
            </a:r>
            <a:r>
              <a:rPr lang="en-US" sz="1200" spc="-15" dirty="0">
                <a:latin typeface="+mn-lt"/>
                <a:cs typeface="Segoe UI"/>
              </a:rPr>
              <a:t>here </a:t>
            </a:r>
            <a:r>
              <a:rPr lang="en-US" sz="1200" spc="-20" dirty="0">
                <a:latin typeface="+mn-lt"/>
                <a:cs typeface="Segoe UI"/>
              </a:rPr>
              <a:t>document gives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way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embedding </a:t>
            </a:r>
            <a:r>
              <a:rPr lang="en-US" sz="1200" spc="-25" dirty="0">
                <a:latin typeface="+mn-lt"/>
                <a:cs typeface="Segoe UI"/>
              </a:rPr>
              <a:t>application </a:t>
            </a:r>
            <a:r>
              <a:rPr lang="en-US" sz="1200" spc="-20" dirty="0">
                <a:latin typeface="+mn-lt"/>
                <a:cs typeface="Segoe UI"/>
              </a:rPr>
              <a:t>data </a:t>
            </a:r>
            <a:r>
              <a:rPr lang="en-US" sz="1200" spc="-15" dirty="0">
                <a:latin typeface="+mn-lt"/>
                <a:cs typeface="Segoe UI"/>
              </a:rPr>
              <a:t>(in </a:t>
            </a:r>
            <a:r>
              <a:rPr lang="en-US" sz="1200" spc="-20" dirty="0">
                <a:latin typeface="+mn-lt"/>
                <a:cs typeface="Segoe UI"/>
              </a:rPr>
              <a:t>this case </a:t>
            </a:r>
            <a:r>
              <a:rPr lang="en-US" sz="1200" spc="-15" dirty="0">
                <a:latin typeface="+mn-lt"/>
                <a:cs typeface="Segoe UI"/>
              </a:rPr>
              <a:t>SQL) in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shell script.</a:t>
            </a:r>
            <a:r>
              <a:rPr lang="en-US" sz="1200" spc="-15" dirty="0">
                <a:latin typeface="+mn-lt"/>
                <a:cs typeface="Segoe UI"/>
              </a:rPr>
              <a:t> The </a:t>
            </a:r>
            <a:r>
              <a:rPr lang="en-US" sz="1200" spc="-5" dirty="0">
                <a:latin typeface="+mn-lt"/>
                <a:cs typeface="Segoe UI"/>
              </a:rPr>
              <a:t>&lt;&lt; </a:t>
            </a:r>
            <a:r>
              <a:rPr lang="en-US" sz="1200" spc="-20" dirty="0">
                <a:latin typeface="+mn-lt"/>
                <a:cs typeface="Segoe UI"/>
              </a:rPr>
              <a:t>symbols </a:t>
            </a:r>
            <a:r>
              <a:rPr lang="en-US" sz="1200" spc="-15" dirty="0">
                <a:latin typeface="+mn-lt"/>
                <a:cs typeface="Segoe UI"/>
              </a:rPr>
              <a:t>are </a:t>
            </a:r>
            <a:r>
              <a:rPr lang="en-US" sz="1200" spc="-20" dirty="0">
                <a:latin typeface="+mn-lt"/>
                <a:cs typeface="Segoe UI"/>
              </a:rPr>
              <a:t>followed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label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which </a:t>
            </a:r>
            <a:r>
              <a:rPr lang="en-US" sz="1200" spc="-25" dirty="0">
                <a:latin typeface="+mn-lt"/>
                <a:cs typeface="Segoe UI"/>
              </a:rPr>
              <a:t>terminate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'document'.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data can include environment </a:t>
            </a:r>
            <a:r>
              <a:rPr lang="en-US" sz="1200" spc="-25" dirty="0">
                <a:latin typeface="+mn-lt"/>
                <a:cs typeface="Segoe UI"/>
              </a:rPr>
              <a:t>variables </a:t>
            </a:r>
            <a:r>
              <a:rPr lang="en-US" sz="1200" spc="-20" dirty="0">
                <a:latin typeface="+mn-lt"/>
                <a:cs typeface="Segoe UI"/>
              </a:rPr>
              <a:t>with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dirty="0">
                <a:latin typeface="+mn-lt"/>
                <a:cs typeface="Segoe UI"/>
              </a:rPr>
              <a:t>$ </a:t>
            </a:r>
            <a:r>
              <a:rPr lang="en-US" sz="1200" spc="-20" dirty="0">
                <a:latin typeface="+mn-lt"/>
                <a:cs typeface="Segoe UI"/>
              </a:rPr>
              <a:t>prefix, </a:t>
            </a:r>
            <a:r>
              <a:rPr lang="en-US" sz="1200" spc="-15" dirty="0">
                <a:latin typeface="+mn-lt"/>
                <a:cs typeface="Segoe UI"/>
              </a:rPr>
              <a:t>and the </a:t>
            </a:r>
            <a:r>
              <a:rPr lang="en-US" sz="1200" spc="-1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value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substituted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at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run-time.</a:t>
            </a:r>
            <a:endParaRPr lang="en-US" sz="120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careful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with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using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here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documents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inside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if,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while,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statements, although i</a:t>
            </a:r>
            <a:r>
              <a:rPr lang="en-US" sz="1200" spc="-15" dirty="0">
                <a:latin typeface="+mn-lt"/>
                <a:cs typeface="Segoe UI"/>
              </a:rPr>
              <a:t>t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natural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(and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normally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good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idea) </a:t>
            </a:r>
            <a:r>
              <a:rPr lang="en-US" sz="1200" spc="-15" dirty="0">
                <a:latin typeface="+mn-lt"/>
                <a:cs typeface="Segoe UI"/>
              </a:rPr>
              <a:t>to </a:t>
            </a:r>
            <a:r>
              <a:rPr lang="en-US" sz="1200" spc="-20" dirty="0">
                <a:latin typeface="+mn-lt"/>
                <a:cs typeface="Segoe UI"/>
              </a:rPr>
              <a:t>indent </a:t>
            </a:r>
            <a:r>
              <a:rPr lang="en-US" sz="1200" spc="-25" dirty="0">
                <a:latin typeface="+mn-lt"/>
                <a:cs typeface="Segoe UI"/>
              </a:rPr>
              <a:t>statements </a:t>
            </a:r>
            <a:r>
              <a:rPr lang="en-US" sz="1200" spc="-20" dirty="0">
                <a:latin typeface="+mn-lt"/>
                <a:cs typeface="Segoe UI"/>
              </a:rPr>
              <a:t>inside constructs, </a:t>
            </a:r>
            <a:r>
              <a:rPr lang="en-US" sz="1200" spc="-10" dirty="0">
                <a:latin typeface="+mn-lt"/>
                <a:cs typeface="Segoe UI"/>
              </a:rPr>
              <a:t>but in this occasion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spaces </a:t>
            </a:r>
            <a:r>
              <a:rPr lang="en-US" sz="1200" spc="-10" dirty="0">
                <a:latin typeface="+mn-lt"/>
                <a:cs typeface="Segoe UI"/>
              </a:rPr>
              <a:t>or </a:t>
            </a:r>
            <a:r>
              <a:rPr lang="en-US" sz="1200" spc="-20" dirty="0">
                <a:latin typeface="+mn-lt"/>
                <a:cs typeface="Segoe UI"/>
              </a:rPr>
              <a:t>tabs </a:t>
            </a:r>
            <a:r>
              <a:rPr lang="en-US" sz="1200" spc="-25" dirty="0">
                <a:latin typeface="+mn-lt"/>
                <a:cs typeface="Segoe UI"/>
              </a:rPr>
              <a:t>will </a:t>
            </a:r>
            <a:r>
              <a:rPr lang="en-US" sz="1200" spc="-10" dirty="0">
                <a:latin typeface="+mn-lt"/>
                <a:cs typeface="Segoe UI"/>
              </a:rPr>
              <a:t>be </a:t>
            </a:r>
            <a:r>
              <a:rPr lang="en-US" sz="1200" spc="-20" dirty="0">
                <a:latin typeface="+mn-lt"/>
                <a:cs typeface="Segoe UI"/>
              </a:rPr>
              <a:t>included </a:t>
            </a:r>
            <a:r>
              <a:rPr lang="en-US" sz="1200" spc="-15" dirty="0">
                <a:latin typeface="+mn-lt"/>
                <a:cs typeface="Segoe UI"/>
              </a:rPr>
              <a:t>in the </a:t>
            </a:r>
            <a:r>
              <a:rPr lang="en-US" sz="1200" spc="-25" dirty="0">
                <a:latin typeface="+mn-lt"/>
                <a:cs typeface="Segoe UI"/>
              </a:rPr>
              <a:t>data</a:t>
            </a:r>
            <a:r>
              <a:rPr lang="en-US" sz="1200" spc="-25" dirty="0">
                <a:latin typeface="Segoe UI"/>
                <a:cs typeface="Segoe UI"/>
              </a:rPr>
              <a:t>.</a:t>
            </a:r>
            <a:endParaRPr lang="en-US" sz="1200" spc="-20" dirty="0">
              <a:latin typeface="Segoe UI"/>
              <a:cs typeface="Segoe UI"/>
            </a:endParaRPr>
          </a:p>
          <a:p>
            <a:endParaRPr lang="en-GB" dirty="0"/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13851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214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noProof="0" dirty="0">
                <a:latin typeface="+mn-lt"/>
              </a:rPr>
              <a:t> overwrites the output file if it already exists but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&gt;&gt; </a:t>
            </a:r>
            <a:r>
              <a:rPr lang="en-US" noProof="0" dirty="0">
                <a:latin typeface="+mn-lt"/>
              </a:rPr>
              <a:t>appends to the output file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noProof="0" dirty="0">
                <a:latin typeface="+mn-lt"/>
              </a:rPr>
              <a:t> redirects standard input from a file  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&lt;&lt;</a:t>
            </a:r>
            <a:r>
              <a:rPr lang="en-US" noProof="0" dirty="0">
                <a:latin typeface="+mn-lt"/>
              </a:rPr>
              <a:t> redirects standard input from a shell here document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Separate pointers would be maintained for each stream, and sooner or later they would start overwriting each other.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Methods include:</a:t>
            </a:r>
          </a:p>
          <a:p>
            <a:pPr marL="685789" lvl="1" indent="-228600">
              <a:buFont typeface="Arial" panose="020B0604020202020204" pitchFamily="34" charset="0"/>
              <a:buChar char="•"/>
            </a:pPr>
            <a:r>
              <a:rPr lang="en-US" noProof="0" dirty="0">
                <a:latin typeface="+mn-lt"/>
              </a:rPr>
              <a:t>Traditional methods are: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 file 2&gt;&amp;1  </a:t>
            </a:r>
            <a:r>
              <a:rPr lang="en-US" noProof="0" dirty="0">
                <a:latin typeface="+mn-lt"/>
              </a:rPr>
              <a:t>or 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 file 1&gt;&amp;2</a:t>
            </a:r>
          </a:p>
          <a:p>
            <a:pPr marL="685789" lvl="1" indent="-228600">
              <a:buFont typeface="Arial" panose="020B0604020202020204" pitchFamily="34" charset="0"/>
              <a:buChar char="•"/>
            </a:pPr>
            <a:r>
              <a:rPr lang="en-US" noProof="0" dirty="0">
                <a:latin typeface="+mn-lt"/>
              </a:rPr>
              <a:t>Methods introduced in BASH are: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&amp;&gt;file  </a:t>
            </a:r>
            <a:r>
              <a:rPr lang="en-US" noProof="0" dirty="0">
                <a:latin typeface="+mn-lt"/>
              </a:rPr>
              <a:t>or 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&gt;&amp;file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Set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noProof="0" dirty="0">
                <a:latin typeface="+mn-lt"/>
              </a:rPr>
              <a:t> option on the shell with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 –o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endParaRPr lang="en-GB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04633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945258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280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737751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538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23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985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8: Data streams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2AB1CC7-496A-3239-D36D-8D46D2EB6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A9EF12-5EB5-C870-72E3-7343B69F8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35734"/>
              </p:ext>
            </p:extLst>
          </p:nvPr>
        </p:nvGraphicFramePr>
        <p:xfrm>
          <a:off x="473406" y="3766288"/>
          <a:ext cx="6150678" cy="130447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150678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8: Data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9: Processes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10: Job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1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Data streams of a process</a:t>
            </a:r>
          </a:p>
        </p:txBody>
      </p:sp>
    </p:spTree>
    <p:extLst>
      <p:ext uri="{BB962C8B-B14F-4D97-AF65-F5344CB8AC3E}">
        <p14:creationId xmlns:p14="http://schemas.microsoft.com/office/powerpoint/2010/main" val="277445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streams of a process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52DC21E-C007-C047-DEE2-0C86480B9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380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CE2D7-715A-7E14-34F8-61D9DB735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streams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3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devices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represented</a:t>
            </a:r>
            <a:r>
              <a:rPr lang="en-US" sz="1800" spc="8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Including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devices,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together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keyboard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terminal(s).</a:t>
            </a:r>
          </a:p>
          <a:p>
            <a:pPr marL="284797" lvl="1" indent="0">
              <a:spcBef>
                <a:spcPts val="293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input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 output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These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keyboard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screen,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respectively.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E74264-732A-43BC-3215-D0C662855B31}"/>
              </a:ext>
            </a:extLst>
          </p:cNvPr>
          <p:cNvGrpSpPr/>
          <p:nvPr/>
        </p:nvGrpSpPr>
        <p:grpSpPr>
          <a:xfrm>
            <a:off x="2390002" y="4134093"/>
            <a:ext cx="7410407" cy="1751907"/>
            <a:chOff x="1842716" y="3487181"/>
            <a:chExt cx="8051346" cy="1751907"/>
          </a:xfrm>
        </p:grpSpPr>
        <p:sp>
          <p:nvSpPr>
            <p:cNvPr id="7" name="AutoShape 67">
              <a:extLst>
                <a:ext uri="{FF2B5EF4-FFF2-40B4-BE49-F238E27FC236}">
                  <a16:creationId xmlns:a16="http://schemas.microsoft.com/office/drawing/2014/main" id="{05D3551E-ABCE-D2BF-EB27-7BA5E7E8D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436" y="3671662"/>
              <a:ext cx="1976947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800" noProof="0" dirty="0"/>
                <a:t>     </a:t>
              </a:r>
              <a:r>
                <a:rPr lang="en-US" sz="20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stdout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CBB4761A-3801-E2DC-F30C-12007CE41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2716" y="3487181"/>
              <a:ext cx="1760844" cy="778830"/>
              <a:chOff x="449" y="1882"/>
              <a:chExt cx="1582" cy="378"/>
            </a:xfrm>
          </p:grpSpPr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A62FB77F-7769-237B-8B4B-5AD643AA6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882"/>
                <a:ext cx="1582" cy="322"/>
              </a:xfrm>
              <a:custGeom>
                <a:avLst/>
                <a:gdLst/>
                <a:ahLst/>
                <a:cxnLst>
                  <a:cxn ang="0">
                    <a:pos x="257" y="0"/>
                  </a:cxn>
                  <a:cxn ang="0">
                    <a:pos x="1581" y="131"/>
                  </a:cxn>
                  <a:cxn ang="0">
                    <a:pos x="1488" y="248"/>
                  </a:cxn>
                  <a:cxn ang="0">
                    <a:pos x="1397" y="321"/>
                  </a:cxn>
                  <a:cxn ang="0">
                    <a:pos x="0" y="160"/>
                  </a:cxn>
                  <a:cxn ang="0">
                    <a:pos x="105" y="115"/>
                  </a:cxn>
                  <a:cxn ang="0">
                    <a:pos x="257" y="0"/>
                  </a:cxn>
                </a:cxnLst>
                <a:rect l="0" t="0" r="r" b="b"/>
                <a:pathLst>
                  <a:path w="1582" h="322">
                    <a:moveTo>
                      <a:pt x="257" y="0"/>
                    </a:moveTo>
                    <a:lnTo>
                      <a:pt x="1581" y="131"/>
                    </a:lnTo>
                    <a:lnTo>
                      <a:pt x="1488" y="248"/>
                    </a:lnTo>
                    <a:lnTo>
                      <a:pt x="1397" y="321"/>
                    </a:lnTo>
                    <a:lnTo>
                      <a:pt x="0" y="160"/>
                    </a:lnTo>
                    <a:lnTo>
                      <a:pt x="105" y="115"/>
                    </a:lnTo>
                    <a:lnTo>
                      <a:pt x="257" y="0"/>
                    </a:lnTo>
                  </a:path>
                </a:pathLst>
              </a:custGeom>
              <a:solidFill>
                <a:srgbClr val="DFDFDF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AFBF24C0-E02B-63EC-ECB8-3B05BB669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08"/>
                <a:ext cx="380" cy="158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58" y="92"/>
                  </a:cxn>
                  <a:cxn ang="0">
                    <a:pos x="0" y="131"/>
                  </a:cxn>
                  <a:cxn ang="0">
                    <a:pos x="249" y="157"/>
                  </a:cxn>
                  <a:cxn ang="0">
                    <a:pos x="306" y="108"/>
                  </a:cxn>
                  <a:cxn ang="0">
                    <a:pos x="379" y="21"/>
                  </a:cxn>
                  <a:cxn ang="0">
                    <a:pos x="147" y="0"/>
                  </a:cxn>
                </a:cxnLst>
                <a:rect l="0" t="0" r="r" b="b"/>
                <a:pathLst>
                  <a:path w="380" h="158">
                    <a:moveTo>
                      <a:pt x="147" y="0"/>
                    </a:moveTo>
                    <a:lnTo>
                      <a:pt x="58" y="92"/>
                    </a:lnTo>
                    <a:lnTo>
                      <a:pt x="0" y="131"/>
                    </a:lnTo>
                    <a:lnTo>
                      <a:pt x="249" y="157"/>
                    </a:lnTo>
                    <a:lnTo>
                      <a:pt x="306" y="108"/>
                    </a:lnTo>
                    <a:lnTo>
                      <a:pt x="379" y="21"/>
                    </a:lnTo>
                    <a:lnTo>
                      <a:pt x="147" y="0"/>
                    </a:lnTo>
                  </a:path>
                </a:pathLst>
              </a:custGeom>
              <a:solidFill>
                <a:srgbClr val="808080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grpSp>
            <p:nvGrpSpPr>
              <p:cNvPr id="28" name="Group 10">
                <a:extLst>
                  <a:ext uri="{FF2B5EF4-FFF2-40B4-BE49-F238E27FC236}">
                    <a16:creationId xmlns:a16="http://schemas.microsoft.com/office/drawing/2014/main" id="{18F5D778-B44A-457B-767E-D8EBA62E0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" y="1911"/>
                <a:ext cx="1581" cy="349"/>
                <a:chOff x="450" y="1911"/>
                <a:chExt cx="1581" cy="349"/>
              </a:xfrm>
            </p:grpSpPr>
            <p:sp>
              <p:nvSpPr>
                <p:cNvPr id="29" name="Freeform 11">
                  <a:extLst>
                    <a:ext uri="{FF2B5EF4-FFF2-40B4-BE49-F238E27FC236}">
                      <a16:creationId xmlns:a16="http://schemas.microsoft.com/office/drawing/2014/main" id="{42BCE970-1A26-FA3D-F691-8D177875B7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" y="2042"/>
                  <a:ext cx="1398" cy="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6"/>
                    </a:cxn>
                    <a:cxn ang="0">
                      <a:pos x="1397" y="217"/>
                    </a:cxn>
                    <a:cxn ang="0">
                      <a:pos x="1396" y="16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98" h="218">
                      <a:moveTo>
                        <a:pt x="0" y="0"/>
                      </a:moveTo>
                      <a:lnTo>
                        <a:pt x="0" y="56"/>
                      </a:lnTo>
                      <a:lnTo>
                        <a:pt x="1397" y="217"/>
                      </a:lnTo>
                      <a:lnTo>
                        <a:pt x="1396" y="16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A70B5914-3577-86D0-57A5-FEE69694C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6" y="2013"/>
                  <a:ext cx="185" cy="247"/>
                </a:xfrm>
                <a:custGeom>
                  <a:avLst/>
                  <a:gdLst/>
                  <a:ahLst/>
                  <a:cxnLst>
                    <a:cxn ang="0">
                      <a:pos x="0" y="190"/>
                    </a:cxn>
                    <a:cxn ang="0">
                      <a:pos x="0" y="246"/>
                    </a:cxn>
                    <a:cxn ang="0">
                      <a:pos x="80" y="189"/>
                    </a:cxn>
                    <a:cxn ang="0">
                      <a:pos x="113" y="156"/>
                    </a:cxn>
                    <a:cxn ang="0">
                      <a:pos x="184" y="69"/>
                    </a:cxn>
                    <a:cxn ang="0">
                      <a:pos x="184" y="0"/>
                    </a:cxn>
                    <a:cxn ang="0">
                      <a:pos x="91" y="117"/>
                    </a:cxn>
                    <a:cxn ang="0">
                      <a:pos x="0" y="190"/>
                    </a:cxn>
                  </a:cxnLst>
                  <a:rect l="0" t="0" r="r" b="b"/>
                  <a:pathLst>
                    <a:path w="185" h="247">
                      <a:moveTo>
                        <a:pt x="0" y="190"/>
                      </a:moveTo>
                      <a:lnTo>
                        <a:pt x="0" y="246"/>
                      </a:lnTo>
                      <a:lnTo>
                        <a:pt x="80" y="189"/>
                      </a:lnTo>
                      <a:lnTo>
                        <a:pt x="113" y="156"/>
                      </a:lnTo>
                      <a:lnTo>
                        <a:pt x="184" y="69"/>
                      </a:lnTo>
                      <a:lnTo>
                        <a:pt x="184" y="0"/>
                      </a:lnTo>
                      <a:lnTo>
                        <a:pt x="91" y="117"/>
                      </a:lnTo>
                      <a:lnTo>
                        <a:pt x="0" y="190"/>
                      </a:lnTo>
                    </a:path>
                  </a:pathLst>
                </a:custGeom>
                <a:solidFill>
                  <a:srgbClr val="5F5F5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43" name="Line 13">
                  <a:extLst>
                    <a:ext uri="{FF2B5EF4-FFF2-40B4-BE49-F238E27FC236}">
                      <a16:creationId xmlns:a16="http://schemas.microsoft.com/office/drawing/2014/main" id="{951497DD-10AD-E625-16DF-C7456BA01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" y="2064"/>
                  <a:ext cx="1377" cy="136"/>
                </a:xfrm>
                <a:prstGeom prst="line">
                  <a:avLst/>
                </a:prstGeom>
                <a:noFill/>
                <a:ln w="12700">
                  <a:solidFill>
                    <a:srgbClr val="7F7F7F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 noProof="0" dirty="0"/>
                </a:p>
              </p:txBody>
            </p:sp>
            <p:grpSp>
              <p:nvGrpSpPr>
                <p:cNvPr id="44" name="Group 14">
                  <a:extLst>
                    <a:ext uri="{FF2B5EF4-FFF2-40B4-BE49-F238E27FC236}">
                      <a16:creationId xmlns:a16="http://schemas.microsoft.com/office/drawing/2014/main" id="{80BF041B-2364-7E7A-F537-51FC7D7863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1" y="1911"/>
                  <a:ext cx="1346" cy="247"/>
                  <a:chOff x="541" y="1911"/>
                  <a:chExt cx="1346" cy="247"/>
                </a:xfrm>
              </p:grpSpPr>
              <p:sp>
                <p:nvSpPr>
                  <p:cNvPr id="48" name="Freeform 15">
                    <a:extLst>
                      <a:ext uri="{FF2B5EF4-FFF2-40B4-BE49-F238E27FC236}">
                        <a16:creationId xmlns:a16="http://schemas.microsoft.com/office/drawing/2014/main" id="{4C3DBF93-644D-6F1B-C110-9382DAF14B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1" y="1912"/>
                    <a:ext cx="1036" cy="215"/>
                  </a:xfrm>
                  <a:custGeom>
                    <a:avLst/>
                    <a:gdLst/>
                    <a:ahLst/>
                    <a:cxnLst>
                      <a:cxn ang="0">
                        <a:pos x="178" y="0"/>
                      </a:cxn>
                      <a:cxn ang="0">
                        <a:pos x="55" y="94"/>
                      </a:cxn>
                      <a:cxn ang="0">
                        <a:pos x="0" y="123"/>
                      </a:cxn>
                      <a:cxn ang="0">
                        <a:pos x="878" y="214"/>
                      </a:cxn>
                      <a:cxn ang="0">
                        <a:pos x="941" y="172"/>
                      </a:cxn>
                      <a:cxn ang="0">
                        <a:pos x="1035" y="86"/>
                      </a:cxn>
                      <a:cxn ang="0">
                        <a:pos x="178" y="0"/>
                      </a:cxn>
                    </a:cxnLst>
                    <a:rect l="0" t="0" r="r" b="b"/>
                    <a:pathLst>
                      <a:path w="1036" h="215">
                        <a:moveTo>
                          <a:pt x="178" y="0"/>
                        </a:moveTo>
                        <a:lnTo>
                          <a:pt x="55" y="94"/>
                        </a:lnTo>
                        <a:lnTo>
                          <a:pt x="0" y="123"/>
                        </a:lnTo>
                        <a:lnTo>
                          <a:pt x="878" y="214"/>
                        </a:lnTo>
                        <a:lnTo>
                          <a:pt x="941" y="172"/>
                        </a:lnTo>
                        <a:lnTo>
                          <a:pt x="1035" y="86"/>
                        </a:lnTo>
                        <a:lnTo>
                          <a:pt x="178" y="0"/>
                        </a:lnTo>
                      </a:path>
                    </a:pathLst>
                  </a:custGeom>
                  <a:solidFill>
                    <a:srgbClr val="80808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 noProof="0" dirty="0"/>
                  </a:p>
                </p:txBody>
              </p:sp>
              <p:grpSp>
                <p:nvGrpSpPr>
                  <p:cNvPr id="49" name="Group 16">
                    <a:extLst>
                      <a:ext uri="{FF2B5EF4-FFF2-40B4-BE49-F238E27FC236}">
                        <a16:creationId xmlns:a16="http://schemas.microsoft.com/office/drawing/2014/main" id="{53F2D243-F447-6A4C-5114-6766C52516E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88" y="1911"/>
                    <a:ext cx="1299" cy="247"/>
                    <a:chOff x="588" y="1911"/>
                    <a:chExt cx="1299" cy="247"/>
                  </a:xfrm>
                </p:grpSpPr>
                <p:grpSp>
                  <p:nvGrpSpPr>
                    <p:cNvPr id="50" name="Group 17">
                      <a:extLst>
                        <a:ext uri="{FF2B5EF4-FFF2-40B4-BE49-F238E27FC236}">
                          <a16:creationId xmlns:a16="http://schemas.microsoft.com/office/drawing/2014/main" id="{9DF958B8-C275-E412-A25D-48AA81D71D6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8" y="1911"/>
                      <a:ext cx="944" cy="200"/>
                      <a:chOff x="598" y="1911"/>
                      <a:chExt cx="944" cy="200"/>
                    </a:xfrm>
                  </p:grpSpPr>
                  <p:grpSp>
                    <p:nvGrpSpPr>
                      <p:cNvPr id="64" name="Group 18">
                        <a:extLst>
                          <a:ext uri="{FF2B5EF4-FFF2-40B4-BE49-F238E27FC236}">
                            <a16:creationId xmlns:a16="http://schemas.microsoft.com/office/drawing/2014/main" id="{B7261E47-F5C0-5DAE-4F8D-F704A5FDD21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98" y="1911"/>
                        <a:ext cx="182" cy="127"/>
                        <a:chOff x="598" y="1911"/>
                        <a:chExt cx="182" cy="127"/>
                      </a:xfrm>
                    </p:grpSpPr>
                    <p:sp>
                      <p:nvSpPr>
                        <p:cNvPr id="95" name="Line 19">
                          <a:extLst>
                            <a:ext uri="{FF2B5EF4-FFF2-40B4-BE49-F238E27FC236}">
                              <a16:creationId xmlns:a16="http://schemas.microsoft.com/office/drawing/2014/main" id="{A9167D38-E0B3-D2E0-C6AD-F8AA5DFCCAF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98" y="2024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6" name="Line 20">
                          <a:extLst>
                            <a:ext uri="{FF2B5EF4-FFF2-40B4-BE49-F238E27FC236}">
                              <a16:creationId xmlns:a16="http://schemas.microsoft.com/office/drawing/2014/main" id="{0E846877-6F2C-5F17-BC83-2527796E7C7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64" y="1911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5" name="Group 21">
                        <a:extLst>
                          <a:ext uri="{FF2B5EF4-FFF2-40B4-BE49-F238E27FC236}">
                            <a16:creationId xmlns:a16="http://schemas.microsoft.com/office/drawing/2014/main" id="{C0A36561-A951-9CD3-24FC-3D37B03A0BD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7" y="1919"/>
                        <a:ext cx="182" cy="126"/>
                        <a:chOff x="677" y="1919"/>
                        <a:chExt cx="182" cy="126"/>
                      </a:xfrm>
                    </p:grpSpPr>
                    <p:sp>
                      <p:nvSpPr>
                        <p:cNvPr id="93" name="Line 22">
                          <a:extLst>
                            <a:ext uri="{FF2B5EF4-FFF2-40B4-BE49-F238E27FC236}">
                              <a16:creationId xmlns:a16="http://schemas.microsoft.com/office/drawing/2014/main" id="{6DDF8F85-0EBD-9D80-0D4E-99AE6AF7014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77" y="2031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4" name="Line 23">
                          <a:extLst>
                            <a:ext uri="{FF2B5EF4-FFF2-40B4-BE49-F238E27FC236}">
                              <a16:creationId xmlns:a16="http://schemas.microsoft.com/office/drawing/2014/main" id="{B99FA817-37D8-6D57-9C7C-7DFA8D8CBBE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42" y="1919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6" name="Group 24">
                        <a:extLst>
                          <a:ext uri="{FF2B5EF4-FFF2-40B4-BE49-F238E27FC236}">
                            <a16:creationId xmlns:a16="http://schemas.microsoft.com/office/drawing/2014/main" id="{B215DD31-EB99-7C8E-65C7-518FFEF5C7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58" y="1924"/>
                        <a:ext cx="182" cy="127"/>
                        <a:chOff x="758" y="1924"/>
                        <a:chExt cx="182" cy="127"/>
                      </a:xfrm>
                    </p:grpSpPr>
                    <p:sp>
                      <p:nvSpPr>
                        <p:cNvPr id="91" name="Line 25">
                          <a:extLst>
                            <a:ext uri="{FF2B5EF4-FFF2-40B4-BE49-F238E27FC236}">
                              <a16:creationId xmlns:a16="http://schemas.microsoft.com/office/drawing/2014/main" id="{62025964-6D7F-6858-D29D-C46917BC976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58" y="203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2" name="Line 26">
                          <a:extLst>
                            <a:ext uri="{FF2B5EF4-FFF2-40B4-BE49-F238E27FC236}">
                              <a16:creationId xmlns:a16="http://schemas.microsoft.com/office/drawing/2014/main" id="{A91215A0-E5CC-D643-3C0F-19293FE97BD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23" y="1924"/>
                          <a:ext cx="117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7" name="Group 27">
                        <a:extLst>
                          <a:ext uri="{FF2B5EF4-FFF2-40B4-BE49-F238E27FC236}">
                            <a16:creationId xmlns:a16="http://schemas.microsoft.com/office/drawing/2014/main" id="{DF58ECA8-FB24-3C7A-26AB-32B38681468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31" y="1935"/>
                        <a:ext cx="183" cy="126"/>
                        <a:chOff x="831" y="1935"/>
                        <a:chExt cx="183" cy="126"/>
                      </a:xfrm>
                    </p:grpSpPr>
                    <p:sp>
                      <p:nvSpPr>
                        <p:cNvPr id="89" name="Line 28">
                          <a:extLst>
                            <a:ext uri="{FF2B5EF4-FFF2-40B4-BE49-F238E27FC236}">
                              <a16:creationId xmlns:a16="http://schemas.microsoft.com/office/drawing/2014/main" id="{47E5BC27-0D5B-ABF4-ABEA-94C28A59F4C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31" y="2047"/>
                          <a:ext cx="47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0" name="Line 29">
                          <a:extLst>
                            <a:ext uri="{FF2B5EF4-FFF2-40B4-BE49-F238E27FC236}">
                              <a16:creationId xmlns:a16="http://schemas.microsoft.com/office/drawing/2014/main" id="{D8ACF606-EB05-13B2-9B20-C67F92C76D1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98" y="1935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8" name="Group 30">
                        <a:extLst>
                          <a:ext uri="{FF2B5EF4-FFF2-40B4-BE49-F238E27FC236}">
                            <a16:creationId xmlns:a16="http://schemas.microsoft.com/office/drawing/2014/main" id="{6818C7BE-5E2D-94A5-1D69-6B5EEF8E75A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13" y="1940"/>
                        <a:ext cx="182" cy="126"/>
                        <a:chOff x="913" y="1940"/>
                        <a:chExt cx="182" cy="126"/>
                      </a:xfrm>
                    </p:grpSpPr>
                    <p:sp>
                      <p:nvSpPr>
                        <p:cNvPr id="87" name="Line 31">
                          <a:extLst>
                            <a:ext uri="{FF2B5EF4-FFF2-40B4-BE49-F238E27FC236}">
                              <a16:creationId xmlns:a16="http://schemas.microsoft.com/office/drawing/2014/main" id="{03399CCC-BA2E-B27D-B508-D19F8DAD21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13" y="205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8" name="Line 32">
                          <a:extLst>
                            <a:ext uri="{FF2B5EF4-FFF2-40B4-BE49-F238E27FC236}">
                              <a16:creationId xmlns:a16="http://schemas.microsoft.com/office/drawing/2014/main" id="{5EBC7F8F-E72B-7BE5-3E33-CE71C01876B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79" y="1940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9" name="Group 33">
                        <a:extLst>
                          <a:ext uri="{FF2B5EF4-FFF2-40B4-BE49-F238E27FC236}">
                            <a16:creationId xmlns:a16="http://schemas.microsoft.com/office/drawing/2014/main" id="{A0D33DE8-CB96-D318-5919-BCF77E7A7F6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89" y="1945"/>
                        <a:ext cx="182" cy="127"/>
                        <a:chOff x="989" y="1945"/>
                        <a:chExt cx="182" cy="127"/>
                      </a:xfrm>
                    </p:grpSpPr>
                    <p:sp>
                      <p:nvSpPr>
                        <p:cNvPr id="85" name="Line 34">
                          <a:extLst>
                            <a:ext uri="{FF2B5EF4-FFF2-40B4-BE49-F238E27FC236}">
                              <a16:creationId xmlns:a16="http://schemas.microsoft.com/office/drawing/2014/main" id="{46FB3E6C-077B-6021-26EB-7E2EE6BC772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89" y="2058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6" name="Line 35">
                          <a:extLst>
                            <a:ext uri="{FF2B5EF4-FFF2-40B4-BE49-F238E27FC236}">
                              <a16:creationId xmlns:a16="http://schemas.microsoft.com/office/drawing/2014/main" id="{9C185EFE-BF78-6A91-80B2-AB3EB2CC853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55" y="1945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0" name="Group 36">
                        <a:extLst>
                          <a:ext uri="{FF2B5EF4-FFF2-40B4-BE49-F238E27FC236}">
                            <a16:creationId xmlns:a16="http://schemas.microsoft.com/office/drawing/2014/main" id="{858BC635-7C7A-B979-17D8-C78741A87F9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65" y="1953"/>
                        <a:ext cx="182" cy="126"/>
                        <a:chOff x="1065" y="1953"/>
                        <a:chExt cx="182" cy="126"/>
                      </a:xfrm>
                    </p:grpSpPr>
                    <p:sp>
                      <p:nvSpPr>
                        <p:cNvPr id="83" name="Line 37">
                          <a:extLst>
                            <a:ext uri="{FF2B5EF4-FFF2-40B4-BE49-F238E27FC236}">
                              <a16:creationId xmlns:a16="http://schemas.microsoft.com/office/drawing/2014/main" id="{2AFEEF2B-1F0D-CE8A-6087-0E826FCD63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65" y="2065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4" name="Line 38">
                          <a:extLst>
                            <a:ext uri="{FF2B5EF4-FFF2-40B4-BE49-F238E27FC236}">
                              <a16:creationId xmlns:a16="http://schemas.microsoft.com/office/drawing/2014/main" id="{58006DE0-D5AC-6037-1BD3-D2C3E32E756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0" y="1953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1" name="Group 39">
                        <a:extLst>
                          <a:ext uri="{FF2B5EF4-FFF2-40B4-BE49-F238E27FC236}">
                            <a16:creationId xmlns:a16="http://schemas.microsoft.com/office/drawing/2014/main" id="{9852BB97-3134-C235-04CD-3FB4175114E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36" y="1963"/>
                        <a:ext cx="181" cy="127"/>
                        <a:chOff x="1136" y="1963"/>
                        <a:chExt cx="181" cy="127"/>
                      </a:xfrm>
                    </p:grpSpPr>
                    <p:sp>
                      <p:nvSpPr>
                        <p:cNvPr id="81" name="Line 40">
                          <a:extLst>
                            <a:ext uri="{FF2B5EF4-FFF2-40B4-BE49-F238E27FC236}">
                              <a16:creationId xmlns:a16="http://schemas.microsoft.com/office/drawing/2014/main" id="{6FAE3064-C76F-AA78-F358-769273A3700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6" y="207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2" name="Line 41">
                          <a:extLst>
                            <a:ext uri="{FF2B5EF4-FFF2-40B4-BE49-F238E27FC236}">
                              <a16:creationId xmlns:a16="http://schemas.microsoft.com/office/drawing/2014/main" id="{5E7FC9A3-A45B-B362-1E1C-F7D4EA8226C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1" y="1963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2" name="Group 42">
                        <a:extLst>
                          <a:ext uri="{FF2B5EF4-FFF2-40B4-BE49-F238E27FC236}">
                            <a16:creationId xmlns:a16="http://schemas.microsoft.com/office/drawing/2014/main" id="{E19E14BA-F1C4-5CE9-1565-702998A5F03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12" y="1974"/>
                        <a:ext cx="181" cy="126"/>
                        <a:chOff x="1212" y="1974"/>
                        <a:chExt cx="181" cy="126"/>
                      </a:xfrm>
                    </p:grpSpPr>
                    <p:sp>
                      <p:nvSpPr>
                        <p:cNvPr id="79" name="Line 43">
                          <a:extLst>
                            <a:ext uri="{FF2B5EF4-FFF2-40B4-BE49-F238E27FC236}">
                              <a16:creationId xmlns:a16="http://schemas.microsoft.com/office/drawing/2014/main" id="{1E73DCF4-BBC5-649E-4AE7-0A08FCF5DFD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12" y="208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0" name="Line 44">
                          <a:extLst>
                            <a:ext uri="{FF2B5EF4-FFF2-40B4-BE49-F238E27FC236}">
                              <a16:creationId xmlns:a16="http://schemas.microsoft.com/office/drawing/2014/main" id="{5BCCB541-0C9C-6548-D497-951B3EFD07F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77" y="1974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3" name="Group 45">
                        <a:extLst>
                          <a:ext uri="{FF2B5EF4-FFF2-40B4-BE49-F238E27FC236}">
                            <a16:creationId xmlns:a16="http://schemas.microsoft.com/office/drawing/2014/main" id="{8A81764E-4DF7-1D4C-6C55-B7D709E079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87" y="1979"/>
                        <a:ext cx="182" cy="127"/>
                        <a:chOff x="1287" y="1979"/>
                        <a:chExt cx="182" cy="127"/>
                      </a:xfrm>
                    </p:grpSpPr>
                    <p:sp>
                      <p:nvSpPr>
                        <p:cNvPr id="77" name="Line 46">
                          <a:extLst>
                            <a:ext uri="{FF2B5EF4-FFF2-40B4-BE49-F238E27FC236}">
                              <a16:creationId xmlns:a16="http://schemas.microsoft.com/office/drawing/2014/main" id="{35DB737B-E0DA-1AEB-72FE-485F008CEF7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87" y="209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78" name="Line 47">
                          <a:extLst>
                            <a:ext uri="{FF2B5EF4-FFF2-40B4-BE49-F238E27FC236}">
                              <a16:creationId xmlns:a16="http://schemas.microsoft.com/office/drawing/2014/main" id="{EA601303-8461-CE61-F800-E3A078F138A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53" y="1979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4" name="Group 48">
                        <a:extLst>
                          <a:ext uri="{FF2B5EF4-FFF2-40B4-BE49-F238E27FC236}">
                            <a16:creationId xmlns:a16="http://schemas.microsoft.com/office/drawing/2014/main" id="{FC9C5423-2FA7-6C16-13D1-DCB68AF35C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1" y="1984"/>
                        <a:ext cx="181" cy="127"/>
                        <a:chOff x="1361" y="1984"/>
                        <a:chExt cx="181" cy="127"/>
                      </a:xfrm>
                    </p:grpSpPr>
                    <p:sp>
                      <p:nvSpPr>
                        <p:cNvPr id="75" name="Line 49">
                          <a:extLst>
                            <a:ext uri="{FF2B5EF4-FFF2-40B4-BE49-F238E27FC236}">
                              <a16:creationId xmlns:a16="http://schemas.microsoft.com/office/drawing/2014/main" id="{FC38D215-10DD-0EBF-231A-C87473D13D5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61" y="209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76" name="Line 50">
                          <a:extLst>
                            <a:ext uri="{FF2B5EF4-FFF2-40B4-BE49-F238E27FC236}">
                              <a16:creationId xmlns:a16="http://schemas.microsoft.com/office/drawing/2014/main" id="{8B5370CA-C766-3D33-A4A6-66EEB26170E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426" y="1984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grpSp>
                  <p:nvGrpSpPr>
                    <p:cNvPr id="51" name="Group 51">
                      <a:extLst>
                        <a:ext uri="{FF2B5EF4-FFF2-40B4-BE49-F238E27FC236}">
                          <a16:creationId xmlns:a16="http://schemas.microsoft.com/office/drawing/2014/main" id="{C6AD2ADB-7E2A-CF02-3FD9-35AE1F9410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6" y="2008"/>
                      <a:ext cx="271" cy="150"/>
                      <a:chOff x="1596" y="2008"/>
                      <a:chExt cx="271" cy="150"/>
                    </a:xfrm>
                  </p:grpSpPr>
                  <p:grpSp>
                    <p:nvGrpSpPr>
                      <p:cNvPr id="55" name="Group 52">
                        <a:extLst>
                          <a:ext uri="{FF2B5EF4-FFF2-40B4-BE49-F238E27FC236}">
                            <a16:creationId xmlns:a16="http://schemas.microsoft.com/office/drawing/2014/main" id="{044A1F1C-75AA-74CD-AB9E-8E58B6E84CD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17" y="2018"/>
                        <a:ext cx="150" cy="140"/>
                        <a:chOff x="1717" y="2018"/>
                        <a:chExt cx="150" cy="140"/>
                      </a:xfrm>
                    </p:grpSpPr>
                    <p:sp>
                      <p:nvSpPr>
                        <p:cNvPr id="62" name="Line 53">
                          <a:extLst>
                            <a:ext uri="{FF2B5EF4-FFF2-40B4-BE49-F238E27FC236}">
                              <a16:creationId xmlns:a16="http://schemas.microsoft.com/office/drawing/2014/main" id="{C7DED7C2-20F4-AB91-5737-327B9FF778C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7" y="2136"/>
                          <a:ext cx="37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63" name="Line 54">
                          <a:extLst>
                            <a:ext uri="{FF2B5EF4-FFF2-40B4-BE49-F238E27FC236}">
                              <a16:creationId xmlns:a16="http://schemas.microsoft.com/office/drawing/2014/main" id="{BA037654-FF3B-9627-4714-FCB63C4020D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74" y="2018"/>
                          <a:ext cx="93" cy="9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80077B30-4229-140A-A0C8-DA77A016CF9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56" y="2011"/>
                        <a:ext cx="153" cy="142"/>
                        <a:chOff x="1656" y="2011"/>
                        <a:chExt cx="153" cy="142"/>
                      </a:xfrm>
                    </p:grpSpPr>
                    <p:sp>
                      <p:nvSpPr>
                        <p:cNvPr id="60" name="Line 56">
                          <a:extLst>
                            <a:ext uri="{FF2B5EF4-FFF2-40B4-BE49-F238E27FC236}">
                              <a16:creationId xmlns:a16="http://schemas.microsoft.com/office/drawing/2014/main" id="{1BB07348-BFD1-1B3E-DA42-FED25CBB930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6" y="2131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61" name="Line 57">
                          <a:extLst>
                            <a:ext uri="{FF2B5EF4-FFF2-40B4-BE49-F238E27FC236}">
                              <a16:creationId xmlns:a16="http://schemas.microsoft.com/office/drawing/2014/main" id="{20BB6E26-6304-2712-9A7B-7F482817D88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4" y="2011"/>
                          <a:ext cx="95" cy="10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57" name="Group 58">
                        <a:extLst>
                          <a:ext uri="{FF2B5EF4-FFF2-40B4-BE49-F238E27FC236}">
                            <a16:creationId xmlns:a16="http://schemas.microsoft.com/office/drawing/2014/main" id="{F6203C9B-85BE-1D0E-9B5E-C6C2E3949C4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6" y="2008"/>
                        <a:ext cx="148" cy="137"/>
                        <a:chOff x="1596" y="2008"/>
                        <a:chExt cx="148" cy="137"/>
                      </a:xfrm>
                    </p:grpSpPr>
                    <p:sp>
                      <p:nvSpPr>
                        <p:cNvPr id="58" name="Line 59">
                          <a:extLst>
                            <a:ext uri="{FF2B5EF4-FFF2-40B4-BE49-F238E27FC236}">
                              <a16:creationId xmlns:a16="http://schemas.microsoft.com/office/drawing/2014/main" id="{3A55A632-662B-D45E-9F41-202ED88D2C2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596" y="2123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59" name="Line 60">
                          <a:extLst>
                            <a:ext uri="{FF2B5EF4-FFF2-40B4-BE49-F238E27FC236}">
                              <a16:creationId xmlns:a16="http://schemas.microsoft.com/office/drawing/2014/main" id="{340ED005-5A86-02B9-B1D8-EF794E1F4F6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4" y="2008"/>
                          <a:ext cx="90" cy="95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sp>
                  <p:nvSpPr>
                    <p:cNvPr id="52" name="Line 61">
                      <a:extLst>
                        <a:ext uri="{FF2B5EF4-FFF2-40B4-BE49-F238E27FC236}">
                          <a16:creationId xmlns:a16="http://schemas.microsoft.com/office/drawing/2014/main" id="{1BD5CB7B-FC39-F2C0-79FC-2723A69EDB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9" y="1966"/>
                      <a:ext cx="1208" cy="9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53" name="Line 62">
                      <a:extLst>
                        <a:ext uri="{FF2B5EF4-FFF2-40B4-BE49-F238E27FC236}">
                          <a16:creationId xmlns:a16="http://schemas.microsoft.com/office/drawing/2014/main" id="{4DFBAABF-EE6A-79C3-8724-5C0FDE1426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35" y="1997"/>
                      <a:ext cx="1231" cy="1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54" name="Line 63">
                      <a:extLst>
                        <a:ext uri="{FF2B5EF4-FFF2-40B4-BE49-F238E27FC236}">
                          <a16:creationId xmlns:a16="http://schemas.microsoft.com/office/drawing/2014/main" id="{044D2748-AAA2-E746-EBF3-2A86F95BE9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8" y="2028"/>
                      <a:ext cx="1244" cy="11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</p:grpSp>
            </p:grpSp>
            <p:grpSp>
              <p:nvGrpSpPr>
                <p:cNvPr id="45" name="Group 64">
                  <a:extLst>
                    <a:ext uri="{FF2B5EF4-FFF2-40B4-BE49-F238E27FC236}">
                      <a16:creationId xmlns:a16="http://schemas.microsoft.com/office/drawing/2014/main" id="{EDB4497C-E98C-9A43-D11E-C4BF84A0DF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" y="2043"/>
                  <a:ext cx="160" cy="165"/>
                  <a:chOff x="1858" y="2043"/>
                  <a:chExt cx="160" cy="165"/>
                </a:xfrm>
              </p:grpSpPr>
              <p:sp>
                <p:nvSpPr>
                  <p:cNvPr id="46" name="Line 65">
                    <a:extLst>
                      <a:ext uri="{FF2B5EF4-FFF2-40B4-BE49-F238E27FC236}">
                        <a16:creationId xmlns:a16="http://schemas.microsoft.com/office/drawing/2014/main" id="{87C2423D-05D9-CEBA-5ABF-4416D9793A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8" y="2149"/>
                    <a:ext cx="74" cy="59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  <p:sp>
                <p:nvSpPr>
                  <p:cNvPr id="47" name="Line 66">
                    <a:extLst>
                      <a:ext uri="{FF2B5EF4-FFF2-40B4-BE49-F238E27FC236}">
                        <a16:creationId xmlns:a16="http://schemas.microsoft.com/office/drawing/2014/main" id="{1DFEE59C-0206-E25A-2210-72AFCD40AB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53" y="2043"/>
                    <a:ext cx="65" cy="86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</p:grpSp>
          </p:grpSp>
        </p:grpSp>
        <p:sp>
          <p:nvSpPr>
            <p:cNvPr id="12" name="Rectangle 69">
              <a:extLst>
                <a:ext uri="{FF2B5EF4-FFF2-40B4-BE49-F238E27FC236}">
                  <a16:creationId xmlns:a16="http://schemas.microsoft.com/office/drawing/2014/main" id="{C4314C9D-D6F4-A2D4-CDD3-10D81E0AD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297" y="4906733"/>
              <a:ext cx="3421278" cy="3323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3" name="Rectangle 70">
              <a:extLst>
                <a:ext uri="{FF2B5EF4-FFF2-40B4-BE49-F238E27FC236}">
                  <a16:creationId xmlns:a16="http://schemas.microsoft.com/office/drawing/2014/main" id="{EFFD8DF7-95DB-FDB7-607A-F75D3719C0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632638" y="4625612"/>
              <a:ext cx="833438" cy="3828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" name="AutoShape 71">
              <a:extLst>
                <a:ext uri="{FF2B5EF4-FFF2-40B4-BE49-F238E27FC236}">
                  <a16:creationId xmlns:a16="http://schemas.microsoft.com/office/drawing/2014/main" id="{E30475F5-C73E-46DB-60B4-4C19DCC69C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857669" y="4378980"/>
              <a:ext cx="497649" cy="759656"/>
            </a:xfrm>
            <a:prstGeom prst="rightArrow">
              <a:avLst>
                <a:gd name="adj1" fmla="val 50000"/>
                <a:gd name="adj2" fmla="val 418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noProof="0" dirty="0"/>
                <a:t>                       </a:t>
              </a:r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1B3D506D-3AB8-3FBC-803B-C105662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455" y="3542169"/>
              <a:ext cx="1617774" cy="84808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Clr>
                  <a:srgbClr val="FF0000"/>
                </a:buClr>
                <a:tabLst>
                  <a:tab pos="2152650" algn="l"/>
                </a:tabLst>
              </a:pPr>
              <a:r>
                <a:rPr lang="en-US" sz="2400" noProof="0" dirty="0">
                  <a:solidFill>
                    <a:srgbClr val="7030A0"/>
                  </a:solidFill>
                  <a:ea typeface="Verdana" pitchFamily="34" charset="0"/>
                  <a:cs typeface="Verdana" pitchFamily="34" charset="0"/>
                </a:rPr>
                <a:t>process</a:t>
              </a:r>
              <a:endParaRPr lang="en-US" sz="2000" noProof="0" dirty="0">
                <a:solidFill>
                  <a:srgbClr val="7030A0"/>
                </a:solidFill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8" name="Rounded Rectangle 75">
              <a:extLst>
                <a:ext uri="{FF2B5EF4-FFF2-40B4-BE49-F238E27FC236}">
                  <a16:creationId xmlns:a16="http://schemas.microsoft.com/office/drawing/2014/main" id="{E9F1F35B-E7F6-A69B-FAEA-9530109BB7D2}"/>
                </a:ext>
              </a:extLst>
            </p:cNvPr>
            <p:cNvSpPr/>
            <p:nvPr/>
          </p:nvSpPr>
          <p:spPr>
            <a:xfrm>
              <a:off x="7129168" y="4875594"/>
              <a:ext cx="1116382" cy="319369"/>
            </a:xfrm>
            <a:prstGeom prst="roundRect">
              <a:avLst>
                <a:gd name="adj" fmla="val 18421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stderr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pic>
          <p:nvPicPr>
            <p:cNvPr id="19" name="Picture 2" descr="https://encrypted-tbn1.gstatic.com/images?q=tbn:ANd9GcTaHMulRB4RIh--rb1TKgNboxMqF2gIeBgTlR4RLef2Oy8-YLn0">
              <a:extLst>
                <a:ext uri="{FF2B5EF4-FFF2-40B4-BE49-F238E27FC236}">
                  <a16:creationId xmlns:a16="http://schemas.microsoft.com/office/drawing/2014/main" id="{44E96D96-979B-76CF-DFC3-92E4D41BAA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78838" y="3603558"/>
              <a:ext cx="1215224" cy="920759"/>
            </a:xfrm>
            <a:prstGeom prst="rect">
              <a:avLst/>
            </a:prstGeom>
            <a:noFill/>
          </p:spPr>
        </p:pic>
        <p:sp>
          <p:nvSpPr>
            <p:cNvPr id="22" name="AutoShape 67">
              <a:extLst>
                <a:ext uri="{FF2B5EF4-FFF2-40B4-BE49-F238E27FC236}">
                  <a16:creationId xmlns:a16="http://schemas.microsoft.com/office/drawing/2014/main" id="{CD42927E-CE34-F0AA-4A4E-A753373E2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936" y="3665155"/>
              <a:ext cx="1635891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stdin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54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124-4A19-8AB0-592B-1FC7E34DE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File descriptor (FD) numbers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input (stdin)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output (</a:t>
            </a:r>
            <a:r>
              <a:rPr lang="en-US" sz="1800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error (stderr)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25332F-F6BB-9179-756A-F103F210A92C}"/>
              </a:ext>
            </a:extLst>
          </p:cNvPr>
          <p:cNvGrpSpPr/>
          <p:nvPr/>
        </p:nvGrpSpPr>
        <p:grpSpPr>
          <a:xfrm>
            <a:off x="2390002" y="4134093"/>
            <a:ext cx="7410407" cy="1751907"/>
            <a:chOff x="1842716" y="3487181"/>
            <a:chExt cx="8051346" cy="1751907"/>
          </a:xfrm>
        </p:grpSpPr>
        <p:sp>
          <p:nvSpPr>
            <p:cNvPr id="16" name="AutoShape 67">
              <a:extLst>
                <a:ext uri="{FF2B5EF4-FFF2-40B4-BE49-F238E27FC236}">
                  <a16:creationId xmlns:a16="http://schemas.microsoft.com/office/drawing/2014/main" id="{71C4FAE9-063E-8429-E9A6-4F1D45545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436" y="3671662"/>
              <a:ext cx="1976947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800" noProof="0" dirty="0"/>
                <a:t>      </a:t>
              </a:r>
              <a:r>
                <a:rPr lang="en-US" sz="20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stdout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5942CF5E-C5DD-BDE2-0C56-BD64F60F17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2716" y="3487181"/>
              <a:ext cx="1760844" cy="778830"/>
              <a:chOff x="449" y="1882"/>
              <a:chExt cx="1582" cy="378"/>
            </a:xfrm>
          </p:grpSpPr>
          <p:sp>
            <p:nvSpPr>
              <p:cNvPr id="40" name="Freeform 8">
                <a:extLst>
                  <a:ext uri="{FF2B5EF4-FFF2-40B4-BE49-F238E27FC236}">
                    <a16:creationId xmlns:a16="http://schemas.microsoft.com/office/drawing/2014/main" id="{36D3DD66-E66A-F517-9B0D-1EC78066D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882"/>
                <a:ext cx="1582" cy="322"/>
              </a:xfrm>
              <a:custGeom>
                <a:avLst/>
                <a:gdLst/>
                <a:ahLst/>
                <a:cxnLst>
                  <a:cxn ang="0">
                    <a:pos x="257" y="0"/>
                  </a:cxn>
                  <a:cxn ang="0">
                    <a:pos x="1581" y="131"/>
                  </a:cxn>
                  <a:cxn ang="0">
                    <a:pos x="1488" y="248"/>
                  </a:cxn>
                  <a:cxn ang="0">
                    <a:pos x="1397" y="321"/>
                  </a:cxn>
                  <a:cxn ang="0">
                    <a:pos x="0" y="160"/>
                  </a:cxn>
                  <a:cxn ang="0">
                    <a:pos x="105" y="115"/>
                  </a:cxn>
                  <a:cxn ang="0">
                    <a:pos x="257" y="0"/>
                  </a:cxn>
                </a:cxnLst>
                <a:rect l="0" t="0" r="r" b="b"/>
                <a:pathLst>
                  <a:path w="1582" h="322">
                    <a:moveTo>
                      <a:pt x="257" y="0"/>
                    </a:moveTo>
                    <a:lnTo>
                      <a:pt x="1581" y="131"/>
                    </a:lnTo>
                    <a:lnTo>
                      <a:pt x="1488" y="248"/>
                    </a:lnTo>
                    <a:lnTo>
                      <a:pt x="1397" y="321"/>
                    </a:lnTo>
                    <a:lnTo>
                      <a:pt x="0" y="160"/>
                    </a:lnTo>
                    <a:lnTo>
                      <a:pt x="105" y="115"/>
                    </a:lnTo>
                    <a:lnTo>
                      <a:pt x="257" y="0"/>
                    </a:lnTo>
                  </a:path>
                </a:pathLst>
              </a:custGeom>
              <a:solidFill>
                <a:srgbClr val="DFDFDF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1" name="Freeform 9">
                <a:extLst>
                  <a:ext uri="{FF2B5EF4-FFF2-40B4-BE49-F238E27FC236}">
                    <a16:creationId xmlns:a16="http://schemas.microsoft.com/office/drawing/2014/main" id="{E3A52F17-277D-5C51-8104-065156D0F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08"/>
                <a:ext cx="380" cy="158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58" y="92"/>
                  </a:cxn>
                  <a:cxn ang="0">
                    <a:pos x="0" y="131"/>
                  </a:cxn>
                  <a:cxn ang="0">
                    <a:pos x="249" y="157"/>
                  </a:cxn>
                  <a:cxn ang="0">
                    <a:pos x="306" y="108"/>
                  </a:cxn>
                  <a:cxn ang="0">
                    <a:pos x="379" y="21"/>
                  </a:cxn>
                  <a:cxn ang="0">
                    <a:pos x="147" y="0"/>
                  </a:cxn>
                </a:cxnLst>
                <a:rect l="0" t="0" r="r" b="b"/>
                <a:pathLst>
                  <a:path w="380" h="158">
                    <a:moveTo>
                      <a:pt x="147" y="0"/>
                    </a:moveTo>
                    <a:lnTo>
                      <a:pt x="58" y="92"/>
                    </a:lnTo>
                    <a:lnTo>
                      <a:pt x="0" y="131"/>
                    </a:lnTo>
                    <a:lnTo>
                      <a:pt x="249" y="157"/>
                    </a:lnTo>
                    <a:lnTo>
                      <a:pt x="306" y="108"/>
                    </a:lnTo>
                    <a:lnTo>
                      <a:pt x="379" y="21"/>
                    </a:lnTo>
                    <a:lnTo>
                      <a:pt x="147" y="0"/>
                    </a:lnTo>
                  </a:path>
                </a:pathLst>
              </a:custGeom>
              <a:solidFill>
                <a:srgbClr val="808080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D2253657-BC0F-0D1E-AD32-3318FC5A3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" y="1911"/>
                <a:ext cx="1581" cy="349"/>
                <a:chOff x="450" y="1911"/>
                <a:chExt cx="1581" cy="349"/>
              </a:xfrm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8602CE77-73BC-DE4F-AE92-6B8D95741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" y="2042"/>
                  <a:ext cx="1398" cy="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6"/>
                    </a:cxn>
                    <a:cxn ang="0">
                      <a:pos x="1397" y="217"/>
                    </a:cxn>
                    <a:cxn ang="0">
                      <a:pos x="1396" y="16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98" h="218">
                      <a:moveTo>
                        <a:pt x="0" y="0"/>
                      </a:moveTo>
                      <a:lnTo>
                        <a:pt x="0" y="56"/>
                      </a:lnTo>
                      <a:lnTo>
                        <a:pt x="1397" y="217"/>
                      </a:lnTo>
                      <a:lnTo>
                        <a:pt x="1396" y="16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03097F2E-640B-7002-96D4-92AB9D5171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6" y="2013"/>
                  <a:ext cx="185" cy="247"/>
                </a:xfrm>
                <a:custGeom>
                  <a:avLst/>
                  <a:gdLst/>
                  <a:ahLst/>
                  <a:cxnLst>
                    <a:cxn ang="0">
                      <a:pos x="0" y="190"/>
                    </a:cxn>
                    <a:cxn ang="0">
                      <a:pos x="0" y="246"/>
                    </a:cxn>
                    <a:cxn ang="0">
                      <a:pos x="80" y="189"/>
                    </a:cxn>
                    <a:cxn ang="0">
                      <a:pos x="113" y="156"/>
                    </a:cxn>
                    <a:cxn ang="0">
                      <a:pos x="184" y="69"/>
                    </a:cxn>
                    <a:cxn ang="0">
                      <a:pos x="184" y="0"/>
                    </a:cxn>
                    <a:cxn ang="0">
                      <a:pos x="91" y="117"/>
                    </a:cxn>
                    <a:cxn ang="0">
                      <a:pos x="0" y="190"/>
                    </a:cxn>
                  </a:cxnLst>
                  <a:rect l="0" t="0" r="r" b="b"/>
                  <a:pathLst>
                    <a:path w="185" h="247">
                      <a:moveTo>
                        <a:pt x="0" y="190"/>
                      </a:moveTo>
                      <a:lnTo>
                        <a:pt x="0" y="246"/>
                      </a:lnTo>
                      <a:lnTo>
                        <a:pt x="80" y="189"/>
                      </a:lnTo>
                      <a:lnTo>
                        <a:pt x="113" y="156"/>
                      </a:lnTo>
                      <a:lnTo>
                        <a:pt x="184" y="69"/>
                      </a:lnTo>
                      <a:lnTo>
                        <a:pt x="184" y="0"/>
                      </a:lnTo>
                      <a:lnTo>
                        <a:pt x="91" y="117"/>
                      </a:lnTo>
                      <a:lnTo>
                        <a:pt x="0" y="190"/>
                      </a:lnTo>
                    </a:path>
                  </a:pathLst>
                </a:custGeom>
                <a:solidFill>
                  <a:srgbClr val="5F5F5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7" name="Line 13">
                  <a:extLst>
                    <a:ext uri="{FF2B5EF4-FFF2-40B4-BE49-F238E27FC236}">
                      <a16:creationId xmlns:a16="http://schemas.microsoft.com/office/drawing/2014/main" id="{6B8846F5-8009-BCEB-90FB-033AC3E55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" y="2064"/>
                  <a:ext cx="1377" cy="136"/>
                </a:xfrm>
                <a:prstGeom prst="line">
                  <a:avLst/>
                </a:prstGeom>
                <a:noFill/>
                <a:ln w="12700">
                  <a:solidFill>
                    <a:srgbClr val="7F7F7F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 noProof="0" dirty="0"/>
                </a:p>
              </p:txBody>
            </p:sp>
            <p:grpSp>
              <p:nvGrpSpPr>
                <p:cNvPr id="98" name="Group 14">
                  <a:extLst>
                    <a:ext uri="{FF2B5EF4-FFF2-40B4-BE49-F238E27FC236}">
                      <a16:creationId xmlns:a16="http://schemas.microsoft.com/office/drawing/2014/main" id="{8C87BC42-9EB0-2B5E-8DC2-5D3C996DD7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1" y="1911"/>
                  <a:ext cx="1346" cy="247"/>
                  <a:chOff x="541" y="1911"/>
                  <a:chExt cx="1346" cy="247"/>
                </a:xfrm>
              </p:grpSpPr>
              <p:sp>
                <p:nvSpPr>
                  <p:cNvPr id="102" name="Freeform 15">
                    <a:extLst>
                      <a:ext uri="{FF2B5EF4-FFF2-40B4-BE49-F238E27FC236}">
                        <a16:creationId xmlns:a16="http://schemas.microsoft.com/office/drawing/2014/main" id="{F2F85D01-0D32-1CA9-23BD-908D7E972A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1" y="1912"/>
                    <a:ext cx="1036" cy="215"/>
                  </a:xfrm>
                  <a:custGeom>
                    <a:avLst/>
                    <a:gdLst/>
                    <a:ahLst/>
                    <a:cxnLst>
                      <a:cxn ang="0">
                        <a:pos x="178" y="0"/>
                      </a:cxn>
                      <a:cxn ang="0">
                        <a:pos x="55" y="94"/>
                      </a:cxn>
                      <a:cxn ang="0">
                        <a:pos x="0" y="123"/>
                      </a:cxn>
                      <a:cxn ang="0">
                        <a:pos x="878" y="214"/>
                      </a:cxn>
                      <a:cxn ang="0">
                        <a:pos x="941" y="172"/>
                      </a:cxn>
                      <a:cxn ang="0">
                        <a:pos x="1035" y="86"/>
                      </a:cxn>
                      <a:cxn ang="0">
                        <a:pos x="178" y="0"/>
                      </a:cxn>
                    </a:cxnLst>
                    <a:rect l="0" t="0" r="r" b="b"/>
                    <a:pathLst>
                      <a:path w="1036" h="215">
                        <a:moveTo>
                          <a:pt x="178" y="0"/>
                        </a:moveTo>
                        <a:lnTo>
                          <a:pt x="55" y="94"/>
                        </a:lnTo>
                        <a:lnTo>
                          <a:pt x="0" y="123"/>
                        </a:lnTo>
                        <a:lnTo>
                          <a:pt x="878" y="214"/>
                        </a:lnTo>
                        <a:lnTo>
                          <a:pt x="941" y="172"/>
                        </a:lnTo>
                        <a:lnTo>
                          <a:pt x="1035" y="86"/>
                        </a:lnTo>
                        <a:lnTo>
                          <a:pt x="178" y="0"/>
                        </a:lnTo>
                      </a:path>
                    </a:pathLst>
                  </a:custGeom>
                  <a:solidFill>
                    <a:srgbClr val="80808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 noProof="0" dirty="0"/>
                  </a:p>
                </p:txBody>
              </p:sp>
              <p:grpSp>
                <p:nvGrpSpPr>
                  <p:cNvPr id="103" name="Group 16">
                    <a:extLst>
                      <a:ext uri="{FF2B5EF4-FFF2-40B4-BE49-F238E27FC236}">
                        <a16:creationId xmlns:a16="http://schemas.microsoft.com/office/drawing/2014/main" id="{2D3C8707-457D-F8F4-B0E0-6F3991A21D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88" y="1911"/>
                    <a:ext cx="1299" cy="247"/>
                    <a:chOff x="588" y="1911"/>
                    <a:chExt cx="1299" cy="247"/>
                  </a:xfrm>
                </p:grpSpPr>
                <p:grpSp>
                  <p:nvGrpSpPr>
                    <p:cNvPr id="104" name="Group 17">
                      <a:extLst>
                        <a:ext uri="{FF2B5EF4-FFF2-40B4-BE49-F238E27FC236}">
                          <a16:creationId xmlns:a16="http://schemas.microsoft.com/office/drawing/2014/main" id="{7B74FFCB-A6DD-B69F-9902-65DC46AE2F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8" y="1911"/>
                      <a:ext cx="944" cy="200"/>
                      <a:chOff x="598" y="1911"/>
                      <a:chExt cx="944" cy="200"/>
                    </a:xfrm>
                  </p:grpSpPr>
                  <p:grpSp>
                    <p:nvGrpSpPr>
                      <p:cNvPr id="118" name="Group 18">
                        <a:extLst>
                          <a:ext uri="{FF2B5EF4-FFF2-40B4-BE49-F238E27FC236}">
                            <a16:creationId xmlns:a16="http://schemas.microsoft.com/office/drawing/2014/main" id="{A0178D56-63DE-07AA-572E-151BF4495CD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98" y="1911"/>
                        <a:ext cx="182" cy="127"/>
                        <a:chOff x="598" y="1911"/>
                        <a:chExt cx="182" cy="127"/>
                      </a:xfrm>
                    </p:grpSpPr>
                    <p:sp>
                      <p:nvSpPr>
                        <p:cNvPr id="149" name="Line 19">
                          <a:extLst>
                            <a:ext uri="{FF2B5EF4-FFF2-40B4-BE49-F238E27FC236}">
                              <a16:creationId xmlns:a16="http://schemas.microsoft.com/office/drawing/2014/main" id="{3D123EF9-3483-EBA7-77DB-ED477152A99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98" y="2024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50" name="Line 20">
                          <a:extLst>
                            <a:ext uri="{FF2B5EF4-FFF2-40B4-BE49-F238E27FC236}">
                              <a16:creationId xmlns:a16="http://schemas.microsoft.com/office/drawing/2014/main" id="{7566C512-0179-3C8E-E60E-C5927B76CD5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64" y="1911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9" name="Group 21">
                        <a:extLst>
                          <a:ext uri="{FF2B5EF4-FFF2-40B4-BE49-F238E27FC236}">
                            <a16:creationId xmlns:a16="http://schemas.microsoft.com/office/drawing/2014/main" id="{3259CB50-707D-0FF6-21B0-65E50EA02A1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7" y="1919"/>
                        <a:ext cx="182" cy="126"/>
                        <a:chOff x="677" y="1919"/>
                        <a:chExt cx="182" cy="126"/>
                      </a:xfrm>
                    </p:grpSpPr>
                    <p:sp>
                      <p:nvSpPr>
                        <p:cNvPr id="147" name="Line 22">
                          <a:extLst>
                            <a:ext uri="{FF2B5EF4-FFF2-40B4-BE49-F238E27FC236}">
                              <a16:creationId xmlns:a16="http://schemas.microsoft.com/office/drawing/2014/main" id="{516CB8D5-EFF3-9BBE-C294-7CF312594CE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77" y="2031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8" name="Line 23">
                          <a:extLst>
                            <a:ext uri="{FF2B5EF4-FFF2-40B4-BE49-F238E27FC236}">
                              <a16:creationId xmlns:a16="http://schemas.microsoft.com/office/drawing/2014/main" id="{4856A1EA-4DFA-7205-12EC-326C4995922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42" y="1919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0" name="Group 24">
                        <a:extLst>
                          <a:ext uri="{FF2B5EF4-FFF2-40B4-BE49-F238E27FC236}">
                            <a16:creationId xmlns:a16="http://schemas.microsoft.com/office/drawing/2014/main" id="{A5160E0D-4BB3-D614-1402-9F2A7C6F66B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58" y="1924"/>
                        <a:ext cx="182" cy="127"/>
                        <a:chOff x="758" y="1924"/>
                        <a:chExt cx="182" cy="127"/>
                      </a:xfrm>
                    </p:grpSpPr>
                    <p:sp>
                      <p:nvSpPr>
                        <p:cNvPr id="145" name="Line 25">
                          <a:extLst>
                            <a:ext uri="{FF2B5EF4-FFF2-40B4-BE49-F238E27FC236}">
                              <a16:creationId xmlns:a16="http://schemas.microsoft.com/office/drawing/2014/main" id="{D6810F9A-1A89-91E3-1A5B-3BC1478BB65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58" y="203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6" name="Line 26">
                          <a:extLst>
                            <a:ext uri="{FF2B5EF4-FFF2-40B4-BE49-F238E27FC236}">
                              <a16:creationId xmlns:a16="http://schemas.microsoft.com/office/drawing/2014/main" id="{1E2CB64A-9611-A2D2-DCD6-C9F939ED901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23" y="1924"/>
                          <a:ext cx="117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1" name="Group 27">
                        <a:extLst>
                          <a:ext uri="{FF2B5EF4-FFF2-40B4-BE49-F238E27FC236}">
                            <a16:creationId xmlns:a16="http://schemas.microsoft.com/office/drawing/2014/main" id="{7E1A54D4-DA1B-35DD-F6DC-71270C30601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31" y="1935"/>
                        <a:ext cx="183" cy="126"/>
                        <a:chOff x="831" y="1935"/>
                        <a:chExt cx="183" cy="126"/>
                      </a:xfrm>
                    </p:grpSpPr>
                    <p:sp>
                      <p:nvSpPr>
                        <p:cNvPr id="143" name="Line 28">
                          <a:extLst>
                            <a:ext uri="{FF2B5EF4-FFF2-40B4-BE49-F238E27FC236}">
                              <a16:creationId xmlns:a16="http://schemas.microsoft.com/office/drawing/2014/main" id="{2CEBEBAB-E53C-6746-0FDF-EDB1B51F4F9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31" y="2047"/>
                          <a:ext cx="47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4" name="Line 29">
                          <a:extLst>
                            <a:ext uri="{FF2B5EF4-FFF2-40B4-BE49-F238E27FC236}">
                              <a16:creationId xmlns:a16="http://schemas.microsoft.com/office/drawing/2014/main" id="{4D152FDA-0F18-4E60-AE7B-2C17D73F4CD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98" y="1935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2" name="Group 30">
                        <a:extLst>
                          <a:ext uri="{FF2B5EF4-FFF2-40B4-BE49-F238E27FC236}">
                            <a16:creationId xmlns:a16="http://schemas.microsoft.com/office/drawing/2014/main" id="{B98A52EF-95C8-CD6E-0DCB-3A681FCB2CE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13" y="1940"/>
                        <a:ext cx="182" cy="126"/>
                        <a:chOff x="913" y="1940"/>
                        <a:chExt cx="182" cy="126"/>
                      </a:xfrm>
                    </p:grpSpPr>
                    <p:sp>
                      <p:nvSpPr>
                        <p:cNvPr id="141" name="Line 31">
                          <a:extLst>
                            <a:ext uri="{FF2B5EF4-FFF2-40B4-BE49-F238E27FC236}">
                              <a16:creationId xmlns:a16="http://schemas.microsoft.com/office/drawing/2014/main" id="{93E4312A-7EB8-D66D-B2AE-BCB4091041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13" y="205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2" name="Line 32">
                          <a:extLst>
                            <a:ext uri="{FF2B5EF4-FFF2-40B4-BE49-F238E27FC236}">
                              <a16:creationId xmlns:a16="http://schemas.microsoft.com/office/drawing/2014/main" id="{16686D79-02DC-BDA0-6B13-D466A4436D7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79" y="1940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3" name="Group 33">
                        <a:extLst>
                          <a:ext uri="{FF2B5EF4-FFF2-40B4-BE49-F238E27FC236}">
                            <a16:creationId xmlns:a16="http://schemas.microsoft.com/office/drawing/2014/main" id="{35B7FB5B-3E05-FD6D-B41E-954854378F1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89" y="1945"/>
                        <a:ext cx="182" cy="127"/>
                        <a:chOff x="989" y="1945"/>
                        <a:chExt cx="182" cy="127"/>
                      </a:xfrm>
                    </p:grpSpPr>
                    <p:sp>
                      <p:nvSpPr>
                        <p:cNvPr id="139" name="Line 34">
                          <a:extLst>
                            <a:ext uri="{FF2B5EF4-FFF2-40B4-BE49-F238E27FC236}">
                              <a16:creationId xmlns:a16="http://schemas.microsoft.com/office/drawing/2014/main" id="{2B4C70F1-C374-92CE-7AA4-9FD6AE70592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89" y="2058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0" name="Line 35">
                          <a:extLst>
                            <a:ext uri="{FF2B5EF4-FFF2-40B4-BE49-F238E27FC236}">
                              <a16:creationId xmlns:a16="http://schemas.microsoft.com/office/drawing/2014/main" id="{222D75DF-0ECA-F5C8-973C-70F955FBFDB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55" y="1945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4" name="Group 36">
                        <a:extLst>
                          <a:ext uri="{FF2B5EF4-FFF2-40B4-BE49-F238E27FC236}">
                            <a16:creationId xmlns:a16="http://schemas.microsoft.com/office/drawing/2014/main" id="{3E9B1698-5CE0-6510-E839-715B5B678B6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65" y="1953"/>
                        <a:ext cx="182" cy="126"/>
                        <a:chOff x="1065" y="1953"/>
                        <a:chExt cx="182" cy="126"/>
                      </a:xfrm>
                    </p:grpSpPr>
                    <p:sp>
                      <p:nvSpPr>
                        <p:cNvPr id="137" name="Line 37">
                          <a:extLst>
                            <a:ext uri="{FF2B5EF4-FFF2-40B4-BE49-F238E27FC236}">
                              <a16:creationId xmlns:a16="http://schemas.microsoft.com/office/drawing/2014/main" id="{1EEB331B-D659-8B1E-9A10-EE87AA4C87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65" y="2065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8" name="Line 38">
                          <a:extLst>
                            <a:ext uri="{FF2B5EF4-FFF2-40B4-BE49-F238E27FC236}">
                              <a16:creationId xmlns:a16="http://schemas.microsoft.com/office/drawing/2014/main" id="{39A39138-1072-009F-077C-31A190D5BC2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0" y="1953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5" name="Group 39">
                        <a:extLst>
                          <a:ext uri="{FF2B5EF4-FFF2-40B4-BE49-F238E27FC236}">
                            <a16:creationId xmlns:a16="http://schemas.microsoft.com/office/drawing/2014/main" id="{ACBA77D8-074D-1F90-3AC5-6157C65DF5B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36" y="1963"/>
                        <a:ext cx="181" cy="127"/>
                        <a:chOff x="1136" y="1963"/>
                        <a:chExt cx="181" cy="127"/>
                      </a:xfrm>
                    </p:grpSpPr>
                    <p:sp>
                      <p:nvSpPr>
                        <p:cNvPr id="135" name="Line 40">
                          <a:extLst>
                            <a:ext uri="{FF2B5EF4-FFF2-40B4-BE49-F238E27FC236}">
                              <a16:creationId xmlns:a16="http://schemas.microsoft.com/office/drawing/2014/main" id="{D1003378-1D36-4E1C-A0ED-B30785DB6E6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6" y="207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6" name="Line 41">
                          <a:extLst>
                            <a:ext uri="{FF2B5EF4-FFF2-40B4-BE49-F238E27FC236}">
                              <a16:creationId xmlns:a16="http://schemas.microsoft.com/office/drawing/2014/main" id="{5DB5E3A7-CF70-CF34-AC66-6752E219B8B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1" y="1963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6" name="Group 42">
                        <a:extLst>
                          <a:ext uri="{FF2B5EF4-FFF2-40B4-BE49-F238E27FC236}">
                            <a16:creationId xmlns:a16="http://schemas.microsoft.com/office/drawing/2014/main" id="{766FB569-293E-E4D1-3088-3EF31217431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12" y="1974"/>
                        <a:ext cx="181" cy="126"/>
                        <a:chOff x="1212" y="1974"/>
                        <a:chExt cx="181" cy="126"/>
                      </a:xfrm>
                    </p:grpSpPr>
                    <p:sp>
                      <p:nvSpPr>
                        <p:cNvPr id="133" name="Line 43">
                          <a:extLst>
                            <a:ext uri="{FF2B5EF4-FFF2-40B4-BE49-F238E27FC236}">
                              <a16:creationId xmlns:a16="http://schemas.microsoft.com/office/drawing/2014/main" id="{7ACBA2A1-2E2E-9FA5-71D0-7C6E9943795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12" y="208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4" name="Line 44">
                          <a:extLst>
                            <a:ext uri="{FF2B5EF4-FFF2-40B4-BE49-F238E27FC236}">
                              <a16:creationId xmlns:a16="http://schemas.microsoft.com/office/drawing/2014/main" id="{EBB0B716-F79A-28AC-BB2F-2D80CA3800F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77" y="1974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7" name="Group 45">
                        <a:extLst>
                          <a:ext uri="{FF2B5EF4-FFF2-40B4-BE49-F238E27FC236}">
                            <a16:creationId xmlns:a16="http://schemas.microsoft.com/office/drawing/2014/main" id="{85050685-A6B3-BAA8-EB14-16F5DE498A7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87" y="1979"/>
                        <a:ext cx="182" cy="127"/>
                        <a:chOff x="1287" y="1979"/>
                        <a:chExt cx="182" cy="127"/>
                      </a:xfrm>
                    </p:grpSpPr>
                    <p:sp>
                      <p:nvSpPr>
                        <p:cNvPr id="131" name="Line 46">
                          <a:extLst>
                            <a:ext uri="{FF2B5EF4-FFF2-40B4-BE49-F238E27FC236}">
                              <a16:creationId xmlns:a16="http://schemas.microsoft.com/office/drawing/2014/main" id="{7BA052A2-262E-49F3-1D6A-A218EC23F11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87" y="209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2" name="Line 47">
                          <a:extLst>
                            <a:ext uri="{FF2B5EF4-FFF2-40B4-BE49-F238E27FC236}">
                              <a16:creationId xmlns:a16="http://schemas.microsoft.com/office/drawing/2014/main" id="{871B901F-4609-009F-1A00-26FB4C1A2A6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53" y="1979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8" name="Group 48">
                        <a:extLst>
                          <a:ext uri="{FF2B5EF4-FFF2-40B4-BE49-F238E27FC236}">
                            <a16:creationId xmlns:a16="http://schemas.microsoft.com/office/drawing/2014/main" id="{6F6A6537-C40D-7059-7CE2-0429A23E137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1" y="1984"/>
                        <a:ext cx="181" cy="127"/>
                        <a:chOff x="1361" y="1984"/>
                        <a:chExt cx="181" cy="127"/>
                      </a:xfrm>
                    </p:grpSpPr>
                    <p:sp>
                      <p:nvSpPr>
                        <p:cNvPr id="129" name="Line 49">
                          <a:extLst>
                            <a:ext uri="{FF2B5EF4-FFF2-40B4-BE49-F238E27FC236}">
                              <a16:creationId xmlns:a16="http://schemas.microsoft.com/office/drawing/2014/main" id="{C0ABA669-0458-2EE2-3CB3-E0AF742AADC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61" y="209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0" name="Line 50">
                          <a:extLst>
                            <a:ext uri="{FF2B5EF4-FFF2-40B4-BE49-F238E27FC236}">
                              <a16:creationId xmlns:a16="http://schemas.microsoft.com/office/drawing/2014/main" id="{B7CD8BC0-AA73-8A1B-4E2A-724FA690B07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426" y="1984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grpSp>
                  <p:nvGrpSpPr>
                    <p:cNvPr id="105" name="Group 51">
                      <a:extLst>
                        <a:ext uri="{FF2B5EF4-FFF2-40B4-BE49-F238E27FC236}">
                          <a16:creationId xmlns:a16="http://schemas.microsoft.com/office/drawing/2014/main" id="{08D0A7BB-6CE4-4AB8-4693-97C41F0CA05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6" y="2008"/>
                      <a:ext cx="271" cy="150"/>
                      <a:chOff x="1596" y="2008"/>
                      <a:chExt cx="271" cy="150"/>
                    </a:xfrm>
                  </p:grpSpPr>
                  <p:grpSp>
                    <p:nvGrpSpPr>
                      <p:cNvPr id="109" name="Group 52">
                        <a:extLst>
                          <a:ext uri="{FF2B5EF4-FFF2-40B4-BE49-F238E27FC236}">
                            <a16:creationId xmlns:a16="http://schemas.microsoft.com/office/drawing/2014/main" id="{B481E8F7-0707-EFC1-692B-28AEF7ADB2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17" y="2018"/>
                        <a:ext cx="150" cy="140"/>
                        <a:chOff x="1717" y="2018"/>
                        <a:chExt cx="150" cy="140"/>
                      </a:xfrm>
                    </p:grpSpPr>
                    <p:sp>
                      <p:nvSpPr>
                        <p:cNvPr id="116" name="Line 53">
                          <a:extLst>
                            <a:ext uri="{FF2B5EF4-FFF2-40B4-BE49-F238E27FC236}">
                              <a16:creationId xmlns:a16="http://schemas.microsoft.com/office/drawing/2014/main" id="{2659D082-DB50-C31A-9BF3-71D049A067B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7" y="2136"/>
                          <a:ext cx="37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7" name="Line 54">
                          <a:extLst>
                            <a:ext uri="{FF2B5EF4-FFF2-40B4-BE49-F238E27FC236}">
                              <a16:creationId xmlns:a16="http://schemas.microsoft.com/office/drawing/2014/main" id="{9A10E5B2-3902-5C76-C352-071E1825C6C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74" y="2018"/>
                          <a:ext cx="93" cy="9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0" name="Group 109">
                        <a:extLst>
                          <a:ext uri="{FF2B5EF4-FFF2-40B4-BE49-F238E27FC236}">
                            <a16:creationId xmlns:a16="http://schemas.microsoft.com/office/drawing/2014/main" id="{F9DC8039-2AC0-40C3-6633-65DBF0B0C55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56" y="2011"/>
                        <a:ext cx="153" cy="142"/>
                        <a:chOff x="1656" y="2011"/>
                        <a:chExt cx="153" cy="142"/>
                      </a:xfrm>
                    </p:grpSpPr>
                    <p:sp>
                      <p:nvSpPr>
                        <p:cNvPr id="114" name="Line 56">
                          <a:extLst>
                            <a:ext uri="{FF2B5EF4-FFF2-40B4-BE49-F238E27FC236}">
                              <a16:creationId xmlns:a16="http://schemas.microsoft.com/office/drawing/2014/main" id="{9ED1BB90-2BFE-B42B-E3CA-CE6CCA1FE2E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6" y="2131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5" name="Line 57">
                          <a:extLst>
                            <a:ext uri="{FF2B5EF4-FFF2-40B4-BE49-F238E27FC236}">
                              <a16:creationId xmlns:a16="http://schemas.microsoft.com/office/drawing/2014/main" id="{236CA06D-998A-F00D-ABB7-B6B1C0F558E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4" y="2011"/>
                          <a:ext cx="95" cy="10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1" name="Group 58">
                        <a:extLst>
                          <a:ext uri="{FF2B5EF4-FFF2-40B4-BE49-F238E27FC236}">
                            <a16:creationId xmlns:a16="http://schemas.microsoft.com/office/drawing/2014/main" id="{ADDF8ACF-D7F7-F611-C001-C086389D5F5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6" y="2008"/>
                        <a:ext cx="148" cy="137"/>
                        <a:chOff x="1596" y="2008"/>
                        <a:chExt cx="148" cy="137"/>
                      </a:xfrm>
                    </p:grpSpPr>
                    <p:sp>
                      <p:nvSpPr>
                        <p:cNvPr id="112" name="Line 59">
                          <a:extLst>
                            <a:ext uri="{FF2B5EF4-FFF2-40B4-BE49-F238E27FC236}">
                              <a16:creationId xmlns:a16="http://schemas.microsoft.com/office/drawing/2014/main" id="{D1906572-A61C-F704-64B6-722EF04A5D9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596" y="2123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3" name="Line 60">
                          <a:extLst>
                            <a:ext uri="{FF2B5EF4-FFF2-40B4-BE49-F238E27FC236}">
                              <a16:creationId xmlns:a16="http://schemas.microsoft.com/office/drawing/2014/main" id="{756FE8EE-923D-50AC-92F8-9189F5E23F1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4" y="2008"/>
                          <a:ext cx="90" cy="95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sp>
                  <p:nvSpPr>
                    <p:cNvPr id="106" name="Line 61">
                      <a:extLst>
                        <a:ext uri="{FF2B5EF4-FFF2-40B4-BE49-F238E27FC236}">
                          <a16:creationId xmlns:a16="http://schemas.microsoft.com/office/drawing/2014/main" id="{E546F8F8-166C-3F79-A90D-7D457BAA8F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9" y="1966"/>
                      <a:ext cx="1208" cy="9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107" name="Line 62">
                      <a:extLst>
                        <a:ext uri="{FF2B5EF4-FFF2-40B4-BE49-F238E27FC236}">
                          <a16:creationId xmlns:a16="http://schemas.microsoft.com/office/drawing/2014/main" id="{59771DEF-EEA2-ED66-7044-CBBBFB75F3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35" y="1997"/>
                      <a:ext cx="1231" cy="1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108" name="Line 63">
                      <a:extLst>
                        <a:ext uri="{FF2B5EF4-FFF2-40B4-BE49-F238E27FC236}">
                          <a16:creationId xmlns:a16="http://schemas.microsoft.com/office/drawing/2014/main" id="{58E3A1A3-833E-005F-1746-BF2ED07851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8" y="2028"/>
                      <a:ext cx="1244" cy="11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</p:grpSp>
            </p:grpSp>
            <p:grpSp>
              <p:nvGrpSpPr>
                <p:cNvPr id="99" name="Group 64">
                  <a:extLst>
                    <a:ext uri="{FF2B5EF4-FFF2-40B4-BE49-F238E27FC236}">
                      <a16:creationId xmlns:a16="http://schemas.microsoft.com/office/drawing/2014/main" id="{279E2A75-6B46-4965-9C33-412EFAF292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" y="2043"/>
                  <a:ext cx="160" cy="165"/>
                  <a:chOff x="1858" y="2043"/>
                  <a:chExt cx="160" cy="165"/>
                </a:xfrm>
              </p:grpSpPr>
              <p:sp>
                <p:nvSpPr>
                  <p:cNvPr id="100" name="Line 65">
                    <a:extLst>
                      <a:ext uri="{FF2B5EF4-FFF2-40B4-BE49-F238E27FC236}">
                        <a16:creationId xmlns:a16="http://schemas.microsoft.com/office/drawing/2014/main" id="{6A35D11B-EB8C-6C9D-DBC0-1BB4BE429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8" y="2149"/>
                    <a:ext cx="74" cy="59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  <p:sp>
                <p:nvSpPr>
                  <p:cNvPr id="101" name="Line 66">
                    <a:extLst>
                      <a:ext uri="{FF2B5EF4-FFF2-40B4-BE49-F238E27FC236}">
                        <a16:creationId xmlns:a16="http://schemas.microsoft.com/office/drawing/2014/main" id="{CE6E4C60-6B38-7063-7911-C5CA8AFA6B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53" y="2043"/>
                    <a:ext cx="65" cy="86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</p:grpSp>
          </p:grpSp>
        </p:grpSp>
        <p:sp>
          <p:nvSpPr>
            <p:cNvPr id="22" name="Rectangle 69">
              <a:extLst>
                <a:ext uri="{FF2B5EF4-FFF2-40B4-BE49-F238E27FC236}">
                  <a16:creationId xmlns:a16="http://schemas.microsoft.com/office/drawing/2014/main" id="{88CC5095-0A6E-BAE8-3032-6289D767C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297" y="4906733"/>
              <a:ext cx="3421278" cy="3323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1" name="Rectangle 70">
              <a:extLst>
                <a:ext uri="{FF2B5EF4-FFF2-40B4-BE49-F238E27FC236}">
                  <a16:creationId xmlns:a16="http://schemas.microsoft.com/office/drawing/2014/main" id="{0C0DD234-BE53-0E89-E37C-90896A456D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632638" y="4625612"/>
              <a:ext cx="833438" cy="3828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2" name="AutoShape 71">
              <a:extLst>
                <a:ext uri="{FF2B5EF4-FFF2-40B4-BE49-F238E27FC236}">
                  <a16:creationId xmlns:a16="http://schemas.microsoft.com/office/drawing/2014/main" id="{01395031-3E45-13D0-5C3D-CD3F0BB5EF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857669" y="4378980"/>
              <a:ext cx="497649" cy="759656"/>
            </a:xfrm>
            <a:prstGeom prst="rightArrow">
              <a:avLst>
                <a:gd name="adj1" fmla="val 50000"/>
                <a:gd name="adj2" fmla="val 418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noProof="0" dirty="0"/>
                <a:t>                       </a:t>
              </a:r>
            </a:p>
          </p:txBody>
        </p:sp>
        <p:sp>
          <p:nvSpPr>
            <p:cNvPr id="33" name="Oval 7">
              <a:extLst>
                <a:ext uri="{FF2B5EF4-FFF2-40B4-BE49-F238E27FC236}">
                  <a16:creationId xmlns:a16="http://schemas.microsoft.com/office/drawing/2014/main" id="{F61C7A96-BFAC-879E-04AD-8D4C0D2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455" y="3542169"/>
              <a:ext cx="1617774" cy="84808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Clr>
                  <a:srgbClr val="FF0000"/>
                </a:buClr>
                <a:tabLst>
                  <a:tab pos="2152650" algn="l"/>
                </a:tabLst>
              </a:pPr>
              <a:r>
                <a:rPr lang="en-US" sz="2400" noProof="0" dirty="0">
                  <a:solidFill>
                    <a:srgbClr val="0000C8"/>
                  </a:solidFill>
                  <a:ea typeface="Verdana" pitchFamily="34" charset="0"/>
                  <a:cs typeface="Verdana" pitchFamily="34" charset="0"/>
                </a:rPr>
                <a:t>process</a:t>
              </a:r>
              <a:endParaRPr lang="en-US" sz="2000" noProof="0" dirty="0">
                <a:solidFill>
                  <a:srgbClr val="0000C8"/>
                </a:solidFill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4" name="Rounded Rectangle 75">
              <a:extLst>
                <a:ext uri="{FF2B5EF4-FFF2-40B4-BE49-F238E27FC236}">
                  <a16:creationId xmlns:a16="http://schemas.microsoft.com/office/drawing/2014/main" id="{679F6379-1328-9903-5BEB-2F8562C6351F}"/>
                </a:ext>
              </a:extLst>
            </p:cNvPr>
            <p:cNvSpPr/>
            <p:nvPr/>
          </p:nvSpPr>
          <p:spPr>
            <a:xfrm>
              <a:off x="7129168" y="4875594"/>
              <a:ext cx="1116382" cy="319369"/>
            </a:xfrm>
            <a:prstGeom prst="roundRect">
              <a:avLst>
                <a:gd name="adj" fmla="val 18421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stderr</a:t>
              </a:r>
            </a:p>
          </p:txBody>
        </p:sp>
        <p:pic>
          <p:nvPicPr>
            <p:cNvPr id="35" name="Picture 2" descr="https://encrypted-tbn1.gstatic.com/images?q=tbn:ANd9GcTaHMulRB4RIh--rb1TKgNboxMqF2gIeBgTlR4RLef2Oy8-YLn0">
              <a:extLst>
                <a:ext uri="{FF2B5EF4-FFF2-40B4-BE49-F238E27FC236}">
                  <a16:creationId xmlns:a16="http://schemas.microsoft.com/office/drawing/2014/main" id="{4A88E593-B415-04F8-4E7C-55ECD0197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78838" y="3603558"/>
              <a:ext cx="1215224" cy="920759"/>
            </a:xfrm>
            <a:prstGeom prst="rect">
              <a:avLst/>
            </a:prstGeom>
            <a:noFill/>
          </p:spPr>
        </p:pic>
        <p:sp>
          <p:nvSpPr>
            <p:cNvPr id="36" name="AutoShape 67">
              <a:extLst>
                <a:ext uri="{FF2B5EF4-FFF2-40B4-BE49-F238E27FC236}">
                  <a16:creationId xmlns:a16="http://schemas.microsoft.com/office/drawing/2014/main" id="{868805F8-271F-BF14-7507-2971D30C9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936" y="3665155"/>
              <a:ext cx="1635891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stdin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523B6E78-4F62-7F38-D8A9-1457DE8A6ECF}"/>
                </a:ext>
              </a:extLst>
            </p:cNvPr>
            <p:cNvSpPr/>
            <p:nvPr/>
          </p:nvSpPr>
          <p:spPr>
            <a:xfrm>
              <a:off x="6997360" y="384392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8" name="Heptagon 37">
              <a:extLst>
                <a:ext uri="{FF2B5EF4-FFF2-40B4-BE49-F238E27FC236}">
                  <a16:creationId xmlns:a16="http://schemas.microsoft.com/office/drawing/2014/main" id="{53654D91-88AC-8DEC-577A-4B28C48C5C4E}"/>
                </a:ext>
              </a:extLst>
            </p:cNvPr>
            <p:cNvSpPr/>
            <p:nvPr/>
          </p:nvSpPr>
          <p:spPr>
            <a:xfrm>
              <a:off x="5884840" y="451767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2</a:t>
              </a:r>
            </a:p>
          </p:txBody>
        </p:sp>
        <p:sp>
          <p:nvSpPr>
            <p:cNvPr id="39" name="Heptagon 38">
              <a:extLst>
                <a:ext uri="{FF2B5EF4-FFF2-40B4-BE49-F238E27FC236}">
                  <a16:creationId xmlns:a16="http://schemas.microsoft.com/office/drawing/2014/main" id="{049B2F09-6FE6-3AD5-31EC-262D1696F7F3}"/>
                </a:ext>
              </a:extLst>
            </p:cNvPr>
            <p:cNvSpPr/>
            <p:nvPr/>
          </p:nvSpPr>
          <p:spPr>
            <a:xfrm>
              <a:off x="4635160" y="384711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90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421F-3D01-727D-4E18-944BF7099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Redirection in general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FBF06-F495-11DE-B62C-4758CF3EE3C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occurs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process,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inherits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altered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streams.</a:t>
            </a:r>
          </a:p>
          <a:p>
            <a:endParaRPr lang="en-US" sz="3200" noProof="0" dirty="0"/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AD2DA294-D7E7-67FE-0733-100D857F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E7A7B6-45E8-BC41-24AC-9BAE1E8148D6}"/>
              </a:ext>
            </a:extLst>
          </p:cNvPr>
          <p:cNvGrpSpPr/>
          <p:nvPr/>
        </p:nvGrpSpPr>
        <p:grpSpPr>
          <a:xfrm>
            <a:off x="7838795" y="2713876"/>
            <a:ext cx="3568980" cy="3594848"/>
            <a:chOff x="5228386" y="1833310"/>
            <a:chExt cx="4060442" cy="42225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825D7-B110-38C2-8B9C-AF409859F233}"/>
                </a:ext>
              </a:extLst>
            </p:cNvPr>
            <p:cNvGrpSpPr/>
            <p:nvPr/>
          </p:nvGrpSpPr>
          <p:grpSpPr>
            <a:xfrm>
              <a:off x="5228386" y="1833310"/>
              <a:ext cx="4060442" cy="4222531"/>
              <a:chOff x="4889413" y="284184"/>
              <a:chExt cx="4060442" cy="422253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F3A1F0F-E62A-D624-6C55-E97C8F7CEA2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7DD7F962-FE59-FE39-0E3C-CBF2B7D0FA60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00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00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4B896EA5-AD23-FFF2-E1D5-685A855F4537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0A2D9C34-6246-BE3A-8126-7D25456AA102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1FF51FB-FFDE-075D-457E-DF4528D3C5A6}"/>
                  </a:ext>
                </a:extLst>
              </p:cNvPr>
              <p:cNvSpPr txBox="1"/>
              <p:nvPr/>
            </p:nvSpPr>
            <p:spPr>
              <a:xfrm>
                <a:off x="5160653" y="290402"/>
                <a:ext cx="1015507" cy="332390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6F4C12C0-25D3-0A76-3694-F2A4E845FE8E}"/>
                  </a:ext>
                </a:extLst>
              </p:cNvPr>
              <p:cNvSpPr txBox="1"/>
              <p:nvPr/>
            </p:nvSpPr>
            <p:spPr>
              <a:xfrm>
                <a:off x="7984319" y="284184"/>
                <a:ext cx="857394" cy="364718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842796-00F5-2791-2FDA-F3BA0D26A627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292ECA2B-E890-E725-AACB-362AE8C783B9}"/>
                    </a:ext>
                  </a:extLst>
                </p:cNvPr>
                <p:cNvSpPr txBox="1"/>
                <p:nvPr/>
              </p:nvSpPr>
              <p:spPr>
                <a:xfrm>
                  <a:off x="9402733" y="876192"/>
                  <a:ext cx="1112725" cy="589668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Program</a:t>
                  </a: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F436C494-0167-13AA-F1E3-807DC6F884A1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4AA7ECCE-AD2A-DEB4-4B12-6782DBC72354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A6DDB37-5D54-D06D-C741-003A14ED5739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0834A03F-A917-A6A5-6CFD-490084402651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00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00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69A98151-3AD6-A415-3DE0-683808B99A7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DA6F94D3-2B87-01B5-E8A1-8645B644DA6A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34B95B-7B3A-4C15-A125-947167814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AE3729-0FE3-B5B4-6997-85C9890632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45A9A0-15CC-2987-4995-10802E24E9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59FE4BF5-7F3E-9F49-5F28-925F9DF7F4D4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rgbClr val="FF0000"/>
                    </a:solidFill>
                    <a:cs typeface="Segoe UI"/>
                  </a:rPr>
                  <a:t>fork (clone</a:t>
                </a:r>
                <a:r>
                  <a:rPr lang="en-US" sz="1600" b="1" spc="-37" noProof="0" dirty="0">
                    <a:solidFill>
                      <a:srgbClr val="FF0000"/>
                    </a:solidFill>
                    <a:latin typeface="Segoe UI"/>
                    <a:cs typeface="Segoe UI"/>
                  </a:rPr>
                  <a:t>)</a:t>
                </a:r>
                <a:endParaRPr lang="en-US" sz="1600" noProof="0" dirty="0">
                  <a:solidFill>
                    <a:srgbClr val="FF0000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9D6D373-D4C4-8B49-C0C4-49009AC8B093}"/>
                  </a:ext>
                </a:extLst>
              </p:cNvPr>
              <p:cNvSpPr txBox="1"/>
              <p:nvPr/>
            </p:nvSpPr>
            <p:spPr>
              <a:xfrm rot="5400000">
                <a:off x="8150583" y="2437970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exec </a:t>
                </a:r>
                <a:r>
                  <a:rPr lang="en-US" sz="1600" b="1" i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Program</a:t>
                </a:r>
                <a:endParaRPr lang="en-US" sz="1600" i="1" noProof="0" dirty="0">
                  <a:solidFill>
                    <a:schemeClr val="bg1">
                      <a:lumMod val="7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728E7FB-39F3-25E1-6095-0F56CE9E5D07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exit [n]</a:t>
                </a:r>
                <a:endParaRPr lang="en-US" sz="1600" noProof="0" dirty="0">
                  <a:solidFill>
                    <a:schemeClr val="bg1">
                      <a:lumMod val="75000"/>
                    </a:schemeClr>
                  </a:solidFill>
                  <a:latin typeface="Segoe UI"/>
                  <a:cs typeface="Segoe UI"/>
                </a:endParaRPr>
              </a:p>
            </p:txBody>
          </p:sp>
        </p:grp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6AB54F5C-C286-EC95-854E-9289F5B0CBBB}"/>
                </a:ext>
              </a:extLst>
            </p:cNvPr>
            <p:cNvSpPr txBox="1"/>
            <p:nvPr/>
          </p:nvSpPr>
          <p:spPr>
            <a:xfrm>
              <a:off x="6515134" y="2981758"/>
              <a:ext cx="1491247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cs typeface="Segoe UI"/>
                </a:rPr>
                <a:t>Redirect </a:t>
              </a:r>
              <a:r>
                <a:rPr lang="en-US" sz="1600" b="1" spc="-37" noProof="0" dirty="0" err="1">
                  <a:cs typeface="Segoe UI"/>
                </a:rPr>
                <a:t>i</a:t>
              </a:r>
              <a:r>
                <a:rPr lang="en-US" sz="1600" b="1" spc="-37" noProof="0" dirty="0">
                  <a:cs typeface="Segoe UI"/>
                </a:rPr>
                <a:t>/o streams</a:t>
              </a:r>
              <a:endParaRPr lang="en-US" sz="1600" b="1" noProof="0" dirty="0"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774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C7965F-2EAC-9968-4C4A-74C75D0ABD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File descriptor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04801">
              <a:spcBef>
                <a:spcPts val="488"/>
              </a:spcBef>
              <a:buClr>
                <a:srgbClr val="000000"/>
              </a:buClr>
              <a:tabLst>
                <a:tab pos="517485" algn="l"/>
                <a:tab pos="518001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the file descriptor number (</a:t>
            </a:r>
            <a:r>
              <a:rPr lang="en-US" sz="1800" spc="-12" noProof="0" dirty="0">
                <a:solidFill>
                  <a:srgbClr val="FF0000"/>
                </a:solidFill>
                <a:cs typeface="Segoe UI"/>
              </a:rPr>
              <a:t>channel number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).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(overwritten).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exist,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omitted the default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descriptor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Append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exist,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 will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omitted the default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descriptor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standard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input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37444-41A1-9E0B-A2D1-2C3F78F4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208" y="462261"/>
            <a:ext cx="1860359" cy="17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2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5387C7-4313-04B8-8920-F97E139AF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FD=1: Redirecting standard output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b="1" i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1&gt;&gt;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escriptor,</a:t>
            </a:r>
            <a:r>
              <a:rPr lang="en-US" sz="1800" spc="8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default and can and often is omitted.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directed to the Special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800" b="1" spc="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discard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(only for this channel, 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stderr</a:t>
            </a:r>
            <a:r>
              <a:rPr lang="en-US" sz="1800" b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affected).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Notice the space after the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optional.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runs.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Some programs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detect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they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writing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screen.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Compare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output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800" b="1" spc="-61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800" b="1" spc="-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442" y="3127358"/>
            <a:ext cx="6770077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2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date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pwd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B7F4E392-053C-956E-C94D-7AA2B45B1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56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0C08A8-F870-C3E1-C7E4-21118BABE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FD=2: Redirecting standard error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b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2&gt;&gt;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directed to the Special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800" b="1" spc="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discard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(only for this channel, 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stdin/stderr</a:t>
            </a:r>
            <a:r>
              <a:rPr lang="en-US" sz="1800" b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affected).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Notice the space after the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optional.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runs.</a:t>
            </a:r>
            <a:endParaRPr lang="en-US" sz="1800" noProof="0" dirty="0">
              <a:cs typeface="Segoe UI"/>
            </a:endParaRP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985" y="2889917"/>
            <a:ext cx="6770077" cy="38728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/home/* 2&gt;/dev/null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1D155287-6476-708E-3A31-EDC1DE912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3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26835-984B-BC92-3080-3C957A87B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Redirecting FD=1 and FD=2 to different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applied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to both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 in this case to separate targets.</a:t>
            </a: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DD33B2D-7407-E695-BE5C-CDA3D673F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315" y="5308286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dir1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my_list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31F386B-D287-2328-9188-BC410B1A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3429000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/boot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&gt;out.txt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2&gt;err.txt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47F2AD7E-DADD-1647-C652-D768E214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4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D1E99-400B-4CC4-E876-D05B17549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</p:spPr>
        <p:txBody>
          <a:bodyPr/>
          <a:lstStyle/>
          <a:p>
            <a:r>
              <a:rPr lang="en-US" noProof="0" dirty="0"/>
              <a:t>Redirecting FD=1 and FD=2 to the same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You cannot simply use the same filename for both channels.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You will get unpredictable results.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Instead, we can merge the two streams.</a:t>
            </a:r>
          </a:p>
          <a:p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A6CCE4-EEF8-F77B-3E7E-D6FBB057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429000"/>
            <a:ext cx="6770687" cy="241091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2 to the same place as 1 is sent to</a:t>
            </a: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2&gt;&amp;1</a:t>
            </a:r>
          </a:p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1 to the same place as 2 is sent to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2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1&gt;&amp;2</a:t>
            </a:r>
          </a:p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both to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</a:p>
          <a:p>
            <a:pPr marL="10319">
              <a:spcBef>
                <a:spcPts val="4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also send both to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D44062BB-375F-5C3D-6326-C3570897C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5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4EC49D-7815-D243-57FD-5609B481E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Collecting streams within a subshell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20913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320913" algn="l"/>
                <a:tab pos="321429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group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 commands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invoke,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surround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parenthesis.</a:t>
            </a:r>
            <a:endParaRPr lang="en-US" sz="1800" noProof="0" dirty="0">
              <a:latin typeface="+mn-lt"/>
              <a:cs typeface="Segoe UI"/>
            </a:endParaRPr>
          </a:p>
          <a:p>
            <a:pPr marL="320913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320913" algn="l"/>
                <a:tab pos="321429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to: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Prevent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affecting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environment.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Combine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common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redirection.</a:t>
            </a:r>
            <a:endParaRPr lang="en-US" sz="1800" noProof="0" dirty="0">
              <a:latin typeface="+mn-lt"/>
              <a:cs typeface="Segoe UI"/>
            </a:endParaRPr>
          </a:p>
          <a:p>
            <a:pPr marL="315754" lvl="1" indent="0">
              <a:spcBef>
                <a:spcPts val="1743"/>
              </a:spcBef>
              <a:buClr>
                <a:srgbClr val="000000"/>
              </a:buClr>
              <a:buNone/>
              <a:tabLst>
                <a:tab pos="548442" algn="l"/>
                <a:tab pos="548958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48958" lvl="1" indent="-233204">
              <a:spcBef>
                <a:spcPts val="1743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Combine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further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processing.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A6CCE4-EEF8-F77B-3E7E-D6FBB057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3464377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(date;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pwd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 1&gt;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D95D101-4019-AF4A-3E88-E140F1571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749990"/>
            <a:ext cx="6770687" cy="64889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(ls -l /bin; ls -l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/include) |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–l</a:t>
            </a:r>
          </a:p>
          <a:p>
            <a:pPr marL="10319">
              <a:spcBef>
                <a:spcPts val="73"/>
              </a:spcBef>
            </a:pPr>
            <a:r>
              <a:rPr lang="en-US" sz="1400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664</a:t>
            </a: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FA43D509-F5AB-334E-213F-B6CA074E2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76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FE5549-C3F8-41FE-9750-93D17E11C8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Protecting existing files from clobbering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Redirecting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clears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 before the program is run.</a:t>
            </a: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 second redirect will cause the first set of data to disappear.</a:t>
            </a: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39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You can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force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shell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clear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existing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31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setting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shell's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options: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using the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redirection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executed.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43007" indent="-233204">
              <a:lnSpc>
                <a:spcPts val="1763"/>
              </a:lnSpc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You can override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sz="1800" b="1" spc="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option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&gt;|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noProof="0" dirty="0">
              <a:latin typeface="Segoe UI"/>
              <a:cs typeface="Segoe UI"/>
            </a:endParaRP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C501A-5D6B-9A38-C410-08CA384BF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039" y="2065435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–l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EC91C-1E62-BC38-92A3-1C9615772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039" y="2878413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who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AA58E-7E40-72E3-81E0-B8A2F4F37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422" y="4232046"/>
            <a:ext cx="6761460" cy="69249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–l </a:t>
            </a:r>
            <a:r>
              <a:rPr lang="en-US" b="1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</a:p>
          <a:p>
            <a:pPr marL="77391">
              <a:spcBef>
                <a:spcPts val="232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bash: cannot create listing: File exists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7E9A35-C8A5-0DF8-7492-52112DA5D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039" y="5442773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–l </a:t>
            </a:r>
            <a:r>
              <a:rPr lang="en-US" b="1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&gt;| out.txt</a:t>
            </a: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76C980B2-E646-DA62-4655-45946CEDB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98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8443FA-06F0-7EE0-A54B-AEF3CE1F0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FD=0: Redirecting standard input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stdin</a:t>
            </a:r>
            <a:r>
              <a:rPr lang="en-US" sz="1800" b="1" i="1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+mn-lt"/>
                <a:cs typeface="Segoe UI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need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descriptor,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0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default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input.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Notice this would require two files and create two others.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stdin</a:t>
            </a:r>
            <a:r>
              <a:rPr lang="en-US" sz="1800" b="1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&lt;&lt;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label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Commonly known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Here</a:t>
            </a: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 Document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Notice this only requires one file, creating two others.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22" y="2329553"/>
            <a:ext cx="6770077" cy="656590"/>
          </a:xfrm>
          <a:prstGeom prst="rect">
            <a:avLst/>
          </a:prstGeom>
          <a:solidFill>
            <a:srgbClr val="0FEEB9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#!/bin/bash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6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mysql</a:t>
            </a: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whisky &lt; </a:t>
            </a:r>
            <a:r>
              <a:rPr lang="en-US" sz="16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query.sql</a:t>
            </a: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1&gt; whq1.txt 2&gt; wherr.txt</a:t>
            </a:r>
            <a:endParaRPr lang="en-US" sz="16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C3BFF42-74BC-02ED-99B2-471C2A50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8211" y="3694673"/>
            <a:ext cx="6047423" cy="1733808"/>
          </a:xfrm>
          <a:prstGeom prst="rect">
            <a:avLst/>
          </a:prstGeom>
          <a:solidFill>
            <a:srgbClr val="0FEEB9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#!/bin/bash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mysql</a:t>
            </a: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whisky 1&gt; whq1.txt 2&gt; wherr.txt &lt;&lt; _END_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SELECT BRANDS.BNAME, REGION.RNAME FROM BRANDS,REGION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WHERE REGION.ID = BRANDS.ID ORDER BY BRANDS.BNAME;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quit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_END_</a:t>
            </a:r>
          </a:p>
        </p:txBody>
      </p:sp>
      <p:pic>
        <p:nvPicPr>
          <p:cNvPr id="8" name="Picture 7" descr="A cartoon of a letter&#10;&#10;AI-generated content may be incorrect.">
            <a:extLst>
              <a:ext uri="{FF2B5EF4-FFF2-40B4-BE49-F238E27FC236}">
                <a16:creationId xmlns:a16="http://schemas.microsoft.com/office/drawing/2014/main" id="{27CEE6C3-898B-9F8A-23F2-924F57733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92" y="692602"/>
            <a:ext cx="925442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1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5B2355-F2E1-C667-7191-8D7188DBD9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758EEDB-F501-B3CE-C8A0-4FB89E29E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0FCE1-0304-7E55-F523-26332F1585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3788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6292F4-1986-CE9F-04C1-ED20F08AC8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file descriptor (</a:t>
            </a:r>
            <a:r>
              <a:rPr lang="en-US" sz="1800" b="1" noProof="0" dirty="0">
                <a:solidFill>
                  <a:srgbClr val="7030A0"/>
                </a:solidFill>
              </a:rPr>
              <a:t>FD</a:t>
            </a:r>
            <a:r>
              <a:rPr lang="en-US" sz="1800" noProof="0" dirty="0"/>
              <a:t>) number for standard error?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the two output redirection symbols </a:t>
            </a:r>
            <a:r>
              <a:rPr lang="en-US" sz="1800" b="1" noProof="0" dirty="0"/>
              <a:t>&gt;</a:t>
            </a:r>
            <a:r>
              <a:rPr lang="en-US" sz="1800" noProof="0" dirty="0"/>
              <a:t> and </a:t>
            </a:r>
            <a:r>
              <a:rPr lang="en-US" sz="1800" b="1" noProof="0" dirty="0"/>
              <a:t>&gt;&gt;</a:t>
            </a:r>
            <a:r>
              <a:rPr lang="en-US" sz="1800" noProof="0" dirty="0"/>
              <a:t>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the two input redirection symbols </a:t>
            </a:r>
            <a:r>
              <a:rPr lang="en-US" sz="1800" b="1" noProof="0" dirty="0"/>
              <a:t>&lt;</a:t>
            </a:r>
            <a:r>
              <a:rPr lang="en-US" sz="1800" noProof="0" dirty="0"/>
              <a:t> and </a:t>
            </a:r>
            <a:r>
              <a:rPr lang="en-US" sz="1800" b="1" noProof="0" dirty="0"/>
              <a:t>&lt;&lt;</a:t>
            </a:r>
            <a:r>
              <a:rPr lang="en-US" sz="1800" noProof="0" dirty="0"/>
              <a:t>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Why is 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cmd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1&gt;file  2&gt;file</a:t>
            </a:r>
            <a:r>
              <a:rPr lang="en-US" sz="1800" noProof="0" dirty="0"/>
              <a:t> not a good idea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available in bash to merge standard output and standard error streams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do you protect files from being overwritten through redirection?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123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4B8EFC-6D9A-EDD3-A096-51F3F0B36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4937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3AA5F-B1EA-50BA-8892-C208AF03F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three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IO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streams: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0: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stdin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1: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stdout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2: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stderr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connected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default.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Streams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redirected: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2026087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refer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files: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append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5303322" algn="l"/>
              </a:tabLst>
            </a:pPr>
            <a:r>
              <a:rPr lang="en-US" sz="1800" spc="-191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anoth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c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rip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me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ging):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</a:t>
            </a:r>
            <a:r>
              <a:rPr lang="en-US" sz="1800" b="1" spc="-4" noProof="0" dirty="0" err="1">
                <a:solidFill>
                  <a:srgbClr val="0000C7"/>
                </a:solidFill>
                <a:latin typeface="+mn-lt"/>
                <a:cs typeface="Segoe UI"/>
              </a:rPr>
              <a:t>fd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redirected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into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substitution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syntax: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$(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command-line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output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grouped.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syntax: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(cmd1;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cmd2;</a:t>
            </a:r>
            <a:r>
              <a:rPr lang="en-US" sz="1800" b="1" spc="2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cmd3</a:t>
            </a:r>
            <a:r>
              <a:rPr lang="en-US" sz="1800" b="1" spc="2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…)</a:t>
            </a:r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277503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52e7f57a-cc1d-4bce-9b60-d9dd785361c7"/>
    <ds:schemaRef ds:uri="http://schemas.openxmlformats.org/package/2006/metadata/core-properties"/>
    <ds:schemaRef ds:uri="4851bab5-d36a-4f24-a761-998180967d1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19283</TotalTime>
  <Words>2310</Words>
  <Application>Microsoft Office PowerPoint</Application>
  <PresentationFormat>Widescreen</PresentationFormat>
  <Paragraphs>257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Aptos</vt:lpstr>
      <vt:lpstr>Arial</vt:lpstr>
      <vt:lpstr>Figtree</vt:lpstr>
      <vt:lpstr>Hack</vt:lpstr>
      <vt:lpstr>Montserrat</vt:lpstr>
      <vt:lpstr>Segoe UI</vt:lpstr>
      <vt:lpstr>Verdana</vt:lpstr>
      <vt:lpstr>Cover Slides - Business/Marketing</vt:lpstr>
      <vt:lpstr>Divider Slides</vt:lpstr>
      <vt:lpstr>Purple Module</vt:lpstr>
      <vt:lpstr>Orange Module</vt:lpstr>
      <vt:lpstr>B/W Module</vt:lpstr>
      <vt:lpstr>Module 8: Data streams</vt:lpstr>
      <vt:lpstr>Contents</vt:lpstr>
      <vt:lpstr>Data streams of a process</vt:lpstr>
      <vt:lpstr>Data streams</vt:lpstr>
      <vt:lpstr>File descriptor (FD) numbers</vt:lpstr>
      <vt:lpstr>Redirection in general</vt:lpstr>
      <vt:lpstr>File descriptor</vt:lpstr>
      <vt:lpstr>FD=1: Redirecting standard output</vt:lpstr>
      <vt:lpstr>FD=2: Redirecting standard error</vt:lpstr>
      <vt:lpstr>Redirecting FD=1 and FD=2 to different files</vt:lpstr>
      <vt:lpstr>Redirecting FD=1 and FD=2 to the same file</vt:lpstr>
      <vt:lpstr>Collecting streams within a subshell</vt:lpstr>
      <vt:lpstr>Protecting existing files from clobbering</vt:lpstr>
      <vt:lpstr>FD=0: Redirecting standard input</vt:lpstr>
      <vt:lpstr>Review and lab</vt:lpstr>
      <vt:lpstr>Review questions</vt:lpstr>
      <vt:lpstr>Practical exercise 8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40</cp:revision>
  <dcterms:created xsi:type="dcterms:W3CDTF">2024-06-24T11:44:08Z</dcterms:created>
  <dcterms:modified xsi:type="dcterms:W3CDTF">2025-05-30T12:53:38Z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