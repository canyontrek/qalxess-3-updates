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74" r:id="rId7"/>
    <p:sldMasterId id="2147483885" r:id="rId8"/>
    <p:sldMasterId id="2147483897" r:id="rId9"/>
    <p:sldMasterId id="2147483919" r:id="rId10"/>
    <p:sldMasterId id="2147483930" r:id="rId11"/>
  </p:sldMasterIdLst>
  <p:notesMasterIdLst>
    <p:notesMasterId r:id="rId36"/>
  </p:notesMasterIdLst>
  <p:sldIdLst>
    <p:sldId id="1305" r:id="rId12"/>
    <p:sldId id="1306" r:id="rId13"/>
    <p:sldId id="1307" r:id="rId14"/>
    <p:sldId id="1308" r:id="rId15"/>
    <p:sldId id="1309" r:id="rId16"/>
    <p:sldId id="1310" r:id="rId17"/>
    <p:sldId id="1311" r:id="rId18"/>
    <p:sldId id="738" r:id="rId19"/>
    <p:sldId id="1312" r:id="rId20"/>
    <p:sldId id="1313" r:id="rId21"/>
    <p:sldId id="1314" r:id="rId22"/>
    <p:sldId id="1315" r:id="rId23"/>
    <p:sldId id="740" r:id="rId24"/>
    <p:sldId id="1316" r:id="rId25"/>
    <p:sldId id="1317" r:id="rId26"/>
    <p:sldId id="1318" r:id="rId27"/>
    <p:sldId id="1319" r:id="rId28"/>
    <p:sldId id="1320" r:id="rId29"/>
    <p:sldId id="1321" r:id="rId30"/>
    <p:sldId id="1325" r:id="rId31"/>
    <p:sldId id="1322" r:id="rId32"/>
    <p:sldId id="1323" r:id="rId33"/>
    <p:sldId id="1324" r:id="rId34"/>
    <p:sldId id="132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05"/>
            <p14:sldId id="1306"/>
            <p14:sldId id="1307"/>
            <p14:sldId id="1308"/>
            <p14:sldId id="1309"/>
            <p14:sldId id="1310"/>
            <p14:sldId id="1311"/>
            <p14:sldId id="738"/>
            <p14:sldId id="1312"/>
            <p14:sldId id="1313"/>
            <p14:sldId id="1314"/>
            <p14:sldId id="1315"/>
            <p14:sldId id="740"/>
            <p14:sldId id="1316"/>
            <p14:sldId id="1317"/>
            <p14:sldId id="1318"/>
            <p14:sldId id="1319"/>
            <p14:sldId id="1320"/>
            <p14:sldId id="1321"/>
            <p14:sldId id="1325"/>
            <p14:sldId id="1322"/>
            <p14:sldId id="1323"/>
            <p14:sldId id="1324"/>
            <p14:sldId id="1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65105-7176-421B-A878-52D454771404}" v="1" dt="2025-05-30T12:56:56.43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2596" autoAdjust="0"/>
    <p:restoredTop sz="91367" autoAdjust="0"/>
  </p:normalViewPr>
  <p:slideViewPr>
    <p:cSldViewPr snapToGrid="0">
      <p:cViewPr varScale="1">
        <p:scale>
          <a:sx n="94" d="100"/>
          <a:sy n="94" d="100"/>
        </p:scale>
        <p:origin x="1368" y="312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-3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ED265105-7176-421B-A878-52D454771404}"/>
    <pc:docChg chg="custSel modSld">
      <pc:chgData name="Feist, Ella" userId="992bbaf2-811d-42cb-a4d6-e7fc45e325e8" providerId="ADAL" clId="{ED265105-7176-421B-A878-52D454771404}" dt="2025-05-30T12:57:19.687" v="69" actId="20577"/>
      <pc:docMkLst>
        <pc:docMk/>
      </pc:docMkLst>
      <pc:sldChg chg="modSp mod modNotes">
        <pc:chgData name="Feist, Ella" userId="992bbaf2-811d-42cb-a4d6-e7fc45e325e8" providerId="ADAL" clId="{ED265105-7176-421B-A878-52D454771404}" dt="2025-05-30T12:55:29.840" v="19" actId="20577"/>
        <pc:sldMkLst>
          <pc:docMk/>
          <pc:sldMk cId="103263351" sldId="738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3" creationId="{9D227345-6E31-79E6-FC0C-9A65AF082D3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03263351" sldId="738"/>
            <ac:spMk id="8" creationId="{7782E858-E342-6AD9-F890-25F9D7CBC03A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666925096" sldId="740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3" creationId="{4D2825BF-A0E3-BF6A-5271-672D0C1D5415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666925096" sldId="740"/>
            <ac:spMk id="7" creationId="{9CB67B36-FAE3-B28C-E63D-8252730BCB2C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1666925096" sldId="740"/>
            <ac:graphicFrameMk id="6" creationId="{5B55B918-6453-F0A0-E381-F744C1F6B3B6}"/>
          </ac:graphicFrameMkLst>
        </pc:graphicFrame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885975946" sldId="1305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885975946" sldId="1305"/>
            <ac:spMk id="3" creationId="{2B8603E6-EE5C-F232-C0F9-AEB19996914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885975946" sldId="130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1885975946" sldId="1305"/>
            <ac:graphicFrameMk id="6" creationId="{A3A61436-78D9-E109-9047-FDD4079653B3}"/>
          </ac:graphicFrameMkLst>
        </pc:graphicFrame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479437069" sldId="1306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479437069" sldId="1306"/>
            <ac:spMk id="4" creationId="{00000000-0000-0000-0000-00000000000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479437069" sldId="130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966638073" sldId="1307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966638073" sldId="1307"/>
            <ac:spMk id="4" creationId="{9ED32BBC-8A3B-5FB1-DB0F-B65F461BDA2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966638073" sldId="1307"/>
            <ac:spMk id="5" creationId="{1252504F-8035-808B-051B-71C0B65282FE}"/>
          </ac:spMkLst>
        </pc:spChg>
      </pc:sldChg>
      <pc:sldChg chg="modSp mod modNotes">
        <pc:chgData name="Feist, Ella" userId="992bbaf2-811d-42cb-a4d6-e7fc45e325e8" providerId="ADAL" clId="{ED265105-7176-421B-A878-52D454771404}" dt="2025-05-30T12:54:58.858" v="7" actId="207"/>
        <pc:sldMkLst>
          <pc:docMk/>
          <pc:sldMk cId="2146564209" sldId="1308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17" creationId="{4350E5C1-4655-A794-9F43-0A8ACB195FE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19" creationId="{ECFCD1BE-1D61-7F8F-C161-7DC85CC87C2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0" creationId="{C866AF28-059E-F4D3-7A8C-4FCB9A9B9CFF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1" creationId="{74C65197-1602-F0A9-1836-427EB95E593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2" creationId="{32B40264-C52D-BB4F-FDAC-D3147C333CA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3" creationId="{C13107FA-FA9F-B382-A767-4AB3FBF4D62C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4" creationId="{B8BE7241-1335-41F6-3BD6-0B6178E71DF4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46564209" sldId="1308"/>
            <ac:spMk id="25" creationId="{03300619-AC25-AFDB-E0D3-92E74DB9E68B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141180535" sldId="1309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3" creationId="{3E88AAAB-3EDB-97CB-007F-392C49F4015F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7" creationId="{50431EA0-7846-1D32-6852-55EAC114B2BC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41180535" sldId="1309"/>
            <ac:spMk id="8" creationId="{A9B5B90B-B1E8-A605-2748-A1343E72DDF1}"/>
          </ac:spMkLst>
        </pc:spChg>
      </pc:sldChg>
      <pc:sldChg chg="modSp mod modNotes">
        <pc:chgData name="Feist, Ella" userId="992bbaf2-811d-42cb-a4d6-e7fc45e325e8" providerId="ADAL" clId="{ED265105-7176-421B-A878-52D454771404}" dt="2025-05-30T12:55:08.934" v="11" actId="20577"/>
        <pc:sldMkLst>
          <pc:docMk/>
          <pc:sldMk cId="2365984766" sldId="1310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7" creationId="{5B8358DA-648E-0E63-DDA6-B9D2681318E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8" creationId="{3AD843DF-FE33-EC30-D932-AFBDA4D8D8E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18" creationId="{14D1FFC3-499F-63B4-54E5-12B33013C4E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19" creationId="{6A9B8C19-A963-DFB3-04DA-AE9E099A4D9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1" creationId="{DA8D65A2-ABC4-F049-7193-EEC01073819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2" creationId="{9FB43C68-3DE8-14F9-DA99-7353835DA2B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3" creationId="{B812FAE1-E71F-C764-409A-CA3A90EE221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5984766" sldId="1310"/>
            <ac:spMk id="28" creationId="{B3D0DEAD-B85E-1703-F119-2E750C5C63E1}"/>
          </ac:spMkLst>
        </pc:spChg>
      </pc:sldChg>
      <pc:sldChg chg="modSp mod modNotes">
        <pc:chgData name="Feist, Ella" userId="992bbaf2-811d-42cb-a4d6-e7fc45e325e8" providerId="ADAL" clId="{ED265105-7176-421B-A878-52D454771404}" dt="2025-05-30T12:55:22.231" v="16" actId="20577"/>
        <pc:sldMkLst>
          <pc:docMk/>
          <pc:sldMk cId="3930012721" sldId="1311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4" creationId="{88256DF3-7216-7C0B-C0B2-0D87C6DA76E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5" creationId="{727683EA-5CEC-2281-4F45-CC9C4812353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6" creationId="{9B4E46D7-72AC-DF10-95AB-893239F2C39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7" creationId="{B9FE7BE4-A898-AB69-58FB-6213E5EE52F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18" creationId="{A4CC994F-0897-3855-EC24-08F17C609873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4" creationId="{E6A91478-191D-7AB2-117E-DDADD8137A49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5" creationId="{F9758C22-6362-3D22-BCA7-305836ACF88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6" creationId="{ACD82075-AAE3-E170-C69E-879C52710CE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930012721" sldId="1311"/>
            <ac:spMk id="28" creationId="{CE7AC796-198C-9EA7-2B92-1DBAE1CA9ADD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808549864" sldId="1312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08549864" sldId="1312"/>
            <ac:spMk id="2" creationId="{309F2673-30FF-DB67-A2E5-D5B1B687B92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08549864" sldId="1312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D265105-7176-421B-A878-52D454771404}" dt="2025-05-30T12:55:46.057" v="27" actId="20577"/>
        <pc:sldMkLst>
          <pc:docMk/>
          <pc:sldMk cId="4251842094" sldId="1313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7" creationId="{5B34DB4C-656E-C8FD-AC69-1C8CC523141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8" creationId="{5CF4B856-2626-7CB0-4696-FF3568115CC5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19" creationId="{C90089A4-21D3-F6E3-DDD5-3FB798C0A99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1" creationId="{11651B85-D53E-FE54-F8F3-A607E03DFE6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2" creationId="{0A888EFD-F4D2-97C6-D1F6-EAE7EE1FD163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3" creationId="{7CEF791D-D98B-3254-1D74-A3D08017D1A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6" creationId="{73EFA553-AC40-C232-C80A-9A3B4BF91567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27" creationId="{FB60C83C-DFBC-0061-D9A8-7F1196BF6FE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32" creationId="{FC54E9FA-E55D-135E-E613-68C448FF70C5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4251842094" sldId="1313"/>
            <ac:spMk id="33" creationId="{8B8E66CF-EBD9-C2F5-FBF4-ADD6D455FB8E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116531347" sldId="1314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16531347" sldId="1314"/>
            <ac:spMk id="4" creationId="{9ED32BBC-8A3B-5FB1-DB0F-B65F461BDA2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16531347" sldId="1314"/>
            <ac:spMk id="5" creationId="{5ACAF755-4E4B-FEC6-0047-82C4436DEC8E}"/>
          </ac:spMkLst>
        </pc:spChg>
      </pc:sldChg>
      <pc:sldChg chg="modSp mod modNotes">
        <pc:chgData name="Feist, Ella" userId="992bbaf2-811d-42cb-a4d6-e7fc45e325e8" providerId="ADAL" clId="{ED265105-7176-421B-A878-52D454771404}" dt="2025-05-30T12:56:03.168" v="32" actId="20577"/>
        <pc:sldMkLst>
          <pc:docMk/>
          <pc:sldMk cId="2133794858" sldId="1315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3" creationId="{5EF6C8FD-61DF-2054-B359-9EA00D129D91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133794858" sldId="1315"/>
            <ac:spMk id="7" creationId="{9CB67B36-FAE3-B28C-E63D-8252730BCB2C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2133794858" sldId="1315"/>
            <ac:graphicFrameMk id="6" creationId="{45F02FFE-B93D-D58A-578E-5173A016C144}"/>
          </ac:graphicFrameMkLst>
        </pc:graphicFrameChg>
      </pc:sldChg>
      <pc:sldChg chg="modSp mod modNotes">
        <pc:chgData name="Feist, Ella" userId="992bbaf2-811d-42cb-a4d6-e7fc45e325e8" providerId="ADAL" clId="{ED265105-7176-421B-A878-52D454771404}" dt="2025-05-30T12:56:12.297" v="35" actId="20577"/>
        <pc:sldMkLst>
          <pc:docMk/>
          <pc:sldMk cId="349662382" sldId="1316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4" creationId="{6D34BC99-0A6A-6904-C976-C6BCC6984DC4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49662382" sldId="1316"/>
            <ac:spMk id="7" creationId="{E71BED68-BD30-1DEA-F2E4-D45235112F98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349662382" sldId="1316"/>
            <ac:graphicFrameMk id="8" creationId="{DC78253F-EB57-2F22-DCA1-744A068D4261}"/>
          </ac:graphicFrameMkLst>
        </pc:graphicFrameChg>
      </pc:sldChg>
      <pc:sldChg chg="modSp mod modNotes">
        <pc:chgData name="Feist, Ella" userId="992bbaf2-811d-42cb-a4d6-e7fc45e325e8" providerId="ADAL" clId="{ED265105-7176-421B-A878-52D454771404}" dt="2025-05-30T12:56:31.833" v="46" actId="20577"/>
        <pc:sldMkLst>
          <pc:docMk/>
          <pc:sldMk cId="871376589" sldId="1317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3" creationId="{30C401C8-E5E3-DC05-3652-43B8DC532F14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871376589" sldId="1317"/>
            <ac:spMk id="7" creationId="{F7C527CA-F03B-2947-686C-5946B8949F2B}"/>
          </ac:spMkLst>
        </pc:spChg>
        <pc:graphicFrameChg chg="modGraphic">
          <ac:chgData name="Feist, Ella" userId="992bbaf2-811d-42cb-a4d6-e7fc45e325e8" providerId="ADAL" clId="{ED265105-7176-421B-A878-52D454771404}" dt="2025-05-30T12:54:31.968" v="0" actId="790"/>
          <ac:graphicFrameMkLst>
            <pc:docMk/>
            <pc:sldMk cId="871376589" sldId="1317"/>
            <ac:graphicFrameMk id="10" creationId="{08C496BC-9143-1A76-9AD7-8F9E7CF5ABFC}"/>
          </ac:graphicFrameMkLst>
        </pc:graphicFrameChg>
      </pc:sldChg>
      <pc:sldChg chg="modSp mod modNotes">
        <pc:chgData name="Feist, Ella" userId="992bbaf2-811d-42cb-a4d6-e7fc45e325e8" providerId="ADAL" clId="{ED265105-7176-421B-A878-52D454771404}" dt="2025-05-30T12:56:37.569" v="47" actId="20577"/>
        <pc:sldMkLst>
          <pc:docMk/>
          <pc:sldMk cId="1322955527" sldId="1318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322955527" sldId="1318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322955527" sldId="1318"/>
            <ac:spMk id="3" creationId="{4E1D4166-1003-DDB0-54AC-C22AD05A68D3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1322955527" sldId="1318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545684470" sldId="1319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545684470" sldId="1319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545684470" sldId="1319"/>
            <ac:spMk id="3" creationId="{A431E161-BA79-A813-BCD2-0F837A2CDCC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545684470" sldId="131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509149829" sldId="1320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509149829" sldId="1320"/>
            <ac:spMk id="2" creationId="{A0FEF219-2CF6-A5B0-BF83-E6B49FAFE15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509149829" sldId="132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D265105-7176-421B-A878-52D454771404}" dt="2025-05-30T12:56:52.028" v="54" actId="20577"/>
        <pc:sldMkLst>
          <pc:docMk/>
          <pc:sldMk cId="2251381027" sldId="1321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2" creationId="{A9A6FF77-D641-4417-92E7-11CC6238BF20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3" creationId="{96515AD8-97D8-1B0A-3CBB-8F13829530D2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5" creationId="{91A8ED3D-B755-43C9-BCB1-DCF495C0C9D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51381027" sldId="1321"/>
            <ac:spMk id="8" creationId="{19C42502-D449-C78C-5A4A-9916C1DD41F6}"/>
          </ac:spMkLst>
        </pc:spChg>
      </pc:sldChg>
      <pc:sldChg chg="modSp mod modNotes">
        <pc:chgData name="Feist, Ella" userId="992bbaf2-811d-42cb-a4d6-e7fc45e325e8" providerId="ADAL" clId="{ED265105-7176-421B-A878-52D454771404}" dt="2025-05-30T12:57:19.687" v="69" actId="20577"/>
        <pc:sldMkLst>
          <pc:docMk/>
          <pc:sldMk cId="329492911" sldId="1322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29492911" sldId="1322"/>
            <ac:spMk id="2" creationId="{D7EC235F-614F-714E-A97F-4FF50EFF14F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29492911" sldId="1322"/>
            <ac:spMk id="4" creationId="{E9C5A723-C0B1-124B-8CB6-AA3105C9A4E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29492911" sldId="1322"/>
            <ac:spMk id="7" creationId="{0BD165E1-47AF-3E15-A912-3F3DDFAF0AE5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89922189" sldId="1323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9922189" sldId="1323"/>
            <ac:spMk id="2" creationId="{D7EC235F-614F-714E-A97F-4FF50EFF14FD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9922189" sldId="1323"/>
            <ac:spMk id="4" creationId="{E9C5A723-C0B1-124B-8CB6-AA3105C9A4E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89922189" sldId="1323"/>
            <ac:spMk id="5" creationId="{1913A119-49E2-FE58-C42C-46D76A75BE25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20027046" sldId="1324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0027046" sldId="1324"/>
            <ac:spMk id="2" creationId="{F111C5DB-635E-4576-A4C3-837B7E452E1E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0027046" sldId="1324"/>
            <ac:spMk id="3" creationId="{0C2C50CE-DDC1-335B-D706-85CDD955222C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20027046" sldId="132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3190990412" sldId="1325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90990412" sldId="1325"/>
            <ac:spMk id="4" creationId="{A74573B2-D55C-FA37-DD33-5D958A73BE57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90990412" sldId="1325"/>
            <ac:spMk id="5" creationId="{FC81203C-4479-2567-2D5E-941E95F88ECB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3190990412" sldId="1325"/>
            <ac:spMk id="6" creationId="{1686730C-FBF6-96CE-41DD-A52EF66D2F77}"/>
          </ac:spMkLst>
        </pc:spChg>
      </pc:sldChg>
      <pc:sldChg chg="modSp mod">
        <pc:chgData name="Feist, Ella" userId="992bbaf2-811d-42cb-a4d6-e7fc45e325e8" providerId="ADAL" clId="{ED265105-7176-421B-A878-52D454771404}" dt="2025-05-30T12:54:31.968" v="0" actId="790"/>
        <pc:sldMkLst>
          <pc:docMk/>
          <pc:sldMk cId="2366122444" sldId="1326"/>
        </pc:sldMkLst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6122444" sldId="1326"/>
            <ac:spMk id="2" creationId="{1B6A382E-0F7B-2E58-C845-5CBDB881B736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6122444" sldId="1326"/>
            <ac:spMk id="3" creationId="{3B336BB6-085C-4E10-5F98-DB7D43461258}"/>
          </ac:spMkLst>
        </pc:spChg>
        <pc:spChg chg="mod">
          <ac:chgData name="Feist, Ella" userId="992bbaf2-811d-42cb-a4d6-e7fc45e325e8" providerId="ADAL" clId="{ED265105-7176-421B-A878-52D454771404}" dt="2025-05-30T12:54:31.968" v="0" actId="790"/>
          <ac:spMkLst>
            <pc:docMk/>
            <pc:sldMk cId="2366122444" sldId="1326"/>
            <ac:spMk id="4" creationId="{51331EBA-D821-29C3-BB1F-D95BD5861152}"/>
          </ac:spMkLst>
        </pc:spChg>
      </pc:sldChg>
    </pc:docChg>
  </pc:docChgLst>
  <pc:docChgLst>
    <pc:chgData name="Feist, Ella" userId="992bbaf2-811d-42cb-a4d6-e7fc45e325e8" providerId="ADAL" clId="{9EA7C705-8096-42ED-8F30-6C212A2E96D4}"/>
    <pc:docChg chg="undo redo custSel modSld delMainMaster">
      <pc:chgData name="Feist, Ella" userId="992bbaf2-811d-42cb-a4d6-e7fc45e325e8" providerId="ADAL" clId="{9EA7C705-8096-42ED-8F30-6C212A2E96D4}" dt="2025-05-28T09:55:57.641" v="214" actId="478"/>
      <pc:docMkLst>
        <pc:docMk/>
      </pc:docMkLst>
      <pc:sldChg chg="modSp mod">
        <pc:chgData name="Feist, Ella" userId="992bbaf2-811d-42cb-a4d6-e7fc45e325e8" providerId="ADAL" clId="{9EA7C705-8096-42ED-8F30-6C212A2E96D4}" dt="2025-05-28T09:49:28.481" v="59" actId="20577"/>
        <pc:sldMkLst>
          <pc:docMk/>
          <pc:sldMk cId="103263351" sldId="738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03263351" sldId="738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03263351" sldId="738"/>
            <ac:spMk id="3" creationId="{9D227345-6E31-79E6-FC0C-9A65AF082D36}"/>
          </ac:spMkLst>
        </pc:spChg>
        <pc:spChg chg="mod">
          <ac:chgData name="Feist, Ella" userId="992bbaf2-811d-42cb-a4d6-e7fc45e325e8" providerId="ADAL" clId="{9EA7C705-8096-42ED-8F30-6C212A2E96D4}" dt="2025-05-28T09:49:28.481" v="59" actId="20577"/>
          <ac:spMkLst>
            <pc:docMk/>
            <pc:sldMk cId="103263351" sldId="738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03263351" sldId="738"/>
            <ac:spMk id="8" creationId="{7782E858-E342-6AD9-F890-25F9D7CBC03A}"/>
          </ac:spMkLst>
        </pc:spChg>
      </pc:sldChg>
      <pc:sldChg chg="modSp mod">
        <pc:chgData name="Feist, Ella" userId="992bbaf2-811d-42cb-a4d6-e7fc45e325e8" providerId="ADAL" clId="{9EA7C705-8096-42ED-8F30-6C212A2E96D4}" dt="2025-05-28T09:52:20.569" v="117" actId="1076"/>
        <pc:sldMkLst>
          <pc:docMk/>
          <pc:sldMk cId="1666925096" sldId="740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666925096" sldId="740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666925096" sldId="740"/>
            <ac:spMk id="3" creationId="{4D2825BF-A0E3-BF6A-5271-672D0C1D5415}"/>
          </ac:spMkLst>
        </pc:spChg>
        <pc:spChg chg="mod">
          <ac:chgData name="Feist, Ella" userId="992bbaf2-811d-42cb-a4d6-e7fc45e325e8" providerId="ADAL" clId="{9EA7C705-8096-42ED-8F30-6C212A2E96D4}" dt="2025-05-28T09:51:18.861" v="96" actId="20577"/>
          <ac:spMkLst>
            <pc:docMk/>
            <pc:sldMk cId="1666925096" sldId="740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666925096" sldId="740"/>
            <ac:spMk id="7" creationId="{9CB67B36-FAE3-B28C-E63D-8252730BCB2C}"/>
          </ac:spMkLst>
        </pc:spChg>
        <pc:graphicFrameChg chg="mod modGraphic">
          <ac:chgData name="Feist, Ella" userId="992bbaf2-811d-42cb-a4d6-e7fc45e325e8" providerId="ADAL" clId="{9EA7C705-8096-42ED-8F30-6C212A2E96D4}" dt="2025-05-28T09:52:20.569" v="117" actId="1076"/>
          <ac:graphicFrameMkLst>
            <pc:docMk/>
            <pc:sldMk cId="1666925096" sldId="740"/>
            <ac:graphicFrameMk id="6" creationId="{5B55B918-6453-F0A0-E381-F744C1F6B3B6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1885975946" sldId="1305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885975946" sldId="1305"/>
            <ac:spMk id="3" creationId="{2B8603E6-EE5C-F232-C0F9-AEB19996914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885975946" sldId="130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9EA7C705-8096-42ED-8F30-6C212A2E96D4}" dt="2025-05-28T09:47:24.636" v="7" actId="790"/>
          <ac:graphicFrameMkLst>
            <pc:docMk/>
            <pc:sldMk cId="1885975946" sldId="1305"/>
            <ac:graphicFrameMk id="6" creationId="{A3A61436-78D9-E109-9047-FDD4079653B3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47:34.559" v="8" actId="12"/>
        <pc:sldMkLst>
          <pc:docMk/>
          <pc:sldMk cId="1479437069" sldId="1306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1479437069" sldId="1306"/>
            <ac:spMk id="4" creationId="{00000000-0000-0000-0000-000000000000}"/>
          </ac:spMkLst>
        </pc:spChg>
        <pc:spChg chg="mod">
          <ac:chgData name="Feist, Ella" userId="992bbaf2-811d-42cb-a4d6-e7fc45e325e8" providerId="ADAL" clId="{9EA7C705-8096-42ED-8F30-6C212A2E96D4}" dt="2025-05-28T09:47:34.559" v="8" actId="12"/>
          <ac:spMkLst>
            <pc:docMk/>
            <pc:sldMk cId="1479437069" sldId="130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2966638073" sldId="1307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966638073" sldId="1307"/>
            <ac:spMk id="4" creationId="{9ED32BBC-8A3B-5FB1-DB0F-B65F461BDA2D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966638073" sldId="1307"/>
            <ac:spMk id="5" creationId="{1252504F-8035-808B-051B-71C0B65282FE}"/>
          </ac:spMkLst>
        </pc:spChg>
      </pc:sldChg>
      <pc:sldChg chg="modSp mod">
        <pc:chgData name="Feist, Ella" userId="992bbaf2-811d-42cb-a4d6-e7fc45e325e8" providerId="ADAL" clId="{9EA7C705-8096-42ED-8F30-6C212A2E96D4}" dt="2025-05-28T09:48:30.863" v="32" actId="108"/>
        <pc:sldMkLst>
          <pc:docMk/>
          <pc:sldMk cId="2146564209" sldId="1308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8:30.863" v="32" actId="108"/>
          <ac:spMkLst>
            <pc:docMk/>
            <pc:sldMk cId="2146564209" sldId="1308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7" creationId="{1746A749-1E25-60E9-40A5-50E74688509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17" creationId="{4350E5C1-4655-A794-9F43-0A8ACB195FE1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18" creationId="{923BB1C5-528D-23AC-17AC-3633ED15CB59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19" creationId="{ECFCD1BE-1D61-7F8F-C161-7DC85CC87C2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1" creationId="{74C65197-1602-F0A9-1836-427EB95E593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3" creationId="{C13107FA-FA9F-B382-A767-4AB3FBF4D62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4" creationId="{B8BE7241-1335-41F6-3BD6-0B6178E71DF4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46564209" sldId="1308"/>
            <ac:spMk id="25" creationId="{03300619-AC25-AFDB-E0D3-92E74DB9E68B}"/>
          </ac:spMkLst>
        </pc:spChg>
      </pc:sldChg>
      <pc:sldChg chg="modSp mod">
        <pc:chgData name="Feist, Ella" userId="992bbaf2-811d-42cb-a4d6-e7fc45e325e8" providerId="ADAL" clId="{9EA7C705-8096-42ED-8F30-6C212A2E96D4}" dt="2025-05-28T09:48:52.127" v="44" actId="20577"/>
        <pc:sldMkLst>
          <pc:docMk/>
          <pc:sldMk cId="3141180535" sldId="1309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3" creationId="{3E88AAAB-3EDB-97CB-007F-392C49F4015F}"/>
          </ac:spMkLst>
        </pc:spChg>
        <pc:spChg chg="mod">
          <ac:chgData name="Feist, Ella" userId="992bbaf2-811d-42cb-a4d6-e7fc45e325e8" providerId="ADAL" clId="{9EA7C705-8096-42ED-8F30-6C212A2E96D4}" dt="2025-05-28T09:48:52.127" v="44" actId="20577"/>
          <ac:spMkLst>
            <pc:docMk/>
            <pc:sldMk cId="3141180535" sldId="1309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7" creationId="{50431EA0-7846-1D32-6852-55EAC114B2B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41180535" sldId="1309"/>
            <ac:spMk id="8" creationId="{A9B5B90B-B1E8-A605-2748-A1343E72DDF1}"/>
          </ac:spMkLst>
        </pc:spChg>
      </pc:sldChg>
      <pc:sldChg chg="modSp mod">
        <pc:chgData name="Feist, Ella" userId="992bbaf2-811d-42cb-a4d6-e7fc45e325e8" providerId="ADAL" clId="{9EA7C705-8096-42ED-8F30-6C212A2E96D4}" dt="2025-05-28T09:49:07.357" v="51" actId="113"/>
        <pc:sldMkLst>
          <pc:docMk/>
          <pc:sldMk cId="2365984766" sldId="1310"/>
        </pc:sldMkLst>
        <pc:spChg chg="mod">
          <ac:chgData name="Feist, Ella" userId="992bbaf2-811d-42cb-a4d6-e7fc45e325e8" providerId="ADAL" clId="{9EA7C705-8096-42ED-8F30-6C212A2E96D4}" dt="2025-05-28T09:49:07.357" v="51" actId="113"/>
          <ac:spMkLst>
            <pc:docMk/>
            <pc:sldMk cId="2365984766" sldId="1310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7" creationId="{5B8358DA-648E-0E63-DDA6-B9D2681318E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8" creationId="{3AD843DF-FE33-EC30-D932-AFBDA4D8D8E6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4" creationId="{4DB0A30B-544C-B6BF-7767-97CB15AA61F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7" creationId="{EE0B092A-9114-EE5F-6316-0BFF6E2F0A0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8" creationId="{14D1FFC3-499F-63B4-54E5-12B33013C4E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19" creationId="{6A9B8C19-A963-DFB3-04DA-AE9E099A4D9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23" creationId="{B812FAE1-E71F-C764-409A-CA3A90EE221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24" creationId="{3BCD3684-E008-81C9-B48C-D44D78968E1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5984766" sldId="1310"/>
            <ac:spMk id="26" creationId="{92A1AAD9-20B9-FCD2-5666-A98BA3C7D19D}"/>
          </ac:spMkLst>
        </pc:spChg>
        <pc:spChg chg="mod">
          <ac:chgData name="Feist, Ella" userId="992bbaf2-811d-42cb-a4d6-e7fc45e325e8" providerId="ADAL" clId="{9EA7C705-8096-42ED-8F30-6C212A2E96D4}" dt="2025-05-28T09:48:56.381" v="45" actId="20577"/>
          <ac:spMkLst>
            <pc:docMk/>
            <pc:sldMk cId="2365984766" sldId="1310"/>
            <ac:spMk id="28" creationId="{B3D0DEAD-B85E-1703-F119-2E750C5C63E1}"/>
          </ac:spMkLst>
        </pc:spChg>
      </pc:sldChg>
      <pc:sldChg chg="modSp mod">
        <pc:chgData name="Feist, Ella" userId="992bbaf2-811d-42cb-a4d6-e7fc45e325e8" providerId="ADAL" clId="{9EA7C705-8096-42ED-8F30-6C212A2E96D4}" dt="2025-05-28T09:49:21.657" v="56" actId="114"/>
        <pc:sldMkLst>
          <pc:docMk/>
          <pc:sldMk cId="3930012721" sldId="1311"/>
        </pc:sldMkLst>
        <pc:spChg chg="mod">
          <ac:chgData name="Feist, Ella" userId="992bbaf2-811d-42cb-a4d6-e7fc45e325e8" providerId="ADAL" clId="{9EA7C705-8096-42ED-8F30-6C212A2E96D4}" dt="2025-05-28T09:49:21.657" v="56" actId="114"/>
          <ac:spMkLst>
            <pc:docMk/>
            <pc:sldMk cId="3930012721" sldId="1311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8" creationId="{88903843-41F4-F9BA-D719-BB0E4F0C629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14" creationId="{88256DF3-7216-7C0B-C0B2-0D87C6DA76ED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16" creationId="{9B4E46D7-72AC-DF10-95AB-893239F2C39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18" creationId="{A4CC994F-0897-3855-EC24-08F17C60987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0" creationId="{C2D01B8D-DC76-1D9F-98C3-253D09881B6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1" creationId="{383F38DB-44E9-6E13-1BD5-858E3B568E0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2" creationId="{AB621F3B-D5C3-A433-4C95-C951E09C8437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4" creationId="{E6A91478-191D-7AB2-117E-DDADD8137A49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930012721" sldId="1311"/>
            <ac:spMk id="26" creationId="{ACD82075-AAE3-E170-C69E-879C52710CE8}"/>
          </ac:spMkLst>
        </pc:spChg>
        <pc:spChg chg="mod">
          <ac:chgData name="Feist, Ella" userId="992bbaf2-811d-42cb-a4d6-e7fc45e325e8" providerId="ADAL" clId="{9EA7C705-8096-42ED-8F30-6C212A2E96D4}" dt="2025-05-28T09:49:12.115" v="52" actId="20577"/>
          <ac:spMkLst>
            <pc:docMk/>
            <pc:sldMk cId="3930012721" sldId="1311"/>
            <ac:spMk id="28" creationId="{CE7AC796-198C-9EA7-2B92-1DBAE1CA9ADD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3808549864" sldId="1312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808549864" sldId="1312"/>
            <ac:spMk id="2" creationId="{309F2673-30FF-DB67-A2E5-D5B1B687B92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808549864" sldId="1312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9EA7C705-8096-42ED-8F30-6C212A2E96D4}" dt="2025-05-28T09:49:58.930" v="82" actId="108"/>
        <pc:sldMkLst>
          <pc:docMk/>
          <pc:sldMk cId="4251842094" sldId="1313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9:58.930" v="82" actId="108"/>
          <ac:spMkLst>
            <pc:docMk/>
            <pc:sldMk cId="4251842094" sldId="1313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7" creationId="{5B34DB4C-656E-C8FD-AC69-1C8CC523141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19" creationId="{C90089A4-21D3-F6E3-DDD5-3FB798C0A991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1" creationId="{11651B85-D53E-FE54-F8F3-A607E03DFE6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2" creationId="{0A888EFD-F4D2-97C6-D1F6-EAE7EE1FD163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5" creationId="{D785A910-0A2B-74EE-4458-66F5B5138922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6" creationId="{73EFA553-AC40-C232-C80A-9A3B4BF91567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27" creationId="{FB60C83C-DFBC-0061-D9A8-7F1196BF6FE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32" creationId="{FC54E9FA-E55D-135E-E613-68C448FF70C5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4251842094" sldId="1313"/>
            <ac:spMk id="33" creationId="{8B8E66CF-EBD9-C2F5-FBF4-ADD6D455FB8E}"/>
          </ac:spMkLst>
        </pc:spChg>
      </pc:sldChg>
      <pc:sldChg chg="addSp delSp modSp mod chgLayout">
        <pc:chgData name="Feist, Ella" userId="992bbaf2-811d-42cb-a4d6-e7fc45e325e8" providerId="ADAL" clId="{9EA7C705-8096-42ED-8F30-6C212A2E96D4}" dt="2025-05-28T09:50:14.033" v="84"/>
        <pc:sldMkLst>
          <pc:docMk/>
          <pc:sldMk cId="116531347" sldId="1314"/>
        </pc:sldMkLst>
        <pc:spChg chg="mod ord">
          <ac:chgData name="Feist, Ella" userId="992bbaf2-811d-42cb-a4d6-e7fc45e325e8" providerId="ADAL" clId="{9EA7C705-8096-42ED-8F30-6C212A2E96D4}" dt="2025-05-28T09:50:14.033" v="84"/>
          <ac:spMkLst>
            <pc:docMk/>
            <pc:sldMk cId="116531347" sldId="1314"/>
            <ac:spMk id="4" creationId="{9ED32BBC-8A3B-5FB1-DB0F-B65F461BDA2D}"/>
          </ac:spMkLst>
        </pc:spChg>
        <pc:spChg chg="add mod ord">
          <ac:chgData name="Feist, Ella" userId="992bbaf2-811d-42cb-a4d6-e7fc45e325e8" providerId="ADAL" clId="{9EA7C705-8096-42ED-8F30-6C212A2E96D4}" dt="2025-05-28T09:50:11.549" v="83" actId="6264"/>
          <ac:spMkLst>
            <pc:docMk/>
            <pc:sldMk cId="116531347" sldId="1314"/>
            <ac:spMk id="5" creationId="{5ACAF755-4E4B-FEC6-0047-82C4436DEC8E}"/>
          </ac:spMkLst>
        </pc:spChg>
      </pc:sldChg>
      <pc:sldChg chg="modSp mod">
        <pc:chgData name="Feist, Ella" userId="992bbaf2-811d-42cb-a4d6-e7fc45e325e8" providerId="ADAL" clId="{9EA7C705-8096-42ED-8F30-6C212A2E96D4}" dt="2025-05-28T09:51:13.664" v="95" actId="14100"/>
        <pc:sldMkLst>
          <pc:docMk/>
          <pc:sldMk cId="2133794858" sldId="1315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33794858" sldId="1315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33794858" sldId="1315"/>
            <ac:spMk id="3" creationId="{5EF6C8FD-61DF-2054-B359-9EA00D129D91}"/>
          </ac:spMkLst>
        </pc:spChg>
        <pc:spChg chg="mod">
          <ac:chgData name="Feist, Ella" userId="992bbaf2-811d-42cb-a4d6-e7fc45e325e8" providerId="ADAL" clId="{9EA7C705-8096-42ED-8F30-6C212A2E96D4}" dt="2025-05-28T09:50:20.085" v="85" actId="20577"/>
          <ac:spMkLst>
            <pc:docMk/>
            <pc:sldMk cId="2133794858" sldId="1315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133794858" sldId="1315"/>
            <ac:spMk id="7" creationId="{9CB67B36-FAE3-B28C-E63D-8252730BCB2C}"/>
          </ac:spMkLst>
        </pc:spChg>
        <pc:graphicFrameChg chg="mod modGraphic">
          <ac:chgData name="Feist, Ella" userId="992bbaf2-811d-42cb-a4d6-e7fc45e325e8" providerId="ADAL" clId="{9EA7C705-8096-42ED-8F30-6C212A2E96D4}" dt="2025-05-28T09:51:13.664" v="95" actId="14100"/>
          <ac:graphicFrameMkLst>
            <pc:docMk/>
            <pc:sldMk cId="2133794858" sldId="1315"/>
            <ac:graphicFrameMk id="6" creationId="{45F02FFE-B93D-D58A-578E-5173A016C144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53:18.077" v="139" actId="2711"/>
        <pc:sldMkLst>
          <pc:docMk/>
          <pc:sldMk cId="349662382" sldId="1316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49662382" sldId="1316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49662382" sldId="1316"/>
            <ac:spMk id="4" creationId="{6D34BC99-0A6A-6904-C976-C6BCC6984DC4}"/>
          </ac:spMkLst>
        </pc:spChg>
        <pc:spChg chg="mod">
          <ac:chgData name="Feist, Ella" userId="992bbaf2-811d-42cb-a4d6-e7fc45e325e8" providerId="ADAL" clId="{9EA7C705-8096-42ED-8F30-6C212A2E96D4}" dt="2025-05-28T09:52:45.270" v="130" actId="20577"/>
          <ac:spMkLst>
            <pc:docMk/>
            <pc:sldMk cId="349662382" sldId="1316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49662382" sldId="1316"/>
            <ac:spMk id="7" creationId="{E71BED68-BD30-1DEA-F2E4-D45235112F98}"/>
          </ac:spMkLst>
        </pc:spChg>
        <pc:graphicFrameChg chg="mod modGraphic">
          <ac:chgData name="Feist, Ella" userId="992bbaf2-811d-42cb-a4d6-e7fc45e325e8" providerId="ADAL" clId="{9EA7C705-8096-42ED-8F30-6C212A2E96D4}" dt="2025-05-28T09:53:18.077" v="139" actId="2711"/>
          <ac:graphicFrameMkLst>
            <pc:docMk/>
            <pc:sldMk cId="349662382" sldId="1316"/>
            <ac:graphicFrameMk id="8" creationId="{DC78253F-EB57-2F22-DCA1-744A068D4261}"/>
          </ac:graphicFrameMkLst>
        </pc:graphicFrameChg>
      </pc:sldChg>
      <pc:sldChg chg="modSp mod">
        <pc:chgData name="Feist, Ella" userId="992bbaf2-811d-42cb-a4d6-e7fc45e325e8" providerId="ADAL" clId="{9EA7C705-8096-42ED-8F30-6C212A2E96D4}" dt="2025-05-28T09:54:07.036" v="178" actId="108"/>
        <pc:sldMkLst>
          <pc:docMk/>
          <pc:sldMk cId="871376589" sldId="1317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871376589" sldId="1317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53:24.855" v="142" actId="20577"/>
          <ac:spMkLst>
            <pc:docMk/>
            <pc:sldMk cId="871376589" sldId="1317"/>
            <ac:spMk id="3" creationId="{30C401C8-E5E3-DC05-3652-43B8DC532F14}"/>
          </ac:spMkLst>
        </pc:spChg>
        <pc:spChg chg="mod">
          <ac:chgData name="Feist, Ella" userId="992bbaf2-811d-42cb-a4d6-e7fc45e325e8" providerId="ADAL" clId="{9EA7C705-8096-42ED-8F30-6C212A2E96D4}" dt="2025-05-28T09:54:07.036" v="178" actId="108"/>
          <ac:spMkLst>
            <pc:docMk/>
            <pc:sldMk cId="871376589" sldId="1317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53:53.470" v="175" actId="1035"/>
          <ac:spMkLst>
            <pc:docMk/>
            <pc:sldMk cId="871376589" sldId="1317"/>
            <ac:spMk id="7" creationId="{F7C527CA-F03B-2947-686C-5946B8949F2B}"/>
          </ac:spMkLst>
        </pc:spChg>
        <pc:graphicFrameChg chg="mod modGraphic">
          <ac:chgData name="Feist, Ella" userId="992bbaf2-811d-42cb-a4d6-e7fc45e325e8" providerId="ADAL" clId="{9EA7C705-8096-42ED-8F30-6C212A2E96D4}" dt="2025-05-28T09:53:50.361" v="165" actId="1035"/>
          <ac:graphicFrameMkLst>
            <pc:docMk/>
            <pc:sldMk cId="871376589" sldId="1317"/>
            <ac:graphicFrameMk id="10" creationId="{08C496BC-9143-1A76-9AD7-8F9E7CF5ABFC}"/>
          </ac:graphicFrameMkLst>
        </pc:graphicFrameChg>
      </pc:sldChg>
      <pc:sldChg chg="modSp mod modClrScheme chgLayout">
        <pc:chgData name="Feist, Ella" userId="992bbaf2-811d-42cb-a4d6-e7fc45e325e8" providerId="ADAL" clId="{9EA7C705-8096-42ED-8F30-6C212A2E96D4}" dt="2025-05-28T09:54:32.562" v="185" actId="20577"/>
        <pc:sldMkLst>
          <pc:docMk/>
          <pc:sldMk cId="1322955527" sldId="1318"/>
        </pc:sldMkLst>
        <pc:spChg chg="mod ord">
          <ac:chgData name="Feist, Ella" userId="992bbaf2-811d-42cb-a4d6-e7fc45e325e8" providerId="ADAL" clId="{9EA7C705-8096-42ED-8F30-6C212A2E96D4}" dt="2025-05-28T09:54:12.436" v="179" actId="700"/>
          <ac:spMkLst>
            <pc:docMk/>
            <pc:sldMk cId="1322955527" sldId="1318"/>
            <ac:spMk id="2" creationId="{A9A6FF77-D641-4417-92E7-11CC6238BF20}"/>
          </ac:spMkLst>
        </pc:spChg>
        <pc:spChg chg="mod ord">
          <ac:chgData name="Feist, Ella" userId="992bbaf2-811d-42cb-a4d6-e7fc45e325e8" providerId="ADAL" clId="{9EA7C705-8096-42ED-8F30-6C212A2E96D4}" dt="2025-05-28T09:54:12.436" v="179" actId="700"/>
          <ac:spMkLst>
            <pc:docMk/>
            <pc:sldMk cId="1322955527" sldId="1318"/>
            <ac:spMk id="3" creationId="{4E1D4166-1003-DDB0-54AC-C22AD05A68D3}"/>
          </ac:spMkLst>
        </pc:spChg>
        <pc:spChg chg="mod ord">
          <ac:chgData name="Feist, Ella" userId="992bbaf2-811d-42cb-a4d6-e7fc45e325e8" providerId="ADAL" clId="{9EA7C705-8096-42ED-8F30-6C212A2E96D4}" dt="2025-05-28T09:54:32.562" v="185" actId="20577"/>
          <ac:spMkLst>
            <pc:docMk/>
            <pc:sldMk cId="1322955527" sldId="1318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9EA7C705-8096-42ED-8F30-6C212A2E96D4}" dt="2025-05-28T09:54:54.199" v="190" actId="20577"/>
        <pc:sldMkLst>
          <pc:docMk/>
          <pc:sldMk cId="2545684470" sldId="1319"/>
        </pc:sldMkLst>
        <pc:spChg chg="mod ord">
          <ac:chgData name="Feist, Ella" userId="992bbaf2-811d-42cb-a4d6-e7fc45e325e8" providerId="ADAL" clId="{9EA7C705-8096-42ED-8F30-6C212A2E96D4}" dt="2025-05-28T09:54:44.610" v="186" actId="700"/>
          <ac:spMkLst>
            <pc:docMk/>
            <pc:sldMk cId="2545684470" sldId="1319"/>
            <ac:spMk id="2" creationId="{A9A6FF77-D641-4417-92E7-11CC6238BF20}"/>
          </ac:spMkLst>
        </pc:spChg>
        <pc:spChg chg="mod ord">
          <ac:chgData name="Feist, Ella" userId="992bbaf2-811d-42cb-a4d6-e7fc45e325e8" providerId="ADAL" clId="{9EA7C705-8096-42ED-8F30-6C212A2E96D4}" dt="2025-05-28T09:54:44.610" v="186" actId="700"/>
          <ac:spMkLst>
            <pc:docMk/>
            <pc:sldMk cId="2545684470" sldId="1319"/>
            <ac:spMk id="3" creationId="{A431E161-BA79-A813-BCD2-0F837A2CDCCE}"/>
          </ac:spMkLst>
        </pc:spChg>
        <pc:spChg chg="mod ord">
          <ac:chgData name="Feist, Ella" userId="992bbaf2-811d-42cb-a4d6-e7fc45e325e8" providerId="ADAL" clId="{9EA7C705-8096-42ED-8F30-6C212A2E96D4}" dt="2025-05-28T09:54:54.199" v="190" actId="20577"/>
          <ac:spMkLst>
            <pc:docMk/>
            <pc:sldMk cId="2545684470" sldId="131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509149829" sldId="1320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509149829" sldId="1320"/>
            <ac:spMk id="2" creationId="{A0FEF219-2CF6-A5B0-BF83-E6B49FAFE156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509149829" sldId="1320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9EA7C705-8096-42ED-8F30-6C212A2E96D4}" dt="2025-05-28T09:55:06.660" v="194" actId="20577"/>
        <pc:sldMkLst>
          <pc:docMk/>
          <pc:sldMk cId="2251381027" sldId="1321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51381027" sldId="1321"/>
            <ac:spMk id="2" creationId="{A9A6FF77-D641-4417-92E7-11CC6238BF20}"/>
          </ac:spMkLst>
        </pc:spChg>
        <pc:spChg chg="mod">
          <ac:chgData name="Feist, Ella" userId="992bbaf2-811d-42cb-a4d6-e7fc45e325e8" providerId="ADAL" clId="{9EA7C705-8096-42ED-8F30-6C212A2E96D4}" dt="2025-05-28T09:55:03.227" v="192" actId="20577"/>
          <ac:spMkLst>
            <pc:docMk/>
            <pc:sldMk cId="2251381027" sldId="1321"/>
            <ac:spMk id="3" creationId="{96515AD8-97D8-1B0A-3CBB-8F13829530D2}"/>
          </ac:spMkLst>
        </pc:spChg>
        <pc:spChg chg="mod">
          <ac:chgData name="Feist, Ella" userId="992bbaf2-811d-42cb-a4d6-e7fc45e325e8" providerId="ADAL" clId="{9EA7C705-8096-42ED-8F30-6C212A2E96D4}" dt="2025-05-28T09:55:06.660" v="194" actId="20577"/>
          <ac:spMkLst>
            <pc:docMk/>
            <pc:sldMk cId="2251381027" sldId="1321"/>
            <ac:spMk id="5" creationId="{91A8ED3D-B755-43C9-BCB1-DCF495C0C9D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51381027" sldId="1321"/>
            <ac:spMk id="8" creationId="{19C42502-D449-C78C-5A4A-9916C1DD41F6}"/>
          </ac:spMkLst>
        </pc:spChg>
      </pc:sldChg>
      <pc:sldChg chg="delSp modSp mod modClrScheme chgLayout">
        <pc:chgData name="Feist, Ella" userId="992bbaf2-811d-42cb-a4d6-e7fc45e325e8" providerId="ADAL" clId="{9EA7C705-8096-42ED-8F30-6C212A2E96D4}" dt="2025-05-28T09:55:41.164" v="205" actId="313"/>
        <pc:sldMkLst>
          <pc:docMk/>
          <pc:sldMk cId="329492911" sldId="1322"/>
        </pc:sldMkLst>
        <pc:spChg chg="mod ord">
          <ac:chgData name="Feist, Ella" userId="992bbaf2-811d-42cb-a4d6-e7fc45e325e8" providerId="ADAL" clId="{9EA7C705-8096-42ED-8F30-6C212A2E96D4}" dt="2025-05-28T09:55:19.019" v="201" actId="700"/>
          <ac:spMkLst>
            <pc:docMk/>
            <pc:sldMk cId="329492911" sldId="1322"/>
            <ac:spMk id="2" creationId="{D7EC235F-614F-714E-A97F-4FF50EFF14FD}"/>
          </ac:spMkLst>
        </pc:spChg>
        <pc:spChg chg="mod ord">
          <ac:chgData name="Feist, Ella" userId="992bbaf2-811d-42cb-a4d6-e7fc45e325e8" providerId="ADAL" clId="{9EA7C705-8096-42ED-8F30-6C212A2E96D4}" dt="2025-05-28T09:55:41.164" v="205" actId="313"/>
          <ac:spMkLst>
            <pc:docMk/>
            <pc:sldMk cId="329492911" sldId="1322"/>
            <ac:spMk id="4" creationId="{E9C5A723-C0B1-124B-8CB6-AA3105C9A4E6}"/>
          </ac:spMkLst>
        </pc:spChg>
        <pc:spChg chg="mod ord">
          <ac:chgData name="Feist, Ella" userId="992bbaf2-811d-42cb-a4d6-e7fc45e325e8" providerId="ADAL" clId="{9EA7C705-8096-42ED-8F30-6C212A2E96D4}" dt="2025-05-28T09:55:21.411" v="202" actId="20577"/>
          <ac:spMkLst>
            <pc:docMk/>
            <pc:sldMk cId="329492911" sldId="1322"/>
            <ac:spMk id="7" creationId="{0BD165E1-47AF-3E15-A912-3F3DDFAF0AE5}"/>
          </ac:spMkLst>
        </pc:spChg>
      </pc:sldChg>
      <pc:sldChg chg="addSp delSp modSp mod chgLayout">
        <pc:chgData name="Feist, Ella" userId="992bbaf2-811d-42cb-a4d6-e7fc45e325e8" providerId="ADAL" clId="{9EA7C705-8096-42ED-8F30-6C212A2E96D4}" dt="2025-05-28T09:55:57.641" v="214" actId="478"/>
        <pc:sldMkLst>
          <pc:docMk/>
          <pc:sldMk cId="389922189" sldId="1323"/>
        </pc:sldMkLst>
        <pc:spChg chg="mod ord">
          <ac:chgData name="Feist, Ella" userId="992bbaf2-811d-42cb-a4d6-e7fc45e325e8" providerId="ADAL" clId="{9EA7C705-8096-42ED-8F30-6C212A2E96D4}" dt="2025-05-28T09:55:47.201" v="208" actId="6264"/>
          <ac:spMkLst>
            <pc:docMk/>
            <pc:sldMk cId="389922189" sldId="1323"/>
            <ac:spMk id="2" creationId="{D7EC235F-614F-714E-A97F-4FF50EFF14FD}"/>
          </ac:spMkLst>
        </pc:spChg>
        <pc:spChg chg="mod ord">
          <ac:chgData name="Feist, Ella" userId="992bbaf2-811d-42cb-a4d6-e7fc45e325e8" providerId="ADAL" clId="{9EA7C705-8096-42ED-8F30-6C212A2E96D4}" dt="2025-05-28T09:55:54.564" v="212" actId="20577"/>
          <ac:spMkLst>
            <pc:docMk/>
            <pc:sldMk cId="389922189" sldId="1323"/>
            <ac:spMk id="4" creationId="{E9C5A723-C0B1-124B-8CB6-AA3105C9A4E6}"/>
          </ac:spMkLst>
        </pc:spChg>
        <pc:spChg chg="mod ord">
          <ac:chgData name="Feist, Ella" userId="992bbaf2-811d-42cb-a4d6-e7fc45e325e8" providerId="ADAL" clId="{9EA7C705-8096-42ED-8F30-6C212A2E96D4}" dt="2025-05-28T09:55:48.702" v="209" actId="20577"/>
          <ac:spMkLst>
            <pc:docMk/>
            <pc:sldMk cId="389922189" sldId="1323"/>
            <ac:spMk id="5" creationId="{1913A119-49E2-FE58-C42C-46D76A75BE25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220027046" sldId="1324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0027046" sldId="1324"/>
            <ac:spMk id="2" creationId="{F111C5DB-635E-4576-A4C3-837B7E452E1E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0027046" sldId="1324"/>
            <ac:spMk id="3" creationId="{0C2C50CE-DDC1-335B-D706-85CDD955222C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20027046" sldId="132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9EA7C705-8096-42ED-8F30-6C212A2E96D4}" dt="2025-05-28T09:55:10.922" v="198" actId="20577"/>
        <pc:sldMkLst>
          <pc:docMk/>
          <pc:sldMk cId="3190990412" sldId="1325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90990412" sldId="1325"/>
            <ac:spMk id="4" creationId="{A74573B2-D55C-FA37-DD33-5D958A73BE57}"/>
          </ac:spMkLst>
        </pc:spChg>
        <pc:spChg chg="mod">
          <ac:chgData name="Feist, Ella" userId="992bbaf2-811d-42cb-a4d6-e7fc45e325e8" providerId="ADAL" clId="{9EA7C705-8096-42ED-8F30-6C212A2E96D4}" dt="2025-05-28T09:55:10.922" v="198" actId="20577"/>
          <ac:spMkLst>
            <pc:docMk/>
            <pc:sldMk cId="3190990412" sldId="1325"/>
            <ac:spMk id="5" creationId="{FC81203C-4479-2567-2D5E-941E95F88ECB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3190990412" sldId="1325"/>
            <ac:spMk id="6" creationId="{1686730C-FBF6-96CE-41DD-A52EF66D2F77}"/>
          </ac:spMkLst>
        </pc:spChg>
      </pc:sldChg>
      <pc:sldChg chg="modSp mod">
        <pc:chgData name="Feist, Ella" userId="992bbaf2-811d-42cb-a4d6-e7fc45e325e8" providerId="ADAL" clId="{9EA7C705-8096-42ED-8F30-6C212A2E96D4}" dt="2025-05-28T09:47:24.636" v="7" actId="790"/>
        <pc:sldMkLst>
          <pc:docMk/>
          <pc:sldMk cId="2366122444" sldId="1326"/>
        </pc:sldMkLst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6122444" sldId="1326"/>
            <ac:spMk id="2" creationId="{1B6A382E-0F7B-2E58-C845-5CBDB881B736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6122444" sldId="1326"/>
            <ac:spMk id="3" creationId="{3B336BB6-085C-4E10-5F98-DB7D43461258}"/>
          </ac:spMkLst>
        </pc:spChg>
        <pc:spChg chg="mod">
          <ac:chgData name="Feist, Ella" userId="992bbaf2-811d-42cb-a4d6-e7fc45e325e8" providerId="ADAL" clId="{9EA7C705-8096-42ED-8F30-6C212A2E96D4}" dt="2025-05-28T09:47:24.636" v="7" actId="790"/>
          <ac:spMkLst>
            <pc:docMk/>
            <pc:sldMk cId="2366122444" sldId="1326"/>
            <ac:spMk id="4" creationId="{51331EBA-D821-29C3-BB1F-D95BD5861152}"/>
          </ac:spMkLst>
        </pc:spChg>
      </pc:sld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9EA7C705-8096-42ED-8F30-6C212A2E96D4}" dt="2025-05-28T09:46:14.152" v="4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9EA7C705-8096-42ED-8F30-6C212A2E96D4}" dt="2025-05-28T09:46:14.152" v="4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259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07798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056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762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definition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"an instance of 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execution"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but,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phrase </a:t>
            </a:r>
            <a:r>
              <a:rPr lang="en-GB" sz="1200" spc="-25" noProof="0" dirty="0">
                <a:latin typeface="+mn-lt"/>
                <a:cs typeface="Segoe UI"/>
              </a:rPr>
              <a:t>contains </a:t>
            </a:r>
            <a:r>
              <a:rPr lang="en-GB" sz="1200" spc="-15" noProof="0" dirty="0">
                <a:latin typeface="+mn-lt"/>
                <a:cs typeface="Segoe UI"/>
              </a:rPr>
              <a:t>hidden </a:t>
            </a:r>
            <a:r>
              <a:rPr lang="en-GB" sz="1200" spc="-20" noProof="0" dirty="0">
                <a:latin typeface="+mn-lt"/>
                <a:cs typeface="Segoe UI"/>
              </a:rPr>
              <a:t>meaning.</a:t>
            </a:r>
          </a:p>
          <a:p>
            <a:pPr marL="12700" marR="762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Firstly,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program </a:t>
            </a:r>
            <a:r>
              <a:rPr lang="en-GB" sz="1200" spc="-20" noProof="0" dirty="0">
                <a:latin typeface="+mn-lt"/>
                <a:cs typeface="Segoe UI"/>
              </a:rPr>
              <a:t>might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5" noProof="0" dirty="0">
                <a:latin typeface="+mn-lt"/>
                <a:cs typeface="Segoe UI"/>
              </a:rPr>
              <a:t>actually </a:t>
            </a:r>
            <a:r>
              <a:rPr lang="en-GB" sz="1200" spc="-5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executing instructions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processor.</a:t>
            </a:r>
          </a:p>
          <a:p>
            <a:pPr marL="12700" marR="7620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Typical </a:t>
            </a:r>
            <a:r>
              <a:rPr lang="en-GB" sz="1200" spc="-20" noProof="0" dirty="0">
                <a:latin typeface="+mn-lt"/>
                <a:cs typeface="Segoe UI"/>
              </a:rPr>
              <a:t>programs </a:t>
            </a:r>
            <a:r>
              <a:rPr lang="en-GB" sz="1200" spc="-15" noProof="0" dirty="0">
                <a:latin typeface="+mn-lt"/>
                <a:cs typeface="Segoe UI"/>
              </a:rPr>
              <a:t>spend most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their time </a:t>
            </a:r>
            <a:r>
              <a:rPr lang="en-GB" sz="1200" spc="-25" noProof="0" dirty="0">
                <a:latin typeface="+mn-lt"/>
                <a:cs typeface="Segoe UI"/>
              </a:rPr>
              <a:t>waiting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things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happen </a:t>
            </a:r>
            <a:r>
              <a:rPr lang="en-GB" sz="1200" noProof="0" dirty="0">
                <a:latin typeface="+mn-lt"/>
                <a:cs typeface="Segoe UI"/>
              </a:rPr>
              <a:t>–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I/O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occur,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response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scheduled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CPU.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also much </a:t>
            </a:r>
            <a:r>
              <a:rPr lang="en-GB" sz="1200" spc="-15" noProof="0" dirty="0">
                <a:latin typeface="+mn-lt"/>
                <a:cs typeface="Segoe UI"/>
              </a:rPr>
              <a:t>more </a:t>
            </a:r>
            <a:r>
              <a:rPr lang="en-GB" sz="1200" spc="-20" noProof="0" dirty="0">
                <a:latin typeface="+mn-lt"/>
                <a:cs typeface="Segoe UI"/>
              </a:rPr>
              <a:t>than </a:t>
            </a:r>
            <a:r>
              <a:rPr lang="en-GB" sz="1200" spc="-15" noProof="0" dirty="0">
                <a:latin typeface="+mn-lt"/>
                <a:cs typeface="Segoe UI"/>
              </a:rPr>
              <a:t>just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program; i</a:t>
            </a:r>
            <a:r>
              <a:rPr lang="en-GB" sz="1200" spc="-15" noProof="0" dirty="0">
                <a:latin typeface="+mn-lt"/>
                <a:cs typeface="Segoe UI"/>
              </a:rPr>
              <a:t>t </a:t>
            </a:r>
            <a:r>
              <a:rPr lang="en-GB" sz="1200" spc="-25" noProof="0" dirty="0">
                <a:latin typeface="+mn-lt"/>
                <a:cs typeface="Segoe UI"/>
              </a:rPr>
              <a:t>contains certain </a:t>
            </a:r>
            <a:r>
              <a:rPr lang="en-GB" sz="1200" spc="-15" noProof="0" dirty="0">
                <a:latin typeface="+mn-lt"/>
                <a:cs typeface="Segoe UI"/>
              </a:rPr>
              <a:t>core </a:t>
            </a:r>
            <a:r>
              <a:rPr lang="en-GB" sz="1200" spc="-20" noProof="0" dirty="0">
                <a:latin typeface="+mn-lt"/>
                <a:cs typeface="Segoe UI"/>
              </a:rPr>
              <a:t>information that includes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identifier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(PID),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parent's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identifier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(PPID),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group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identifiers,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IO </a:t>
            </a:r>
            <a:r>
              <a:rPr lang="en-GB" sz="1200" spc="-20" noProof="0" dirty="0">
                <a:latin typeface="+mn-lt"/>
                <a:cs typeface="Segoe UI"/>
              </a:rPr>
              <a:t>streams,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data like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environment block which </a:t>
            </a:r>
            <a:r>
              <a:rPr lang="en-GB" sz="1200" spc="-25" noProof="0" dirty="0">
                <a:latin typeface="+mn-lt"/>
                <a:cs typeface="Segoe UI"/>
              </a:rPr>
              <a:t>contains variables.</a:t>
            </a: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can </a:t>
            </a:r>
            <a:r>
              <a:rPr lang="en-GB" sz="1200" spc="-15" noProof="0" dirty="0">
                <a:latin typeface="+mn-lt"/>
                <a:cs typeface="Segoe UI"/>
              </a:rPr>
              <a:t>only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started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another, which </a:t>
            </a:r>
            <a:r>
              <a:rPr lang="en-GB" sz="1200" spc="-15" noProof="0" dirty="0">
                <a:latin typeface="+mn-lt"/>
                <a:cs typeface="Segoe UI"/>
              </a:rPr>
              <a:t>poses the </a:t>
            </a:r>
            <a:r>
              <a:rPr lang="en-GB" sz="1200" spc="-20" noProof="0" dirty="0">
                <a:latin typeface="+mn-lt"/>
                <a:cs typeface="Segoe UI"/>
              </a:rPr>
              <a:t>question "how </a:t>
            </a:r>
            <a:r>
              <a:rPr lang="en-GB" sz="1200" spc="-15" noProof="0" dirty="0">
                <a:latin typeface="+mn-lt"/>
                <a:cs typeface="Segoe UI"/>
              </a:rPr>
              <a:t>does the </a:t>
            </a:r>
            <a:r>
              <a:rPr lang="en-GB" sz="1200" spc="-20" noProof="0" dirty="0">
                <a:latin typeface="+mn-lt"/>
                <a:cs typeface="Segoe UI"/>
              </a:rPr>
              <a:t>first </a:t>
            </a: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25" noProof="0" dirty="0">
                <a:latin typeface="+mn-lt"/>
                <a:cs typeface="Segoe UI"/>
              </a:rPr>
              <a:t>start?".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first external program, 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id </a:t>
            </a:r>
            <a:r>
              <a:rPr lang="en-GB" sz="1200" spc="-10" noProof="0" dirty="0">
                <a:latin typeface="+mn-lt"/>
                <a:cs typeface="Segoe UI"/>
              </a:rPr>
              <a:t>of 1,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started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kernel.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kernel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itself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spc="-25" noProof="0" dirty="0">
                <a:latin typeface="+mn-lt"/>
                <a:cs typeface="Segoe UI"/>
              </a:rPr>
              <a:t>multiple </a:t>
            </a:r>
            <a:r>
              <a:rPr lang="en-GB" sz="1200" spc="-20" noProof="0" dirty="0">
                <a:latin typeface="+mn-lt"/>
                <a:cs typeface="Segoe UI"/>
              </a:rPr>
              <a:t>threads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execution, </a:t>
            </a:r>
            <a:r>
              <a:rPr lang="en-GB" sz="1200" spc="-15" noProof="0" dirty="0">
                <a:latin typeface="+mn-lt"/>
                <a:cs typeface="Segoe UI"/>
              </a:rPr>
              <a:t>and has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id </a:t>
            </a:r>
            <a:r>
              <a:rPr lang="en-GB" sz="1200" spc="-10" noProof="0" dirty="0">
                <a:latin typeface="+mn-lt"/>
                <a:cs typeface="Segoe UI"/>
              </a:rPr>
              <a:t>of 0.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Starting </a:t>
            </a:r>
            <a:r>
              <a:rPr lang="en-GB" sz="1200" spc="-15" noProof="0" dirty="0">
                <a:latin typeface="+mn-lt"/>
                <a:cs typeface="Segoe UI"/>
              </a:rPr>
              <a:t>the kernel is </a:t>
            </a:r>
            <a:r>
              <a:rPr lang="en-GB" sz="1200" spc="-20" noProof="0" dirty="0">
                <a:latin typeface="+mn-lt"/>
                <a:cs typeface="Segoe UI"/>
              </a:rPr>
              <a:t>like pulling yourself </a:t>
            </a:r>
            <a:r>
              <a:rPr lang="en-GB" sz="1200" spc="-2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own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boot</a:t>
            </a:r>
            <a:r>
              <a:rPr lang="en-GB" sz="1200" spc="-25" noProof="0" dirty="0">
                <a:latin typeface="+mn-lt"/>
                <a:cs typeface="Segoe UI"/>
              </a:rPr>
              <a:t>straps,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term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"bootstrap"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(shortened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"boot")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from.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01858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2011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943350"/>
          </a:xfrm>
        </p:spPr>
        <p:txBody>
          <a:bodyPr/>
          <a:lstStyle/>
          <a:p>
            <a:pPr marL="12700" marR="7302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want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just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runs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create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new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shell </a:t>
            </a:r>
            <a:r>
              <a:rPr lang="en-GB" sz="1200" spc="-10" noProof="0" dirty="0">
                <a:latin typeface="+mn-lt"/>
                <a:cs typeface="Segoe UI"/>
              </a:rPr>
              <a:t>(or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0" noProof="0" dirty="0">
                <a:latin typeface="+mn-lt"/>
                <a:cs typeface="Segoe UI"/>
              </a:rPr>
              <a:t>other 'parent') </a:t>
            </a:r>
            <a:r>
              <a:rPr lang="en-GB" sz="1200" spc="-15" noProof="0" dirty="0">
                <a:latin typeface="+mn-lt"/>
                <a:cs typeface="Segoe UI"/>
              </a:rPr>
              <a:t>must </a:t>
            </a:r>
            <a:r>
              <a:rPr lang="en-GB" sz="1200" spc="-20" noProof="0" dirty="0">
                <a:latin typeface="+mn-lt"/>
                <a:cs typeface="Segoe UI"/>
              </a:rPr>
              <a:t>first </a:t>
            </a:r>
            <a:r>
              <a:rPr lang="en-GB" sz="1200" spc="-15" noProof="0" dirty="0">
                <a:latin typeface="+mn-lt"/>
                <a:cs typeface="Segoe UI"/>
              </a:rPr>
              <a:t>copy </a:t>
            </a:r>
            <a:r>
              <a:rPr lang="en-GB" sz="1200" spc="-25" noProof="0" dirty="0">
                <a:latin typeface="+mn-lt"/>
                <a:cs typeface="Segoe UI"/>
              </a:rPr>
              <a:t>itself.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known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fork in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traditional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Unix,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term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descriptive.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Not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copied,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(nearly)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data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5" noProof="0" dirty="0">
                <a:latin typeface="+mn-lt"/>
                <a:cs typeface="Segoe UI"/>
              </a:rPr>
              <a:t>well.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 includes </a:t>
            </a:r>
            <a:r>
              <a:rPr lang="en-GB" sz="1200" spc="-15" noProof="0" dirty="0">
                <a:latin typeface="+mn-lt"/>
                <a:cs typeface="Segoe UI"/>
              </a:rPr>
              <a:t>the core </a:t>
            </a:r>
            <a:r>
              <a:rPr lang="en-GB" sz="1200" spc="-20" noProof="0" dirty="0">
                <a:latin typeface="+mn-lt"/>
                <a:cs typeface="Segoe UI"/>
              </a:rPr>
              <a:t>information that was mentioned previously: its </a:t>
            </a:r>
            <a:r>
              <a:rPr lang="en-GB" sz="1200" spc="-15" noProof="0" dirty="0">
                <a:latin typeface="+mn-lt"/>
                <a:cs typeface="Segoe UI"/>
              </a:rPr>
              <a:t>user and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group </a:t>
            </a:r>
            <a:r>
              <a:rPr lang="en-GB" sz="1200" spc="-20" noProof="0" dirty="0">
                <a:latin typeface="+mn-lt"/>
                <a:cs typeface="Segoe UI"/>
              </a:rPr>
              <a:t>identifiers, </a:t>
            </a:r>
            <a:r>
              <a:rPr lang="en-GB" sz="1200" spc="-15" noProof="0" dirty="0">
                <a:latin typeface="+mn-lt"/>
                <a:cs typeface="Segoe UI"/>
              </a:rPr>
              <a:t>open </a:t>
            </a:r>
            <a:r>
              <a:rPr lang="en-GB" sz="1200" spc="-20" noProof="0" dirty="0">
                <a:latin typeface="+mn-lt"/>
                <a:cs typeface="Segoe UI"/>
              </a:rPr>
              <a:t>I/O streams,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environment block.</a:t>
            </a:r>
          </a:p>
          <a:p>
            <a:pPr marL="12700" marR="628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previous process </a:t>
            </a:r>
            <a:r>
              <a:rPr lang="en-GB" sz="1200" spc="-25" noProof="0" dirty="0">
                <a:latin typeface="+mn-lt"/>
                <a:cs typeface="Segoe UI"/>
              </a:rPr>
              <a:t>identifier </a:t>
            </a:r>
            <a:r>
              <a:rPr lang="en-GB" sz="1200" spc="-20" noProof="0" dirty="0">
                <a:latin typeface="+mn-lt"/>
                <a:cs typeface="Segoe UI"/>
              </a:rPr>
              <a:t>(PID)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becomes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process's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parent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PID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(PPID),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PID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kernel.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At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point we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child process that looks </a:t>
            </a:r>
            <a:r>
              <a:rPr lang="en-GB" sz="1200" spc="-15" noProof="0" dirty="0">
                <a:latin typeface="+mn-lt"/>
                <a:cs typeface="Segoe UI"/>
              </a:rPr>
              <a:t>just </a:t>
            </a:r>
            <a:r>
              <a:rPr lang="en-GB" sz="1200" spc="-20" noProof="0" dirty="0">
                <a:latin typeface="+mn-lt"/>
                <a:cs typeface="Segoe UI"/>
              </a:rPr>
              <a:t>like its parent.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new </a:t>
            </a:r>
            <a:r>
              <a:rPr lang="en-GB" sz="1200" spc="-20" noProof="0" dirty="0">
                <a:latin typeface="+mn-lt"/>
                <a:cs typeface="Segoe UI"/>
              </a:rPr>
              <a:t>process can </a:t>
            </a:r>
            <a:r>
              <a:rPr lang="en-GB" sz="1200" spc="-10" noProof="0" dirty="0">
                <a:latin typeface="+mn-lt"/>
                <a:cs typeface="Segoe UI"/>
              </a:rPr>
              <a:t>now </a:t>
            </a:r>
            <a:r>
              <a:rPr lang="en-GB" sz="1200" spc="-20" noProof="0" dirty="0">
                <a:latin typeface="+mn-lt"/>
                <a:cs typeface="Segoe UI"/>
              </a:rPr>
              <a:t>make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preparations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run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replacement program.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25" noProof="0" dirty="0">
                <a:latin typeface="+mn-lt"/>
                <a:cs typeface="Segoe UI"/>
              </a:rPr>
              <a:t>ince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an </a:t>
            </a:r>
            <a:r>
              <a:rPr lang="en-GB" sz="1200" spc="-25" noProof="0" dirty="0">
                <a:latin typeface="+mn-lt"/>
                <a:cs typeface="Segoe UI"/>
              </a:rPr>
              <a:t>exact </a:t>
            </a:r>
            <a:r>
              <a:rPr lang="en-GB" sz="1200" spc="-15" noProof="0" dirty="0">
                <a:latin typeface="+mn-lt"/>
                <a:cs typeface="Segoe UI"/>
              </a:rPr>
              <a:t>copy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knows what </a:t>
            </a:r>
            <a:r>
              <a:rPr lang="en-GB" sz="1200" spc="-15" noProof="0" dirty="0">
                <a:latin typeface="+mn-lt"/>
                <a:cs typeface="Segoe UI"/>
              </a:rPr>
              <a:t> program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alterations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needed.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alter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I/O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redirection.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2827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next stage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life </a:t>
            </a:r>
            <a:r>
              <a:rPr lang="en-GB" sz="1200" spc="-10" noProof="0" dirty="0">
                <a:latin typeface="+mn-lt"/>
                <a:cs typeface="Segoe UI"/>
              </a:rPr>
              <a:t>of our </a:t>
            </a:r>
            <a:r>
              <a:rPr lang="en-GB" sz="1200" spc="-20" noProof="0" dirty="0">
                <a:latin typeface="+mn-lt"/>
                <a:cs typeface="Segoe UI"/>
              </a:rPr>
              <a:t>child process </a:t>
            </a:r>
            <a:r>
              <a:rPr lang="en-GB" sz="1200" spc="-15" noProof="0" dirty="0">
                <a:latin typeface="+mn-lt"/>
                <a:cs typeface="Segoe UI"/>
              </a:rPr>
              <a:t>is to </a:t>
            </a:r>
            <a:r>
              <a:rPr lang="en-GB" sz="1200" spc="-20" noProof="0" dirty="0">
                <a:latin typeface="+mn-lt"/>
                <a:cs typeface="Segoe UI"/>
              </a:rPr>
              <a:t>replace </a:t>
            </a:r>
            <a:r>
              <a:rPr lang="en-GB" sz="1200" spc="-15" noProof="0" dirty="0">
                <a:latin typeface="+mn-lt"/>
                <a:cs typeface="Segoe UI"/>
              </a:rPr>
              <a:t>the current running program (in </a:t>
            </a:r>
            <a:r>
              <a:rPr lang="en-GB" sz="1200" spc="-20" noProof="0" dirty="0">
                <a:latin typeface="+mn-lt"/>
                <a:cs typeface="Segoe UI"/>
              </a:rPr>
              <a:t>this case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shell)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" noProof="0" dirty="0">
                <a:latin typeface="+mn-lt"/>
                <a:cs typeface="Segoe UI"/>
              </a:rPr>
              <a:t> do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file. 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25" noProof="0" dirty="0">
                <a:latin typeface="+mn-lt"/>
                <a:cs typeface="Segoe UI"/>
              </a:rPr>
              <a:t>exactly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resides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problem,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otherwise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 using the PATH variable.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80975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Having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found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replaced;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exec.</a:t>
            </a:r>
          </a:p>
          <a:p>
            <a:pPr marL="12700" marR="180975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pc="-45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program </a:t>
            </a:r>
            <a:r>
              <a:rPr lang="en-GB" sz="1200" spc="-20" noProof="0" dirty="0">
                <a:latin typeface="+mn-lt"/>
                <a:cs typeface="Segoe UI"/>
              </a:rPr>
              <a:t>portion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replaced, </a:t>
            </a:r>
            <a:r>
              <a:rPr lang="en-GB" sz="1200" spc="-15" noProof="0" dirty="0">
                <a:latin typeface="+mn-lt"/>
                <a:cs typeface="Segoe UI"/>
              </a:rPr>
              <a:t>the core </a:t>
            </a:r>
            <a:r>
              <a:rPr lang="en-GB" sz="1200" spc="-20" noProof="0" dirty="0">
                <a:latin typeface="+mn-lt"/>
                <a:cs typeface="Segoe UI"/>
              </a:rPr>
              <a:t>information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retained.</a:t>
            </a:r>
          </a:p>
          <a:p>
            <a:pPr marL="12700" marR="180975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new program </a:t>
            </a:r>
            <a:r>
              <a:rPr lang="en-GB" sz="1200" spc="-20" noProof="0" dirty="0">
                <a:latin typeface="+mn-lt"/>
                <a:cs typeface="Segoe UI"/>
              </a:rPr>
              <a:t>starts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block,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I/O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original.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889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Meanwhile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parent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process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waits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telling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ends.</a:t>
            </a:r>
          </a:p>
          <a:p>
            <a:pPr marL="12700" marR="8890">
              <a:lnSpc>
                <a:spcPct val="100000"/>
              </a:lnSpc>
              <a:spcBef>
                <a:spcPts val="600"/>
              </a:spcBef>
            </a:pP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Usually when </a:t>
            </a:r>
            <a:r>
              <a:rPr lang="en-GB" sz="1200" spc="-15" noProof="0" dirty="0">
                <a:latin typeface="+mn-lt"/>
                <a:cs typeface="Segoe UI"/>
              </a:rPr>
              <a:t>running </a:t>
            </a:r>
            <a:r>
              <a:rPr lang="en-GB" sz="1200" spc="-25" noProof="0" dirty="0">
                <a:latin typeface="+mn-lt"/>
                <a:cs typeface="Segoe UI"/>
              </a:rPr>
              <a:t>interactive </a:t>
            </a:r>
            <a:r>
              <a:rPr lang="en-GB" sz="1200" spc="-20" noProof="0" dirty="0">
                <a:latin typeface="+mn-lt"/>
                <a:cs typeface="Segoe UI"/>
              </a:rPr>
              <a:t>programs, </a:t>
            </a:r>
            <a:r>
              <a:rPr lang="en-GB" sz="1200" spc="-15" noProof="0" dirty="0">
                <a:latin typeface="+mn-lt"/>
                <a:cs typeface="Segoe UI"/>
              </a:rPr>
              <a:t>we </a:t>
            </a:r>
            <a:r>
              <a:rPr lang="en-GB" sz="1200" spc="-10" noProof="0" dirty="0">
                <a:latin typeface="+mn-lt"/>
                <a:cs typeface="Segoe UI"/>
              </a:rPr>
              <a:t>do not </a:t>
            </a:r>
            <a:r>
              <a:rPr lang="en-GB" sz="1200" spc="-20" noProof="0" dirty="0">
                <a:latin typeface="+mn-lt"/>
                <a:cs typeface="Segoe UI"/>
              </a:rPr>
              <a:t>want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continue, </a:t>
            </a:r>
            <a:r>
              <a:rPr lang="en-GB" sz="1200" spc="-10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do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in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shell script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avoid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overhead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waiting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process, 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62535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three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ways: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exec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(like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does),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explicitly </a:t>
            </a:r>
            <a:r>
              <a:rPr lang="en-GB" sz="1200" spc="-20" noProof="0" dirty="0">
                <a:latin typeface="+mn-lt"/>
                <a:cs typeface="Segoe UI"/>
              </a:rPr>
              <a:t>exit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returns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code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range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0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–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255,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zero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meaning success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convention.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From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shell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can inspect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exit status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displaying </a:t>
            </a:r>
            <a:r>
              <a:rPr lang="en-GB" sz="1200" spc="-15" noProof="0" dirty="0">
                <a:latin typeface="+mn-lt"/>
                <a:cs typeface="Segoe UI"/>
              </a:rPr>
              <a:t>$?,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called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'?’.</a:t>
            </a:r>
            <a:endParaRPr lang="en-GB" sz="1200" spc="5" noProof="0" dirty="0">
              <a:latin typeface="+mn-lt"/>
              <a:cs typeface="Segoe UI"/>
            </a:endParaRP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further convention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numbers </a:t>
            </a:r>
            <a:r>
              <a:rPr lang="en-GB" sz="1200" spc="-20" noProof="0" dirty="0">
                <a:latin typeface="+mn-lt"/>
                <a:cs typeface="Segoe UI"/>
              </a:rPr>
              <a:t>greater than </a:t>
            </a:r>
            <a:r>
              <a:rPr lang="en-GB" sz="1200" spc="-10" noProof="0" dirty="0">
                <a:latin typeface="+mn-lt"/>
                <a:cs typeface="Segoe UI"/>
              </a:rPr>
              <a:t>128 </a:t>
            </a:r>
            <a:r>
              <a:rPr lang="en-GB" sz="1200" spc="-25" noProof="0" dirty="0">
                <a:latin typeface="+mn-lt"/>
                <a:cs typeface="Segoe UI"/>
              </a:rPr>
              <a:t>indicate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ended 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result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signal.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signal </a:t>
            </a:r>
            <a:r>
              <a:rPr lang="en-GB" sz="1200" spc="-15" noProof="0" dirty="0">
                <a:latin typeface="+mn-lt"/>
                <a:cs typeface="Segoe UI"/>
              </a:rPr>
              <a:t>number </a:t>
            </a:r>
            <a:r>
              <a:rPr lang="en-GB" sz="1200" spc="-20" noProof="0" dirty="0">
                <a:latin typeface="+mn-lt"/>
                <a:cs typeface="Segoe UI"/>
              </a:rPr>
              <a:t>responsible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found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subtracting </a:t>
            </a:r>
            <a:r>
              <a:rPr lang="en-GB" sz="1200" spc="-10" noProof="0" dirty="0">
                <a:latin typeface="+mn-lt"/>
                <a:cs typeface="Segoe UI"/>
              </a:rPr>
              <a:t>128 </a:t>
            </a:r>
            <a:r>
              <a:rPr lang="en-GB" sz="1200" spc="-15" noProof="0" dirty="0">
                <a:latin typeface="+mn-lt"/>
                <a:cs typeface="Segoe UI"/>
              </a:rPr>
              <a:t>from the </a:t>
            </a:r>
            <a:r>
              <a:rPr lang="en-GB" sz="1200" spc="-20" noProof="0" dirty="0">
                <a:latin typeface="+mn-lt"/>
                <a:cs typeface="Segoe UI"/>
              </a:rPr>
              <a:t>exit code,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signal name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displayed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supplying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exit </a:t>
            </a:r>
            <a:r>
              <a:rPr lang="en-GB" sz="1200" spc="-15" noProof="0" dirty="0">
                <a:latin typeface="+mn-lt"/>
                <a:cs typeface="Segoe UI"/>
              </a:rPr>
              <a:t>code to the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spc="-10" noProof="0" dirty="0">
                <a:latin typeface="+mn-lt"/>
                <a:cs typeface="Segoe UI"/>
              </a:rPr>
              <a:t>–l </a:t>
            </a:r>
            <a:r>
              <a:rPr lang="en-GB" sz="1200" spc="-20" noProof="0" dirty="0">
                <a:latin typeface="+mn-lt"/>
                <a:cs typeface="Segoe UI"/>
              </a:rPr>
              <a:t>command (notice it’s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letter </a:t>
            </a:r>
            <a:r>
              <a:rPr lang="en-GB" sz="1200" spc="-20" noProof="0" dirty="0">
                <a:latin typeface="+mn-lt"/>
                <a:cs typeface="Segoe UI"/>
              </a:rPr>
              <a:t>‘l’).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shown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–KILL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–9)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06688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428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85762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Signals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events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between processes,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two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important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occur when </a:t>
            </a:r>
            <a:r>
              <a:rPr lang="en-GB" sz="1200" spc="-15" noProof="0" dirty="0">
                <a:latin typeface="+mn-lt"/>
                <a:cs typeface="Segoe UI"/>
              </a:rPr>
              <a:t>pro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5" noProof="0" dirty="0">
                <a:latin typeface="+mn-lt"/>
                <a:cs typeface="Segoe UI"/>
              </a:rPr>
              <a:t>esse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 the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ends it sends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SIGCHLD signal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its parent asking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permission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exit.</a:t>
            </a:r>
            <a:r>
              <a:rPr lang="en-GB" spc="-20" dirty="0"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 done </a:t>
            </a:r>
            <a:r>
              <a:rPr lang="en-GB" sz="1200" spc="-10" noProof="0" dirty="0">
                <a:latin typeface="+mn-lt"/>
                <a:cs typeface="Segoe UI"/>
              </a:rPr>
              <a:t>so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check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status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reason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demise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fails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permission (usually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handling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signal) </a:t>
            </a:r>
            <a:r>
              <a:rPr lang="en-GB" sz="1200" spc="-15" noProof="0" dirty="0">
                <a:latin typeface="+mn-lt"/>
                <a:cs typeface="Segoe UI"/>
              </a:rPr>
              <a:t>then the </a:t>
            </a:r>
            <a:r>
              <a:rPr lang="en-GB" sz="1200" spc="-20" noProof="0" dirty="0">
                <a:latin typeface="+mn-lt"/>
                <a:cs typeface="Segoe UI"/>
              </a:rPr>
              <a:t>child cannot die,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remains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zombie </a:t>
            </a:r>
            <a:r>
              <a:rPr lang="en-GB" sz="1200" spc="-25" noProof="0" dirty="0">
                <a:latin typeface="+mn-lt"/>
                <a:cs typeface="Segoe UI"/>
              </a:rPr>
              <a:t>state.</a:t>
            </a: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All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briefly zombies </a:t>
            </a:r>
            <a:r>
              <a:rPr lang="en-GB" sz="1200" spc="-15" noProof="0" dirty="0">
                <a:latin typeface="+mn-lt"/>
                <a:cs typeface="Segoe UI"/>
              </a:rPr>
              <a:t>during </a:t>
            </a:r>
            <a:r>
              <a:rPr lang="en-GB" sz="1200" spc="-20" noProof="0" dirty="0">
                <a:latin typeface="+mn-lt"/>
                <a:cs typeface="Segoe UI"/>
              </a:rPr>
              <a:t>their closedown,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20" noProof="0" dirty="0">
                <a:latin typeface="+mn-lt"/>
                <a:cs typeface="Segoe UI"/>
              </a:rPr>
              <a:t>processes stuck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that state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drain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resources.</a:t>
            </a:r>
          </a:p>
          <a:p>
            <a:pPr marL="12700" marR="1079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dies 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children,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"hang-up"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(SIGHUP). SIGHUP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if the program has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trapped it.</a:t>
            </a:r>
          </a:p>
          <a:p>
            <a:pPr marL="12700" marR="1079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are running jobs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5" noProof="0" dirty="0">
                <a:latin typeface="+mn-lt"/>
                <a:cs typeface="Segoe UI"/>
              </a:rPr>
              <a:t>expected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outlive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parent, </a:t>
            </a:r>
            <a:r>
              <a:rPr lang="en-GB" sz="1200" spc="-15" noProof="0" dirty="0">
                <a:latin typeface="+mn-lt"/>
                <a:cs typeface="Segoe UI"/>
              </a:rPr>
              <a:t>then </a:t>
            </a:r>
            <a:r>
              <a:rPr lang="en-GB" sz="1200" spc="-20" noProof="0" dirty="0">
                <a:latin typeface="+mn-lt"/>
                <a:cs typeface="Segoe UI"/>
              </a:rPr>
              <a:t>make </a:t>
            </a:r>
            <a:r>
              <a:rPr lang="en-GB" sz="1200" spc="-10" noProof="0" dirty="0">
                <a:latin typeface="+mn-lt"/>
                <a:cs typeface="Segoe UI"/>
              </a:rPr>
              <a:t>sure </a:t>
            </a:r>
            <a:r>
              <a:rPr lang="en-GB" sz="1200" spc="-20" noProof="0" dirty="0">
                <a:latin typeface="+mn-lt"/>
                <a:cs typeface="Segoe UI"/>
              </a:rPr>
              <a:t>this signal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trapped.</a:t>
            </a:r>
          </a:p>
          <a:p>
            <a:pPr marL="12700" marR="19240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 are </a:t>
            </a:r>
            <a:r>
              <a:rPr lang="en-GB" sz="1200" spc="-20" noProof="0" dirty="0">
                <a:latin typeface="+mn-lt"/>
                <a:cs typeface="Segoe UI"/>
              </a:rPr>
              <a:t>many other signals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system, </a:t>
            </a:r>
            <a:r>
              <a:rPr lang="en-GB" sz="1200" spc="-15" noProof="0" dirty="0">
                <a:latin typeface="+mn-lt"/>
                <a:cs typeface="Segoe UI"/>
              </a:rPr>
              <a:t>and some </a:t>
            </a:r>
            <a:r>
              <a:rPr lang="en-GB" sz="1200" spc="-20" noProof="0" dirty="0">
                <a:latin typeface="+mn-lt"/>
                <a:cs typeface="Segoe UI"/>
              </a:rPr>
              <a:t>cannot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trapped.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program </a:t>
            </a:r>
            <a:r>
              <a:rPr lang="en-GB" sz="1200" spc="-20" noProof="0" dirty="0">
                <a:latin typeface="+mn-lt"/>
                <a:cs typeface="Segoe UI"/>
              </a:rPr>
              <a:t>tries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access</a:t>
            </a:r>
            <a:r>
              <a:rPr lang="en-GB" sz="1200" spc="-20" noProof="0" dirty="0">
                <a:latin typeface="+mn-lt"/>
                <a:cs typeface="Segoe UI"/>
              </a:rPr>
              <a:t> memory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receive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SIGSEGV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(Segmentation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Violation)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generate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core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dump,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43525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282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010025"/>
          </a:xfrm>
        </p:spPr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most </a:t>
            </a:r>
            <a:r>
              <a:rPr lang="en-GB" sz="1200" spc="-20" noProof="0" dirty="0">
                <a:latin typeface="+mn-lt"/>
                <a:cs typeface="Segoe UI"/>
              </a:rPr>
              <a:t>common command </a:t>
            </a:r>
            <a:r>
              <a:rPr lang="en-GB" sz="1200" spc="-15" noProof="0" dirty="0">
                <a:latin typeface="+mn-lt"/>
                <a:cs typeface="Segoe UI"/>
              </a:rPr>
              <a:t>used to </a:t>
            </a:r>
            <a:r>
              <a:rPr lang="en-GB" sz="1200" spc="-20" noProof="0" dirty="0">
                <a:latin typeface="+mn-lt"/>
                <a:cs typeface="Segoe UI"/>
              </a:rPr>
              <a:t>list processes </a:t>
            </a:r>
            <a:r>
              <a:rPr lang="en-GB" sz="1200" spc="-15" noProof="0" dirty="0">
                <a:latin typeface="+mn-lt"/>
                <a:cs typeface="Segoe UI"/>
              </a:rPr>
              <a:t>is ps.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 are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large </a:t>
            </a:r>
            <a:r>
              <a:rPr lang="en-GB" sz="1200" spc="-15" noProof="0" dirty="0">
                <a:latin typeface="+mn-lt"/>
                <a:cs typeface="Segoe UI"/>
              </a:rPr>
              <a:t>number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options </a:t>
            </a:r>
            <a:r>
              <a:rPr lang="en-GB" sz="1200" spc="-25" noProof="0" dirty="0">
                <a:latin typeface="+mn-lt"/>
                <a:cs typeface="Segoe UI"/>
              </a:rPr>
              <a:t>available,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helped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there </a:t>
            </a:r>
            <a:r>
              <a:rPr lang="en-GB" sz="1200" spc="-15" noProof="0" dirty="0">
                <a:latin typeface="+mn-lt"/>
                <a:cs typeface="Segoe UI"/>
              </a:rPr>
              <a:t>being </a:t>
            </a:r>
            <a:r>
              <a:rPr lang="en-GB" sz="1200" spc="-20" noProof="0" dirty="0">
                <a:latin typeface="+mn-lt"/>
                <a:cs typeface="Segoe UI"/>
              </a:rPr>
              <a:t>three </a:t>
            </a:r>
            <a:r>
              <a:rPr lang="en-GB" sz="1200" spc="-25" noProof="0" dirty="0">
                <a:latin typeface="+mn-lt"/>
                <a:cs typeface="Segoe UI"/>
              </a:rPr>
              <a:t>"standards"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them </a:t>
            </a:r>
            <a:r>
              <a:rPr lang="en-GB" sz="1200" spc="5" noProof="0" dirty="0">
                <a:latin typeface="+mn-lt"/>
                <a:cs typeface="Segoe UI"/>
              </a:rPr>
              <a:t>– </a:t>
            </a:r>
            <a:r>
              <a:rPr lang="en-GB" sz="1200" spc="-20" noProof="0" dirty="0">
                <a:latin typeface="+mn-lt"/>
                <a:cs typeface="Segoe UI"/>
              </a:rPr>
              <a:t>Unix98, </a:t>
            </a:r>
            <a:r>
              <a:rPr lang="en-GB" sz="1200" spc="-25" noProof="0" dirty="0">
                <a:latin typeface="+mn-lt"/>
                <a:cs typeface="Segoe UI"/>
              </a:rPr>
              <a:t>BSD,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GNU.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 common options </a:t>
            </a:r>
            <a:r>
              <a:rPr lang="en-GB" sz="1200" spc="-15" noProof="0" dirty="0">
                <a:latin typeface="+mn-lt"/>
                <a:cs typeface="Segoe UI"/>
              </a:rPr>
              <a:t> are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shown,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–</a:t>
            </a:r>
            <a:r>
              <a:rPr lang="en-GB" sz="1200" spc="-15" noProof="0" dirty="0" err="1">
                <a:latin typeface="+mn-lt"/>
                <a:cs typeface="Segoe UI"/>
              </a:rPr>
              <a:t>ef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machine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C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column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the </a:t>
            </a:r>
            <a:r>
              <a:rPr lang="en-GB" sz="1200" spc="-20" noProof="0" dirty="0">
                <a:latin typeface="+mn-lt"/>
                <a:cs typeface="Segoe UI"/>
              </a:rPr>
              <a:t>percentage </a:t>
            </a:r>
            <a:r>
              <a:rPr lang="en-GB" sz="1200" spc="-10" noProof="0" dirty="0">
                <a:latin typeface="+mn-lt"/>
                <a:cs typeface="Segoe UI"/>
              </a:rPr>
              <a:t>of CPU </a:t>
            </a:r>
            <a:r>
              <a:rPr lang="en-GB" sz="1200" spc="-15" noProof="0" dirty="0">
                <a:latin typeface="+mn-lt"/>
                <a:cs typeface="Segoe UI"/>
              </a:rPr>
              <a:t>being used) in the </a:t>
            </a:r>
            <a:r>
              <a:rPr lang="en-GB" sz="1200" spc="-20" noProof="0" dirty="0">
                <a:latin typeface="+mn-lt"/>
                <a:cs typeface="Segoe UI"/>
              </a:rPr>
              <a:t>SVR4 standard, whereas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-aux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give </a:t>
            </a:r>
            <a:r>
              <a:rPr lang="en-GB" sz="1200" spc="-15" noProof="0" dirty="0">
                <a:latin typeface="+mn-lt"/>
                <a:cs typeface="Segoe UI"/>
              </a:rPr>
              <a:t>very </a:t>
            </a:r>
            <a:r>
              <a:rPr lang="en-GB" sz="1200" spc="-25" noProof="0" dirty="0">
                <a:latin typeface="+mn-lt"/>
                <a:cs typeface="Segoe UI"/>
              </a:rPr>
              <a:t>similar </a:t>
            </a:r>
            <a:r>
              <a:rPr lang="en-GB" sz="1200" spc="-20" noProof="0" dirty="0">
                <a:latin typeface="+mn-lt"/>
                <a:cs typeface="Segoe UI"/>
              </a:rPr>
              <a:t> information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BSD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2065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Strangely,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comprehensive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(-l)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listing.</a:t>
            </a:r>
          </a:p>
          <a:p>
            <a:pPr marL="12700" marR="1206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Depending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use,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 </a:t>
            </a:r>
            <a:r>
              <a:rPr lang="en-GB" sz="1200" spc="-20" noProof="0" dirty="0">
                <a:latin typeface="+mn-lt"/>
                <a:cs typeface="Segoe UI"/>
              </a:rPr>
              <a:t>options </a:t>
            </a:r>
            <a:r>
              <a:rPr lang="en-GB" sz="1200" spc="-15" noProof="0" dirty="0">
                <a:latin typeface="+mn-lt"/>
                <a:cs typeface="Segoe UI"/>
              </a:rPr>
              <a:t>should </a:t>
            </a:r>
            <a:r>
              <a:rPr lang="en-GB" sz="1200" spc="-10" noProof="0" dirty="0">
                <a:latin typeface="+mn-lt"/>
                <a:cs typeface="Segoe UI"/>
              </a:rPr>
              <a:t>not be </a:t>
            </a:r>
            <a:r>
              <a:rPr lang="en-GB" sz="1200" spc="-20" noProof="0" dirty="0">
                <a:latin typeface="+mn-lt"/>
                <a:cs typeface="Segoe UI"/>
              </a:rPr>
              <a:t>prefixed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hyphen,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noProof="0" dirty="0">
                <a:latin typeface="+mn-lt"/>
                <a:cs typeface="Segoe UI"/>
              </a:rPr>
              <a:t>j </a:t>
            </a:r>
            <a:r>
              <a:rPr lang="en-GB" sz="1200" spc="-15" noProof="0" dirty="0">
                <a:latin typeface="+mn-lt"/>
                <a:cs typeface="Segoe UI"/>
              </a:rPr>
              <a:t>(job </a:t>
            </a:r>
            <a:r>
              <a:rPr lang="en-GB" sz="1200" spc="-20" noProof="0" dirty="0">
                <a:latin typeface="+mn-lt"/>
                <a:cs typeface="Segoe UI"/>
              </a:rPr>
              <a:t>control format),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(processes with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terminal),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x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(processes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terminal).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combined,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giving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ax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jax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lax.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651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</a:t>
            </a:r>
            <a:r>
              <a:rPr lang="en-GB" sz="1200" spc="-20" noProof="0" dirty="0">
                <a:latin typeface="+mn-lt"/>
                <a:cs typeface="Segoe UI"/>
              </a:rPr>
              <a:t>find yourself searching </a:t>
            </a:r>
            <a:r>
              <a:rPr lang="en-GB" sz="1200" spc="-15" noProof="0" dirty="0">
                <a:latin typeface="+mn-lt"/>
                <a:cs typeface="Segoe UI"/>
              </a:rPr>
              <a:t>output from the </a:t>
            </a:r>
            <a:r>
              <a:rPr lang="en-GB" sz="1200" spc="-10" noProof="0" dirty="0" err="1">
                <a:latin typeface="+mn-lt"/>
                <a:cs typeface="Segoe UI"/>
              </a:rPr>
              <a:t>ps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using grep, </a:t>
            </a:r>
            <a:r>
              <a:rPr lang="en-GB" sz="1200" spc="-20" noProof="0" dirty="0">
                <a:latin typeface="+mn-lt"/>
                <a:cs typeface="Segoe UI"/>
              </a:rPr>
              <a:t>take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look at </a:t>
            </a:r>
            <a:r>
              <a:rPr lang="en-GB" sz="1200" spc="-15" noProof="0" dirty="0" err="1">
                <a:latin typeface="+mn-lt"/>
                <a:cs typeface="Segoe UI"/>
              </a:rPr>
              <a:t>pgrep</a:t>
            </a:r>
            <a:r>
              <a:rPr lang="en-GB" sz="1200" spc="-15" noProof="0" dirty="0">
                <a:latin typeface="+mn-lt"/>
                <a:cs typeface="Segoe UI"/>
              </a:rPr>
              <a:t>(1).</a:t>
            </a:r>
          </a:p>
          <a:p>
            <a:pPr marL="12700" marR="1651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conforming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pattern.</a:t>
            </a:r>
            <a:endParaRPr lang="en-GB" sz="1200" spc="210" noProof="0" dirty="0">
              <a:latin typeface="+mn-lt"/>
              <a:cs typeface="Segoe UI"/>
            </a:endParaRPr>
          </a:p>
          <a:p>
            <a:pPr marL="12700" marR="1651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also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pkill</a:t>
            </a:r>
            <a:r>
              <a:rPr lang="en-GB" sz="1200" spc="-20" noProof="0" dirty="0">
                <a:latin typeface="+mn-lt"/>
                <a:cs typeface="Segoe UI"/>
              </a:rPr>
              <a:t>(1)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sends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conforming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pattern.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33023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2020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kill command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morbid name, </a:t>
            </a:r>
            <a:r>
              <a:rPr lang="en-GB" sz="1200" spc="-15" noProof="0" dirty="0">
                <a:latin typeface="+mn-lt"/>
                <a:cs typeface="Segoe UI"/>
              </a:rPr>
              <a:t>it does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necessarily kill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process, </a:t>
            </a:r>
            <a:r>
              <a:rPr lang="en-GB" sz="1200" spc="-15" noProof="0" dirty="0">
                <a:latin typeface="+mn-lt"/>
                <a:cs typeface="Segoe UI"/>
              </a:rPr>
              <a:t>it sends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signal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it. 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Processes often trap signals </a:t>
            </a:r>
            <a:r>
              <a:rPr lang="en-GB" sz="1200" spc="-15" noProof="0" dirty="0">
                <a:latin typeface="+mn-lt"/>
                <a:cs typeface="Segoe UI"/>
              </a:rPr>
              <a:t>and use </a:t>
            </a:r>
            <a:r>
              <a:rPr lang="en-GB" sz="1200" spc="-20" noProof="0" dirty="0">
                <a:latin typeface="+mn-lt"/>
                <a:cs typeface="Segoe UI"/>
              </a:rPr>
              <a:t>them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20" noProof="0" dirty="0">
                <a:latin typeface="+mn-lt"/>
                <a:cs typeface="Segoe UI"/>
              </a:rPr>
              <a:t>other than closing </a:t>
            </a:r>
            <a:r>
              <a:rPr lang="en-GB" sz="1200" spc="-15" noProof="0" dirty="0">
                <a:latin typeface="+mn-lt"/>
                <a:cs typeface="Segoe UI"/>
              </a:rPr>
              <a:t>down.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example, </a:t>
            </a:r>
            <a:r>
              <a:rPr lang="en-GB" sz="1200" spc="-20" noProof="0" dirty="0">
                <a:latin typeface="+mn-lt"/>
                <a:cs typeface="Segoe UI"/>
              </a:rPr>
              <a:t>many system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services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restarted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sending </a:t>
            </a:r>
            <a:r>
              <a:rPr lang="en-GB" sz="1200" spc="-15" noProof="0" dirty="0">
                <a:latin typeface="+mn-lt"/>
                <a:cs typeface="Segoe UI"/>
              </a:rPr>
              <a:t>them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SIGHUP.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 signals cannot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trapped,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SIGKILL </a:t>
            </a:r>
            <a:r>
              <a:rPr lang="en-GB" sz="1200" spc="-15" noProof="0" dirty="0">
                <a:latin typeface="+mn-lt"/>
                <a:cs typeface="Segoe UI"/>
              </a:rPr>
              <a:t>is 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best </a:t>
            </a:r>
            <a:r>
              <a:rPr lang="en-GB" sz="1200" spc="-20" noProof="0" dirty="0">
                <a:latin typeface="+mn-lt"/>
                <a:cs typeface="Segoe UI"/>
              </a:rPr>
              <a:t>known. This signal, often referred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its n</a:t>
            </a:r>
            <a:r>
              <a:rPr lang="en-GB" sz="1200" spc="-15" noProof="0" dirty="0">
                <a:latin typeface="+mn-lt"/>
                <a:cs typeface="Segoe UI"/>
              </a:rPr>
              <a:t>umber </a:t>
            </a:r>
            <a:r>
              <a:rPr lang="en-GB" sz="1200" spc="-10" noProof="0" dirty="0">
                <a:latin typeface="+mn-lt"/>
                <a:cs typeface="Segoe UI"/>
              </a:rPr>
              <a:t>9,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 without </a:t>
            </a:r>
            <a:r>
              <a:rPr lang="en-GB" sz="1200" spc="-15" noProof="0" dirty="0">
                <a:latin typeface="+mn-lt"/>
                <a:cs typeface="Segoe UI"/>
              </a:rPr>
              <a:t>any hope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tidy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closedown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–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dangerous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something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like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064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exact </a:t>
            </a:r>
            <a:r>
              <a:rPr lang="en-GB" sz="1200" spc="-20" noProof="0" dirty="0">
                <a:latin typeface="+mn-lt"/>
                <a:cs typeface="Segoe UI"/>
              </a:rPr>
              <a:t>syntax </a:t>
            </a:r>
            <a:r>
              <a:rPr lang="en-GB" sz="1200" spc="-25" noProof="0" dirty="0">
                <a:latin typeface="+mn-lt"/>
                <a:cs typeface="Segoe UI"/>
              </a:rPr>
              <a:t>allowed </a:t>
            </a:r>
            <a:r>
              <a:rPr lang="en-GB" sz="1200" spc="-15" noProof="0" dirty="0">
                <a:latin typeface="+mn-lt"/>
                <a:cs typeface="Segoe UI"/>
              </a:rPr>
              <a:t>for the </a:t>
            </a:r>
            <a:r>
              <a:rPr lang="en-GB" sz="1200" spc="-20" noProof="0" dirty="0">
                <a:latin typeface="+mn-lt"/>
                <a:cs typeface="Segoe UI"/>
              </a:rPr>
              <a:t>kill command </a:t>
            </a:r>
            <a:r>
              <a:rPr lang="en-GB" sz="1200" spc="-15" noProof="0" dirty="0">
                <a:latin typeface="+mn-lt"/>
                <a:cs typeface="Segoe UI"/>
              </a:rPr>
              <a:t>depends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shell </a:t>
            </a:r>
            <a:r>
              <a:rPr lang="en-GB" sz="1200" spc="-15" noProof="0" dirty="0">
                <a:latin typeface="+mn-lt"/>
                <a:cs typeface="Segoe UI"/>
              </a:rPr>
              <a:t>in use.</a:t>
            </a:r>
          </a:p>
          <a:p>
            <a:pPr marL="12700" marR="4064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details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signals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raise, consult man </a:t>
            </a:r>
            <a:r>
              <a:rPr lang="en-GB" sz="1200" noProof="0" dirty="0">
                <a:latin typeface="+mn-lt"/>
                <a:cs typeface="Segoe UI"/>
              </a:rPr>
              <a:t>7 </a:t>
            </a:r>
            <a:r>
              <a:rPr lang="en-GB" sz="1200" spc="-20" noProof="0" dirty="0">
                <a:latin typeface="+mn-lt"/>
                <a:cs typeface="Segoe UI"/>
              </a:rPr>
              <a:t>signal, </a:t>
            </a:r>
            <a:r>
              <a:rPr lang="en-GB" sz="1200" spc="-15" noProof="0" dirty="0">
                <a:latin typeface="+mn-lt"/>
                <a:cs typeface="Segoe UI"/>
              </a:rPr>
              <a:t>and for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list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 names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spc="-10" noProof="0" dirty="0">
                <a:latin typeface="+mn-lt"/>
                <a:cs typeface="Segoe UI"/>
              </a:rPr>
              <a:t>–l </a:t>
            </a:r>
            <a:r>
              <a:rPr lang="en-GB" sz="1200" spc="-20" noProof="0" dirty="0">
                <a:latin typeface="+mn-lt"/>
                <a:cs typeface="Segoe UI"/>
              </a:rPr>
              <a:t>(lowercase ell).</a:t>
            </a:r>
          </a:p>
          <a:p>
            <a:pPr marL="12700" marR="4064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might also like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investigate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 err="1">
                <a:latin typeface="+mn-lt"/>
                <a:cs typeface="Segoe UI"/>
              </a:rPr>
              <a:t>killall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 which </a:t>
            </a:r>
            <a:r>
              <a:rPr lang="en-GB" sz="1200" spc="-15" noProof="0" dirty="0">
                <a:latin typeface="+mn-lt"/>
                <a:cs typeface="Segoe UI"/>
              </a:rPr>
              <a:t>sends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signals </a:t>
            </a:r>
            <a:r>
              <a:rPr lang="en-GB" sz="1200" spc="-15" noProof="0" dirty="0">
                <a:latin typeface="+mn-lt"/>
                <a:cs typeface="Segoe UI"/>
              </a:rPr>
              <a:t>to groups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processes, skill, </a:t>
            </a:r>
            <a:r>
              <a:rPr lang="en-GB" sz="1200" spc="-15" noProof="0" dirty="0">
                <a:latin typeface="+mn-lt"/>
                <a:cs typeface="Segoe UI"/>
              </a:rPr>
              <a:t>where </a:t>
            </a:r>
            <a:r>
              <a:rPr lang="en-GB" sz="1200" spc="-25" noProof="0" dirty="0">
                <a:latin typeface="+mn-lt"/>
                <a:cs typeface="Segoe UI"/>
              </a:rPr>
              <a:t>selection </a:t>
            </a:r>
            <a:r>
              <a:rPr lang="en-GB" sz="1200" spc="-20" noProof="0" dirty="0">
                <a:latin typeface="+mn-lt"/>
                <a:cs typeface="Segoe UI"/>
              </a:rPr>
              <a:t>criteria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given,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 err="1">
                <a:latin typeface="+mn-lt"/>
                <a:cs typeface="Segoe UI"/>
              </a:rPr>
              <a:t>pkill</a:t>
            </a:r>
            <a:r>
              <a:rPr lang="en-GB" sz="1200" spc="-20" noProof="0" dirty="0">
                <a:latin typeface="+mn-lt"/>
                <a:cs typeface="Segoe UI"/>
              </a:rPr>
              <a:t> which </a:t>
            </a:r>
            <a:r>
              <a:rPr lang="en-GB" sz="1200" spc="-25" noProof="0" dirty="0">
                <a:latin typeface="+mn-lt"/>
                <a:cs typeface="Segoe UI"/>
              </a:rPr>
              <a:t>identifies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pattern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rather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PID.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8895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97057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no </a:t>
            </a:r>
            <a:r>
              <a:rPr lang="en-GB" sz="1200" spc="-20" noProof="0" dirty="0">
                <a:latin typeface="+mn-lt"/>
                <a:cs typeface="Segoe UI"/>
              </a:rPr>
              <a:t>arguments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given, </a:t>
            </a:r>
            <a:r>
              <a:rPr lang="en-GB" sz="1200" spc="-25" noProof="0" dirty="0">
                <a:latin typeface="+mn-lt"/>
                <a:cs typeface="Segoe UI"/>
              </a:rPr>
              <a:t>nice </a:t>
            </a:r>
            <a:r>
              <a:rPr lang="en-GB" sz="1200" spc="-20" noProof="0" dirty="0">
                <a:latin typeface="+mn-lt"/>
                <a:cs typeface="Segoe UI"/>
              </a:rPr>
              <a:t>prints </a:t>
            </a:r>
            <a:r>
              <a:rPr lang="en-GB" sz="1200" spc="-15" noProof="0" dirty="0">
                <a:latin typeface="+mn-lt"/>
                <a:cs typeface="Segoe UI"/>
              </a:rPr>
              <a:t>the current </a:t>
            </a:r>
            <a:r>
              <a:rPr lang="en-GB" sz="1200" spc="-20" noProof="0" dirty="0">
                <a:latin typeface="+mn-lt"/>
                <a:cs typeface="Segoe UI"/>
              </a:rPr>
              <a:t>scheduling priority, which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inherited.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Ordinarily, </a:t>
            </a:r>
            <a:r>
              <a:rPr lang="en-GB" sz="1200" spc="-25" noProof="0" dirty="0">
                <a:latin typeface="+mn-lt"/>
                <a:cs typeface="Segoe UI"/>
              </a:rPr>
              <a:t>nice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given COMMAND with its scheduling priority adjusted.</a:t>
            </a:r>
          </a:p>
          <a:p>
            <a:pPr marL="12700" marR="5080" lvl="0" indent="0" algn="l" defTabSz="914377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no </a:t>
            </a:r>
            <a:r>
              <a:rPr lang="en-GB" sz="1200" spc="-25" noProof="0" dirty="0">
                <a:latin typeface="+mn-lt"/>
                <a:cs typeface="Segoe UI"/>
              </a:rPr>
              <a:t>ADJUSTMENT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given,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priority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</a:t>
            </a:r>
            <a:r>
              <a:rPr lang="en-GB" sz="1200" noProof="0" dirty="0">
                <a:latin typeface="+mn-lt"/>
                <a:cs typeface="Segoe UI"/>
              </a:rPr>
              <a:t>d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incremented </a:t>
            </a:r>
            <a:r>
              <a:rPr lang="en-GB" sz="1200" spc="-10" noProof="0" dirty="0">
                <a:latin typeface="+mn-lt"/>
                <a:cs typeface="Segoe UI"/>
              </a:rPr>
              <a:t>by 10 - </a:t>
            </a:r>
            <a:r>
              <a:rPr lang="en-GB" sz="1200" spc="-2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f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v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s 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1</a:t>
            </a:r>
            <a:r>
              <a:rPr lang="en-GB" sz="1200" spc="-15" noProof="0" dirty="0">
                <a:latin typeface="+mn-lt"/>
                <a:cs typeface="Segoe UI"/>
              </a:rPr>
              <a:t>0</a:t>
            </a:r>
            <a:r>
              <a:rPr lang="en-GB" sz="1200" noProof="0" dirty="0">
                <a:latin typeface="+mn-lt"/>
                <a:cs typeface="Segoe UI"/>
              </a:rPr>
              <a:t>.</a:t>
            </a:r>
            <a:endParaRPr lang="en-GB" sz="1200" spc="-1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 must </a:t>
            </a:r>
            <a:r>
              <a:rPr lang="en-GB" sz="1200" spc="-20" noProof="0" dirty="0">
                <a:latin typeface="+mn-lt"/>
                <a:cs typeface="Segoe UI"/>
              </a:rPr>
              <a:t>have appropriate privileges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negative adjustment or even to lower the value.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priority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adjusted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nice </a:t>
            </a:r>
            <a:r>
              <a:rPr lang="en-GB" sz="1200" spc="-15" noProof="0" dirty="0">
                <a:latin typeface="+mn-lt"/>
                <a:cs typeface="Segoe UI"/>
              </a:rPr>
              <a:t>over the range </a:t>
            </a:r>
            <a:r>
              <a:rPr lang="en-GB" sz="1200" spc="-10" noProof="0" dirty="0">
                <a:latin typeface="+mn-lt"/>
                <a:cs typeface="Segoe UI"/>
              </a:rPr>
              <a:t>of -20 </a:t>
            </a:r>
            <a:r>
              <a:rPr lang="en-GB" sz="1200" spc="-15" noProof="0" dirty="0">
                <a:latin typeface="+mn-lt"/>
                <a:cs typeface="Segoe UI"/>
              </a:rPr>
              <a:t>(the </a:t>
            </a:r>
            <a:r>
              <a:rPr lang="en-GB" sz="1200" spc="-20" noProof="0" dirty="0">
                <a:latin typeface="+mn-lt"/>
                <a:cs typeface="Segoe UI"/>
              </a:rPr>
              <a:t>highest priority)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19 </a:t>
            </a:r>
            <a:r>
              <a:rPr lang="en-GB" sz="1200" spc="-15" noProof="0" dirty="0">
                <a:latin typeface="+mn-lt"/>
                <a:cs typeface="Segoe UI"/>
              </a:rPr>
              <a:t>(the </a:t>
            </a:r>
            <a:r>
              <a:rPr lang="en-GB" sz="1200" spc="-20" noProof="0" dirty="0">
                <a:latin typeface="+mn-lt"/>
                <a:cs typeface="Segoe UI"/>
              </a:rPr>
              <a:t>lowest).</a:t>
            </a:r>
          </a:p>
          <a:p>
            <a:pPr marL="12700" marR="3810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240941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noProof="0" dirty="0">
                <a:latin typeface="+mn-lt"/>
                <a:cs typeface="Segoe UI"/>
              </a:rPr>
              <a:t>On </a:t>
            </a:r>
            <a:r>
              <a:rPr lang="en-GB" sz="1200" noProof="0" dirty="0" err="1">
                <a:latin typeface="+mn-lt"/>
                <a:cs typeface="Segoe UI"/>
              </a:rPr>
              <a:t>almalinux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noProof="0" dirty="0" err="1">
                <a:latin typeface="+mn-lt"/>
                <a:cs typeface="Segoe UI"/>
              </a:rPr>
              <a:t>pstree</a:t>
            </a:r>
            <a:r>
              <a:rPr lang="en-GB" sz="1200" noProof="0" dirty="0">
                <a:latin typeface="+mn-lt"/>
                <a:cs typeface="Segoe UI"/>
              </a:rPr>
              <a:t> is part of </a:t>
            </a:r>
            <a:r>
              <a:rPr lang="en-GB" sz="1200" noProof="0" dirty="0" err="1">
                <a:latin typeface="+mn-lt"/>
                <a:cs typeface="Segoe UI"/>
              </a:rPr>
              <a:t>psmisc</a:t>
            </a:r>
            <a:r>
              <a:rPr lang="en-GB" sz="1200" noProof="0" dirty="0">
                <a:latin typeface="+mn-lt"/>
                <a:cs typeface="Segoe UI"/>
              </a:rPr>
              <a:t>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21987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68471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326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Daemon processes are Unix/Linux processes that support system functions.</a:t>
            </a:r>
          </a:p>
          <a:p>
            <a:r>
              <a:rPr lang="en-GB" noProof="0" dirty="0"/>
              <a:t>They are normally started up when multi-user mode is entered at boot time.</a:t>
            </a:r>
          </a:p>
          <a:p>
            <a:r>
              <a:rPr lang="en-GB" noProof="0" dirty="0"/>
              <a:t>Usually, daemons are closed down when the system closes down.</a:t>
            </a:r>
          </a:p>
          <a:p>
            <a:endParaRPr lang="en-GB" noProof="0" dirty="0"/>
          </a:p>
          <a:p>
            <a:r>
              <a:rPr lang="en-GB" noProof="0" dirty="0"/>
              <a:t>The key attribute of a daemon process  is the fact that it is not attached to a terminal; this is shown on a </a:t>
            </a:r>
            <a:r>
              <a:rPr lang="en-GB" noProof="0" dirty="0" err="1"/>
              <a:t>ps</a:t>
            </a:r>
            <a:r>
              <a:rPr lang="en-GB" noProof="0" dirty="0"/>
              <a:t> listing as a question mark (?) in the  terminal (TTY) column.</a:t>
            </a:r>
          </a:p>
          <a:p>
            <a:endParaRPr lang="en-GB" noProof="0" dirty="0"/>
          </a:p>
          <a:p>
            <a:r>
              <a:rPr lang="en-GB" noProof="0" dirty="0"/>
              <a:t>Daemons typically wait for and event such as a signal, a file being created, data input from a serial line or  network, or a timeout.</a:t>
            </a:r>
          </a:p>
          <a:p>
            <a:r>
              <a:rPr lang="en-GB" noProof="0" dirty="0"/>
              <a:t>When the event occurs, the daemon wakes up, services the event, then goes to  sleep again.</a:t>
            </a:r>
          </a:p>
          <a:p>
            <a:r>
              <a:rPr lang="en-GB" noProof="0" dirty="0"/>
              <a:t>Often, the daemon will fork a new child process to service the event so that it can quickly look  for another event.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F4FF252-8BFF-35BA-6235-1F981E199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411583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989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 err="1">
                <a:latin typeface="+mn-lt"/>
              </a:rPr>
              <a:t>systemd</a:t>
            </a:r>
            <a:r>
              <a:rPr lang="en-US" noProof="0" dirty="0">
                <a:latin typeface="+mn-lt"/>
              </a:rPr>
              <a:t> older Linux systems or UNIX </a:t>
            </a:r>
            <a:r>
              <a:rPr lang="en-US" noProof="0" dirty="0" err="1">
                <a:latin typeface="+mn-lt"/>
              </a:rPr>
              <a:t>init</a:t>
            </a:r>
            <a:endParaRPr lang="en-US" noProof="0" dirty="0">
              <a:latin typeface="+mn-lt"/>
            </a:endParaRP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SIGHUP,  HUP or "hang-up" are also acceptable</a:t>
            </a:r>
            <a:r>
              <a:rPr lang="en-US" dirty="0"/>
              <a:t> – u</a:t>
            </a:r>
            <a:r>
              <a:rPr lang="en-US" noProof="0" dirty="0" err="1">
                <a:latin typeface="+mn-lt"/>
              </a:rPr>
              <a:t>sually</a:t>
            </a:r>
            <a:r>
              <a:rPr lang="en-US" noProof="0" dirty="0">
                <a:latin typeface="+mn-lt"/>
              </a:rPr>
              <a:t> this is a signal number 1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process is a zombie; its parent did not acknowledge the SIGCHLD signal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Default terminating signal is signal number 15, TERM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It’s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top</a:t>
            </a:r>
            <a:r>
              <a:rPr lang="en-US" noProof="0" dirty="0">
                <a:latin typeface="+mn-lt"/>
              </a:rPr>
              <a:t> command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030644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348320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14686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8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png"/><Relationship Id="rId4" Type="http://schemas.openxmlformats.org/officeDocument/2006/relationships/image" Target="../media/image38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8.png"/><Relationship Id="rId4" Type="http://schemas.openxmlformats.org/officeDocument/2006/relationships/image" Target="../media/image44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8.png"/><Relationship Id="rId4" Type="http://schemas.openxmlformats.org/officeDocument/2006/relationships/image" Target="../media/image50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8.png"/><Relationship Id="rId4" Type="http://schemas.openxmlformats.org/officeDocument/2006/relationships/image" Target="../media/image56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8.png"/><Relationship Id="rId4" Type="http://schemas.openxmlformats.org/officeDocument/2006/relationships/image" Target="../media/image62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572049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326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459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7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756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us Symbo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698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9: Processes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603E6-EE5C-F232-C0F9-AEB199969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A61436-78D9-E109-9047-FDD407965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46608"/>
              </p:ext>
            </p:extLst>
          </p:nvPr>
        </p:nvGraphicFramePr>
        <p:xfrm>
          <a:off x="473406" y="3771461"/>
          <a:ext cx="6150678" cy="11125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150678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9: Processes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10: Job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11: File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97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What is a process?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Communicating with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Identifying / manipulating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Daemons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943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a process?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252504F-8035-808B-051B-71C0B6528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663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46A749-1E25-60E9-40A5-50E746885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Processes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194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executable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111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Shells,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like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/bin/bash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ordinary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800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Most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typed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line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programs.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101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7030A0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 instance of 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program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execution.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includes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program's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data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environment.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646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They are protected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101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Every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has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identifier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PID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Every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started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another, its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irst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process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started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 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kernel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boot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time,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PID=1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975201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73" noProof="0" dirty="0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- &gt;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init</a:t>
            </a:r>
            <a:endParaRPr lang="en-US" sz="1800" b="1" spc="-4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75201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Linux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-&gt;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</a:t>
            </a:r>
          </a:p>
          <a:p>
            <a:pPr marL="975201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noProof="0" dirty="0">
                <a:solidFill>
                  <a:srgbClr val="2D2C2C"/>
                </a:solidFill>
                <a:latin typeface="+mn-lt"/>
                <a:cs typeface="Segoe UI"/>
              </a:rPr>
              <a:t>Windows Subsystem for Linux (WSL)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- &gt;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init</a:t>
            </a:r>
            <a:endParaRPr lang="en-US" sz="1800" noProof="0" dirty="0"/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1C43B7-DA5C-9510-3456-BA11E1F157AF}"/>
              </a:ext>
            </a:extLst>
          </p:cNvPr>
          <p:cNvGrpSpPr/>
          <p:nvPr/>
        </p:nvGrpSpPr>
        <p:grpSpPr>
          <a:xfrm>
            <a:off x="9274039" y="1978847"/>
            <a:ext cx="1824643" cy="1972601"/>
            <a:chOff x="4889413" y="734113"/>
            <a:chExt cx="4060442" cy="37726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1172020-E47C-90DF-999A-39DB423D9C8B}"/>
                </a:ext>
              </a:extLst>
            </p:cNvPr>
            <p:cNvGrpSpPr/>
            <p:nvPr/>
          </p:nvGrpSpPr>
          <p:grpSpPr>
            <a:xfrm>
              <a:off x="4889413" y="734114"/>
              <a:ext cx="1286748" cy="1083410"/>
              <a:chOff x="9306753" y="679288"/>
              <a:chExt cx="1286748" cy="982985"/>
            </a:xfrm>
          </p:grpSpPr>
          <p:sp>
            <p:nvSpPr>
              <p:cNvPr id="23" name="object 9">
                <a:extLst>
                  <a:ext uri="{FF2B5EF4-FFF2-40B4-BE49-F238E27FC236}">
                    <a16:creationId xmlns:a16="http://schemas.microsoft.com/office/drawing/2014/main" id="{C13107FA-FA9F-B382-A767-4AB3FBF4D62C}"/>
                  </a:ext>
                </a:extLst>
              </p:cNvPr>
              <p:cNvSpPr txBox="1"/>
              <p:nvPr/>
            </p:nvSpPr>
            <p:spPr>
              <a:xfrm>
                <a:off x="9606708" y="879593"/>
                <a:ext cx="760165" cy="703459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050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050" b="1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050" b="1" spc="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050" b="1" spc="-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050" b="1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050" spc="-8" noProof="0" dirty="0">
                    <a:solidFill>
                      <a:srgbClr val="C70000"/>
                    </a:solidFill>
                    <a:cs typeface="Segoe UI"/>
                  </a:rPr>
                  <a:t>env</a:t>
                </a:r>
                <a:endParaRPr lang="en-US" sz="1050" noProof="0" dirty="0">
                  <a:cs typeface="Segoe UI"/>
                </a:endParaRPr>
              </a:p>
            </p:txBody>
          </p:sp>
          <p:sp>
            <p:nvSpPr>
              <p:cNvPr id="24" name="object 12">
                <a:extLst>
                  <a:ext uri="{FF2B5EF4-FFF2-40B4-BE49-F238E27FC236}">
                    <a16:creationId xmlns:a16="http://schemas.microsoft.com/office/drawing/2014/main" id="{B8BE7241-1335-41F6-3BD6-0B6178E71DF4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5" name="object 14">
                <a:extLst>
                  <a:ext uri="{FF2B5EF4-FFF2-40B4-BE49-F238E27FC236}">
                    <a16:creationId xmlns:a16="http://schemas.microsoft.com/office/drawing/2014/main" id="{03300619-AC25-AFDB-E0D3-92E74DB9E68B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25FD78-D40B-CC0D-E0E6-7C18BFCD3490}"/>
                </a:ext>
              </a:extLst>
            </p:cNvPr>
            <p:cNvGrpSpPr/>
            <p:nvPr/>
          </p:nvGrpSpPr>
          <p:grpSpPr>
            <a:xfrm>
              <a:off x="7663107" y="3366383"/>
              <a:ext cx="1286748" cy="1140332"/>
              <a:chOff x="9306753" y="679288"/>
              <a:chExt cx="1286748" cy="982985"/>
            </a:xfrm>
          </p:grpSpPr>
          <p:sp>
            <p:nvSpPr>
              <p:cNvPr id="20" name="object 9">
                <a:extLst>
                  <a:ext uri="{FF2B5EF4-FFF2-40B4-BE49-F238E27FC236}">
                    <a16:creationId xmlns:a16="http://schemas.microsoft.com/office/drawing/2014/main" id="{C866AF28-059E-F4D3-7A8C-4FCB9A9B9CFF}"/>
                  </a:ext>
                </a:extLst>
              </p:cNvPr>
              <p:cNvSpPr txBox="1"/>
              <p:nvPr/>
            </p:nvSpPr>
            <p:spPr>
              <a:xfrm>
                <a:off x="9468697" y="879594"/>
                <a:ext cx="1016662" cy="642975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000" b="1" spc="-37" noProof="0" dirty="0" err="1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myprog</a:t>
                </a:r>
                <a:endParaRPr lang="en-US" sz="1000" b="1" spc="-37" noProof="0" dirty="0">
                  <a:solidFill>
                    <a:srgbClr val="00B05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000" spc="-8" noProof="0" dirty="0">
                    <a:solidFill>
                      <a:srgbClr val="FF0000"/>
                    </a:solidFill>
                    <a:cs typeface="Segoe UI"/>
                  </a:rPr>
                  <a:t>env</a:t>
                </a:r>
                <a:endParaRPr lang="en-US" sz="1000" noProof="0" dirty="0">
                  <a:solidFill>
                    <a:srgbClr val="FF0000"/>
                  </a:solidFill>
                  <a:cs typeface="Segoe UI"/>
                </a:endParaRPr>
              </a:p>
            </p:txBody>
          </p:sp>
          <p:sp>
            <p:nvSpPr>
              <p:cNvPr id="21" name="object 12">
                <a:extLst>
                  <a:ext uri="{FF2B5EF4-FFF2-40B4-BE49-F238E27FC236}">
                    <a16:creationId xmlns:a16="http://schemas.microsoft.com/office/drawing/2014/main" id="{74C65197-1602-F0A9-1836-427EB95E5932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noFill/>
              <a:ln w="1260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2" name="object 14">
                <a:extLst>
                  <a:ext uri="{FF2B5EF4-FFF2-40B4-BE49-F238E27FC236}">
                    <a16:creationId xmlns:a16="http://schemas.microsoft.com/office/drawing/2014/main" id="{32B40264-C52D-BB4F-FDAC-D3147C333CA1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3865EA2-F2C1-0B33-A78F-3823609F2CE7}"/>
                </a:ext>
              </a:extLst>
            </p:cNvPr>
            <p:cNvGrpSpPr/>
            <p:nvPr/>
          </p:nvGrpSpPr>
          <p:grpSpPr>
            <a:xfrm>
              <a:off x="7651028" y="734113"/>
              <a:ext cx="1286748" cy="1083410"/>
              <a:chOff x="9306753" y="679288"/>
              <a:chExt cx="1286748" cy="982985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4350E5C1-4655-A794-9F43-0A8ACB195FE1}"/>
                  </a:ext>
                </a:extLst>
              </p:cNvPr>
              <p:cNvSpPr txBox="1"/>
              <p:nvPr/>
            </p:nvSpPr>
            <p:spPr>
              <a:xfrm>
                <a:off x="9606708" y="879593"/>
                <a:ext cx="760165" cy="703459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000" b="1" spc="-37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000" b="1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000" b="1" spc="4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000" b="1" spc="-4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000" b="1" noProof="0" dirty="0">
                  <a:solidFill>
                    <a:srgbClr val="FF00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000" spc="-8" noProof="0" dirty="0">
                    <a:solidFill>
                      <a:srgbClr val="C70000"/>
                    </a:solidFill>
                    <a:cs typeface="Segoe UI"/>
                  </a:rPr>
                  <a:t>env</a:t>
                </a:r>
                <a:endParaRPr lang="en-US" sz="1000" noProof="0" dirty="0">
                  <a:cs typeface="Segoe UI"/>
                </a:endParaRPr>
              </a:p>
            </p:txBody>
          </p:sp>
          <p:sp>
            <p:nvSpPr>
              <p:cNvPr id="18" name="object 12">
                <a:extLst>
                  <a:ext uri="{FF2B5EF4-FFF2-40B4-BE49-F238E27FC236}">
                    <a16:creationId xmlns:a16="http://schemas.microsoft.com/office/drawing/2014/main" id="{923BB1C5-528D-23AC-17AC-3633ED15CB59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573">
                <a:solidFill>
                  <a:schemeClr val="accent4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ECFCD1BE-1D61-7F8F-C161-7DC85CC87C22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DF2336-BF61-8EDD-F70E-D59BD6A215F4}"/>
                </a:ext>
              </a:extLst>
            </p:cNvPr>
            <p:cNvCxnSpPr>
              <a:cxnSpLocks/>
            </p:cNvCxnSpPr>
            <p:nvPr/>
          </p:nvCxnSpPr>
          <p:spPr>
            <a:xfrm>
              <a:off x="6328565" y="1249286"/>
              <a:ext cx="1095835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3E8C3EF-93CB-B472-6173-5FC3A2682A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5554" y="1936845"/>
              <a:ext cx="8848" cy="1330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CCC6BD-AA0E-347C-93B5-6DA7663439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9205" y="1874851"/>
              <a:ext cx="1823681" cy="19149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656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8AAAB-3EDB-97CB-007F-392C49F401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Finding (external) programs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locate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each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until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is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found.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Typical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setting:</a:t>
            </a:r>
          </a:p>
          <a:p>
            <a:pPr marL="518001" indent="-23320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normally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searched…</a:t>
            </a:r>
            <a:endParaRPr lang="en-US" sz="1800" noProof="0" dirty="0">
              <a:cs typeface="Segoe UI"/>
            </a:endParaRPr>
          </a:p>
          <a:p>
            <a:pPr marL="51800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…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i="1" spc="-16" noProof="0" dirty="0">
                <a:solidFill>
                  <a:srgbClr val="2D2C2C"/>
                </a:solidFill>
                <a:cs typeface="Segoe UI"/>
              </a:rPr>
              <a:t>could</a:t>
            </a:r>
            <a:r>
              <a:rPr lang="en-US" sz="1800" i="1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included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49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explicitly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Bypass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telling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program’s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location.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431EA0-7846-1D32-6852-55EAC114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918" y="2596006"/>
            <a:ext cx="5713144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0683">
              <a:spcBef>
                <a:spcPts val="9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${PATH}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0683">
              <a:spcBef>
                <a:spcPts val="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/bin:/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/bin:/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/X11R6/bin:/home/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linus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9B5B90B-B1E8-A605-2748-A1343E72D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444111"/>
            <a:ext cx="6770077" cy="186461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running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the full path</a:t>
            </a: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running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a relative path</a:t>
            </a:r>
          </a:p>
          <a:p>
            <a:pPr marL="70683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</a:t>
            </a:r>
            <a:r>
              <a:rPr lang="en-US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0683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9" name="Picture 8" descr="A penguin with a hat and a pipe&#10;&#10;AI-generated content may be incorrect.">
            <a:extLst>
              <a:ext uri="{FF2B5EF4-FFF2-40B4-BE49-F238E27FC236}">
                <a16:creationId xmlns:a16="http://schemas.microsoft.com/office/drawing/2014/main" id="{1FF0A235-FF8D-5C3A-BB97-739545A53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792" y="652591"/>
            <a:ext cx="1792224" cy="18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8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B3D0DEAD-B85E-1703-F119-2E750C5C6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Starting processes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copies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itself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(with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system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call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2D2C2C"/>
                </a:solidFill>
                <a:cs typeface="Segoe UI"/>
              </a:rPr>
              <a:t>fork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).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Including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Kernel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assigns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b="1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ID (PID)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copying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of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known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inheritance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A0C191-3D29-DC2A-5539-0AB19E5BAD6F}"/>
              </a:ext>
            </a:extLst>
          </p:cNvPr>
          <p:cNvGrpSpPr/>
          <p:nvPr/>
        </p:nvGrpSpPr>
        <p:grpSpPr>
          <a:xfrm>
            <a:off x="6622482" y="1634966"/>
            <a:ext cx="6768834" cy="4218482"/>
            <a:chOff x="5038381" y="2098616"/>
            <a:chExt cx="6768834" cy="42184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27952C1-2477-3229-D48D-C63ED150568A}"/>
                </a:ext>
              </a:extLst>
            </p:cNvPr>
            <p:cNvGrpSpPr/>
            <p:nvPr/>
          </p:nvGrpSpPr>
          <p:grpSpPr>
            <a:xfrm>
              <a:off x="5038381" y="2098616"/>
              <a:ext cx="6768834" cy="4218482"/>
              <a:chOff x="4889413" y="288233"/>
              <a:chExt cx="6768834" cy="421848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BF096EC-8204-9BB3-C582-E81E4CEAABC6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B812FAE1-E71F-C764-409A-CA3A90EE221B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3BCD3684-E008-81C9-B48C-D44D78968E1C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39CBAB26-BC79-C415-6BCC-083942033E9D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5B8358DA-648E-0E63-DDA6-B9D2681318E0}"/>
                  </a:ext>
                </a:extLst>
              </p:cNvPr>
              <p:cNvSpPr txBox="1"/>
              <p:nvPr/>
            </p:nvSpPr>
            <p:spPr>
              <a:xfrm>
                <a:off x="4889413" y="288233"/>
                <a:ext cx="2923559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 (PID=y, PPID=x)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3AD843DF-FE33-EC30-D932-AFBDA4D8D8E6}"/>
                  </a:ext>
                </a:extLst>
              </p:cNvPr>
              <p:cNvSpPr txBox="1"/>
              <p:nvPr/>
            </p:nvSpPr>
            <p:spPr>
              <a:xfrm>
                <a:off x="8131509" y="299623"/>
                <a:ext cx="3526738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cs typeface="Segoe UI"/>
                  </a:rPr>
                  <a:t>Child (PID=z, PPID=y)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68AF2BA-93D3-B329-B723-6787F5017C6B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8F9DA6A9-77CF-3AA9-D1DD-560B11D9D529}"/>
                    </a:ext>
                  </a:extLst>
                </p:cNvPr>
                <p:cNvSpPr txBox="1"/>
                <p:nvPr/>
              </p:nvSpPr>
              <p:spPr>
                <a:xfrm>
                  <a:off x="9468697" y="879594"/>
                  <a:ext cx="1016662" cy="502013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 err="1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myprog</a:t>
                  </a:r>
                  <a:endPara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chemeClr val="bg1">
                          <a:lumMod val="75000"/>
                        </a:schemeClr>
                      </a:solidFill>
                      <a:cs typeface="Segoe UI"/>
                    </a:rPr>
                    <a:t>env</a:t>
                  </a:r>
                  <a:endParaRPr lang="en-US" sz="1625" noProof="0" dirty="0">
                    <a:solidFill>
                      <a:schemeClr val="bg1">
                        <a:lumMod val="75000"/>
                      </a:schemeClr>
                    </a:solidFill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DA8D65A2-ABC4-F049-7193-EEC010738190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9FB43C68-3DE8-14F9-DA99-7353835DA2B8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07D7924-7269-5595-BA96-85ABEA3560A2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EE0B092A-9114-EE5F-6316-0BFF6E2F0A03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14D1FFC3-499F-63B4-54E5-12B33013C4E2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50800">
                  <a:solidFill>
                    <a:schemeClr val="accent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6A9B8C19-A963-DFB3-04DA-AE9E099A4D9B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2F59ED1-A936-FBA1-D25C-4DBF43046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 w="3175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9E37A59-9A9C-A602-E86E-E9FC8A317F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A13F38E-F150-F038-9F6B-CB10329998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4DB0A30B-544C-B6BF-7767-97CB15AA61F3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FF0000"/>
                    </a:solidFill>
                    <a:cs typeface="Segoe UI"/>
                  </a:rPr>
                  <a:t>fork (clone)</a:t>
                </a:r>
                <a:endParaRPr lang="en-US" sz="1625" noProof="0" dirty="0">
                  <a:solidFill>
                    <a:srgbClr val="FF0000"/>
                  </a:solidFill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60C81796-160A-8A9D-6465-F82E830F8584}"/>
                  </a:ext>
                </a:extLst>
              </p:cNvPr>
              <p:cNvSpPr txBox="1"/>
              <p:nvPr/>
            </p:nvSpPr>
            <p:spPr>
              <a:xfrm rot="5400000">
                <a:off x="8088588" y="2375976"/>
                <a:ext cx="1410735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exec </a:t>
                </a:r>
                <a:r>
                  <a:rPr lang="en-US" sz="1625" b="1" i="1" spc="-37" noProof="0" dirty="0" err="1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myprog</a:t>
                </a:r>
                <a:endParaRPr lang="en-US" sz="1625" i="1" noProof="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A46E0C0D-6506-B18A-8AF2-B5C1E0037AE6}"/>
                  </a:ext>
                </a:extLst>
              </p:cNvPr>
              <p:cNvSpPr txBox="1"/>
              <p:nvPr/>
            </p:nvSpPr>
            <p:spPr>
              <a:xfrm rot="2852273">
                <a:off x="6093935" y="2437969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exit [n]</a:t>
                </a:r>
                <a:endParaRPr lang="en-US" sz="1625" noProof="0" dirty="0">
                  <a:solidFill>
                    <a:schemeClr val="bg1">
                      <a:lumMod val="75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</p:grp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92A1AAD9-20B9-FCD2-5666-A98BA3C7D19D}"/>
                </a:ext>
              </a:extLst>
            </p:cNvPr>
            <p:cNvSpPr txBox="1"/>
            <p:nvPr/>
          </p:nvSpPr>
          <p:spPr>
            <a:xfrm>
              <a:off x="6313920" y="3125710"/>
              <a:ext cx="1491248" cy="543899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Redirect </a:t>
              </a:r>
              <a:r>
                <a:rPr lang="en-US" sz="1600" b="1" spc="-37" noProof="0" dirty="0" err="1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i</a:t>
              </a: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/o streams</a:t>
              </a:r>
              <a:endParaRPr lang="en-US" sz="1600" b="1" noProof="0" dirty="0">
                <a:solidFill>
                  <a:schemeClr val="bg1">
                    <a:lumMod val="75000"/>
                  </a:schemeClr>
                </a:solidFill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98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E7AC796-198C-9EA7-2B92-1DBAE1CA9A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Running programs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After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copies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itself,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changed.</a:t>
            </a:r>
          </a:p>
          <a:p>
            <a:pPr marL="469953" lvl="1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replaced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800" b="1" spc="37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code.</a:t>
            </a:r>
          </a:p>
          <a:p>
            <a:pPr marL="469953" lvl="1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exec</a:t>
            </a:r>
            <a:r>
              <a:rPr lang="en-US" sz="1800" b="1" i="1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call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-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800" b="1" spc="33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now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start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running.</a:t>
            </a:r>
            <a:endParaRPr lang="en-US" sz="1800" b="1" i="1" spc="-8" noProof="0" dirty="0">
              <a:solidFill>
                <a:srgbClr val="2D2C2C"/>
              </a:solidFill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591112-E2BE-5E7B-B762-70773BE5AE95}"/>
              </a:ext>
            </a:extLst>
          </p:cNvPr>
          <p:cNvGrpSpPr/>
          <p:nvPr/>
        </p:nvGrpSpPr>
        <p:grpSpPr>
          <a:xfrm>
            <a:off x="4907228" y="1776798"/>
            <a:ext cx="6768834" cy="4199288"/>
            <a:chOff x="5038381" y="2117810"/>
            <a:chExt cx="6768834" cy="41992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94F2E04-0EFF-5A1E-11B3-54B0F60652E3}"/>
                </a:ext>
              </a:extLst>
            </p:cNvPr>
            <p:cNvGrpSpPr/>
            <p:nvPr/>
          </p:nvGrpSpPr>
          <p:grpSpPr>
            <a:xfrm>
              <a:off x="5038381" y="2117810"/>
              <a:ext cx="6768834" cy="4199288"/>
              <a:chOff x="4889413" y="307427"/>
              <a:chExt cx="6768834" cy="419928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39931CF-550A-A980-C24F-502E24969193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5D6C4152-8762-1A46-121C-6E906CB75D17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E6A91478-191D-7AB2-117E-DDADD8137A49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F9758C22-6362-3D22-BCA7-305836ACF888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DDA92BB4-037C-FE54-2DF5-E0D402C4A9EC}"/>
                  </a:ext>
                </a:extLst>
              </p:cNvPr>
              <p:cNvSpPr txBox="1"/>
              <p:nvPr/>
            </p:nvSpPr>
            <p:spPr>
              <a:xfrm>
                <a:off x="4931477" y="307427"/>
                <a:ext cx="3084043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 (PID=99, PPID=x)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88903843-41F4-F9BA-D719-BB0E4F0C6290}"/>
                  </a:ext>
                </a:extLst>
              </p:cNvPr>
              <p:cNvSpPr txBox="1"/>
              <p:nvPr/>
            </p:nvSpPr>
            <p:spPr>
              <a:xfrm>
                <a:off x="8131509" y="307427"/>
                <a:ext cx="3526738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ea typeface="Hack" panose="020B0609030202020204" pitchFamily="49" charset="0"/>
                    <a:cs typeface="Hack" panose="020B0609030202020204" pitchFamily="49" charset="0"/>
                  </a:rPr>
                  <a:t>Child (PID=123, PPID=99)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D6242E2-39F3-B89A-0169-B2C8478F21B5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C2D01B8D-DC76-1D9F-98C3-253D09881B68}"/>
                    </a:ext>
                  </a:extLst>
                </p:cNvPr>
                <p:cNvSpPr txBox="1"/>
                <p:nvPr/>
              </p:nvSpPr>
              <p:spPr>
                <a:xfrm>
                  <a:off x="9468697" y="879594"/>
                  <a:ext cx="1016662" cy="502013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 err="1">
                      <a:solidFill>
                        <a:srgbClr val="00B05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myprog</a:t>
                  </a:r>
                  <a:endParaRPr lang="en-US" sz="1625" b="1" spc="-37" noProof="0" dirty="0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383F38DB-44E9-6E13-1BD5-858E3B568E0E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5080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AB621F3B-D5C3-A433-4C95-C951E09C8437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386DE5C-B068-62E0-5D81-02DA9A56324C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B9FE7BE4-A898-AB69-58FB-6213E5EE52F6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25" b="1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25" b="1" spc="4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25" b="1" spc="-4" noProof="0" dirty="0">
                      <a:solidFill>
                        <a:schemeClr val="bg1">
                          <a:lumMod val="75000"/>
                        </a:schemeClr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solidFill>
                      <a:schemeClr val="bg1">
                        <a:lumMod val="75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chemeClr val="bg1">
                          <a:lumMod val="75000"/>
                        </a:schemeClr>
                      </a:solidFill>
                      <a:cs typeface="Segoe UI"/>
                    </a:rPr>
                    <a:t>env</a:t>
                  </a:r>
                  <a:endParaRPr lang="en-US" sz="1625" noProof="0" dirty="0">
                    <a:solidFill>
                      <a:schemeClr val="bg1">
                        <a:lumMod val="75000"/>
                      </a:schemeClr>
                    </a:solidFill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A4CC994F-0897-3855-EC24-08F17C609873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09BBEBC1-9F61-FCA1-EBB0-2D779D12B008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7FB2406-A301-E4EF-4BDB-2E0F40692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F251C92-35CB-9E0A-9A5B-F4D3CCCCF8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 w="3175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C8608A2-EC19-ED8B-0A59-B517A3C773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88256DF3-7216-7C0B-C0B2-0D87C6DA76ED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chemeClr val="bg1">
                        <a:lumMod val="75000"/>
                      </a:schemeClr>
                    </a:solidFill>
                    <a:cs typeface="Segoe UI"/>
                  </a:rPr>
                  <a:t>fork (clone)</a:t>
                </a:r>
                <a:endParaRPr lang="en-US" sz="1625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727683EA-5CEC-2281-4F45-CC9C48123531}"/>
                  </a:ext>
                </a:extLst>
              </p:cNvPr>
              <p:cNvSpPr txBox="1"/>
              <p:nvPr/>
            </p:nvSpPr>
            <p:spPr>
              <a:xfrm rot="5400000">
                <a:off x="8097709" y="2424182"/>
                <a:ext cx="1392492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exec </a:t>
                </a:r>
                <a:r>
                  <a:rPr lang="en-US" sz="1625" b="1" i="1" spc="-37" noProof="0" dirty="0" err="1">
                    <a:solidFill>
                      <a:srgbClr val="00B05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myprog</a:t>
                </a:r>
                <a:endParaRPr lang="en-US" sz="1625" i="1" noProof="0" dirty="0">
                  <a:solidFill>
                    <a:srgbClr val="00B05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9B4E46D7-72AC-DF10-95AB-893239F2C39E}"/>
                  </a:ext>
                </a:extLst>
              </p:cNvPr>
              <p:cNvSpPr txBox="1"/>
              <p:nvPr/>
            </p:nvSpPr>
            <p:spPr>
              <a:xfrm rot="2852273">
                <a:off x="6093935" y="2437969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exit [n]</a:t>
                </a:r>
                <a:endParaRPr lang="en-US" sz="1625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</p:grp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ACD82075-AAE3-E170-C69E-879C52710CE8}"/>
                </a:ext>
              </a:extLst>
            </p:cNvPr>
            <p:cNvSpPr txBox="1"/>
            <p:nvPr/>
          </p:nvSpPr>
          <p:spPr>
            <a:xfrm>
              <a:off x="6313920" y="3125710"/>
              <a:ext cx="1491248" cy="543899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Redirect </a:t>
              </a:r>
              <a:r>
                <a:rPr lang="en-US" sz="1600" b="1" spc="-37" noProof="0" dirty="0" err="1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i</a:t>
              </a:r>
              <a:r>
                <a:rPr lang="en-US" sz="1600" b="1" spc="-37" noProof="0" dirty="0">
                  <a:solidFill>
                    <a:schemeClr val="bg1">
                      <a:lumMod val="75000"/>
                    </a:schemeClr>
                  </a:solidFill>
                  <a:cs typeface="Segoe UI"/>
                </a:rPr>
                <a:t>/o streams</a:t>
              </a:r>
              <a:endParaRPr lang="en-US" sz="1600" b="1" noProof="0" dirty="0">
                <a:solidFill>
                  <a:schemeClr val="bg1">
                    <a:lumMod val="75000"/>
                  </a:schemeClr>
                </a:solidFill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01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7345-6E31-79E6-FC0C-9A65AF082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Exit status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Every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has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exit</a:t>
            </a:r>
            <a:r>
              <a:rPr lang="en-US" sz="1800" b="1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value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Set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last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executed</a:t>
            </a:r>
            <a:r>
              <a:rPr lang="en-US" sz="1800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Visible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through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variable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?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Prefix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$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get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value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latin typeface="+mn-lt"/>
                <a:cs typeface="Segoe UI"/>
              </a:rPr>
              <a:t>(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$?</a:t>
            </a:r>
            <a:r>
              <a:rPr lang="en-US" sz="1800" spc="-8" noProof="0" dirty="0">
                <a:latin typeface="+mn-lt"/>
                <a:cs typeface="Segoe UI"/>
              </a:rPr>
              <a:t>)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convention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0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means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success,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&gt;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0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means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failure.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Unsigned,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highest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value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255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Values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&gt;</a:t>
            </a:r>
            <a:r>
              <a:rPr lang="en-US" sz="1800" b="1" spc="-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128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indicate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was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sent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782E858-E342-6AD9-F890-25F9D7CBC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448009"/>
            <a:ext cx="6770687" cy="175689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${?}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137</a:t>
            </a:r>
          </a:p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what is the signal?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–l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137</a:t>
            </a:r>
          </a:p>
          <a:p>
            <a:pPr marL="10319"/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326D9-28AF-EBCD-6564-560BE4F5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653" y="858489"/>
            <a:ext cx="2765234" cy="116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Communicating with processes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09F2673-30FF-DB67-A2E5-D5B1B687B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854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44EA79-DEB3-8690-2C60-B8064A9EF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Signals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Signals</a:t>
            </a:r>
            <a:r>
              <a:rPr lang="en-US" sz="1800" b="1" i="1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important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feature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Linux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architecture.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They are u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sed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processes,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 the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kernel,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indicate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 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vent.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Several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terminate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process,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if not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trapped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SIGCHLD</a:t>
            </a:r>
            <a:r>
              <a:rPr lang="en-US" sz="1800" b="1" spc="16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does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kill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child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cannot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until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acknowledges</a:t>
            </a:r>
            <a:r>
              <a:rPr lang="en-US" sz="1800" spc="9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SIGCHLD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If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doesn't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acknowledge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get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latin typeface="+mn-lt"/>
                <a:cs typeface="Segoe UI"/>
              </a:rPr>
              <a:t>zombie</a:t>
            </a:r>
            <a:r>
              <a:rPr lang="en-US" sz="1800" spc="-8" noProof="0" dirty="0">
                <a:latin typeface="+mn-lt"/>
                <a:cs typeface="Segoe UI"/>
              </a:rPr>
              <a:t>.</a:t>
            </a: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9E56BF6-EBAF-1AD8-CD69-0DD08ABA43AC}"/>
              </a:ext>
            </a:extLst>
          </p:cNvPr>
          <p:cNvGrpSpPr/>
          <p:nvPr/>
        </p:nvGrpSpPr>
        <p:grpSpPr>
          <a:xfrm>
            <a:off x="8004672" y="1979999"/>
            <a:ext cx="3403103" cy="3551864"/>
            <a:chOff x="6096000" y="3128790"/>
            <a:chExt cx="3002823" cy="31883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860A09A-9DEE-4971-391A-BE0EC983E730}"/>
                </a:ext>
              </a:extLst>
            </p:cNvPr>
            <p:cNvGrpSpPr/>
            <p:nvPr/>
          </p:nvGrpSpPr>
          <p:grpSpPr>
            <a:xfrm>
              <a:off x="6096000" y="3490711"/>
              <a:ext cx="951590" cy="811678"/>
              <a:chOff x="9306753" y="679288"/>
              <a:chExt cx="1286748" cy="982985"/>
            </a:xfrm>
          </p:grpSpPr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D785A910-0A2B-74EE-4458-66F5B5138922}"/>
                  </a:ext>
                </a:extLst>
              </p:cNvPr>
              <p:cNvSpPr txBox="1"/>
              <p:nvPr/>
            </p:nvSpPr>
            <p:spPr>
              <a:xfrm>
                <a:off x="9606709" y="879594"/>
                <a:ext cx="760164" cy="621417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400" b="1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400" b="1" spc="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400" b="1" spc="-4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400" b="1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cs typeface="Segoe UI"/>
                  </a:rPr>
                  <a:t>env</a:t>
                </a:r>
                <a:endParaRPr lang="en-US" sz="1400" noProof="0" dirty="0">
                  <a:cs typeface="Segoe UI"/>
                </a:endParaRPr>
              </a:p>
            </p:txBody>
          </p:sp>
          <p:sp>
            <p:nvSpPr>
              <p:cNvPr id="26" name="object 12">
                <a:extLst>
                  <a:ext uri="{FF2B5EF4-FFF2-40B4-BE49-F238E27FC236}">
                    <a16:creationId xmlns:a16="http://schemas.microsoft.com/office/drawing/2014/main" id="{73EFA553-AC40-C232-C80A-9A3B4BF91567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7" name="object 14">
                <a:extLst>
                  <a:ext uri="{FF2B5EF4-FFF2-40B4-BE49-F238E27FC236}">
                    <a16:creationId xmlns:a16="http://schemas.microsoft.com/office/drawing/2014/main" id="{FB60C83C-DFBC-0061-D9A8-7F1196BF6FE8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5B34DB4C-656E-C8FD-AC69-1C8CC5231410}"/>
                </a:ext>
              </a:extLst>
            </p:cNvPr>
            <p:cNvSpPr txBox="1"/>
            <p:nvPr/>
          </p:nvSpPr>
          <p:spPr>
            <a:xfrm>
              <a:off x="6215763" y="3164424"/>
              <a:ext cx="620725" cy="225863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spc="-8" noProof="0" dirty="0">
                  <a:cs typeface="Segoe UI"/>
                </a:rPr>
                <a:t>parent</a:t>
              </a:r>
              <a:endParaRPr lang="en-US" sz="1400" noProof="0" dirty="0">
                <a:cs typeface="Segoe UI"/>
              </a:endParaRPr>
            </a:p>
          </p:txBody>
        </p:sp>
        <p:sp>
          <p:nvSpPr>
            <p:cNvPr id="8" name="object 17">
              <a:extLst>
                <a:ext uri="{FF2B5EF4-FFF2-40B4-BE49-F238E27FC236}">
                  <a16:creationId xmlns:a16="http://schemas.microsoft.com/office/drawing/2014/main" id="{5CF4B856-2626-7CB0-4696-FF3568115CC5}"/>
                </a:ext>
              </a:extLst>
            </p:cNvPr>
            <p:cNvSpPr txBox="1"/>
            <p:nvPr/>
          </p:nvSpPr>
          <p:spPr>
            <a:xfrm>
              <a:off x="8493631" y="3128790"/>
              <a:ext cx="596256" cy="225863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noProof="0" dirty="0">
                  <a:cs typeface="Segoe UI"/>
                </a:rPr>
                <a:t>child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04A3C8-D297-118C-6D17-1CB3281981B1}"/>
                </a:ext>
              </a:extLst>
            </p:cNvPr>
            <p:cNvGrpSpPr/>
            <p:nvPr/>
          </p:nvGrpSpPr>
          <p:grpSpPr>
            <a:xfrm>
              <a:off x="8147233" y="5462775"/>
              <a:ext cx="951590" cy="854323"/>
              <a:chOff x="9306753" y="679288"/>
              <a:chExt cx="1286748" cy="982985"/>
            </a:xfrm>
          </p:grpSpPr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0A888EFD-F4D2-97C6-D1F6-EAE7EE1FD163}"/>
                  </a:ext>
                </a:extLst>
              </p:cNvPr>
              <p:cNvSpPr txBox="1"/>
              <p:nvPr/>
            </p:nvSpPr>
            <p:spPr>
              <a:xfrm>
                <a:off x="9468698" y="879594"/>
                <a:ext cx="1016662" cy="590398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B050"/>
                    </a:solidFill>
                    <a:latin typeface="Segoe UI"/>
                    <a:cs typeface="Segoe UI"/>
                  </a:rPr>
                  <a:t>ls</a:t>
                </a: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latin typeface="Segoe UI"/>
                    <a:cs typeface="Segoe UI"/>
                  </a:rPr>
                  <a:t>env</a:t>
                </a:r>
                <a:endParaRPr lang="en-US" sz="1625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7CEF791D-D98B-3254-1D74-A3D08017D1A8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4" name="object 14">
                <a:extLst>
                  <a:ext uri="{FF2B5EF4-FFF2-40B4-BE49-F238E27FC236}">
                    <a16:creationId xmlns:a16="http://schemas.microsoft.com/office/drawing/2014/main" id="{24A7090F-D6A7-3783-056A-AB0B9F27E8F8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98E676E-1679-957F-720E-2D9C156D2405}"/>
                </a:ext>
              </a:extLst>
            </p:cNvPr>
            <p:cNvGrpSpPr/>
            <p:nvPr/>
          </p:nvGrpSpPr>
          <p:grpSpPr>
            <a:xfrm>
              <a:off x="8138297" y="3490710"/>
              <a:ext cx="951590" cy="811678"/>
              <a:chOff x="8138297" y="3490710"/>
              <a:chExt cx="951590" cy="811678"/>
            </a:xfrm>
          </p:grpSpPr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C90089A4-21D3-F6E3-DDD5-3FB798C0A991}"/>
                  </a:ext>
                </a:extLst>
              </p:cNvPr>
              <p:cNvSpPr txBox="1"/>
              <p:nvPr/>
            </p:nvSpPr>
            <p:spPr>
              <a:xfrm>
                <a:off x="8360127" y="3656108"/>
                <a:ext cx="562165" cy="51312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b</a:t>
                </a:r>
                <a:r>
                  <a:rPr lang="en-US" sz="1400" b="1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a</a:t>
                </a:r>
                <a:r>
                  <a:rPr lang="en-US" sz="1400" b="1" spc="4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s</a:t>
                </a:r>
                <a:r>
                  <a:rPr lang="en-US" sz="1400" b="1" spc="-4" noProof="0" dirty="0">
                    <a:solidFill>
                      <a:schemeClr val="bg1">
                        <a:lumMod val="50000"/>
                      </a:schemeClr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h</a:t>
                </a:r>
                <a:endParaRPr lang="en-US" sz="1400" b="1" noProof="0" dirty="0">
                  <a:solidFill>
                    <a:schemeClr val="bg1">
                      <a:lumMod val="50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chemeClr val="bg1">
                        <a:lumMod val="50000"/>
                      </a:schemeClr>
                    </a:solidFill>
                    <a:cs typeface="Segoe UI"/>
                  </a:rPr>
                  <a:t>env</a:t>
                </a:r>
                <a:endParaRPr lang="en-US" sz="1400" noProof="0" dirty="0">
                  <a:solidFill>
                    <a:schemeClr val="bg1">
                      <a:lumMod val="50000"/>
                    </a:schemeClr>
                  </a:solidFill>
                  <a:cs typeface="Segoe UI"/>
                </a:endParaRPr>
              </a:p>
            </p:txBody>
          </p:sp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11F10383-3B14-6AAA-678E-E7708F14C8E7}"/>
                  </a:ext>
                </a:extLst>
              </p:cNvPr>
              <p:cNvSpPr/>
              <p:nvPr/>
            </p:nvSpPr>
            <p:spPr>
              <a:xfrm>
                <a:off x="8138297" y="3490710"/>
                <a:ext cx="951590" cy="811678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21" name="object 14">
                <a:extLst>
                  <a:ext uri="{FF2B5EF4-FFF2-40B4-BE49-F238E27FC236}">
                    <a16:creationId xmlns:a16="http://schemas.microsoft.com/office/drawing/2014/main" id="{11651B85-D53E-FE54-F8F3-A607E03DFE6E}"/>
                  </a:ext>
                </a:extLst>
              </p:cNvPr>
              <p:cNvSpPr/>
              <p:nvPr/>
            </p:nvSpPr>
            <p:spPr>
              <a:xfrm>
                <a:off x="8300814" y="3910455"/>
                <a:ext cx="725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CF8CDBC-8A5C-8CC0-6601-4CD8207CCD16}"/>
                </a:ext>
              </a:extLst>
            </p:cNvPr>
            <p:cNvCxnSpPr>
              <a:cxnSpLocks/>
            </p:cNvCxnSpPr>
            <p:nvPr/>
          </p:nvCxnSpPr>
          <p:spPr>
            <a:xfrm>
              <a:off x="7160298" y="3876671"/>
              <a:ext cx="810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CE1E7A-5FAF-EDE5-6619-8A2A82097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7552" y="4391782"/>
              <a:ext cx="6543" cy="996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D21C6B5-5DEF-BB68-B350-4681B99676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9032" y="4108669"/>
              <a:ext cx="1251782" cy="127587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A0D22354-6074-F55E-4C02-178C348568F0}"/>
                </a:ext>
              </a:extLst>
            </p:cNvPr>
            <p:cNvSpPr txBox="1"/>
            <p:nvPr/>
          </p:nvSpPr>
          <p:spPr>
            <a:xfrm>
              <a:off x="7101819" y="3509465"/>
              <a:ext cx="951589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fork (clone</a:t>
              </a:r>
              <a:r>
                <a:rPr lang="en-US" sz="1625" b="1" spc="-37" noProof="0" dirty="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)</a:t>
              </a:r>
              <a:endParaRPr lang="en-US" sz="1625" noProof="0" dirty="0">
                <a:solidFill>
                  <a:schemeClr val="bg1">
                    <a:lumMod val="50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8B648E67-0C90-2DAD-CF8E-CA6110D924AC}"/>
                </a:ext>
              </a:extLst>
            </p:cNvPr>
            <p:cNvSpPr txBox="1"/>
            <p:nvPr/>
          </p:nvSpPr>
          <p:spPr>
            <a:xfrm rot="5400000">
              <a:off x="8412733" y="4744187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50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exec </a:t>
              </a:r>
              <a:r>
                <a:rPr lang="en-US" sz="1400" b="1" i="1" spc="-37" noProof="0" dirty="0">
                  <a:solidFill>
                    <a:schemeClr val="bg1">
                      <a:lumMod val="50000"/>
                    </a:schemeClr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ls</a:t>
              </a:r>
              <a:endParaRPr lang="en-US" sz="1400" i="1" noProof="0" dirty="0">
                <a:solidFill>
                  <a:schemeClr val="bg1">
                    <a:lumMod val="50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5C0D326-640D-20FE-4E85-2A42FF62001A}"/>
                </a:ext>
              </a:extLst>
            </p:cNvPr>
            <p:cNvCxnSpPr>
              <a:cxnSpLocks/>
            </p:cNvCxnSpPr>
            <p:nvPr/>
          </p:nvCxnSpPr>
          <p:spPr>
            <a:xfrm>
              <a:off x="6755456" y="4401227"/>
              <a:ext cx="1219706" cy="1245610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FC54E9FA-E55D-135E-E613-68C448FF70C5}"/>
                </a:ext>
              </a:extLst>
            </p:cNvPr>
            <p:cNvSpPr txBox="1"/>
            <p:nvPr/>
          </p:nvSpPr>
          <p:spPr>
            <a:xfrm rot="2742163">
              <a:off x="6662476" y="4854057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SIGHUP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33" name="object 9">
              <a:extLst>
                <a:ext uri="{FF2B5EF4-FFF2-40B4-BE49-F238E27FC236}">
                  <a16:creationId xmlns:a16="http://schemas.microsoft.com/office/drawing/2014/main" id="{8B8E66CF-EBD9-C2F5-FBF4-ADD6D455FB8E}"/>
                </a:ext>
              </a:extLst>
            </p:cNvPr>
            <p:cNvSpPr txBox="1"/>
            <p:nvPr/>
          </p:nvSpPr>
          <p:spPr>
            <a:xfrm rot="2743190">
              <a:off x="7301038" y="4402458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SIGCHILD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</p:grpSp>
      <p:pic>
        <p:nvPicPr>
          <p:cNvPr id="10" name="Picture 9" descr="A person holding flags&#10;&#10;AI-generated content may be incorrect.">
            <a:extLst>
              <a:ext uri="{FF2B5EF4-FFF2-40B4-BE49-F238E27FC236}">
                <a16:creationId xmlns:a16="http://schemas.microsoft.com/office/drawing/2014/main" id="{C5FEE9D2-7AE9-3F88-3A04-5831DED47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910" y="678842"/>
            <a:ext cx="863538" cy="90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4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</p:spPr>
        <p:txBody>
          <a:bodyPr/>
          <a:lstStyle/>
          <a:p>
            <a:r>
              <a:rPr lang="en-US" noProof="0" dirty="0"/>
              <a:t>Identifying and manipulating processes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ACAF755-4E4B-FEC6-0047-82C4436DE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53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F6C8FD-61DF-2054-B359-9EA00D129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ps</a:t>
            </a:r>
            <a:r>
              <a:rPr lang="en-US" noProof="0" dirty="0"/>
              <a:t>: Gnu-</a:t>
            </a:r>
            <a:r>
              <a:rPr lang="en-US" noProof="0" dirty="0" err="1"/>
              <a:t>linux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tool 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basic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interrogation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utility.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B67B36-FAE3-B28C-E63D-8252730B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13" y="2406617"/>
            <a:ext cx="8124347" cy="203645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–fu user1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UID	PID	PPID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STIME	TTY	TIME	CMD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	3148	3147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14:22	pts/2	00:00:00	-bash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ser1	3270	3148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14:33	pts/2	00:00:00	</a:t>
            </a:r>
            <a:r>
              <a:rPr lang="en-US" sz="12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prochog</a:t>
            </a:r>
            <a:endParaRPr lang="en-US" sz="1200" spc="-5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	3271	3270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14:33	pts/2	00:00:00	[ls</a:t>
            </a:r>
            <a:r>
              <a:rPr lang="en-US" sz="1200" b="0" i="0" u="none" strike="noStrike" spc="-7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b="0" i="0" u="none" strike="noStrike" spc="-5" noProof="0" dirty="0">
                <a:solidFill>
                  <a:srgbClr val="FFC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200" b="1" i="0" u="none" strike="noStrike" spc="-5" noProof="0" dirty="0">
                <a:solidFill>
                  <a:srgbClr val="FFC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defunct</a:t>
            </a:r>
            <a:r>
              <a:rPr lang="en-US" sz="1200" b="0" i="0" u="none" strike="noStrike" spc="-5" noProof="0" dirty="0">
                <a:solidFill>
                  <a:srgbClr val="FFC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ser1	3316	3315	</a:t>
            </a:r>
            <a:r>
              <a:rPr lang="en-US" sz="12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14:42	pts/4	00:00:00	-bash</a:t>
            </a: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2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ser1	3342	3316	98	14:42	pts/4	00:00:14	./</a:t>
            </a:r>
            <a:r>
              <a:rPr lang="en-US" sz="12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cpuhog</a:t>
            </a:r>
            <a:endParaRPr lang="en-US" sz="12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45F02FFE-B93D-D58A-578E-5173A016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983121"/>
              </p:ext>
            </p:extLst>
          </p:nvPr>
        </p:nvGraphicFramePr>
        <p:xfrm>
          <a:off x="6465455" y="4005792"/>
          <a:ext cx="529202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515">
                  <a:extLst>
                    <a:ext uri="{9D8B030D-6E8A-4147-A177-3AD203B41FA5}">
                      <a16:colId xmlns:a16="http://schemas.microsoft.com/office/drawing/2014/main" val="681442848"/>
                    </a:ext>
                  </a:extLst>
                </a:gridCol>
                <a:gridCol w="4229513">
                  <a:extLst>
                    <a:ext uri="{9D8B030D-6E8A-4147-A177-3AD203B41FA5}">
                      <a16:colId xmlns:a16="http://schemas.microsoft.com/office/drawing/2014/main" val="153487647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1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-e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>
                          <a:latin typeface="+mn-lt"/>
                        </a:rPr>
                        <a:t>Means</a:t>
                      </a:r>
                      <a:r>
                        <a:rPr lang="en-US" sz="1800" spc="28" noProof="0" dirty="0">
                          <a:latin typeface="+mn-lt"/>
                        </a:rPr>
                        <a:t> </a:t>
                      </a:r>
                      <a:r>
                        <a:rPr lang="en-US" sz="1800" b="1" spc="4" noProof="0" dirty="0">
                          <a:latin typeface="+mn-lt"/>
                        </a:rPr>
                        <a:t>e</a:t>
                      </a:r>
                      <a:r>
                        <a:rPr lang="en-US" sz="1800" spc="4" noProof="0" dirty="0">
                          <a:latin typeface="+mn-lt"/>
                        </a:rPr>
                        <a:t>very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single</a:t>
                      </a:r>
                      <a:r>
                        <a:rPr lang="en-US" sz="1800" spc="28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process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0648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-f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noProof="0" dirty="0">
                          <a:latin typeface="+mn-lt"/>
                        </a:rPr>
                        <a:t>Gives</a:t>
                      </a:r>
                      <a:r>
                        <a:rPr lang="en-US" sz="1800" spc="-16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a</a:t>
                      </a:r>
                      <a:r>
                        <a:rPr lang="en-US" sz="1800" spc="-20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'</a:t>
                      </a:r>
                      <a:r>
                        <a:rPr lang="en-US" sz="1800" b="1" spc="-4" noProof="0" dirty="0">
                          <a:latin typeface="+mn-lt"/>
                        </a:rPr>
                        <a:t>f</a:t>
                      </a:r>
                      <a:r>
                        <a:rPr lang="en-US" sz="1800" spc="-4" noProof="0" dirty="0">
                          <a:latin typeface="+mn-lt"/>
                        </a:rPr>
                        <a:t>ull'</a:t>
                      </a:r>
                      <a:r>
                        <a:rPr lang="en-US" sz="1800" spc="24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listing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0247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-l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>
                          <a:latin typeface="+mn-lt"/>
                        </a:rPr>
                        <a:t>Gives</a:t>
                      </a:r>
                      <a:r>
                        <a:rPr lang="en-US" sz="1800" spc="12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a </a:t>
                      </a:r>
                      <a:r>
                        <a:rPr lang="en-US" sz="1800" b="1" spc="-8" noProof="0" dirty="0">
                          <a:latin typeface="+mn-lt"/>
                        </a:rPr>
                        <a:t>l</a:t>
                      </a:r>
                      <a:r>
                        <a:rPr lang="en-US" sz="1800" spc="-8" noProof="0" dirty="0">
                          <a:latin typeface="+mn-lt"/>
                        </a:rPr>
                        <a:t>ong</a:t>
                      </a:r>
                      <a:r>
                        <a:rPr lang="en-US" sz="1800" spc="20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listing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33153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-t </a:t>
                      </a:r>
                      <a:r>
                        <a:rPr lang="en-US" sz="1800" b="1" noProof="0" dirty="0" err="1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tty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12" noProof="0" dirty="0">
                          <a:latin typeface="+mn-lt"/>
                        </a:rPr>
                        <a:t>Processes</a:t>
                      </a:r>
                      <a:r>
                        <a:rPr lang="en-US" sz="1800" spc="28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associated</a:t>
                      </a:r>
                      <a:r>
                        <a:rPr lang="en-US" sz="1800" spc="61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with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a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b="1" spc="-12" noProof="0" dirty="0">
                          <a:latin typeface="+mn-lt"/>
                        </a:rPr>
                        <a:t>t</a:t>
                      </a:r>
                      <a:r>
                        <a:rPr lang="en-US" sz="1800" spc="-12" noProof="0" dirty="0">
                          <a:latin typeface="+mn-lt"/>
                        </a:rPr>
                        <a:t>erminal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4048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-u user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>
                          <a:latin typeface="+mn-lt"/>
                        </a:rPr>
                        <a:t>Show</a:t>
                      </a:r>
                      <a:r>
                        <a:rPr lang="en-US" sz="1800" spc="-4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processes</a:t>
                      </a:r>
                      <a:r>
                        <a:rPr lang="en-US" sz="1800" spc="49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for</a:t>
                      </a:r>
                      <a:r>
                        <a:rPr lang="en-US" sz="1800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that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b="1" spc="-8" noProof="0" dirty="0">
                          <a:latin typeface="+mn-lt"/>
                        </a:rPr>
                        <a:t>u</a:t>
                      </a:r>
                      <a:r>
                        <a:rPr lang="en-US" sz="1800" spc="-8" noProof="0" dirty="0">
                          <a:latin typeface="+mn-lt"/>
                        </a:rPr>
                        <a:t>ser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04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>
                          <a:latin typeface="+mn-lt"/>
                        </a:rPr>
                        <a:t>Listing</a:t>
                      </a:r>
                      <a:r>
                        <a:rPr lang="en-US" sz="1800" spc="8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in</a:t>
                      </a:r>
                      <a:r>
                        <a:rPr lang="en-US" sz="1800" spc="-12" noProof="0" dirty="0">
                          <a:latin typeface="+mn-lt"/>
                        </a:rPr>
                        <a:t> </a:t>
                      </a:r>
                      <a:r>
                        <a:rPr lang="en-US" sz="1800" b="1" noProof="0" dirty="0">
                          <a:latin typeface="+mn-lt"/>
                        </a:rPr>
                        <a:t>v</a:t>
                      </a:r>
                      <a:r>
                        <a:rPr lang="en-US" sz="1800" noProof="0" dirty="0">
                          <a:latin typeface="+mn-lt"/>
                        </a:rPr>
                        <a:t>irtual</a:t>
                      </a:r>
                      <a:r>
                        <a:rPr lang="en-US" sz="1800" spc="3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memory</a:t>
                      </a:r>
                      <a:r>
                        <a:rPr lang="en-US" sz="1800" spc="49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format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79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2825BF-A0E3-BF6A-5271-672D0C1D5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ps</a:t>
            </a:r>
            <a:r>
              <a:rPr lang="en-US" noProof="0" dirty="0"/>
              <a:t>: BSD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options are different for BSD.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B67B36-FAE3-B28C-E63D-8252730B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431291"/>
            <a:ext cx="7316113" cy="199541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jU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   PID  PPID  PGID  SID JOBC STAT TT      TIME COMMAND</a:t>
            </a: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1586  1578  1586 1578    1 S    v0  00:00:00 -bash (bash)</a:t>
            </a: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1628  1586  1628 1578    1 R+   v1  00:00:00 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jU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endParaRPr lang="en-US" sz="14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1591  1628  1591 1579    1 I    v1  00:00:00 -bash (bash)</a:t>
            </a: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1616  1591  1616 1579    1 I    v1  00:00:00 </a:t>
            </a: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tcsh</a:t>
            </a:r>
            <a:endParaRPr lang="en-US" sz="14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1626  1616  1626 1589    1 I+   v1  00:00:00 ksh93</a:t>
            </a:r>
            <a:endParaRPr lang="en-US" sz="14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B55B918-6453-F0A0-E381-F744C1F6B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933883"/>
              </p:ext>
            </p:extLst>
          </p:nvPr>
        </p:nvGraphicFramePr>
        <p:xfrm>
          <a:off x="5289813" y="3746777"/>
          <a:ext cx="624640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132">
                  <a:extLst>
                    <a:ext uri="{9D8B030D-6E8A-4147-A177-3AD203B41FA5}">
                      <a16:colId xmlns:a16="http://schemas.microsoft.com/office/drawing/2014/main" val="681442848"/>
                    </a:ext>
                  </a:extLst>
                </a:gridCol>
                <a:gridCol w="4992273">
                  <a:extLst>
                    <a:ext uri="{9D8B030D-6E8A-4147-A177-3AD203B41FA5}">
                      <a16:colId xmlns:a16="http://schemas.microsoft.com/office/drawing/2014/main" val="1534876473"/>
                    </a:ext>
                  </a:extLst>
                </a:gridCol>
              </a:tblGrid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1010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-a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>
                          <a:latin typeface="+mn-lt"/>
                        </a:rPr>
                        <a:t>Means</a:t>
                      </a:r>
                      <a:r>
                        <a:rPr lang="en-US" sz="1800" spc="28" noProof="0" dirty="0">
                          <a:latin typeface="+mn-lt"/>
                        </a:rPr>
                        <a:t> </a:t>
                      </a:r>
                      <a:r>
                        <a:rPr lang="en-US" sz="1800" b="1" spc="4" noProof="0" dirty="0">
                          <a:latin typeface="+mn-lt"/>
                        </a:rPr>
                        <a:t>e</a:t>
                      </a:r>
                      <a:r>
                        <a:rPr lang="en-US" sz="1800" spc="4" noProof="0" dirty="0">
                          <a:latin typeface="+mn-lt"/>
                        </a:rPr>
                        <a:t>very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single</a:t>
                      </a:r>
                      <a:r>
                        <a:rPr lang="en-US" sz="1800" spc="28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process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06481"/>
                  </a:ext>
                </a:extLst>
              </a:tr>
              <a:tr h="6228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-j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noProof="0" dirty="0">
                          <a:latin typeface="+mn-lt"/>
                        </a:rPr>
                        <a:t>Shows user, </a:t>
                      </a:r>
                      <a:r>
                        <a:rPr lang="en-US" sz="1800" spc="-4" noProof="0" dirty="0" err="1">
                          <a:latin typeface="+mn-lt"/>
                        </a:rPr>
                        <a:t>pid</a:t>
                      </a:r>
                      <a:r>
                        <a:rPr lang="en-US" sz="1800" spc="-4" noProof="0" dirty="0">
                          <a:latin typeface="+mn-lt"/>
                        </a:rPr>
                        <a:t>, </a:t>
                      </a:r>
                      <a:r>
                        <a:rPr lang="en-US" sz="1800" spc="-4" noProof="0" dirty="0" err="1">
                          <a:latin typeface="+mn-lt"/>
                        </a:rPr>
                        <a:t>ppid</a:t>
                      </a:r>
                      <a:r>
                        <a:rPr lang="en-US" sz="1800" spc="-4" noProof="0" dirty="0">
                          <a:latin typeface="+mn-lt"/>
                        </a:rPr>
                        <a:t>, </a:t>
                      </a:r>
                      <a:r>
                        <a:rPr lang="en-US" sz="1800" spc="-4" noProof="0" dirty="0" err="1">
                          <a:latin typeface="+mn-lt"/>
                        </a:rPr>
                        <a:t>pgpid</a:t>
                      </a:r>
                      <a:r>
                        <a:rPr lang="en-US" sz="1800" spc="-4" noProof="0" dirty="0">
                          <a:latin typeface="+mn-lt"/>
                        </a:rPr>
                        <a:t>, </a:t>
                      </a:r>
                      <a:r>
                        <a:rPr lang="en-US" sz="1800" spc="-4" noProof="0" dirty="0" err="1">
                          <a:latin typeface="+mn-lt"/>
                        </a:rPr>
                        <a:t>sud</a:t>
                      </a:r>
                      <a:r>
                        <a:rPr lang="en-US" sz="1800" spc="-4" noProof="0" dirty="0">
                          <a:latin typeface="+mn-lt"/>
                        </a:rPr>
                        <a:t>, </a:t>
                      </a:r>
                      <a:r>
                        <a:rPr lang="en-US" sz="1800" spc="-4" noProof="0" dirty="0" err="1">
                          <a:latin typeface="+mn-lt"/>
                        </a:rPr>
                        <a:t>jobc</a:t>
                      </a:r>
                      <a:r>
                        <a:rPr lang="en-US" sz="1800" spc="-4" noProof="0" dirty="0">
                          <a:latin typeface="+mn-lt"/>
                        </a:rPr>
                        <a:t>, </a:t>
                      </a:r>
                      <a:r>
                        <a:rPr lang="en-US" sz="1800" spc="-4" noProof="0" dirty="0" err="1">
                          <a:latin typeface="+mn-lt"/>
                        </a:rPr>
                        <a:t>tt</a:t>
                      </a:r>
                      <a:r>
                        <a:rPr lang="en-US" sz="1800" spc="-4" noProof="0" dirty="0">
                          <a:latin typeface="+mn-lt"/>
                        </a:rPr>
                        <a:t>, time, and command</a:t>
                      </a:r>
                      <a:endParaRPr lang="en-US" sz="180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02472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-l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>
                          <a:latin typeface="+mn-lt"/>
                        </a:rPr>
                        <a:t>Gives</a:t>
                      </a:r>
                      <a:r>
                        <a:rPr lang="en-US" sz="1800" spc="12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a </a:t>
                      </a:r>
                      <a:r>
                        <a:rPr lang="en-US" sz="1800" b="1" spc="-8" noProof="0" dirty="0">
                          <a:latin typeface="+mn-lt"/>
                        </a:rPr>
                        <a:t>l</a:t>
                      </a:r>
                      <a:r>
                        <a:rPr lang="en-US" sz="1800" spc="-8" noProof="0" dirty="0">
                          <a:latin typeface="+mn-lt"/>
                        </a:rPr>
                        <a:t>ong</a:t>
                      </a:r>
                      <a:r>
                        <a:rPr lang="en-US" sz="1800" spc="20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listing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331536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-t </a:t>
                      </a:r>
                      <a:r>
                        <a:rPr lang="en-US" sz="1800" b="1" noProof="0" dirty="0" err="1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tty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12" noProof="0" dirty="0">
                          <a:latin typeface="+mn-lt"/>
                        </a:rPr>
                        <a:t>Processes</a:t>
                      </a:r>
                      <a:r>
                        <a:rPr lang="en-US" sz="1800" spc="28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associated</a:t>
                      </a:r>
                      <a:r>
                        <a:rPr lang="en-US" sz="1800" spc="61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with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a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b="1" spc="-12" noProof="0" dirty="0">
                          <a:latin typeface="+mn-lt"/>
                        </a:rPr>
                        <a:t>t</a:t>
                      </a:r>
                      <a:r>
                        <a:rPr lang="en-US" sz="1800" spc="-12" noProof="0" dirty="0">
                          <a:latin typeface="+mn-lt"/>
                        </a:rPr>
                        <a:t>erminal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40480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-U user</a:t>
                      </a:r>
                      <a:endParaRPr lang="en-US" sz="1800" b="1" i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>
                          <a:latin typeface="+mn-lt"/>
                        </a:rPr>
                        <a:t>Show</a:t>
                      </a:r>
                      <a:r>
                        <a:rPr lang="en-US" sz="1800" spc="-4" noProof="0" dirty="0"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latin typeface="+mn-lt"/>
                        </a:rPr>
                        <a:t>processes</a:t>
                      </a:r>
                      <a:r>
                        <a:rPr lang="en-US" sz="1800" spc="49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for</a:t>
                      </a:r>
                      <a:r>
                        <a:rPr lang="en-US" sz="1800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that</a:t>
                      </a:r>
                      <a:r>
                        <a:rPr lang="en-US" sz="1800" spc="16" noProof="0" dirty="0">
                          <a:latin typeface="+mn-lt"/>
                        </a:rPr>
                        <a:t> </a:t>
                      </a:r>
                      <a:r>
                        <a:rPr lang="en-US" sz="1800" b="1" spc="-8" noProof="0" dirty="0">
                          <a:latin typeface="+mn-lt"/>
                        </a:rPr>
                        <a:t>u</a:t>
                      </a:r>
                      <a:r>
                        <a:rPr lang="en-US" sz="1800" spc="-8" noProof="0" dirty="0">
                          <a:latin typeface="+mn-lt"/>
                        </a:rPr>
                        <a:t>ser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0499"/>
                  </a:ext>
                </a:extLst>
              </a:tr>
              <a:tr h="355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spc="-8" noProof="0" dirty="0">
                          <a:latin typeface="+mn-lt"/>
                        </a:rPr>
                        <a:t>Listing</a:t>
                      </a:r>
                      <a:r>
                        <a:rPr lang="en-US" sz="1800" spc="8" noProof="0" dirty="0"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latin typeface="+mn-lt"/>
                        </a:rPr>
                        <a:t>in</a:t>
                      </a:r>
                      <a:r>
                        <a:rPr lang="en-US" sz="1800" spc="-12" noProof="0" dirty="0">
                          <a:latin typeface="+mn-lt"/>
                        </a:rPr>
                        <a:t> </a:t>
                      </a:r>
                      <a:r>
                        <a:rPr lang="en-US" sz="1800" b="1" noProof="0" dirty="0">
                          <a:latin typeface="+mn-lt"/>
                        </a:rPr>
                        <a:t>v</a:t>
                      </a:r>
                      <a:r>
                        <a:rPr lang="en-US" sz="1800" noProof="0" dirty="0">
                          <a:latin typeface="+mn-lt"/>
                        </a:rPr>
                        <a:t>irtual</a:t>
                      </a:r>
                      <a:r>
                        <a:rPr lang="en-US" sz="1800" spc="33" noProof="0" dirty="0">
                          <a:latin typeface="+mn-lt"/>
                        </a:rPr>
                        <a:t> </a:t>
                      </a:r>
                      <a:r>
                        <a:rPr lang="en-US" sz="1800" noProof="0" dirty="0">
                          <a:latin typeface="+mn-lt"/>
                        </a:rPr>
                        <a:t>memory</a:t>
                      </a:r>
                      <a:r>
                        <a:rPr lang="en-US" sz="1800" spc="49" noProof="0" dirty="0"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latin typeface="+mn-lt"/>
                        </a:rPr>
                        <a:t>format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92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34BC99-0A6A-6904-C976-C6BCC6984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Kill command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raises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another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 T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o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that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version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supports, use </a:t>
            </a:r>
            <a:r>
              <a:rPr lang="en-US" sz="1800" b="1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 –l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Only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send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signals to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users'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processes.</a:t>
            </a:r>
            <a:endParaRPr lang="en-US" sz="1800" noProof="0" dirty="0">
              <a:latin typeface="+mn-lt"/>
              <a:cs typeface="Segoe UI"/>
            </a:endParaRPr>
          </a:p>
          <a:p>
            <a:pPr marL="9803" indent="0">
              <a:spcBef>
                <a:spcPts val="5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803" indent="0">
              <a:spcBef>
                <a:spcPts val="5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Common signals: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1BED68-BD30-1DEA-F2E4-D45235112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12625"/>
            <a:ext cx="7553143" cy="89255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 –l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spc="-1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SIGHUP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 </a:t>
            </a:r>
            <a:r>
              <a:rPr lang="en-US" sz="1400" b="0" i="0" u="none" strike="noStrike" spc="-7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1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SIGINT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SIGQUIT  </a:t>
            </a:r>
            <a:r>
              <a:rPr lang="en-US" sz="14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SIGILL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5)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SIGTRAP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SIGABRT</a:t>
            </a:r>
          </a:p>
          <a:p>
            <a:pPr marL="27432" algn="l" fontAlgn="t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7)</a:t>
            </a:r>
            <a:r>
              <a:rPr lang="en-US" sz="1400" spc="-7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1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SIGBUS 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8)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SIGFPE  </a:t>
            </a:r>
            <a:r>
              <a:rPr lang="en-US" sz="14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9)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SIGKILL </a:t>
            </a:r>
            <a:r>
              <a:rPr lang="en-US" sz="14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10) </a:t>
            </a:r>
            <a:r>
              <a:rPr lang="en-US" sz="1400" b="0" i="0" u="none" strike="noStrike" spc="-1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SIGUSR1</a:t>
            </a:r>
            <a:r>
              <a:rPr lang="en-US" sz="1400" b="0" i="0" u="none" strike="noStrike" spc="-60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0" i="0" u="none" strike="noStrike" spc="-1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lang="en-US" sz="14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10" name="Picture 9" descr="A person holding flags&#10;&#10;AI-generated content may be incorrect.">
            <a:extLst>
              <a:ext uri="{FF2B5EF4-FFF2-40B4-BE49-F238E27FC236}">
                <a16:creationId xmlns:a16="http://schemas.microsoft.com/office/drawing/2014/main" id="{C5FEE9D2-7AE9-3F88-3A04-5831DED47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07139" y="711188"/>
            <a:ext cx="878308" cy="902695"/>
          </a:xfrm>
          <a:prstGeom prst="rect">
            <a:avLst/>
          </a:prstGeom>
        </p:spPr>
      </p:pic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DC78253F-EB57-2F22-DCA1-744A068D4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53505"/>
              </p:ext>
            </p:extLst>
          </p:nvPr>
        </p:nvGraphicFramePr>
        <p:xfrm>
          <a:off x="5209309" y="3808055"/>
          <a:ext cx="637613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843">
                  <a:extLst>
                    <a:ext uri="{9D8B030D-6E8A-4147-A177-3AD203B41FA5}">
                      <a16:colId xmlns:a16="http://schemas.microsoft.com/office/drawing/2014/main" val="1688840861"/>
                    </a:ext>
                  </a:extLst>
                </a:gridCol>
                <a:gridCol w="1281525">
                  <a:extLst>
                    <a:ext uri="{9D8B030D-6E8A-4147-A177-3AD203B41FA5}">
                      <a16:colId xmlns:a16="http://schemas.microsoft.com/office/drawing/2014/main" val="70074395"/>
                    </a:ext>
                  </a:extLst>
                </a:gridCol>
                <a:gridCol w="3902770">
                  <a:extLst>
                    <a:ext uri="{9D8B030D-6E8A-4147-A177-3AD203B41FA5}">
                      <a16:colId xmlns:a16="http://schemas.microsoft.com/office/drawing/2014/main" val="10198371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Normally raised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908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Hack" panose="020B0609030202020204"/>
                        </a:rPr>
                        <a:t>SIGHUP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+mn-lt"/>
                        </a:rPr>
                        <a:t>Death of parent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691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Hack" panose="020B0609030202020204"/>
                        </a:rPr>
                        <a:t>SIGINT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+mn-lt"/>
                        </a:rPr>
                        <a:t>(keyboard) ^c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75226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Hack" panose="020B0609030202020204"/>
                        </a:rPr>
                        <a:t>SIGQUIT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+mn-lt"/>
                        </a:rPr>
                        <a:t>(keyboard) ^\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62539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Hack" panose="020B0609030202020204"/>
                        </a:rPr>
                        <a:t>SIGKILL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>
                          <a:latin typeface="+mn-lt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+mn-lt"/>
                        </a:rPr>
                        <a:t>(command) kill -9 </a:t>
                      </a:r>
                      <a:r>
                        <a:rPr lang="en-US" sz="1800" b="1" noProof="0" dirty="0">
                          <a:latin typeface="+mn-lt"/>
                        </a:rPr>
                        <a:t>PID</a:t>
                      </a:r>
                      <a:endParaRPr lang="en-US" sz="1800" b="1" i="1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09211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Hack" panose="020B0609030202020204"/>
                        </a:rPr>
                        <a:t>SIGTERM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>
                          <a:latin typeface="+mn-lt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+mn-lt"/>
                        </a:rPr>
                        <a:t>(command) kill </a:t>
                      </a:r>
                      <a:r>
                        <a:rPr lang="en-US" sz="1800" b="1" noProof="0" dirty="0">
                          <a:latin typeface="+mn-lt"/>
                        </a:rPr>
                        <a:t>PID</a:t>
                      </a:r>
                      <a:endParaRPr lang="en-US" sz="1800" b="1" i="1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453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Hack" panose="020B0609030202020204"/>
                        </a:rPr>
                        <a:t>SIGTSTP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r"/>
                      <a:r>
                        <a:rPr lang="en-US" sz="1800" noProof="0" dirty="0">
                          <a:latin typeface="+mn-lt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latin typeface="+mn-lt"/>
                        </a:rPr>
                        <a:t>(keyboard) ^z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3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6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C401C8-E5E3-DC05-3652-43B8DC532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nice and renice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Each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two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numbers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associated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them: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'nice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number':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+19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–20</a:t>
            </a:r>
            <a:r>
              <a:rPr lang="en-US" sz="1800" noProof="0" dirty="0">
                <a:solidFill>
                  <a:srgbClr val="0000C7"/>
                </a:solidFill>
                <a:cs typeface="Segoe UI"/>
              </a:rPr>
              <a:t>,</a:t>
            </a:r>
            <a:r>
              <a:rPr lang="en-US" sz="1800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where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–20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highest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priority.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Execution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priority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relation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other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running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processes).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start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process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lower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priority,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use: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view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nice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values,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:</a:t>
            </a:r>
            <a:endParaRPr lang="en-US" sz="1800" b="1" spc="110" noProof="0" dirty="0">
              <a:solidFill>
                <a:srgbClr val="0000C7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110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110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110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nice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value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running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renice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C527CA-F03B-2947-686C-5946B8949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3048218"/>
            <a:ext cx="5479396" cy="37830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0683">
              <a:lnSpc>
                <a:spcPts val="1800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nice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–n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+10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sleep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100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08C496BC-9143-1A76-9AD7-8F9E7CF5A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299785"/>
              </p:ext>
            </p:extLst>
          </p:nvPr>
        </p:nvGraphicFramePr>
        <p:xfrm>
          <a:off x="4341775" y="3658082"/>
          <a:ext cx="7233620" cy="19265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5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117598520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71133485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1994287646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70567726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1151560789"/>
                    </a:ext>
                  </a:extLst>
                </a:gridCol>
                <a:gridCol w="1007520">
                  <a:extLst>
                    <a:ext uri="{9D8B030D-6E8A-4147-A177-3AD203B41FA5}">
                      <a16:colId xmlns:a16="http://schemas.microsoft.com/office/drawing/2014/main" val="3101805017"/>
                    </a:ext>
                  </a:extLst>
                </a:gridCol>
              </a:tblGrid>
              <a:tr h="255896">
                <a:tc gridSpan="9">
                  <a:txBody>
                    <a:bodyPr/>
                    <a:lstStyle/>
                    <a:p>
                      <a:pPr marL="86995">
                        <a:lnSpc>
                          <a:spcPts val="2215"/>
                        </a:lnSpc>
                      </a:pPr>
                      <a:r>
                        <a:rPr lang="en-US" sz="1800" spc="-5" noProof="0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lang="en-US" sz="1800" spc="-4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US" sz="1800" b="1" spc="-5" noProof="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ps</a:t>
                      </a:r>
                      <a:r>
                        <a:rPr lang="en-US" sz="1800" b="1" spc="-3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–l</a:t>
                      </a:r>
                      <a:endParaRPr lang="en-US" sz="18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286">
                <a:tc>
                  <a:txBody>
                    <a:bodyPr/>
                    <a:lstStyle/>
                    <a:p>
                      <a:pPr marR="67945" algn="l">
                        <a:lnSpc>
                          <a:spcPts val="208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  <a:r>
                        <a:rPr lang="en-US" sz="1400" spc="-6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UID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208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PID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PPID</a:t>
                      </a: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NI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COMMAND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68580" algn="l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...1301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23205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r">
                        <a:lnSpc>
                          <a:spcPts val="2130"/>
                        </a:lnSpc>
                        <a:tabLst>
                          <a:tab pos="1751964" algn="l"/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22799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pts/1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bash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68580" algn="l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...1301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23481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r">
                        <a:lnSpc>
                          <a:spcPts val="213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23205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pts/1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sleep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68580" algn="l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...1301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130"/>
                        </a:lnSpc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23482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r">
                        <a:lnSpc>
                          <a:spcPts val="213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spc="-5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23205</a:t>
                      </a:r>
                      <a:endParaRPr lang="en-US" sz="1400" noProof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r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pts/1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080"/>
                        </a:lnSpc>
                        <a:tabLst>
                          <a:tab pos="3733165" algn="l"/>
                        </a:tabLst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sleep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376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1D4166-1003-DDB0-54AC-C22AD05A6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Other process commands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pstree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 shows the processes in a parent / child tree.</a:t>
            </a:r>
          </a:p>
          <a:p>
            <a:pPr marL="469953" lvl="1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switch allows the 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pid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to be displayed.</a:t>
            </a:r>
          </a:p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pgrep</a:t>
            </a:r>
            <a:r>
              <a:rPr lang="en-US" sz="1800" b="1" spc="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 </a:t>
            </a:r>
            <a:r>
              <a:rPr lang="en-US" sz="1800" spc="-8" noProof="0" dirty="0">
                <a:cs typeface="Segoe UI"/>
              </a:rPr>
              <a:t>show </a:t>
            </a:r>
            <a:r>
              <a:rPr lang="en-US" sz="1800" spc="-12" noProof="0" dirty="0">
                <a:cs typeface="Segoe UI"/>
              </a:rPr>
              <a:t>PID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20" noProof="0" dirty="0">
                <a:cs typeface="Segoe UI"/>
              </a:rPr>
              <a:t>of</a:t>
            </a:r>
            <a:r>
              <a:rPr lang="en-US" sz="1800" spc="-4" noProof="0" dirty="0">
                <a:cs typeface="Segoe UI"/>
              </a:rPr>
              <a:t> a</a:t>
            </a:r>
            <a:r>
              <a:rPr lang="en-US" sz="1800" spc="-12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process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by</a:t>
            </a:r>
            <a:r>
              <a:rPr lang="en-US" sz="1800" spc="-8" noProof="0" dirty="0">
                <a:cs typeface="Segoe UI"/>
              </a:rPr>
              <a:t> </a:t>
            </a:r>
            <a:r>
              <a:rPr lang="en-US" sz="1800" spc="-12" noProof="0" dirty="0">
                <a:cs typeface="Segoe UI"/>
              </a:rPr>
              <a:t>pattern.</a:t>
            </a:r>
          </a:p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39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 </a:t>
            </a:r>
            <a:r>
              <a:rPr lang="en-US" sz="1800" spc="-4" noProof="0" dirty="0">
                <a:cs typeface="Segoe UI"/>
              </a:rPr>
              <a:t>identify</a:t>
            </a:r>
            <a:r>
              <a:rPr lang="en-US" sz="1800" spc="8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PID</a:t>
            </a:r>
            <a:r>
              <a:rPr lang="en-US" sz="1800" spc="24" noProof="0" dirty="0">
                <a:cs typeface="Segoe UI"/>
              </a:rPr>
              <a:t> </a:t>
            </a:r>
            <a:r>
              <a:rPr lang="en-US" sz="1800" spc="-20" noProof="0" dirty="0">
                <a:cs typeface="Segoe UI"/>
              </a:rPr>
              <a:t>of</a:t>
            </a:r>
            <a:r>
              <a:rPr lang="en-US" sz="1800" spc="-8" noProof="0" dirty="0">
                <a:cs typeface="Segoe UI"/>
              </a:rPr>
              <a:t> </a:t>
            </a:r>
            <a:r>
              <a:rPr lang="en-US" sz="1800" spc="-4" noProof="0" dirty="0">
                <a:cs typeface="Segoe UI"/>
              </a:rPr>
              <a:t>a</a:t>
            </a:r>
            <a:r>
              <a:rPr lang="en-US" sz="1800" spc="-8" noProof="0" dirty="0">
                <a:cs typeface="Segoe UI"/>
              </a:rPr>
              <a:t> process</a:t>
            </a:r>
            <a:r>
              <a:rPr lang="en-US" sz="1800" spc="20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and</a:t>
            </a:r>
            <a:r>
              <a:rPr lang="en-US" sz="1800" spc="16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kill it.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top</a:t>
            </a:r>
            <a:r>
              <a:rPr lang="en-US" sz="1800" b="1" spc="-8" noProof="0" dirty="0"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htop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 interactive self-updating display.</a:t>
            </a: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2955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1E161-BA79-A813-BCD2-0F837A2C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/proc directory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Linux has a 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/proc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directory.</a:t>
            </a:r>
          </a:p>
          <a:p>
            <a:pPr marL="469953" lvl="1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Represents the processes memory structure as files</a:t>
            </a:r>
          </a:p>
          <a:p>
            <a:pPr marL="469953" lvl="1" indent="-280154">
              <a:spcBef>
                <a:spcPts val="119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 folder for each running PID with files and folders representing its attributes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5684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Daemons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0FEF219-2CF6-A5B0-BF83-E6B49FAFE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9149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515AD8-97D8-1B0A-3CBB-8F1382953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System processes: Daemons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associated</a:t>
            </a:r>
            <a:r>
              <a:rPr lang="en-US" sz="1800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Notice the </a:t>
            </a: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tty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column has a 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?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in it.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C42502-D449-C78C-5A4A-9916C1DD4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678" y="2545126"/>
            <a:ext cx="7345384" cy="31136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| more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UID	 PID	PPID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STIME   TTY       TIME   CMD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	   1	   0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Nov01   ?     00:00:04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/lib/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systemd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systemd</a:t>
            </a:r>
            <a:endParaRPr lang="en-US" sz="10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[…]</a:t>
            </a: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3479	   1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Nov01   ?     00:00:11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libxec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/gnome-terminal-server</a:t>
            </a:r>
            <a:endParaRPr lang="en-US" sz="1000" spc="-5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3483	3479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ov01   ?     00:00:00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gnome-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pty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-helper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3484	3479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Nov01   pts/0 00:00:00   </a:t>
            </a:r>
            <a:r>
              <a:rPr lang="en-US" sz="10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endParaRPr lang="en-US" sz="1000" b="0" i="0" u="none" strike="noStrike" spc="-5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7418	3484 98 </a:t>
            </a:r>
            <a:r>
              <a:rPr lang="en-US" sz="1000" b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00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:42   pts/0 00:00:14   </a:t>
            </a:r>
            <a:r>
              <a:rPr lang="en-US" sz="10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0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0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7424	7418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00:42   pts/0 00:00:00   /bin/bash</a:t>
            </a:r>
            <a:endParaRPr lang="en-US" sz="1000" spc="-5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	8219	7424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17:01   pts/0 00:00:00   </a:t>
            </a:r>
            <a:r>
              <a:rPr lang="en-US" sz="10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sz="1000" b="0" i="0" u="none" strike="noStrike" spc="-5" noProof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ef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7432" algn="l" fontAlgn="t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spc="-5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8246	7424  </a:t>
            </a:r>
            <a:r>
              <a:rPr lang="en-US" sz="1000" b="0" i="0" u="none" strike="noStrike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</a:t>
            </a:r>
            <a:r>
              <a:rPr lang="en-US" sz="1000" b="0" i="0" u="none" strike="noStrike" spc="-5" noProof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17:01   pts/0 00:00:00   more</a:t>
            </a:r>
            <a:endParaRPr lang="en-US" sz="1000" b="0" i="0" u="none" strike="noStrike" noProof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A red cartoon character&#10;&#10;Description automatically generated with low confidence">
            <a:extLst>
              <a:ext uri="{FF2B5EF4-FFF2-40B4-BE49-F238E27FC236}">
                <a16:creationId xmlns:a16="http://schemas.microsoft.com/office/drawing/2014/main" id="{ABB15990-2897-7DBD-3351-82F24AC3C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5" y="687158"/>
            <a:ext cx="84124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81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81203C-4479-2567-2D5E-941E95F88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686730C-FBF6-96CE-41DD-A52EF66D2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573B2-D55C-FA37-DD33-5D958A73BE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0990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D165E1-47AF-3E15-A912-3F3DDFAF0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979643" cy="4061405"/>
          </a:xfrm>
        </p:spPr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is the first external program started by kernel, with a PID of 1?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command to replace the current program with another in the same process?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name of the signal sent to the child process when its parent dies?	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If you saw &lt;defunct&gt; in a </a:t>
            </a:r>
            <a:r>
              <a:rPr lang="en-US" sz="1800" noProof="0" dirty="0" err="1"/>
              <a:t>ps</a:t>
            </a:r>
            <a:r>
              <a:rPr lang="en-US" sz="1800" noProof="0" dirty="0"/>
              <a:t> listing, what state is the process in?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name of the signal sent if no signal is specified to the kill command (i.e., default terminating signal)?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tool shows the real-time system resource utilization (such as process, memory, swap), with data refreshed every couple of seconds?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49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13A119-49E2-FE58-C42C-46D76A75B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922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2C50CE-DDC1-335B-D706-85CDD9552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instance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execution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gets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copy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parent's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 runs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Find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value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child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$?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process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interrupted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signal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Raise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signal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33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identify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processes: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Explore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/proc</a:t>
            </a:r>
            <a:r>
              <a:rPr lang="en-US" sz="1800" b="1" spc="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tools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such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as: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,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top</a:t>
            </a:r>
            <a:r>
              <a:rPr lang="en-US" sz="1800" spc="-8" noProof="0" dirty="0">
                <a:solidFill>
                  <a:srgbClr val="0000C7"/>
                </a:solidFill>
                <a:cs typeface="Segoe UI"/>
              </a:rPr>
              <a:t>,</a:t>
            </a:r>
            <a:r>
              <a:rPr lang="en-US" sz="1800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pgrep</a:t>
            </a:r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27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382E-0F7B-2E58-C845-5CBDB881B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6BB6-085C-4E10-5F98-DB7D434612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31EBA-D821-29C3-BB1F-D95BD586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612244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52e7f57a-cc1d-4bce-9b60-d9dd785361c7"/>
    <ds:schemaRef ds:uri="4851bab5-d36a-4f24-a761-998180967d12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19319</TotalTime>
  <Words>3349</Words>
  <Application>Microsoft Office PowerPoint</Application>
  <PresentationFormat>Widescreen</PresentationFormat>
  <Paragraphs>429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Aptos</vt:lpstr>
      <vt:lpstr>Arial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Yellow Module</vt:lpstr>
      <vt:lpstr>Red Module</vt:lpstr>
      <vt:lpstr>Purple Module</vt:lpstr>
      <vt:lpstr>Green Module</vt:lpstr>
      <vt:lpstr>B/W Module</vt:lpstr>
      <vt:lpstr>Module 9: Processes</vt:lpstr>
      <vt:lpstr>Contents</vt:lpstr>
      <vt:lpstr>What is a process?</vt:lpstr>
      <vt:lpstr>Processes</vt:lpstr>
      <vt:lpstr>Finding (external) programs</vt:lpstr>
      <vt:lpstr>Starting processes</vt:lpstr>
      <vt:lpstr>Running programs</vt:lpstr>
      <vt:lpstr>Exit status</vt:lpstr>
      <vt:lpstr>Communicating with processes</vt:lpstr>
      <vt:lpstr>Signals</vt:lpstr>
      <vt:lpstr>Identifying and manipulating processes</vt:lpstr>
      <vt:lpstr>ps: Gnu-linux</vt:lpstr>
      <vt:lpstr>ps: BSD</vt:lpstr>
      <vt:lpstr>Kill command</vt:lpstr>
      <vt:lpstr>nice and renice</vt:lpstr>
      <vt:lpstr>Other process commands</vt:lpstr>
      <vt:lpstr>/proc directory</vt:lpstr>
      <vt:lpstr>Daemons</vt:lpstr>
      <vt:lpstr>System processes: Daemons</vt:lpstr>
      <vt:lpstr>Review and lab</vt:lpstr>
      <vt:lpstr>Review questions</vt:lpstr>
      <vt:lpstr>Practical exercise 9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41</cp:revision>
  <dcterms:created xsi:type="dcterms:W3CDTF">2024-06-24T11:44:08Z</dcterms:created>
  <dcterms:modified xsi:type="dcterms:W3CDTF">2025-05-30T12:57:28Z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