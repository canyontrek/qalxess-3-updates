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theme/theme3.xml" ContentType="application/vnd.openxmlformats-officedocument.theme+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theme/theme4.xml" ContentType="application/vnd.openxmlformats-officedocument.theme+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theme/theme5.xml" ContentType="application/vnd.openxmlformats-officedocument.theme+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theme/theme6.xml" ContentType="application/vnd.openxmlformats-officedocument.theme+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theme/theme7.xml" ContentType="application/vnd.openxmlformats-officedocument.theme+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theme/theme8.xml" ContentType="application/vnd.openxmlformats-officedocument.theme+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theme/theme9.xml" ContentType="application/vnd.openxmlformats-officedocument.theme+xml"/>
  <Override PartName="/ppt/theme/theme10.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2" r:id="rId4"/>
    <p:sldMasterId id="2147483809" r:id="rId5"/>
    <p:sldMasterId id="2147483660" r:id="rId6"/>
    <p:sldMasterId id="2147483874" r:id="rId7"/>
    <p:sldMasterId id="2147483885" r:id="rId8"/>
    <p:sldMasterId id="2147483897" r:id="rId9"/>
    <p:sldMasterId id="2147483908" r:id="rId10"/>
    <p:sldMasterId id="2147483919" r:id="rId11"/>
    <p:sldMasterId id="2147483930" r:id="rId12"/>
  </p:sldMasterIdLst>
  <p:notesMasterIdLst>
    <p:notesMasterId r:id="rId42"/>
  </p:notesMasterIdLst>
  <p:sldIdLst>
    <p:sldId id="1368" r:id="rId13"/>
    <p:sldId id="1369" r:id="rId14"/>
    <p:sldId id="1370" r:id="rId15"/>
    <p:sldId id="1371" r:id="rId16"/>
    <p:sldId id="1372" r:id="rId17"/>
    <p:sldId id="1373" r:id="rId18"/>
    <p:sldId id="1374" r:id="rId19"/>
    <p:sldId id="1375" r:id="rId20"/>
    <p:sldId id="1376" r:id="rId21"/>
    <p:sldId id="1377" r:id="rId22"/>
    <p:sldId id="1378" r:id="rId23"/>
    <p:sldId id="1379" r:id="rId24"/>
    <p:sldId id="1380" r:id="rId25"/>
    <p:sldId id="1381" r:id="rId26"/>
    <p:sldId id="1382" r:id="rId27"/>
    <p:sldId id="1383" r:id="rId28"/>
    <p:sldId id="1384" r:id="rId29"/>
    <p:sldId id="1385" r:id="rId30"/>
    <p:sldId id="1386" r:id="rId31"/>
    <p:sldId id="1397" r:id="rId32"/>
    <p:sldId id="1387" r:id="rId33"/>
    <p:sldId id="1388" r:id="rId34"/>
    <p:sldId id="1389" r:id="rId35"/>
    <p:sldId id="1390" r:id="rId36"/>
    <p:sldId id="1391" r:id="rId37"/>
    <p:sldId id="1396" r:id="rId38"/>
    <p:sldId id="1392" r:id="rId39"/>
    <p:sldId id="1393" r:id="rId40"/>
    <p:sldId id="1394" r:id="rId4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structions" id="{3EC420FF-67B5-2B43-B8B0-31C326A878BA}">
          <p14:sldIdLst/>
        </p14:section>
        <p14:section name="Master" id="{86F55D6F-F04C-C141-A3B2-B81D9F14C13E}">
          <p14:sldIdLst/>
        </p14:section>
        <p14:section name="Cover slides" id="{A8F06CE1-BECE-433A-A682-4C071F90D966}">
          <p14:sldIdLst/>
        </p14:section>
        <p14:section name="Introduction" id="{D71C3838-11FC-3F44-90EC-9E7C8FE30A48}">
          <p14:sldIdLst/>
        </p14:section>
        <p14:section name="Content Slides" id="{05C53EB9-C633-4D6D-B3BC-F573E1DB951E}">
          <p14:sldIdLst>
            <p14:sldId id="1368"/>
            <p14:sldId id="1369"/>
            <p14:sldId id="1370"/>
            <p14:sldId id="1371"/>
            <p14:sldId id="1372"/>
            <p14:sldId id="1373"/>
            <p14:sldId id="1374"/>
            <p14:sldId id="1375"/>
            <p14:sldId id="1376"/>
            <p14:sldId id="1377"/>
            <p14:sldId id="1378"/>
            <p14:sldId id="1379"/>
            <p14:sldId id="1380"/>
            <p14:sldId id="1381"/>
            <p14:sldId id="1382"/>
            <p14:sldId id="1383"/>
            <p14:sldId id="1384"/>
            <p14:sldId id="1385"/>
            <p14:sldId id="1386"/>
            <p14:sldId id="1397"/>
            <p14:sldId id="1387"/>
            <p14:sldId id="1388"/>
            <p14:sldId id="1389"/>
            <p14:sldId id="1390"/>
            <p14:sldId id="1391"/>
            <p14:sldId id="1396"/>
            <p14:sldId id="1392"/>
            <p14:sldId id="1393"/>
            <p14:sldId id="1394"/>
          </p14:sldIdLst>
        </p14:section>
      </p14:sectionLst>
    </p:ex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2B038381-4C18-EEB2-D798-E55F33345695}" name="Haynes, Amanda" initials="HA" userId="S::ahaynes@qa.com::f3044909-ea02-4a80-b124-5c683d29f1e5" providerId="AD"/>
  <p188:author id="{34F02186-A83D-147B-1AD3-CAE41537E927}" name="O'Flynn, Sarah" initials="SO" userId="S::SOFlynn@qa.com::c5bd941b-3572-499d-9953-9da6030055ca" providerId="AD"/>
  <p188:author id="{570EC78B-0B85-CC25-1293-AD5F30C7BB59}" name="Huskisson, Harry" initials="HH" userId="S::HHuskisson@qa.com::5d0a9b6a-71d8-408a-a551-20cf3a498200" providerId="AD"/>
  <p188:author id="{29DB2DE1-A6DA-284A-0775-8BA18A27BFDD}" name="Renang, Antonia" initials="AR" userId="S::ARenang@qa.com::6d248bc4-c380-4929-8d38-4b7a6af76729" providerId="AD"/>
  <p188:author id="{14A6B2E2-577F-2DC9-8598-664F7D3C9407}" name="Evans, Josie" initials="JE" userId="S::JEvans3@qa.com::aaea60dd-eaa6-4fde-a2ae-3576d6b832cc"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F5F5F"/>
    <a:srgbClr val="333333"/>
    <a:srgbClr val="575757"/>
    <a:srgbClr val="000000"/>
    <a:srgbClr val="0D0D0D"/>
    <a:srgbClr val="161616"/>
    <a:srgbClr val="FEBDC0"/>
    <a:srgbClr val="FEDEC3"/>
    <a:srgbClr val="ACE2F0"/>
    <a:srgbClr val="0E4B5B"/>
  </p:clrMru>
  <p:extLst>
    <p:ext uri="{E76CE94A-603C-4142-B9EB-6D1370010A27}">
      <p14:discardImageEditData xmlns:p14="http://schemas.microsoft.com/office/powerpoint/2010/main" val="1"/>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2C02AF0-3201-4AFF-8545-0DFD842D4E5D}" v="2" dt="2025-05-30T13:24:46.556"/>
  </p1510:revLst>
</p1510:revInfo>
</file>

<file path=ppt/tableStyles.xml><?xml version="1.0" encoding="utf-8"?>
<a:tblStyleLst xmlns:a="http://schemas.openxmlformats.org/drawingml/2006/main" def="{7E9639D4-E3E2-4D34-9284-5A2195B3D0D7}">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37CE84F3-28C3-443E-9E96-99CF82512B78}" styleName="Dark Style 1 – Accent 2">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2"/>
          </a:solidFill>
        </a:fill>
      </a:tcStyle>
    </a:wholeTbl>
    <a:band1H>
      <a:tcStyle>
        <a:tcBdr/>
        <a:fill>
          <a:solidFill>
            <a:schemeClr val="accent2">
              <a:shade val="60000"/>
            </a:schemeClr>
          </a:solidFill>
        </a:fill>
      </a:tcStyle>
    </a:band1H>
    <a:band1V>
      <a:tcStyle>
        <a:tcBdr/>
        <a:fill>
          <a:solidFill>
            <a:schemeClr val="accent2">
              <a:shade val="60000"/>
            </a:schemeClr>
          </a:solidFill>
        </a:fill>
      </a:tcStyle>
    </a:band1V>
    <a:lastCol>
      <a:tcTxStyle b="on"/>
      <a:tcStyle>
        <a:tcBdr>
          <a:left>
            <a:ln w="25400" cmpd="sng">
              <a:solidFill>
                <a:schemeClr val="lt1"/>
              </a:solidFill>
            </a:ln>
          </a:left>
        </a:tcBdr>
        <a:fill>
          <a:solidFill>
            <a:schemeClr val="accent2">
              <a:shade val="60000"/>
            </a:schemeClr>
          </a:solidFill>
        </a:fill>
      </a:tcStyle>
    </a:lastCol>
    <a:firstCol>
      <a:tcTxStyle b="on"/>
      <a:tcStyle>
        <a:tcBdr>
          <a:right>
            <a:ln w="25400" cmpd="sng">
              <a:solidFill>
                <a:schemeClr val="lt1"/>
              </a:solidFill>
            </a:ln>
          </a:right>
        </a:tcBdr>
        <a:fill>
          <a:solidFill>
            <a:schemeClr val="accent2">
              <a:shade val="60000"/>
            </a:schemeClr>
          </a:solidFill>
        </a:fill>
      </a:tcStyle>
    </a:firstCol>
    <a:lastRow>
      <a:tcTxStyle b="on"/>
      <a:tcStyle>
        <a:tcBdr>
          <a:top>
            <a:ln w="25400" cmpd="sng">
              <a:solidFill>
                <a:schemeClr val="lt1"/>
              </a:solidFill>
            </a:ln>
          </a:top>
        </a:tcBdr>
        <a:fill>
          <a:solidFill>
            <a:schemeClr val="accent2">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notesView">
  <p:normalViewPr>
    <p:restoredLeft sz="11645" autoAdjust="0"/>
    <p:restoredTop sz="96283" autoAdjust="0"/>
  </p:normalViewPr>
  <p:slideViewPr>
    <p:cSldViewPr snapToGrid="0">
      <p:cViewPr varScale="1">
        <p:scale>
          <a:sx n="99" d="100"/>
          <a:sy n="99" d="100"/>
        </p:scale>
        <p:origin x="1224" y="306"/>
      </p:cViewPr>
      <p:guideLst/>
    </p:cSldViewPr>
  </p:slideViewPr>
  <p:outlineViewPr>
    <p:cViewPr>
      <p:scale>
        <a:sx n="33" d="100"/>
        <a:sy n="33" d="100"/>
      </p:scale>
      <p:origin x="0" y="-15912"/>
    </p:cViewPr>
  </p:outlineViewPr>
  <p:notesTextViewPr>
    <p:cViewPr>
      <p:scale>
        <a:sx n="1" d="1"/>
        <a:sy n="1" d="1"/>
      </p:scale>
      <p:origin x="0" y="0"/>
    </p:cViewPr>
  </p:notesTextViewPr>
  <p:notesViewPr>
    <p:cSldViewPr snapToGrid="0">
      <p:cViewPr>
        <p:scale>
          <a:sx n="100" d="100"/>
          <a:sy n="100" d="100"/>
        </p:scale>
        <p:origin x="3552" y="-36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xml"/><Relationship Id="rId18" Type="http://schemas.openxmlformats.org/officeDocument/2006/relationships/slide" Target="slides/slide6.xml"/><Relationship Id="rId26" Type="http://schemas.openxmlformats.org/officeDocument/2006/relationships/slide" Target="slides/slide14.xml"/><Relationship Id="rId39" Type="http://schemas.openxmlformats.org/officeDocument/2006/relationships/slide" Target="slides/slide27.xml"/><Relationship Id="rId3" Type="http://schemas.openxmlformats.org/officeDocument/2006/relationships/customXml" Target="../customXml/item3.xml"/><Relationship Id="rId21" Type="http://schemas.openxmlformats.org/officeDocument/2006/relationships/slide" Target="slides/slide9.xml"/><Relationship Id="rId34" Type="http://schemas.openxmlformats.org/officeDocument/2006/relationships/slide" Target="slides/slide22.xml"/><Relationship Id="rId42" Type="http://schemas.openxmlformats.org/officeDocument/2006/relationships/notesMaster" Target="notesMasters/notesMaster1.xml"/><Relationship Id="rId47" Type="http://schemas.microsoft.com/office/2016/11/relationships/changesInfo" Target="changesInfos/changesInfo1.xml"/><Relationship Id="rId7" Type="http://schemas.openxmlformats.org/officeDocument/2006/relationships/slideMaster" Target="slideMasters/slideMaster4.xml"/><Relationship Id="rId12" Type="http://schemas.openxmlformats.org/officeDocument/2006/relationships/slideMaster" Target="slideMasters/slideMaster9.xml"/><Relationship Id="rId17" Type="http://schemas.openxmlformats.org/officeDocument/2006/relationships/slide" Target="slides/slide5.xml"/><Relationship Id="rId25" Type="http://schemas.openxmlformats.org/officeDocument/2006/relationships/slide" Target="slides/slide13.xml"/><Relationship Id="rId33" Type="http://schemas.openxmlformats.org/officeDocument/2006/relationships/slide" Target="slides/slide21.xml"/><Relationship Id="rId38" Type="http://schemas.openxmlformats.org/officeDocument/2006/relationships/slide" Target="slides/slide26.xml"/><Relationship Id="rId46"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4.xml"/><Relationship Id="rId20" Type="http://schemas.openxmlformats.org/officeDocument/2006/relationships/slide" Target="slides/slide8.xml"/><Relationship Id="rId29" Type="http://schemas.openxmlformats.org/officeDocument/2006/relationships/slide" Target="slides/slide17.xml"/><Relationship Id="rId41" Type="http://schemas.openxmlformats.org/officeDocument/2006/relationships/slide" Target="slides/slide29.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Master" Target="slideMasters/slideMaster8.xml"/><Relationship Id="rId24" Type="http://schemas.openxmlformats.org/officeDocument/2006/relationships/slide" Target="slides/slide12.xml"/><Relationship Id="rId32" Type="http://schemas.openxmlformats.org/officeDocument/2006/relationships/slide" Target="slides/slide20.xml"/><Relationship Id="rId37" Type="http://schemas.openxmlformats.org/officeDocument/2006/relationships/slide" Target="slides/slide25.xml"/><Relationship Id="rId40" Type="http://schemas.openxmlformats.org/officeDocument/2006/relationships/slide" Target="slides/slide28.xml"/><Relationship Id="rId45" Type="http://schemas.openxmlformats.org/officeDocument/2006/relationships/theme" Target="theme/theme1.xml"/><Relationship Id="rId5" Type="http://schemas.openxmlformats.org/officeDocument/2006/relationships/slideMaster" Target="slideMasters/slideMaster2.xml"/><Relationship Id="rId15" Type="http://schemas.openxmlformats.org/officeDocument/2006/relationships/slide" Target="slides/slide3.xml"/><Relationship Id="rId23" Type="http://schemas.openxmlformats.org/officeDocument/2006/relationships/slide" Target="slides/slide11.xml"/><Relationship Id="rId28" Type="http://schemas.openxmlformats.org/officeDocument/2006/relationships/slide" Target="slides/slide16.xml"/><Relationship Id="rId36" Type="http://schemas.openxmlformats.org/officeDocument/2006/relationships/slide" Target="slides/slide24.xml"/><Relationship Id="rId49" Type="http://schemas.microsoft.com/office/2018/10/relationships/authors" Target="authors.xml"/><Relationship Id="rId10" Type="http://schemas.openxmlformats.org/officeDocument/2006/relationships/slideMaster" Target="slideMasters/slideMaster7.xml"/><Relationship Id="rId19" Type="http://schemas.openxmlformats.org/officeDocument/2006/relationships/slide" Target="slides/slide7.xml"/><Relationship Id="rId31" Type="http://schemas.openxmlformats.org/officeDocument/2006/relationships/slide" Target="slides/slide19.xml"/><Relationship Id="rId44"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Master" Target="slideMasters/slideMaster6.xml"/><Relationship Id="rId14" Type="http://schemas.openxmlformats.org/officeDocument/2006/relationships/slide" Target="slides/slide2.xml"/><Relationship Id="rId22" Type="http://schemas.openxmlformats.org/officeDocument/2006/relationships/slide" Target="slides/slide10.xml"/><Relationship Id="rId27" Type="http://schemas.openxmlformats.org/officeDocument/2006/relationships/slide" Target="slides/slide15.xml"/><Relationship Id="rId30" Type="http://schemas.openxmlformats.org/officeDocument/2006/relationships/slide" Target="slides/slide18.xml"/><Relationship Id="rId35" Type="http://schemas.openxmlformats.org/officeDocument/2006/relationships/slide" Target="slides/slide23.xml"/><Relationship Id="rId43" Type="http://schemas.openxmlformats.org/officeDocument/2006/relationships/presProps" Target="presProps.xml"/><Relationship Id="rId48" Type="http://schemas.microsoft.com/office/2015/10/relationships/revisionInfo" Target="revisionInfo.xml"/><Relationship Id="rId8" Type="http://schemas.openxmlformats.org/officeDocument/2006/relationships/slideMaster" Target="slideMasters/slideMaster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Feist, Ella" userId="992bbaf2-811d-42cb-a4d6-e7fc45e325e8" providerId="ADAL" clId="{33802261-5852-4C28-9063-1ABE695AED22}"/>
    <pc:docChg chg="undo redo custSel addSld modSld delMainMaster modSection">
      <pc:chgData name="Feist, Ella" userId="992bbaf2-811d-42cb-a4d6-e7fc45e325e8" providerId="ADAL" clId="{33802261-5852-4C28-9063-1ABE695AED22}" dt="2025-05-28T12:32:00.111" v="427" actId="20577"/>
      <pc:docMkLst>
        <pc:docMk/>
      </pc:docMkLst>
      <pc:sldChg chg="modSp mod">
        <pc:chgData name="Feist, Ella" userId="992bbaf2-811d-42cb-a4d6-e7fc45e325e8" providerId="ADAL" clId="{33802261-5852-4C28-9063-1ABE695AED22}" dt="2025-05-28T12:31:37.604" v="424" actId="790"/>
        <pc:sldMkLst>
          <pc:docMk/>
          <pc:sldMk cId="136637111" sldId="1368"/>
        </pc:sldMkLst>
        <pc:spChg chg="mod">
          <ac:chgData name="Feist, Ella" userId="992bbaf2-811d-42cb-a4d6-e7fc45e325e8" providerId="ADAL" clId="{33802261-5852-4C28-9063-1ABE695AED22}" dt="2025-05-28T12:31:37.604" v="424" actId="790"/>
          <ac:spMkLst>
            <pc:docMk/>
            <pc:sldMk cId="136637111" sldId="1368"/>
            <ac:spMk id="2" creationId="{6EFB7434-059B-9C18-281F-032B994D81AD}"/>
          </ac:spMkLst>
        </pc:spChg>
        <pc:spChg chg="mod">
          <ac:chgData name="Feist, Ella" userId="992bbaf2-811d-42cb-a4d6-e7fc45e325e8" providerId="ADAL" clId="{33802261-5852-4C28-9063-1ABE695AED22}" dt="2025-05-28T12:31:37.604" v="424" actId="790"/>
          <ac:spMkLst>
            <pc:docMk/>
            <pc:sldMk cId="136637111" sldId="1368"/>
            <ac:spMk id="4" creationId="{441B5810-8C67-B742-B639-848419728702}"/>
          </ac:spMkLst>
        </pc:spChg>
        <pc:graphicFrameChg chg="mod modGraphic">
          <ac:chgData name="Feist, Ella" userId="992bbaf2-811d-42cb-a4d6-e7fc45e325e8" providerId="ADAL" clId="{33802261-5852-4C28-9063-1ABE695AED22}" dt="2025-05-28T12:31:37.604" v="424" actId="790"/>
          <ac:graphicFrameMkLst>
            <pc:docMk/>
            <pc:sldMk cId="136637111" sldId="1368"/>
            <ac:graphicFrameMk id="6" creationId="{A1C44AD1-2698-E900-0B16-630FF3D4DD2F}"/>
          </ac:graphicFrameMkLst>
        </pc:graphicFrameChg>
      </pc:sldChg>
      <pc:sldChg chg="modSp mod">
        <pc:chgData name="Feist, Ella" userId="992bbaf2-811d-42cb-a4d6-e7fc45e325e8" providerId="ADAL" clId="{33802261-5852-4C28-9063-1ABE695AED22}" dt="2025-05-28T12:31:37.604" v="424" actId="790"/>
        <pc:sldMkLst>
          <pc:docMk/>
          <pc:sldMk cId="4173626290" sldId="1369"/>
        </pc:sldMkLst>
        <pc:spChg chg="mod">
          <ac:chgData name="Feist, Ella" userId="992bbaf2-811d-42cb-a4d6-e7fc45e325e8" providerId="ADAL" clId="{33802261-5852-4C28-9063-1ABE695AED22}" dt="2025-05-28T12:31:37.604" v="424" actId="790"/>
          <ac:spMkLst>
            <pc:docMk/>
            <pc:sldMk cId="4173626290" sldId="1369"/>
            <ac:spMk id="4" creationId="{00000000-0000-0000-0000-000000000000}"/>
          </ac:spMkLst>
        </pc:spChg>
        <pc:spChg chg="mod">
          <ac:chgData name="Feist, Ella" userId="992bbaf2-811d-42cb-a4d6-e7fc45e325e8" providerId="ADAL" clId="{33802261-5852-4C28-9063-1ABE695AED22}" dt="2025-05-28T12:31:37.604" v="424" actId="790"/>
          <ac:spMkLst>
            <pc:docMk/>
            <pc:sldMk cId="4173626290" sldId="1369"/>
            <ac:spMk id="6" creationId="{00000000-0000-0000-0000-000000000000}"/>
          </ac:spMkLst>
        </pc:spChg>
      </pc:sldChg>
      <pc:sldChg chg="modSp mod">
        <pc:chgData name="Feist, Ella" userId="992bbaf2-811d-42cb-a4d6-e7fc45e325e8" providerId="ADAL" clId="{33802261-5852-4C28-9063-1ABE695AED22}" dt="2025-05-28T12:31:37.604" v="424" actId="790"/>
        <pc:sldMkLst>
          <pc:docMk/>
          <pc:sldMk cId="959990921" sldId="1370"/>
        </pc:sldMkLst>
        <pc:spChg chg="mod">
          <ac:chgData name="Feist, Ella" userId="992bbaf2-811d-42cb-a4d6-e7fc45e325e8" providerId="ADAL" clId="{33802261-5852-4C28-9063-1ABE695AED22}" dt="2025-05-28T12:31:37.604" v="424" actId="790"/>
          <ac:spMkLst>
            <pc:docMk/>
            <pc:sldMk cId="959990921" sldId="1370"/>
            <ac:spMk id="2" creationId="{42492990-FA67-E9C4-ABA0-9F6BCFE4CE64}"/>
          </ac:spMkLst>
        </pc:spChg>
        <pc:spChg chg="mod">
          <ac:chgData name="Feist, Ella" userId="992bbaf2-811d-42cb-a4d6-e7fc45e325e8" providerId="ADAL" clId="{33802261-5852-4C28-9063-1ABE695AED22}" dt="2025-05-28T12:31:37.604" v="424" actId="790"/>
          <ac:spMkLst>
            <pc:docMk/>
            <pc:sldMk cId="959990921" sldId="1370"/>
            <ac:spMk id="4" creationId="{9ED32BBC-8A3B-5FB1-DB0F-B65F461BDA2D}"/>
          </ac:spMkLst>
        </pc:spChg>
      </pc:sldChg>
      <pc:sldChg chg="modSp mod">
        <pc:chgData name="Feist, Ella" userId="992bbaf2-811d-42cb-a4d6-e7fc45e325e8" providerId="ADAL" clId="{33802261-5852-4C28-9063-1ABE695AED22}" dt="2025-05-28T12:32:00.111" v="427" actId="20577"/>
        <pc:sldMkLst>
          <pc:docMk/>
          <pc:sldMk cId="3002357051" sldId="1371"/>
        </pc:sldMkLst>
        <pc:spChg chg="mod">
          <ac:chgData name="Feist, Ella" userId="992bbaf2-811d-42cb-a4d6-e7fc45e325e8" providerId="ADAL" clId="{33802261-5852-4C28-9063-1ABE695AED22}" dt="2025-05-28T12:31:37.604" v="424" actId="790"/>
          <ac:spMkLst>
            <pc:docMk/>
            <pc:sldMk cId="3002357051" sldId="1371"/>
            <ac:spMk id="3" creationId="{AAFF6B6A-66F8-A394-5296-3E229DE862F1}"/>
          </ac:spMkLst>
        </pc:spChg>
        <pc:spChg chg="mod">
          <ac:chgData name="Feist, Ella" userId="992bbaf2-811d-42cb-a4d6-e7fc45e325e8" providerId="ADAL" clId="{33802261-5852-4C28-9063-1ABE695AED22}" dt="2025-05-28T12:31:37.604" v="424" actId="790"/>
          <ac:spMkLst>
            <pc:docMk/>
            <pc:sldMk cId="3002357051" sldId="1371"/>
            <ac:spMk id="4" creationId="{A9A6FF77-D641-4417-92E7-11CC6238BF20}"/>
          </ac:spMkLst>
        </pc:spChg>
        <pc:spChg chg="mod">
          <ac:chgData name="Feist, Ella" userId="992bbaf2-811d-42cb-a4d6-e7fc45e325e8" providerId="ADAL" clId="{33802261-5852-4C28-9063-1ABE695AED22}" dt="2025-05-28T12:32:00.111" v="427" actId="20577"/>
          <ac:spMkLst>
            <pc:docMk/>
            <pc:sldMk cId="3002357051" sldId="1371"/>
            <ac:spMk id="5" creationId="{91A8ED3D-B755-43C9-BCB1-DCF495C0C9DB}"/>
          </ac:spMkLst>
        </pc:spChg>
        <pc:spChg chg="mod">
          <ac:chgData name="Feist, Ella" userId="992bbaf2-811d-42cb-a4d6-e7fc45e325e8" providerId="ADAL" clId="{33802261-5852-4C28-9063-1ABE695AED22}" dt="2025-05-28T12:31:37.604" v="424" actId="790"/>
          <ac:spMkLst>
            <pc:docMk/>
            <pc:sldMk cId="3002357051" sldId="1371"/>
            <ac:spMk id="7" creationId="{C1EC2494-B2D7-57C6-7469-6C83D160096C}"/>
          </ac:spMkLst>
        </pc:spChg>
      </pc:sldChg>
      <pc:sldChg chg="modSp mod">
        <pc:chgData name="Feist, Ella" userId="992bbaf2-811d-42cb-a4d6-e7fc45e325e8" providerId="ADAL" clId="{33802261-5852-4C28-9063-1ABE695AED22}" dt="2025-05-28T12:31:37.604" v="424" actId="790"/>
        <pc:sldMkLst>
          <pc:docMk/>
          <pc:sldMk cId="695309871" sldId="1372"/>
        </pc:sldMkLst>
        <pc:spChg chg="mod">
          <ac:chgData name="Feist, Ella" userId="992bbaf2-811d-42cb-a4d6-e7fc45e325e8" providerId="ADAL" clId="{33802261-5852-4C28-9063-1ABE695AED22}" dt="2025-05-28T12:31:37.604" v="424" actId="790"/>
          <ac:spMkLst>
            <pc:docMk/>
            <pc:sldMk cId="695309871" sldId="1372"/>
            <ac:spMk id="2" creationId="{A9A6FF77-D641-4417-92E7-11CC6238BF20}"/>
          </ac:spMkLst>
        </pc:spChg>
        <pc:spChg chg="mod">
          <ac:chgData name="Feist, Ella" userId="992bbaf2-811d-42cb-a4d6-e7fc45e325e8" providerId="ADAL" clId="{33802261-5852-4C28-9063-1ABE695AED22}" dt="2025-05-28T12:31:37.604" v="424" actId="790"/>
          <ac:spMkLst>
            <pc:docMk/>
            <pc:sldMk cId="695309871" sldId="1372"/>
            <ac:spMk id="3" creationId="{050463A2-60FA-6A1F-F1ED-313E958A5D9E}"/>
          </ac:spMkLst>
        </pc:spChg>
        <pc:spChg chg="mod">
          <ac:chgData name="Feist, Ella" userId="992bbaf2-811d-42cb-a4d6-e7fc45e325e8" providerId="ADAL" clId="{33802261-5852-4C28-9063-1ABE695AED22}" dt="2025-05-28T12:31:37.604" v="424" actId="790"/>
          <ac:spMkLst>
            <pc:docMk/>
            <pc:sldMk cId="695309871" sldId="1372"/>
            <ac:spMk id="5" creationId="{91A8ED3D-B755-43C9-BCB1-DCF495C0C9DB}"/>
          </ac:spMkLst>
        </pc:spChg>
      </pc:sldChg>
      <pc:sldChg chg="modSp mod">
        <pc:chgData name="Feist, Ella" userId="992bbaf2-811d-42cb-a4d6-e7fc45e325e8" providerId="ADAL" clId="{33802261-5852-4C28-9063-1ABE695AED22}" dt="2025-05-28T12:31:37.604" v="424" actId="790"/>
        <pc:sldMkLst>
          <pc:docMk/>
          <pc:sldMk cId="1205406725" sldId="1373"/>
        </pc:sldMkLst>
        <pc:spChg chg="mod">
          <ac:chgData name="Feist, Ella" userId="992bbaf2-811d-42cb-a4d6-e7fc45e325e8" providerId="ADAL" clId="{33802261-5852-4C28-9063-1ABE695AED22}" dt="2025-05-28T12:31:37.604" v="424" actId="790"/>
          <ac:spMkLst>
            <pc:docMk/>
            <pc:sldMk cId="1205406725" sldId="1373"/>
            <ac:spMk id="2" creationId="{A9A6FF77-D641-4417-92E7-11CC6238BF20}"/>
          </ac:spMkLst>
        </pc:spChg>
        <pc:spChg chg="mod">
          <ac:chgData name="Feist, Ella" userId="992bbaf2-811d-42cb-a4d6-e7fc45e325e8" providerId="ADAL" clId="{33802261-5852-4C28-9063-1ABE695AED22}" dt="2025-05-28T12:31:37.604" v="424" actId="790"/>
          <ac:spMkLst>
            <pc:docMk/>
            <pc:sldMk cId="1205406725" sldId="1373"/>
            <ac:spMk id="3" creationId="{F467A17C-592E-8836-6B3A-BE705807AA55}"/>
          </ac:spMkLst>
        </pc:spChg>
        <pc:spChg chg="mod">
          <ac:chgData name="Feist, Ella" userId="992bbaf2-811d-42cb-a4d6-e7fc45e325e8" providerId="ADAL" clId="{33802261-5852-4C28-9063-1ABE695AED22}" dt="2025-05-28T12:31:37.604" v="424" actId="790"/>
          <ac:spMkLst>
            <pc:docMk/>
            <pc:sldMk cId="1205406725" sldId="1373"/>
            <ac:spMk id="4" creationId="{307A8D78-10F2-7C4F-B968-5F0713477E20}"/>
          </ac:spMkLst>
        </pc:spChg>
        <pc:spChg chg="mod">
          <ac:chgData name="Feist, Ella" userId="992bbaf2-811d-42cb-a4d6-e7fc45e325e8" providerId="ADAL" clId="{33802261-5852-4C28-9063-1ABE695AED22}" dt="2025-05-28T12:31:37.604" v="424" actId="790"/>
          <ac:spMkLst>
            <pc:docMk/>
            <pc:sldMk cId="1205406725" sldId="1373"/>
            <ac:spMk id="5" creationId="{91A8ED3D-B755-43C9-BCB1-DCF495C0C9DB}"/>
          </ac:spMkLst>
        </pc:spChg>
        <pc:spChg chg="mod">
          <ac:chgData name="Feist, Ella" userId="992bbaf2-811d-42cb-a4d6-e7fc45e325e8" providerId="ADAL" clId="{33802261-5852-4C28-9063-1ABE695AED22}" dt="2025-05-28T12:31:37.604" v="424" actId="790"/>
          <ac:spMkLst>
            <pc:docMk/>
            <pc:sldMk cId="1205406725" sldId="1373"/>
            <ac:spMk id="7" creationId="{786DEBEF-450F-D1B8-C7F1-8E0A98B25643}"/>
          </ac:spMkLst>
        </pc:spChg>
      </pc:sldChg>
      <pc:sldChg chg="modSp mod">
        <pc:chgData name="Feist, Ella" userId="992bbaf2-811d-42cb-a4d6-e7fc45e325e8" providerId="ADAL" clId="{33802261-5852-4C28-9063-1ABE695AED22}" dt="2025-05-28T12:31:37.604" v="424" actId="790"/>
        <pc:sldMkLst>
          <pc:docMk/>
          <pc:sldMk cId="2420066786" sldId="1374"/>
        </pc:sldMkLst>
        <pc:spChg chg="mod">
          <ac:chgData name="Feist, Ella" userId="992bbaf2-811d-42cb-a4d6-e7fc45e325e8" providerId="ADAL" clId="{33802261-5852-4C28-9063-1ABE695AED22}" dt="2025-05-28T12:31:37.604" v="424" actId="790"/>
          <ac:spMkLst>
            <pc:docMk/>
            <pc:sldMk cId="2420066786" sldId="1374"/>
            <ac:spMk id="2" creationId="{A9A6FF77-D641-4417-92E7-11CC6238BF20}"/>
          </ac:spMkLst>
        </pc:spChg>
        <pc:spChg chg="mod">
          <ac:chgData name="Feist, Ella" userId="992bbaf2-811d-42cb-a4d6-e7fc45e325e8" providerId="ADAL" clId="{33802261-5852-4C28-9063-1ABE695AED22}" dt="2025-05-28T12:31:37.604" v="424" actId="790"/>
          <ac:spMkLst>
            <pc:docMk/>
            <pc:sldMk cId="2420066786" sldId="1374"/>
            <ac:spMk id="3" creationId="{E67F202E-16DC-D05E-D1B6-A5461A4B17CB}"/>
          </ac:spMkLst>
        </pc:spChg>
        <pc:spChg chg="mod">
          <ac:chgData name="Feist, Ella" userId="992bbaf2-811d-42cb-a4d6-e7fc45e325e8" providerId="ADAL" clId="{33802261-5852-4C28-9063-1ABE695AED22}" dt="2025-05-28T12:31:37.604" v="424" actId="790"/>
          <ac:spMkLst>
            <pc:docMk/>
            <pc:sldMk cId="2420066786" sldId="1374"/>
            <ac:spMk id="4" creationId="{8BF5F50A-6321-074F-02C4-A6D2686C9870}"/>
          </ac:spMkLst>
        </pc:spChg>
        <pc:spChg chg="mod">
          <ac:chgData name="Feist, Ella" userId="992bbaf2-811d-42cb-a4d6-e7fc45e325e8" providerId="ADAL" clId="{33802261-5852-4C28-9063-1ABE695AED22}" dt="2025-05-28T12:31:37.604" v="424" actId="790"/>
          <ac:spMkLst>
            <pc:docMk/>
            <pc:sldMk cId="2420066786" sldId="1374"/>
            <ac:spMk id="5" creationId="{91A8ED3D-B755-43C9-BCB1-DCF495C0C9DB}"/>
          </ac:spMkLst>
        </pc:spChg>
        <pc:spChg chg="mod">
          <ac:chgData name="Feist, Ella" userId="992bbaf2-811d-42cb-a4d6-e7fc45e325e8" providerId="ADAL" clId="{33802261-5852-4C28-9063-1ABE695AED22}" dt="2025-05-28T12:31:37.604" v="424" actId="790"/>
          <ac:spMkLst>
            <pc:docMk/>
            <pc:sldMk cId="2420066786" sldId="1374"/>
            <ac:spMk id="7" creationId="{786DEBEF-450F-D1B8-C7F1-8E0A98B25643}"/>
          </ac:spMkLst>
        </pc:spChg>
      </pc:sldChg>
      <pc:sldChg chg="modSp mod">
        <pc:chgData name="Feist, Ella" userId="992bbaf2-811d-42cb-a4d6-e7fc45e325e8" providerId="ADAL" clId="{33802261-5852-4C28-9063-1ABE695AED22}" dt="2025-05-28T12:31:37.604" v="424" actId="790"/>
        <pc:sldMkLst>
          <pc:docMk/>
          <pc:sldMk cId="1693002430" sldId="1375"/>
        </pc:sldMkLst>
        <pc:spChg chg="mod">
          <ac:chgData name="Feist, Ella" userId="992bbaf2-811d-42cb-a4d6-e7fc45e325e8" providerId="ADAL" clId="{33802261-5852-4C28-9063-1ABE695AED22}" dt="2025-05-28T12:31:37.604" v="424" actId="790"/>
          <ac:spMkLst>
            <pc:docMk/>
            <pc:sldMk cId="1693002430" sldId="1375"/>
            <ac:spMk id="2" creationId="{4E9BFF16-B602-A980-F03D-73F453A941C1}"/>
          </ac:spMkLst>
        </pc:spChg>
        <pc:spChg chg="mod">
          <ac:chgData name="Feist, Ella" userId="992bbaf2-811d-42cb-a4d6-e7fc45e325e8" providerId="ADAL" clId="{33802261-5852-4C28-9063-1ABE695AED22}" dt="2025-05-28T12:31:37.604" v="424" actId="790"/>
          <ac:spMkLst>
            <pc:docMk/>
            <pc:sldMk cId="1693002430" sldId="1375"/>
            <ac:spMk id="4" creationId="{9ED32BBC-8A3B-5FB1-DB0F-B65F461BDA2D}"/>
          </ac:spMkLst>
        </pc:spChg>
      </pc:sldChg>
      <pc:sldChg chg="modSp mod">
        <pc:chgData name="Feist, Ella" userId="992bbaf2-811d-42cb-a4d6-e7fc45e325e8" providerId="ADAL" clId="{33802261-5852-4C28-9063-1ABE695AED22}" dt="2025-05-28T12:31:37.604" v="424" actId="790"/>
        <pc:sldMkLst>
          <pc:docMk/>
          <pc:sldMk cId="2963516339" sldId="1376"/>
        </pc:sldMkLst>
        <pc:spChg chg="mod">
          <ac:chgData name="Feist, Ella" userId="992bbaf2-811d-42cb-a4d6-e7fc45e325e8" providerId="ADAL" clId="{33802261-5852-4C28-9063-1ABE695AED22}" dt="2025-05-28T12:31:37.604" v="424" actId="790"/>
          <ac:spMkLst>
            <pc:docMk/>
            <pc:sldMk cId="2963516339" sldId="1376"/>
            <ac:spMk id="2" creationId="{A9A6FF77-D641-4417-92E7-11CC6238BF20}"/>
          </ac:spMkLst>
        </pc:spChg>
        <pc:spChg chg="mod">
          <ac:chgData name="Feist, Ella" userId="992bbaf2-811d-42cb-a4d6-e7fc45e325e8" providerId="ADAL" clId="{33802261-5852-4C28-9063-1ABE695AED22}" dt="2025-05-28T12:31:37.604" v="424" actId="790"/>
          <ac:spMkLst>
            <pc:docMk/>
            <pc:sldMk cId="2963516339" sldId="1376"/>
            <ac:spMk id="3" creationId="{01C36D16-F280-FBBC-4DEC-624B220E30A5}"/>
          </ac:spMkLst>
        </pc:spChg>
        <pc:spChg chg="mod">
          <ac:chgData name="Feist, Ella" userId="992bbaf2-811d-42cb-a4d6-e7fc45e325e8" providerId="ADAL" clId="{33802261-5852-4C28-9063-1ABE695AED22}" dt="2025-05-28T12:31:37.604" v="424" actId="790"/>
          <ac:spMkLst>
            <pc:docMk/>
            <pc:sldMk cId="2963516339" sldId="1376"/>
            <ac:spMk id="5" creationId="{91A8ED3D-B755-43C9-BCB1-DCF495C0C9DB}"/>
          </ac:spMkLst>
        </pc:spChg>
      </pc:sldChg>
      <pc:sldChg chg="modSp mod">
        <pc:chgData name="Feist, Ella" userId="992bbaf2-811d-42cb-a4d6-e7fc45e325e8" providerId="ADAL" clId="{33802261-5852-4C28-9063-1ABE695AED22}" dt="2025-05-28T12:31:37.604" v="424" actId="790"/>
        <pc:sldMkLst>
          <pc:docMk/>
          <pc:sldMk cId="1275659898" sldId="1377"/>
        </pc:sldMkLst>
        <pc:spChg chg="mod">
          <ac:chgData name="Feist, Ella" userId="992bbaf2-811d-42cb-a4d6-e7fc45e325e8" providerId="ADAL" clId="{33802261-5852-4C28-9063-1ABE695AED22}" dt="2025-05-28T12:31:37.604" v="424" actId="790"/>
          <ac:spMkLst>
            <pc:docMk/>
            <pc:sldMk cId="1275659898" sldId="1377"/>
            <ac:spMk id="2" creationId="{A9A6FF77-D641-4417-92E7-11CC6238BF20}"/>
          </ac:spMkLst>
        </pc:spChg>
        <pc:spChg chg="mod">
          <ac:chgData name="Feist, Ella" userId="992bbaf2-811d-42cb-a4d6-e7fc45e325e8" providerId="ADAL" clId="{33802261-5852-4C28-9063-1ABE695AED22}" dt="2025-05-28T12:31:37.604" v="424" actId="790"/>
          <ac:spMkLst>
            <pc:docMk/>
            <pc:sldMk cId="1275659898" sldId="1377"/>
            <ac:spMk id="3" creationId="{A2CB6176-BE68-70AC-FCFD-DA50497BDFC6}"/>
          </ac:spMkLst>
        </pc:spChg>
        <pc:spChg chg="mod">
          <ac:chgData name="Feist, Ella" userId="992bbaf2-811d-42cb-a4d6-e7fc45e325e8" providerId="ADAL" clId="{33802261-5852-4C28-9063-1ABE695AED22}" dt="2025-05-28T12:31:37.604" v="424" actId="790"/>
          <ac:spMkLst>
            <pc:docMk/>
            <pc:sldMk cId="1275659898" sldId="1377"/>
            <ac:spMk id="5" creationId="{91A8ED3D-B755-43C9-BCB1-DCF495C0C9DB}"/>
          </ac:spMkLst>
        </pc:spChg>
        <pc:spChg chg="mod">
          <ac:chgData name="Feist, Ella" userId="992bbaf2-811d-42cb-a4d6-e7fc45e325e8" providerId="ADAL" clId="{33802261-5852-4C28-9063-1ABE695AED22}" dt="2025-05-28T12:31:37.604" v="424" actId="790"/>
          <ac:spMkLst>
            <pc:docMk/>
            <pc:sldMk cId="1275659898" sldId="1377"/>
            <ac:spMk id="7" creationId="{57FB28D0-A7A3-8783-93C8-8D6670CD0BCF}"/>
          </ac:spMkLst>
        </pc:spChg>
        <pc:graphicFrameChg chg="mod modGraphic">
          <ac:chgData name="Feist, Ella" userId="992bbaf2-811d-42cb-a4d6-e7fc45e325e8" providerId="ADAL" clId="{33802261-5852-4C28-9063-1ABE695AED22}" dt="2025-05-28T12:31:37.604" v="424" actId="790"/>
          <ac:graphicFrameMkLst>
            <pc:docMk/>
            <pc:sldMk cId="1275659898" sldId="1377"/>
            <ac:graphicFrameMk id="6" creationId="{F05AC884-A134-F10B-531F-42D6686FBB63}"/>
          </ac:graphicFrameMkLst>
        </pc:graphicFrameChg>
      </pc:sldChg>
      <pc:sldChg chg="modSp mod">
        <pc:chgData name="Feist, Ella" userId="992bbaf2-811d-42cb-a4d6-e7fc45e325e8" providerId="ADAL" clId="{33802261-5852-4C28-9063-1ABE695AED22}" dt="2025-05-28T12:31:37.604" v="424" actId="790"/>
        <pc:sldMkLst>
          <pc:docMk/>
          <pc:sldMk cId="742228458" sldId="1378"/>
        </pc:sldMkLst>
        <pc:spChg chg="mod">
          <ac:chgData name="Feist, Ella" userId="992bbaf2-811d-42cb-a4d6-e7fc45e325e8" providerId="ADAL" clId="{33802261-5852-4C28-9063-1ABE695AED22}" dt="2025-05-28T12:31:37.604" v="424" actId="790"/>
          <ac:spMkLst>
            <pc:docMk/>
            <pc:sldMk cId="742228458" sldId="1378"/>
            <ac:spMk id="2" creationId="{A9A6FF77-D641-4417-92E7-11CC6238BF20}"/>
          </ac:spMkLst>
        </pc:spChg>
        <pc:spChg chg="mod">
          <ac:chgData name="Feist, Ella" userId="992bbaf2-811d-42cb-a4d6-e7fc45e325e8" providerId="ADAL" clId="{33802261-5852-4C28-9063-1ABE695AED22}" dt="2025-05-28T12:31:37.604" v="424" actId="790"/>
          <ac:spMkLst>
            <pc:docMk/>
            <pc:sldMk cId="742228458" sldId="1378"/>
            <ac:spMk id="3" creationId="{6ABB71D1-3384-6FBD-B8D9-B111F906B06A}"/>
          </ac:spMkLst>
        </pc:spChg>
        <pc:spChg chg="mod">
          <ac:chgData name="Feist, Ella" userId="992bbaf2-811d-42cb-a4d6-e7fc45e325e8" providerId="ADAL" clId="{33802261-5852-4C28-9063-1ABE695AED22}" dt="2025-05-28T12:31:37.604" v="424" actId="790"/>
          <ac:spMkLst>
            <pc:docMk/>
            <pc:sldMk cId="742228458" sldId="1378"/>
            <ac:spMk id="4" creationId="{9067B328-4A33-8E51-CF64-7799DFA1AD25}"/>
          </ac:spMkLst>
        </pc:spChg>
        <pc:spChg chg="mod">
          <ac:chgData name="Feist, Ella" userId="992bbaf2-811d-42cb-a4d6-e7fc45e325e8" providerId="ADAL" clId="{33802261-5852-4C28-9063-1ABE695AED22}" dt="2025-05-28T12:31:37.604" v="424" actId="790"/>
          <ac:spMkLst>
            <pc:docMk/>
            <pc:sldMk cId="742228458" sldId="1378"/>
            <ac:spMk id="5" creationId="{91A8ED3D-B755-43C9-BCB1-DCF495C0C9DB}"/>
          </ac:spMkLst>
        </pc:spChg>
        <pc:spChg chg="mod">
          <ac:chgData name="Feist, Ella" userId="992bbaf2-811d-42cb-a4d6-e7fc45e325e8" providerId="ADAL" clId="{33802261-5852-4C28-9063-1ABE695AED22}" dt="2025-05-28T12:31:37.604" v="424" actId="790"/>
          <ac:spMkLst>
            <pc:docMk/>
            <pc:sldMk cId="742228458" sldId="1378"/>
            <ac:spMk id="7" creationId="{876AE57D-B7AB-2D1F-8316-ED549C756D4D}"/>
          </ac:spMkLst>
        </pc:spChg>
      </pc:sldChg>
      <pc:sldChg chg="modSp mod">
        <pc:chgData name="Feist, Ella" userId="992bbaf2-811d-42cb-a4d6-e7fc45e325e8" providerId="ADAL" clId="{33802261-5852-4C28-9063-1ABE695AED22}" dt="2025-05-28T12:31:37.604" v="424" actId="790"/>
        <pc:sldMkLst>
          <pc:docMk/>
          <pc:sldMk cId="248228759" sldId="1379"/>
        </pc:sldMkLst>
        <pc:spChg chg="mod">
          <ac:chgData name="Feist, Ella" userId="992bbaf2-811d-42cb-a4d6-e7fc45e325e8" providerId="ADAL" clId="{33802261-5852-4C28-9063-1ABE695AED22}" dt="2025-05-28T12:31:37.604" v="424" actId="790"/>
          <ac:spMkLst>
            <pc:docMk/>
            <pc:sldMk cId="248228759" sldId="1379"/>
            <ac:spMk id="2" creationId="{0EADE2F2-4B2C-FD3C-8307-AC4CC7E22379}"/>
          </ac:spMkLst>
        </pc:spChg>
        <pc:spChg chg="mod">
          <ac:chgData name="Feist, Ella" userId="992bbaf2-811d-42cb-a4d6-e7fc45e325e8" providerId="ADAL" clId="{33802261-5852-4C28-9063-1ABE695AED22}" dt="2025-05-28T12:31:37.604" v="424" actId="790"/>
          <ac:spMkLst>
            <pc:docMk/>
            <pc:sldMk cId="248228759" sldId="1379"/>
            <ac:spMk id="4" creationId="{9ED32BBC-8A3B-5FB1-DB0F-B65F461BDA2D}"/>
          </ac:spMkLst>
        </pc:spChg>
      </pc:sldChg>
      <pc:sldChg chg="modSp mod">
        <pc:chgData name="Feist, Ella" userId="992bbaf2-811d-42cb-a4d6-e7fc45e325e8" providerId="ADAL" clId="{33802261-5852-4C28-9063-1ABE695AED22}" dt="2025-05-28T12:31:37.604" v="424" actId="790"/>
        <pc:sldMkLst>
          <pc:docMk/>
          <pc:sldMk cId="1440400611" sldId="1380"/>
        </pc:sldMkLst>
        <pc:spChg chg="mod">
          <ac:chgData name="Feist, Ella" userId="992bbaf2-811d-42cb-a4d6-e7fc45e325e8" providerId="ADAL" clId="{33802261-5852-4C28-9063-1ABE695AED22}" dt="2025-05-28T12:31:37.604" v="424" actId="790"/>
          <ac:spMkLst>
            <pc:docMk/>
            <pc:sldMk cId="1440400611" sldId="1380"/>
            <ac:spMk id="2" creationId="{A9A6FF77-D641-4417-92E7-11CC6238BF20}"/>
          </ac:spMkLst>
        </pc:spChg>
        <pc:spChg chg="mod">
          <ac:chgData name="Feist, Ella" userId="992bbaf2-811d-42cb-a4d6-e7fc45e325e8" providerId="ADAL" clId="{33802261-5852-4C28-9063-1ABE695AED22}" dt="2025-05-28T12:31:37.604" v="424" actId="790"/>
          <ac:spMkLst>
            <pc:docMk/>
            <pc:sldMk cId="1440400611" sldId="1380"/>
            <ac:spMk id="3" creationId="{D1D36022-2EF7-A3B3-45CE-8F70DADFE827}"/>
          </ac:spMkLst>
        </pc:spChg>
        <pc:spChg chg="mod">
          <ac:chgData name="Feist, Ella" userId="992bbaf2-811d-42cb-a4d6-e7fc45e325e8" providerId="ADAL" clId="{33802261-5852-4C28-9063-1ABE695AED22}" dt="2025-05-28T12:31:37.604" v="424" actId="790"/>
          <ac:spMkLst>
            <pc:docMk/>
            <pc:sldMk cId="1440400611" sldId="1380"/>
            <ac:spMk id="5" creationId="{91A8ED3D-B755-43C9-BCB1-DCF495C0C9DB}"/>
          </ac:spMkLst>
        </pc:spChg>
        <pc:graphicFrameChg chg="mod modGraphic">
          <ac:chgData name="Feist, Ella" userId="992bbaf2-811d-42cb-a4d6-e7fc45e325e8" providerId="ADAL" clId="{33802261-5852-4C28-9063-1ABE695AED22}" dt="2025-05-28T12:31:37.604" v="424" actId="790"/>
          <ac:graphicFrameMkLst>
            <pc:docMk/>
            <pc:sldMk cId="1440400611" sldId="1380"/>
            <ac:graphicFrameMk id="6" creationId="{71CD2C96-5299-4EE8-DE8D-0834A084B49D}"/>
          </ac:graphicFrameMkLst>
        </pc:graphicFrameChg>
      </pc:sldChg>
      <pc:sldChg chg="modSp mod">
        <pc:chgData name="Feist, Ella" userId="992bbaf2-811d-42cb-a4d6-e7fc45e325e8" providerId="ADAL" clId="{33802261-5852-4C28-9063-1ABE695AED22}" dt="2025-05-28T12:31:37.604" v="424" actId="790"/>
        <pc:sldMkLst>
          <pc:docMk/>
          <pc:sldMk cId="4030854950" sldId="1381"/>
        </pc:sldMkLst>
        <pc:spChg chg="mod">
          <ac:chgData name="Feist, Ella" userId="992bbaf2-811d-42cb-a4d6-e7fc45e325e8" providerId="ADAL" clId="{33802261-5852-4C28-9063-1ABE695AED22}" dt="2025-05-28T12:31:37.604" v="424" actId="790"/>
          <ac:spMkLst>
            <pc:docMk/>
            <pc:sldMk cId="4030854950" sldId="1381"/>
            <ac:spMk id="2" creationId="{A9A6FF77-D641-4417-92E7-11CC6238BF20}"/>
          </ac:spMkLst>
        </pc:spChg>
        <pc:spChg chg="mod">
          <ac:chgData name="Feist, Ella" userId="992bbaf2-811d-42cb-a4d6-e7fc45e325e8" providerId="ADAL" clId="{33802261-5852-4C28-9063-1ABE695AED22}" dt="2025-05-28T12:31:37.604" v="424" actId="790"/>
          <ac:spMkLst>
            <pc:docMk/>
            <pc:sldMk cId="4030854950" sldId="1381"/>
            <ac:spMk id="3" creationId="{8DF60D91-BC61-18CE-8D61-770BB2F16928}"/>
          </ac:spMkLst>
        </pc:spChg>
        <pc:spChg chg="mod">
          <ac:chgData name="Feist, Ella" userId="992bbaf2-811d-42cb-a4d6-e7fc45e325e8" providerId="ADAL" clId="{33802261-5852-4C28-9063-1ABE695AED22}" dt="2025-05-28T12:31:37.604" v="424" actId="790"/>
          <ac:spMkLst>
            <pc:docMk/>
            <pc:sldMk cId="4030854950" sldId="1381"/>
            <ac:spMk id="4" creationId="{C5F40765-03EA-8C50-1B09-B463A64926D8}"/>
          </ac:spMkLst>
        </pc:spChg>
        <pc:spChg chg="mod">
          <ac:chgData name="Feist, Ella" userId="992bbaf2-811d-42cb-a4d6-e7fc45e325e8" providerId="ADAL" clId="{33802261-5852-4C28-9063-1ABE695AED22}" dt="2025-05-28T12:31:37.604" v="424" actId="790"/>
          <ac:spMkLst>
            <pc:docMk/>
            <pc:sldMk cId="4030854950" sldId="1381"/>
            <ac:spMk id="5" creationId="{91A8ED3D-B755-43C9-BCB1-DCF495C0C9DB}"/>
          </ac:spMkLst>
        </pc:spChg>
      </pc:sldChg>
      <pc:sldChg chg="modSp mod">
        <pc:chgData name="Feist, Ella" userId="992bbaf2-811d-42cb-a4d6-e7fc45e325e8" providerId="ADAL" clId="{33802261-5852-4C28-9063-1ABE695AED22}" dt="2025-05-28T12:31:37.604" v="424" actId="790"/>
        <pc:sldMkLst>
          <pc:docMk/>
          <pc:sldMk cId="3758568016" sldId="1382"/>
        </pc:sldMkLst>
        <pc:spChg chg="mod">
          <ac:chgData name="Feist, Ella" userId="992bbaf2-811d-42cb-a4d6-e7fc45e325e8" providerId="ADAL" clId="{33802261-5852-4C28-9063-1ABE695AED22}" dt="2025-05-28T12:31:37.604" v="424" actId="790"/>
          <ac:spMkLst>
            <pc:docMk/>
            <pc:sldMk cId="3758568016" sldId="1382"/>
            <ac:spMk id="2" creationId="{5A2CA71F-2FBF-E557-1001-04D8DBADBC58}"/>
          </ac:spMkLst>
        </pc:spChg>
        <pc:spChg chg="mod">
          <ac:chgData name="Feist, Ella" userId="992bbaf2-811d-42cb-a4d6-e7fc45e325e8" providerId="ADAL" clId="{33802261-5852-4C28-9063-1ABE695AED22}" dt="2025-05-28T12:31:37.604" v="424" actId="790"/>
          <ac:spMkLst>
            <pc:docMk/>
            <pc:sldMk cId="3758568016" sldId="1382"/>
            <ac:spMk id="4" creationId="{9ED32BBC-8A3B-5FB1-DB0F-B65F461BDA2D}"/>
          </ac:spMkLst>
        </pc:spChg>
      </pc:sldChg>
      <pc:sldChg chg="modSp mod">
        <pc:chgData name="Feist, Ella" userId="992bbaf2-811d-42cb-a4d6-e7fc45e325e8" providerId="ADAL" clId="{33802261-5852-4C28-9063-1ABE695AED22}" dt="2025-05-28T12:31:37.604" v="424" actId="790"/>
        <pc:sldMkLst>
          <pc:docMk/>
          <pc:sldMk cId="4068943751" sldId="1383"/>
        </pc:sldMkLst>
        <pc:spChg chg="mod">
          <ac:chgData name="Feist, Ella" userId="992bbaf2-811d-42cb-a4d6-e7fc45e325e8" providerId="ADAL" clId="{33802261-5852-4C28-9063-1ABE695AED22}" dt="2025-05-28T12:31:37.604" v="424" actId="790"/>
          <ac:spMkLst>
            <pc:docMk/>
            <pc:sldMk cId="4068943751" sldId="1383"/>
            <ac:spMk id="2" creationId="{A9A6FF77-D641-4417-92E7-11CC6238BF20}"/>
          </ac:spMkLst>
        </pc:spChg>
        <pc:spChg chg="mod">
          <ac:chgData name="Feist, Ella" userId="992bbaf2-811d-42cb-a4d6-e7fc45e325e8" providerId="ADAL" clId="{33802261-5852-4C28-9063-1ABE695AED22}" dt="2025-05-28T12:31:37.604" v="424" actId="790"/>
          <ac:spMkLst>
            <pc:docMk/>
            <pc:sldMk cId="4068943751" sldId="1383"/>
            <ac:spMk id="3" creationId="{47A54691-9EBA-BF13-A094-383BB435E210}"/>
          </ac:spMkLst>
        </pc:spChg>
        <pc:spChg chg="mod">
          <ac:chgData name="Feist, Ella" userId="992bbaf2-811d-42cb-a4d6-e7fc45e325e8" providerId="ADAL" clId="{33802261-5852-4C28-9063-1ABE695AED22}" dt="2025-05-28T12:31:37.604" v="424" actId="790"/>
          <ac:spMkLst>
            <pc:docMk/>
            <pc:sldMk cId="4068943751" sldId="1383"/>
            <ac:spMk id="4" creationId="{FF32B24E-0FD7-C0E2-1AA7-1FF97AC82C37}"/>
          </ac:spMkLst>
        </pc:spChg>
        <pc:spChg chg="mod">
          <ac:chgData name="Feist, Ella" userId="992bbaf2-811d-42cb-a4d6-e7fc45e325e8" providerId="ADAL" clId="{33802261-5852-4C28-9063-1ABE695AED22}" dt="2025-05-28T12:31:37.604" v="424" actId="790"/>
          <ac:spMkLst>
            <pc:docMk/>
            <pc:sldMk cId="4068943751" sldId="1383"/>
            <ac:spMk id="5" creationId="{91A8ED3D-B755-43C9-BCB1-DCF495C0C9DB}"/>
          </ac:spMkLst>
        </pc:spChg>
        <pc:spChg chg="mod">
          <ac:chgData name="Feist, Ella" userId="992bbaf2-811d-42cb-a4d6-e7fc45e325e8" providerId="ADAL" clId="{33802261-5852-4C28-9063-1ABE695AED22}" dt="2025-05-28T12:31:37.604" v="424" actId="790"/>
          <ac:spMkLst>
            <pc:docMk/>
            <pc:sldMk cId="4068943751" sldId="1383"/>
            <ac:spMk id="7" creationId="{5F837E82-6D21-26CB-619F-445FACB49E7D}"/>
          </ac:spMkLst>
        </pc:spChg>
        <pc:spChg chg="mod">
          <ac:chgData name="Feist, Ella" userId="992bbaf2-811d-42cb-a4d6-e7fc45e325e8" providerId="ADAL" clId="{33802261-5852-4C28-9063-1ABE695AED22}" dt="2025-05-28T12:31:37.604" v="424" actId="790"/>
          <ac:spMkLst>
            <pc:docMk/>
            <pc:sldMk cId="4068943751" sldId="1383"/>
            <ac:spMk id="8" creationId="{B3438DDC-A387-8C74-9B7E-767100A237AB}"/>
          </ac:spMkLst>
        </pc:spChg>
        <pc:spChg chg="mod">
          <ac:chgData name="Feist, Ella" userId="992bbaf2-811d-42cb-a4d6-e7fc45e325e8" providerId="ADAL" clId="{33802261-5852-4C28-9063-1ABE695AED22}" dt="2025-05-28T12:31:37.604" v="424" actId="790"/>
          <ac:spMkLst>
            <pc:docMk/>
            <pc:sldMk cId="4068943751" sldId="1383"/>
            <ac:spMk id="9" creationId="{2705A14D-3EF5-6C05-4F2E-38F2B12CCACB}"/>
          </ac:spMkLst>
        </pc:spChg>
      </pc:sldChg>
      <pc:sldChg chg="modSp mod">
        <pc:chgData name="Feist, Ella" userId="992bbaf2-811d-42cb-a4d6-e7fc45e325e8" providerId="ADAL" clId="{33802261-5852-4C28-9063-1ABE695AED22}" dt="2025-05-28T12:31:37.604" v="424" actId="790"/>
        <pc:sldMkLst>
          <pc:docMk/>
          <pc:sldMk cId="3382356599" sldId="1384"/>
        </pc:sldMkLst>
        <pc:spChg chg="mod">
          <ac:chgData name="Feist, Ella" userId="992bbaf2-811d-42cb-a4d6-e7fc45e325e8" providerId="ADAL" clId="{33802261-5852-4C28-9063-1ABE695AED22}" dt="2025-05-28T12:31:37.604" v="424" actId="790"/>
          <ac:spMkLst>
            <pc:docMk/>
            <pc:sldMk cId="3382356599" sldId="1384"/>
            <ac:spMk id="2" creationId="{649E47BF-BC3C-206B-A5E6-7049F26F059E}"/>
          </ac:spMkLst>
        </pc:spChg>
        <pc:spChg chg="mod">
          <ac:chgData name="Feist, Ella" userId="992bbaf2-811d-42cb-a4d6-e7fc45e325e8" providerId="ADAL" clId="{33802261-5852-4C28-9063-1ABE695AED22}" dt="2025-05-28T12:31:37.604" v="424" actId="790"/>
          <ac:spMkLst>
            <pc:docMk/>
            <pc:sldMk cId="3382356599" sldId="1384"/>
            <ac:spMk id="4" creationId="{9ED32BBC-8A3B-5FB1-DB0F-B65F461BDA2D}"/>
          </ac:spMkLst>
        </pc:spChg>
      </pc:sldChg>
      <pc:sldChg chg="addSp delSp modSp mod chgLayout">
        <pc:chgData name="Feist, Ella" userId="992bbaf2-811d-42cb-a4d6-e7fc45e325e8" providerId="ADAL" clId="{33802261-5852-4C28-9063-1ABE695AED22}" dt="2025-05-28T12:31:37.604" v="424" actId="790"/>
        <pc:sldMkLst>
          <pc:docMk/>
          <pc:sldMk cId="3388298166" sldId="1385"/>
        </pc:sldMkLst>
        <pc:spChg chg="mod ord">
          <ac:chgData name="Feist, Ella" userId="992bbaf2-811d-42cb-a4d6-e7fc45e325e8" providerId="ADAL" clId="{33802261-5852-4C28-9063-1ABE695AED22}" dt="2025-05-28T12:31:37.604" v="424" actId="790"/>
          <ac:spMkLst>
            <pc:docMk/>
            <pc:sldMk cId="3388298166" sldId="1385"/>
            <ac:spMk id="2" creationId="{A9A6FF77-D641-4417-92E7-11CC6238BF20}"/>
          </ac:spMkLst>
        </pc:spChg>
        <pc:spChg chg="mod ord">
          <ac:chgData name="Feist, Ella" userId="992bbaf2-811d-42cb-a4d6-e7fc45e325e8" providerId="ADAL" clId="{33802261-5852-4C28-9063-1ABE695AED22}" dt="2025-05-28T12:31:37.604" v="424" actId="790"/>
          <ac:spMkLst>
            <pc:docMk/>
            <pc:sldMk cId="3388298166" sldId="1385"/>
            <ac:spMk id="3" creationId="{4F2E2DD1-EDAF-4427-2986-60400C7CDE87}"/>
          </ac:spMkLst>
        </pc:spChg>
        <pc:spChg chg="mod">
          <ac:chgData name="Feist, Ella" userId="992bbaf2-811d-42cb-a4d6-e7fc45e325e8" providerId="ADAL" clId="{33802261-5852-4C28-9063-1ABE695AED22}" dt="2025-05-28T12:31:37.604" v="424" actId="790"/>
          <ac:spMkLst>
            <pc:docMk/>
            <pc:sldMk cId="3388298166" sldId="1385"/>
            <ac:spMk id="4" creationId="{5D02B93C-7B08-E8DB-86C5-7A4133C8034A}"/>
          </ac:spMkLst>
        </pc:spChg>
        <pc:spChg chg="mod ord">
          <ac:chgData name="Feist, Ella" userId="992bbaf2-811d-42cb-a4d6-e7fc45e325e8" providerId="ADAL" clId="{33802261-5852-4C28-9063-1ABE695AED22}" dt="2025-05-28T12:31:37.604" v="424" actId="790"/>
          <ac:spMkLst>
            <pc:docMk/>
            <pc:sldMk cId="3388298166" sldId="1385"/>
            <ac:spMk id="5" creationId="{91A8ED3D-B755-43C9-BCB1-DCF495C0C9DB}"/>
          </ac:spMkLst>
        </pc:spChg>
      </pc:sldChg>
      <pc:sldChg chg="addSp delSp modSp mod chgLayout">
        <pc:chgData name="Feist, Ella" userId="992bbaf2-811d-42cb-a4d6-e7fc45e325e8" providerId="ADAL" clId="{33802261-5852-4C28-9063-1ABE695AED22}" dt="2025-05-28T12:31:37.604" v="424" actId="790"/>
        <pc:sldMkLst>
          <pc:docMk/>
          <pc:sldMk cId="574386959" sldId="1386"/>
        </pc:sldMkLst>
        <pc:spChg chg="mod ord">
          <ac:chgData name="Feist, Ella" userId="992bbaf2-811d-42cb-a4d6-e7fc45e325e8" providerId="ADAL" clId="{33802261-5852-4C28-9063-1ABE695AED22}" dt="2025-05-28T12:31:37.604" v="424" actId="790"/>
          <ac:spMkLst>
            <pc:docMk/>
            <pc:sldMk cId="574386959" sldId="1386"/>
            <ac:spMk id="2" creationId="{A9A6FF77-D641-4417-92E7-11CC6238BF20}"/>
          </ac:spMkLst>
        </pc:spChg>
        <pc:spChg chg="mod ord">
          <ac:chgData name="Feist, Ella" userId="992bbaf2-811d-42cb-a4d6-e7fc45e325e8" providerId="ADAL" clId="{33802261-5852-4C28-9063-1ABE695AED22}" dt="2025-05-28T12:31:37.604" v="424" actId="790"/>
          <ac:spMkLst>
            <pc:docMk/>
            <pc:sldMk cId="574386959" sldId="1386"/>
            <ac:spMk id="3" creationId="{3027D23A-B661-C95A-FFFC-18421373A5DD}"/>
          </ac:spMkLst>
        </pc:spChg>
        <pc:graphicFrameChg chg="add mod modGraphic">
          <ac:chgData name="Feist, Ella" userId="992bbaf2-811d-42cb-a4d6-e7fc45e325e8" providerId="ADAL" clId="{33802261-5852-4C28-9063-1ABE695AED22}" dt="2025-05-28T12:31:37.604" v="424" actId="790"/>
          <ac:graphicFrameMkLst>
            <pc:docMk/>
            <pc:sldMk cId="574386959" sldId="1386"/>
            <ac:graphicFrameMk id="9" creationId="{7CE16E7D-F413-793A-64D0-7659BA8A3028}"/>
          </ac:graphicFrameMkLst>
        </pc:graphicFrameChg>
      </pc:sldChg>
      <pc:sldChg chg="modSp mod">
        <pc:chgData name="Feist, Ella" userId="992bbaf2-811d-42cb-a4d6-e7fc45e325e8" providerId="ADAL" clId="{33802261-5852-4C28-9063-1ABE695AED22}" dt="2025-05-28T12:31:37.604" v="424" actId="790"/>
        <pc:sldMkLst>
          <pc:docMk/>
          <pc:sldMk cId="3853117997" sldId="1387"/>
        </pc:sldMkLst>
        <pc:spChg chg="mod">
          <ac:chgData name="Feist, Ella" userId="992bbaf2-811d-42cb-a4d6-e7fc45e325e8" providerId="ADAL" clId="{33802261-5852-4C28-9063-1ABE695AED22}" dt="2025-05-28T12:31:37.604" v="424" actId="790"/>
          <ac:spMkLst>
            <pc:docMk/>
            <pc:sldMk cId="3853117997" sldId="1387"/>
            <ac:spMk id="2" creationId="{6BFC4472-BE3A-233D-2909-BB6E6C5ADAC1}"/>
          </ac:spMkLst>
        </pc:spChg>
        <pc:spChg chg="mod">
          <ac:chgData name="Feist, Ella" userId="992bbaf2-811d-42cb-a4d6-e7fc45e325e8" providerId="ADAL" clId="{33802261-5852-4C28-9063-1ABE695AED22}" dt="2025-05-28T12:31:37.604" v="424" actId="790"/>
          <ac:spMkLst>
            <pc:docMk/>
            <pc:sldMk cId="3853117997" sldId="1387"/>
            <ac:spMk id="4" creationId="{9ED32BBC-8A3B-5FB1-DB0F-B65F461BDA2D}"/>
          </ac:spMkLst>
        </pc:spChg>
      </pc:sldChg>
      <pc:sldChg chg="modSp mod">
        <pc:chgData name="Feist, Ella" userId="992bbaf2-811d-42cb-a4d6-e7fc45e325e8" providerId="ADAL" clId="{33802261-5852-4C28-9063-1ABE695AED22}" dt="2025-05-28T12:31:37.604" v="424" actId="790"/>
        <pc:sldMkLst>
          <pc:docMk/>
          <pc:sldMk cId="1370332905" sldId="1388"/>
        </pc:sldMkLst>
        <pc:spChg chg="mod">
          <ac:chgData name="Feist, Ella" userId="992bbaf2-811d-42cb-a4d6-e7fc45e325e8" providerId="ADAL" clId="{33802261-5852-4C28-9063-1ABE695AED22}" dt="2025-05-28T12:31:37.604" v="424" actId="790"/>
          <ac:spMkLst>
            <pc:docMk/>
            <pc:sldMk cId="1370332905" sldId="1388"/>
            <ac:spMk id="2" creationId="{A9A6FF77-D641-4417-92E7-11CC6238BF20}"/>
          </ac:spMkLst>
        </pc:spChg>
        <pc:spChg chg="mod">
          <ac:chgData name="Feist, Ella" userId="992bbaf2-811d-42cb-a4d6-e7fc45e325e8" providerId="ADAL" clId="{33802261-5852-4C28-9063-1ABE695AED22}" dt="2025-05-28T12:31:37.604" v="424" actId="790"/>
          <ac:spMkLst>
            <pc:docMk/>
            <pc:sldMk cId="1370332905" sldId="1388"/>
            <ac:spMk id="3" creationId="{855A20A9-A416-83A4-5822-9FF5634727B1}"/>
          </ac:spMkLst>
        </pc:spChg>
        <pc:spChg chg="mod">
          <ac:chgData name="Feist, Ella" userId="992bbaf2-811d-42cb-a4d6-e7fc45e325e8" providerId="ADAL" clId="{33802261-5852-4C28-9063-1ABE695AED22}" dt="2025-05-28T12:31:37.604" v="424" actId="790"/>
          <ac:spMkLst>
            <pc:docMk/>
            <pc:sldMk cId="1370332905" sldId="1388"/>
            <ac:spMk id="4" creationId="{E632688B-7A2B-02DA-29C0-D2409E9699AA}"/>
          </ac:spMkLst>
        </pc:spChg>
        <pc:spChg chg="mod">
          <ac:chgData name="Feist, Ella" userId="992bbaf2-811d-42cb-a4d6-e7fc45e325e8" providerId="ADAL" clId="{33802261-5852-4C28-9063-1ABE695AED22}" dt="2025-05-28T12:31:37.604" v="424" actId="790"/>
          <ac:spMkLst>
            <pc:docMk/>
            <pc:sldMk cId="1370332905" sldId="1388"/>
            <ac:spMk id="5" creationId="{91A8ED3D-B755-43C9-BCB1-DCF495C0C9DB}"/>
          </ac:spMkLst>
        </pc:spChg>
        <pc:spChg chg="mod">
          <ac:chgData name="Feist, Ella" userId="992bbaf2-811d-42cb-a4d6-e7fc45e325e8" providerId="ADAL" clId="{33802261-5852-4C28-9063-1ABE695AED22}" dt="2025-05-28T12:31:37.604" v="424" actId="790"/>
          <ac:spMkLst>
            <pc:docMk/>
            <pc:sldMk cId="1370332905" sldId="1388"/>
            <ac:spMk id="7" creationId="{E711B0AD-FE1A-4B9B-B1BA-DB52459F87B3}"/>
          </ac:spMkLst>
        </pc:spChg>
      </pc:sldChg>
      <pc:sldChg chg="modSp mod modClrScheme chgLayout">
        <pc:chgData name="Feist, Ella" userId="992bbaf2-811d-42cb-a4d6-e7fc45e325e8" providerId="ADAL" clId="{33802261-5852-4C28-9063-1ABE695AED22}" dt="2025-05-28T12:31:37.604" v="424" actId="790"/>
        <pc:sldMkLst>
          <pc:docMk/>
          <pc:sldMk cId="2994913550" sldId="1389"/>
        </pc:sldMkLst>
        <pc:spChg chg="mod ord">
          <ac:chgData name="Feist, Ella" userId="992bbaf2-811d-42cb-a4d6-e7fc45e325e8" providerId="ADAL" clId="{33802261-5852-4C28-9063-1ABE695AED22}" dt="2025-05-28T12:31:37.604" v="424" actId="790"/>
          <ac:spMkLst>
            <pc:docMk/>
            <pc:sldMk cId="2994913550" sldId="1389"/>
            <ac:spMk id="2" creationId="{A9A6FF77-D641-4417-92E7-11CC6238BF20}"/>
          </ac:spMkLst>
        </pc:spChg>
        <pc:spChg chg="mod ord">
          <ac:chgData name="Feist, Ella" userId="992bbaf2-811d-42cb-a4d6-e7fc45e325e8" providerId="ADAL" clId="{33802261-5852-4C28-9063-1ABE695AED22}" dt="2025-05-28T12:31:37.604" v="424" actId="790"/>
          <ac:spMkLst>
            <pc:docMk/>
            <pc:sldMk cId="2994913550" sldId="1389"/>
            <ac:spMk id="3" creationId="{DD7E8287-D6AC-C749-1994-8EE430E20934}"/>
          </ac:spMkLst>
        </pc:spChg>
        <pc:spChg chg="mod ord">
          <ac:chgData name="Feist, Ella" userId="992bbaf2-811d-42cb-a4d6-e7fc45e325e8" providerId="ADAL" clId="{33802261-5852-4C28-9063-1ABE695AED22}" dt="2025-05-28T12:31:37.604" v="424" actId="790"/>
          <ac:spMkLst>
            <pc:docMk/>
            <pc:sldMk cId="2994913550" sldId="1389"/>
            <ac:spMk id="5" creationId="{91A8ED3D-B755-43C9-BCB1-DCF495C0C9DB}"/>
          </ac:spMkLst>
        </pc:spChg>
      </pc:sldChg>
      <pc:sldChg chg="modSp mod">
        <pc:chgData name="Feist, Ella" userId="992bbaf2-811d-42cb-a4d6-e7fc45e325e8" providerId="ADAL" clId="{33802261-5852-4C28-9063-1ABE695AED22}" dt="2025-05-28T12:31:37.604" v="424" actId="790"/>
        <pc:sldMkLst>
          <pc:docMk/>
          <pc:sldMk cId="3228862189" sldId="1390"/>
        </pc:sldMkLst>
        <pc:spChg chg="mod">
          <ac:chgData name="Feist, Ella" userId="992bbaf2-811d-42cb-a4d6-e7fc45e325e8" providerId="ADAL" clId="{33802261-5852-4C28-9063-1ABE695AED22}" dt="2025-05-28T12:31:37.604" v="424" actId="790"/>
          <ac:spMkLst>
            <pc:docMk/>
            <pc:sldMk cId="3228862189" sldId="1390"/>
            <ac:spMk id="2" creationId="{A9A6FF77-D641-4417-92E7-11CC6238BF20}"/>
          </ac:spMkLst>
        </pc:spChg>
        <pc:spChg chg="mod">
          <ac:chgData name="Feist, Ella" userId="992bbaf2-811d-42cb-a4d6-e7fc45e325e8" providerId="ADAL" clId="{33802261-5852-4C28-9063-1ABE695AED22}" dt="2025-05-28T12:31:37.604" v="424" actId="790"/>
          <ac:spMkLst>
            <pc:docMk/>
            <pc:sldMk cId="3228862189" sldId="1390"/>
            <ac:spMk id="3" creationId="{51A9FC0C-9B82-BFC5-C9EE-97A09EF7B1DF}"/>
          </ac:spMkLst>
        </pc:spChg>
        <pc:spChg chg="mod">
          <ac:chgData name="Feist, Ella" userId="992bbaf2-811d-42cb-a4d6-e7fc45e325e8" providerId="ADAL" clId="{33802261-5852-4C28-9063-1ABE695AED22}" dt="2025-05-28T12:31:37.604" v="424" actId="790"/>
          <ac:spMkLst>
            <pc:docMk/>
            <pc:sldMk cId="3228862189" sldId="1390"/>
            <ac:spMk id="4" creationId="{EE0E6A63-B1D6-481C-837A-70D688245F6D}"/>
          </ac:spMkLst>
        </pc:spChg>
        <pc:spChg chg="mod">
          <ac:chgData name="Feist, Ella" userId="992bbaf2-811d-42cb-a4d6-e7fc45e325e8" providerId="ADAL" clId="{33802261-5852-4C28-9063-1ABE695AED22}" dt="2025-05-28T12:31:37.604" v="424" actId="790"/>
          <ac:spMkLst>
            <pc:docMk/>
            <pc:sldMk cId="3228862189" sldId="1390"/>
            <ac:spMk id="5" creationId="{91A8ED3D-B755-43C9-BCB1-DCF495C0C9DB}"/>
          </ac:spMkLst>
        </pc:spChg>
        <pc:spChg chg="mod">
          <ac:chgData name="Feist, Ella" userId="992bbaf2-811d-42cb-a4d6-e7fc45e325e8" providerId="ADAL" clId="{33802261-5852-4C28-9063-1ABE695AED22}" dt="2025-05-28T12:31:37.604" v="424" actId="790"/>
          <ac:spMkLst>
            <pc:docMk/>
            <pc:sldMk cId="3228862189" sldId="1390"/>
            <ac:spMk id="7" creationId="{8BE0A43C-2121-916A-288D-8078165642E2}"/>
          </ac:spMkLst>
        </pc:spChg>
      </pc:sldChg>
      <pc:sldChg chg="modSp mod">
        <pc:chgData name="Feist, Ella" userId="992bbaf2-811d-42cb-a4d6-e7fc45e325e8" providerId="ADAL" clId="{33802261-5852-4C28-9063-1ABE695AED22}" dt="2025-05-28T12:31:37.604" v="424" actId="790"/>
        <pc:sldMkLst>
          <pc:docMk/>
          <pc:sldMk cId="3393849202" sldId="1391"/>
        </pc:sldMkLst>
        <pc:spChg chg="mod">
          <ac:chgData name="Feist, Ella" userId="992bbaf2-811d-42cb-a4d6-e7fc45e325e8" providerId="ADAL" clId="{33802261-5852-4C28-9063-1ABE695AED22}" dt="2025-05-28T12:31:37.604" v="424" actId="790"/>
          <ac:spMkLst>
            <pc:docMk/>
            <pc:sldMk cId="3393849202" sldId="1391"/>
            <ac:spMk id="2" creationId="{A9A6FF77-D641-4417-92E7-11CC6238BF20}"/>
          </ac:spMkLst>
        </pc:spChg>
        <pc:spChg chg="mod">
          <ac:chgData name="Feist, Ella" userId="992bbaf2-811d-42cb-a4d6-e7fc45e325e8" providerId="ADAL" clId="{33802261-5852-4C28-9063-1ABE695AED22}" dt="2025-05-28T12:31:37.604" v="424" actId="790"/>
          <ac:spMkLst>
            <pc:docMk/>
            <pc:sldMk cId="3393849202" sldId="1391"/>
            <ac:spMk id="3" creationId="{1D0EB1B9-974A-6BAF-F230-83624F89B870}"/>
          </ac:spMkLst>
        </pc:spChg>
        <pc:spChg chg="mod">
          <ac:chgData name="Feist, Ella" userId="992bbaf2-811d-42cb-a4d6-e7fc45e325e8" providerId="ADAL" clId="{33802261-5852-4C28-9063-1ABE695AED22}" dt="2025-05-28T12:31:37.604" v="424" actId="790"/>
          <ac:spMkLst>
            <pc:docMk/>
            <pc:sldMk cId="3393849202" sldId="1391"/>
            <ac:spMk id="4" creationId="{F5EA46FD-FD28-F22E-BAA8-61BE52CDE668}"/>
          </ac:spMkLst>
        </pc:spChg>
        <pc:spChg chg="mod">
          <ac:chgData name="Feist, Ella" userId="992bbaf2-811d-42cb-a4d6-e7fc45e325e8" providerId="ADAL" clId="{33802261-5852-4C28-9063-1ABE695AED22}" dt="2025-05-28T12:31:37.604" v="424" actId="790"/>
          <ac:spMkLst>
            <pc:docMk/>
            <pc:sldMk cId="3393849202" sldId="1391"/>
            <ac:spMk id="5" creationId="{91A8ED3D-B755-43C9-BCB1-DCF495C0C9DB}"/>
          </ac:spMkLst>
        </pc:spChg>
        <pc:spChg chg="mod">
          <ac:chgData name="Feist, Ella" userId="992bbaf2-811d-42cb-a4d6-e7fc45e325e8" providerId="ADAL" clId="{33802261-5852-4C28-9063-1ABE695AED22}" dt="2025-05-28T12:31:37.604" v="424" actId="790"/>
          <ac:spMkLst>
            <pc:docMk/>
            <pc:sldMk cId="3393849202" sldId="1391"/>
            <ac:spMk id="7" creationId="{8A27696D-0EB9-43DD-ABBF-0F33CCE3A51C}"/>
          </ac:spMkLst>
        </pc:spChg>
      </pc:sldChg>
      <pc:sldChg chg="delSp modSp mod modClrScheme chgLayout">
        <pc:chgData name="Feist, Ella" userId="992bbaf2-811d-42cb-a4d6-e7fc45e325e8" providerId="ADAL" clId="{33802261-5852-4C28-9063-1ABE695AED22}" dt="2025-05-28T12:31:37.604" v="424" actId="790"/>
        <pc:sldMkLst>
          <pc:docMk/>
          <pc:sldMk cId="3072861239" sldId="1392"/>
        </pc:sldMkLst>
        <pc:spChg chg="mod ord">
          <ac:chgData name="Feist, Ella" userId="992bbaf2-811d-42cb-a4d6-e7fc45e325e8" providerId="ADAL" clId="{33802261-5852-4C28-9063-1ABE695AED22}" dt="2025-05-28T12:31:37.604" v="424" actId="790"/>
          <ac:spMkLst>
            <pc:docMk/>
            <pc:sldMk cId="3072861239" sldId="1392"/>
            <ac:spMk id="2" creationId="{D7EC235F-614F-714E-A97F-4FF50EFF14FD}"/>
          </ac:spMkLst>
        </pc:spChg>
        <pc:spChg chg="mod ord">
          <ac:chgData name="Feist, Ella" userId="992bbaf2-811d-42cb-a4d6-e7fc45e325e8" providerId="ADAL" clId="{33802261-5852-4C28-9063-1ABE695AED22}" dt="2025-05-28T12:31:37.604" v="424" actId="790"/>
          <ac:spMkLst>
            <pc:docMk/>
            <pc:sldMk cId="3072861239" sldId="1392"/>
            <ac:spMk id="4" creationId="{E9C5A723-C0B1-124B-8CB6-AA3105C9A4E6}"/>
          </ac:spMkLst>
        </pc:spChg>
        <pc:spChg chg="mod ord">
          <ac:chgData name="Feist, Ella" userId="992bbaf2-811d-42cb-a4d6-e7fc45e325e8" providerId="ADAL" clId="{33802261-5852-4C28-9063-1ABE695AED22}" dt="2025-05-28T12:31:37.604" v="424" actId="790"/>
          <ac:spMkLst>
            <pc:docMk/>
            <pc:sldMk cId="3072861239" sldId="1392"/>
            <ac:spMk id="7" creationId="{7BC04298-B649-CC9B-A37A-112F1DBE1A0D}"/>
          </ac:spMkLst>
        </pc:spChg>
      </pc:sldChg>
      <pc:sldChg chg="addSp delSp modSp mod chgLayout">
        <pc:chgData name="Feist, Ella" userId="992bbaf2-811d-42cb-a4d6-e7fc45e325e8" providerId="ADAL" clId="{33802261-5852-4C28-9063-1ABE695AED22}" dt="2025-05-28T12:31:37.604" v="424" actId="790"/>
        <pc:sldMkLst>
          <pc:docMk/>
          <pc:sldMk cId="735056049" sldId="1393"/>
        </pc:sldMkLst>
        <pc:spChg chg="mod ord">
          <ac:chgData name="Feist, Ella" userId="992bbaf2-811d-42cb-a4d6-e7fc45e325e8" providerId="ADAL" clId="{33802261-5852-4C28-9063-1ABE695AED22}" dt="2025-05-28T12:31:37.604" v="424" actId="790"/>
          <ac:spMkLst>
            <pc:docMk/>
            <pc:sldMk cId="735056049" sldId="1393"/>
            <ac:spMk id="2" creationId="{D7EC235F-614F-714E-A97F-4FF50EFF14FD}"/>
          </ac:spMkLst>
        </pc:spChg>
        <pc:spChg chg="mod ord">
          <ac:chgData name="Feist, Ella" userId="992bbaf2-811d-42cb-a4d6-e7fc45e325e8" providerId="ADAL" clId="{33802261-5852-4C28-9063-1ABE695AED22}" dt="2025-05-28T12:31:37.604" v="424" actId="790"/>
          <ac:spMkLst>
            <pc:docMk/>
            <pc:sldMk cId="735056049" sldId="1393"/>
            <ac:spMk id="4" creationId="{E9C5A723-C0B1-124B-8CB6-AA3105C9A4E6}"/>
          </ac:spMkLst>
        </pc:spChg>
        <pc:spChg chg="mod ord">
          <ac:chgData name="Feist, Ella" userId="992bbaf2-811d-42cb-a4d6-e7fc45e325e8" providerId="ADAL" clId="{33802261-5852-4C28-9063-1ABE695AED22}" dt="2025-05-28T12:31:37.604" v="424" actId="790"/>
          <ac:spMkLst>
            <pc:docMk/>
            <pc:sldMk cId="735056049" sldId="1393"/>
            <ac:spMk id="5" creationId="{456097F5-B511-A700-E7F9-AD14CA6EBA8F}"/>
          </ac:spMkLst>
        </pc:spChg>
      </pc:sldChg>
      <pc:sldChg chg="modSp mod modClrScheme chgLayout">
        <pc:chgData name="Feist, Ella" userId="992bbaf2-811d-42cb-a4d6-e7fc45e325e8" providerId="ADAL" clId="{33802261-5852-4C28-9063-1ABE695AED22}" dt="2025-05-28T12:31:50.186" v="426" actId="114"/>
        <pc:sldMkLst>
          <pc:docMk/>
          <pc:sldMk cId="1451311382" sldId="1394"/>
        </pc:sldMkLst>
        <pc:spChg chg="mod ord">
          <ac:chgData name="Feist, Ella" userId="992bbaf2-811d-42cb-a4d6-e7fc45e325e8" providerId="ADAL" clId="{33802261-5852-4C28-9063-1ABE695AED22}" dt="2025-05-28T12:31:37.604" v="424" actId="790"/>
          <ac:spMkLst>
            <pc:docMk/>
            <pc:sldMk cId="1451311382" sldId="1394"/>
            <ac:spMk id="2" creationId="{F111C5DB-635E-4576-A4C3-837B7E452E1E}"/>
          </ac:spMkLst>
        </pc:spChg>
        <pc:spChg chg="mod ord">
          <ac:chgData name="Feist, Ella" userId="992bbaf2-811d-42cb-a4d6-e7fc45e325e8" providerId="ADAL" clId="{33802261-5852-4C28-9063-1ABE695AED22}" dt="2025-05-28T12:31:37.604" v="424" actId="790"/>
          <ac:spMkLst>
            <pc:docMk/>
            <pc:sldMk cId="1451311382" sldId="1394"/>
            <ac:spMk id="3" creationId="{F2D0B37A-FBFD-F854-C0B7-15FBF36CF93D}"/>
          </ac:spMkLst>
        </pc:spChg>
        <pc:spChg chg="mod ord">
          <ac:chgData name="Feist, Ella" userId="992bbaf2-811d-42cb-a4d6-e7fc45e325e8" providerId="ADAL" clId="{33802261-5852-4C28-9063-1ABE695AED22}" dt="2025-05-28T12:31:50.186" v="426" actId="114"/>
          <ac:spMkLst>
            <pc:docMk/>
            <pc:sldMk cId="1451311382" sldId="1394"/>
            <ac:spMk id="6" creationId="{9ECDB192-E59C-C44D-B6D5-3E31ED8088B5}"/>
          </ac:spMkLst>
        </pc:spChg>
      </pc:sldChg>
      <pc:sldChg chg="modSp mod">
        <pc:chgData name="Feist, Ella" userId="992bbaf2-811d-42cb-a4d6-e7fc45e325e8" providerId="ADAL" clId="{33802261-5852-4C28-9063-1ABE695AED22}" dt="2025-05-28T12:31:37.604" v="424" actId="790"/>
        <pc:sldMkLst>
          <pc:docMk/>
          <pc:sldMk cId="2437142714" sldId="1396"/>
        </pc:sldMkLst>
        <pc:spChg chg="mod">
          <ac:chgData name="Feist, Ella" userId="992bbaf2-811d-42cb-a4d6-e7fc45e325e8" providerId="ADAL" clId="{33802261-5852-4C28-9063-1ABE695AED22}" dt="2025-05-28T12:31:37.604" v="424" actId="790"/>
          <ac:spMkLst>
            <pc:docMk/>
            <pc:sldMk cId="2437142714" sldId="1396"/>
            <ac:spMk id="5" creationId="{2172141D-3A81-D84F-CDF9-4F694196B74E}"/>
          </ac:spMkLst>
        </pc:spChg>
        <pc:spChg chg="mod">
          <ac:chgData name="Feist, Ella" userId="992bbaf2-811d-42cb-a4d6-e7fc45e325e8" providerId="ADAL" clId="{33802261-5852-4C28-9063-1ABE695AED22}" dt="2025-05-28T12:31:37.604" v="424" actId="790"/>
          <ac:spMkLst>
            <pc:docMk/>
            <pc:sldMk cId="2437142714" sldId="1396"/>
            <ac:spMk id="6" creationId="{56AA0EAC-98DA-5C74-F3C2-AEE92FA01D79}"/>
          </ac:spMkLst>
        </pc:spChg>
      </pc:sldChg>
      <pc:sldChg chg="modSp add mod">
        <pc:chgData name="Feist, Ella" userId="992bbaf2-811d-42cb-a4d6-e7fc45e325e8" providerId="ADAL" clId="{33802261-5852-4C28-9063-1ABE695AED22}" dt="2025-05-28T12:31:37.604" v="424" actId="790"/>
        <pc:sldMkLst>
          <pc:docMk/>
          <pc:sldMk cId="3425011871" sldId="1397"/>
        </pc:sldMkLst>
        <pc:spChg chg="mod">
          <ac:chgData name="Feist, Ella" userId="992bbaf2-811d-42cb-a4d6-e7fc45e325e8" providerId="ADAL" clId="{33802261-5852-4C28-9063-1ABE695AED22}" dt="2025-05-28T12:31:37.604" v="424" actId="790"/>
          <ac:spMkLst>
            <pc:docMk/>
            <pc:sldMk cId="3425011871" sldId="1397"/>
            <ac:spMk id="2" creationId="{05F7451C-4CD6-7D6C-9EA9-C05F7DEFFEC4}"/>
          </ac:spMkLst>
        </pc:spChg>
        <pc:spChg chg="mod">
          <ac:chgData name="Feist, Ella" userId="992bbaf2-811d-42cb-a4d6-e7fc45e325e8" providerId="ADAL" clId="{33802261-5852-4C28-9063-1ABE695AED22}" dt="2025-05-28T12:31:37.604" v="424" actId="790"/>
          <ac:spMkLst>
            <pc:docMk/>
            <pc:sldMk cId="3425011871" sldId="1397"/>
            <ac:spMk id="3" creationId="{729C027A-1555-F7CC-3CAF-91D20D051109}"/>
          </ac:spMkLst>
        </pc:spChg>
        <pc:graphicFrameChg chg="mod modGraphic">
          <ac:chgData name="Feist, Ella" userId="992bbaf2-811d-42cb-a4d6-e7fc45e325e8" providerId="ADAL" clId="{33802261-5852-4C28-9063-1ABE695AED22}" dt="2025-05-28T12:31:37.604" v="424" actId="790"/>
          <ac:graphicFrameMkLst>
            <pc:docMk/>
            <pc:sldMk cId="3425011871" sldId="1397"/>
            <ac:graphicFrameMk id="6" creationId="{539B2E9D-7015-CF2B-AE6B-D731D1AC9A36}"/>
          </ac:graphicFrameMkLst>
        </pc:graphicFrameChg>
      </pc:sldChg>
      <pc:sldMasterChg chg="del delSldLayout">
        <pc:chgData name="Feist, Ella" userId="992bbaf2-811d-42cb-a4d6-e7fc45e325e8" providerId="ADAL" clId="{33802261-5852-4C28-9063-1ABE695AED22}" dt="2025-05-28T10:42:26.500" v="3"/>
        <pc:sldMasterMkLst>
          <pc:docMk/>
          <pc:sldMasterMk cId="1433300368" sldId="2147483799"/>
        </pc:sldMasterMkLst>
        <pc:sldLayoutChg chg="del">
          <pc:chgData name="Feist, Ella" userId="992bbaf2-811d-42cb-a4d6-e7fc45e325e8" providerId="ADAL" clId="{33802261-5852-4C28-9063-1ABE695AED22}" dt="2025-05-28T10:42:26.500" v="3"/>
          <pc:sldLayoutMkLst>
            <pc:docMk/>
            <pc:sldMasterMk cId="1433300368" sldId="2147483799"/>
            <pc:sldLayoutMk cId="1527291370" sldId="2147483818"/>
          </pc:sldLayoutMkLst>
        </pc:sldLayoutChg>
        <pc:sldLayoutChg chg="del">
          <pc:chgData name="Feist, Ella" userId="992bbaf2-811d-42cb-a4d6-e7fc45e325e8" providerId="ADAL" clId="{33802261-5852-4C28-9063-1ABE695AED22}" dt="2025-05-28T10:42:26.500" v="3"/>
          <pc:sldLayoutMkLst>
            <pc:docMk/>
            <pc:sldMasterMk cId="1433300368" sldId="2147483799"/>
            <pc:sldLayoutMk cId="3562340024" sldId="2147483819"/>
          </pc:sldLayoutMkLst>
        </pc:sldLayoutChg>
        <pc:sldLayoutChg chg="del">
          <pc:chgData name="Feist, Ella" userId="992bbaf2-811d-42cb-a4d6-e7fc45e325e8" providerId="ADAL" clId="{33802261-5852-4C28-9063-1ABE695AED22}" dt="2025-05-28T10:42:26.500" v="3"/>
          <pc:sldLayoutMkLst>
            <pc:docMk/>
            <pc:sldMasterMk cId="1433300368" sldId="2147483799"/>
            <pc:sldLayoutMk cId="520181862" sldId="2147483820"/>
          </pc:sldLayoutMkLst>
        </pc:sldLayoutChg>
      </pc:sldMasterChg>
      <pc:sldMasterChg chg="del delSldLayout">
        <pc:chgData name="Feist, Ella" userId="992bbaf2-811d-42cb-a4d6-e7fc45e325e8" providerId="ADAL" clId="{33802261-5852-4C28-9063-1ABE695AED22}" dt="2025-05-28T10:42:26.500" v="3"/>
        <pc:sldMasterMkLst>
          <pc:docMk/>
          <pc:sldMasterMk cId="4045664613" sldId="2147483821"/>
        </pc:sldMasterMkLst>
        <pc:sldLayoutChg chg="del">
          <pc:chgData name="Feist, Ella" userId="992bbaf2-811d-42cb-a4d6-e7fc45e325e8" providerId="ADAL" clId="{33802261-5852-4C28-9063-1ABE695AED22}" dt="2025-05-28T10:42:26.500" v="3"/>
          <pc:sldLayoutMkLst>
            <pc:docMk/>
            <pc:sldMasterMk cId="4045664613" sldId="2147483821"/>
            <pc:sldLayoutMk cId="1659487629" sldId="2147483822"/>
          </pc:sldLayoutMkLst>
        </pc:sldLayoutChg>
        <pc:sldLayoutChg chg="del">
          <pc:chgData name="Feist, Ella" userId="992bbaf2-811d-42cb-a4d6-e7fc45e325e8" providerId="ADAL" clId="{33802261-5852-4C28-9063-1ABE695AED22}" dt="2025-05-28T10:42:26.500" v="3"/>
          <pc:sldLayoutMkLst>
            <pc:docMk/>
            <pc:sldMasterMk cId="4045664613" sldId="2147483821"/>
            <pc:sldLayoutMk cId="3209770388" sldId="2147483823"/>
          </pc:sldLayoutMkLst>
        </pc:sldLayoutChg>
        <pc:sldLayoutChg chg="del">
          <pc:chgData name="Feist, Ella" userId="992bbaf2-811d-42cb-a4d6-e7fc45e325e8" providerId="ADAL" clId="{33802261-5852-4C28-9063-1ABE695AED22}" dt="2025-05-28T10:42:26.500" v="3"/>
          <pc:sldLayoutMkLst>
            <pc:docMk/>
            <pc:sldMasterMk cId="4045664613" sldId="2147483821"/>
            <pc:sldLayoutMk cId="2989585299" sldId="2147483824"/>
          </pc:sldLayoutMkLst>
        </pc:sldLayoutChg>
        <pc:sldLayoutChg chg="del">
          <pc:chgData name="Feist, Ella" userId="992bbaf2-811d-42cb-a4d6-e7fc45e325e8" providerId="ADAL" clId="{33802261-5852-4C28-9063-1ABE695AED22}" dt="2025-05-28T10:42:26.500" v="3"/>
          <pc:sldLayoutMkLst>
            <pc:docMk/>
            <pc:sldMasterMk cId="4045664613" sldId="2147483821"/>
            <pc:sldLayoutMk cId="771702010" sldId="2147483825"/>
          </pc:sldLayoutMkLst>
        </pc:sldLayoutChg>
      </pc:sldMasterChg>
      <pc:sldMasterChg chg="del delSldLayout">
        <pc:chgData name="Feist, Ella" userId="992bbaf2-811d-42cb-a4d6-e7fc45e325e8" providerId="ADAL" clId="{33802261-5852-4C28-9063-1ABE695AED22}" dt="2025-05-28T10:42:26.500" v="3"/>
        <pc:sldMasterMkLst>
          <pc:docMk/>
          <pc:sldMasterMk cId="3391850710" sldId="2147483826"/>
        </pc:sldMasterMkLst>
        <pc:sldLayoutChg chg="del">
          <pc:chgData name="Feist, Ella" userId="992bbaf2-811d-42cb-a4d6-e7fc45e325e8" providerId="ADAL" clId="{33802261-5852-4C28-9063-1ABE695AED22}" dt="2025-05-28T10:42:26.500" v="3"/>
          <pc:sldLayoutMkLst>
            <pc:docMk/>
            <pc:sldMasterMk cId="3391850710" sldId="2147483826"/>
            <pc:sldLayoutMk cId="186167143" sldId="2147483827"/>
          </pc:sldLayoutMkLst>
        </pc:sldLayoutChg>
        <pc:sldLayoutChg chg="del">
          <pc:chgData name="Feist, Ella" userId="992bbaf2-811d-42cb-a4d6-e7fc45e325e8" providerId="ADAL" clId="{33802261-5852-4C28-9063-1ABE695AED22}" dt="2025-05-28T10:42:26.500" v="3"/>
          <pc:sldLayoutMkLst>
            <pc:docMk/>
            <pc:sldMasterMk cId="3391850710" sldId="2147483826"/>
            <pc:sldLayoutMk cId="4273777609" sldId="2147483828"/>
          </pc:sldLayoutMkLst>
        </pc:sldLayoutChg>
        <pc:sldLayoutChg chg="del">
          <pc:chgData name="Feist, Ella" userId="992bbaf2-811d-42cb-a4d6-e7fc45e325e8" providerId="ADAL" clId="{33802261-5852-4C28-9063-1ABE695AED22}" dt="2025-05-28T10:42:26.500" v="3"/>
          <pc:sldLayoutMkLst>
            <pc:docMk/>
            <pc:sldMasterMk cId="3391850710" sldId="2147483826"/>
            <pc:sldLayoutMk cId="928190420" sldId="2147483829"/>
          </pc:sldLayoutMkLst>
        </pc:sldLayoutChg>
        <pc:sldLayoutChg chg="del">
          <pc:chgData name="Feist, Ella" userId="992bbaf2-811d-42cb-a4d6-e7fc45e325e8" providerId="ADAL" clId="{33802261-5852-4C28-9063-1ABE695AED22}" dt="2025-05-28T10:42:26.500" v="3"/>
          <pc:sldLayoutMkLst>
            <pc:docMk/>
            <pc:sldMasterMk cId="3391850710" sldId="2147483826"/>
            <pc:sldLayoutMk cId="778525727" sldId="2147483830"/>
          </pc:sldLayoutMkLst>
        </pc:sldLayoutChg>
      </pc:sldMasterChg>
      <pc:sldMasterChg chg="del delSldLayout">
        <pc:chgData name="Feist, Ella" userId="992bbaf2-811d-42cb-a4d6-e7fc45e325e8" providerId="ADAL" clId="{33802261-5852-4C28-9063-1ABE695AED22}" dt="2025-05-28T10:42:26.500" v="3"/>
        <pc:sldMasterMkLst>
          <pc:docMk/>
          <pc:sldMasterMk cId="3899971177" sldId="2147483831"/>
        </pc:sldMasterMkLst>
        <pc:sldLayoutChg chg="del">
          <pc:chgData name="Feist, Ella" userId="992bbaf2-811d-42cb-a4d6-e7fc45e325e8" providerId="ADAL" clId="{33802261-5852-4C28-9063-1ABE695AED22}" dt="2025-05-28T10:42:26.500" v="3"/>
          <pc:sldLayoutMkLst>
            <pc:docMk/>
            <pc:sldMasterMk cId="3899971177" sldId="2147483831"/>
            <pc:sldLayoutMk cId="1296847754" sldId="2147483832"/>
          </pc:sldLayoutMkLst>
        </pc:sldLayoutChg>
        <pc:sldLayoutChg chg="del">
          <pc:chgData name="Feist, Ella" userId="992bbaf2-811d-42cb-a4d6-e7fc45e325e8" providerId="ADAL" clId="{33802261-5852-4C28-9063-1ABE695AED22}" dt="2025-05-28T10:42:26.500" v="3"/>
          <pc:sldLayoutMkLst>
            <pc:docMk/>
            <pc:sldMasterMk cId="3899971177" sldId="2147483831"/>
            <pc:sldLayoutMk cId="2124554007" sldId="2147483833"/>
          </pc:sldLayoutMkLst>
        </pc:sldLayoutChg>
        <pc:sldLayoutChg chg="del">
          <pc:chgData name="Feist, Ella" userId="992bbaf2-811d-42cb-a4d6-e7fc45e325e8" providerId="ADAL" clId="{33802261-5852-4C28-9063-1ABE695AED22}" dt="2025-05-28T10:42:26.500" v="3"/>
          <pc:sldLayoutMkLst>
            <pc:docMk/>
            <pc:sldMasterMk cId="3899971177" sldId="2147483831"/>
            <pc:sldLayoutMk cId="2692646997" sldId="2147483834"/>
          </pc:sldLayoutMkLst>
        </pc:sldLayoutChg>
        <pc:sldLayoutChg chg="del">
          <pc:chgData name="Feist, Ella" userId="992bbaf2-811d-42cb-a4d6-e7fc45e325e8" providerId="ADAL" clId="{33802261-5852-4C28-9063-1ABE695AED22}" dt="2025-05-28T10:42:26.500" v="3"/>
          <pc:sldLayoutMkLst>
            <pc:docMk/>
            <pc:sldMasterMk cId="3899971177" sldId="2147483831"/>
            <pc:sldLayoutMk cId="164223612" sldId="2147483835"/>
          </pc:sldLayoutMkLst>
        </pc:sldLayoutChg>
      </pc:sldMasterChg>
      <pc:sldMasterChg chg="del delSldLayout">
        <pc:chgData name="Feist, Ella" userId="992bbaf2-811d-42cb-a4d6-e7fc45e325e8" providerId="ADAL" clId="{33802261-5852-4C28-9063-1ABE695AED22}" dt="2025-05-28T10:42:26.500" v="3"/>
        <pc:sldMasterMkLst>
          <pc:docMk/>
          <pc:sldMasterMk cId="4061346496" sldId="2147483836"/>
        </pc:sldMasterMkLst>
        <pc:sldLayoutChg chg="del">
          <pc:chgData name="Feist, Ella" userId="992bbaf2-811d-42cb-a4d6-e7fc45e325e8" providerId="ADAL" clId="{33802261-5852-4C28-9063-1ABE695AED22}" dt="2025-05-28T10:42:26.500" v="3"/>
          <pc:sldLayoutMkLst>
            <pc:docMk/>
            <pc:sldMasterMk cId="4061346496" sldId="2147483836"/>
            <pc:sldLayoutMk cId="1342340652" sldId="2147483837"/>
          </pc:sldLayoutMkLst>
        </pc:sldLayoutChg>
        <pc:sldLayoutChg chg="del">
          <pc:chgData name="Feist, Ella" userId="992bbaf2-811d-42cb-a4d6-e7fc45e325e8" providerId="ADAL" clId="{33802261-5852-4C28-9063-1ABE695AED22}" dt="2025-05-28T10:42:26.500" v="3"/>
          <pc:sldLayoutMkLst>
            <pc:docMk/>
            <pc:sldMasterMk cId="4061346496" sldId="2147483836"/>
            <pc:sldLayoutMk cId="1129306061" sldId="2147483838"/>
          </pc:sldLayoutMkLst>
        </pc:sldLayoutChg>
        <pc:sldLayoutChg chg="del">
          <pc:chgData name="Feist, Ella" userId="992bbaf2-811d-42cb-a4d6-e7fc45e325e8" providerId="ADAL" clId="{33802261-5852-4C28-9063-1ABE695AED22}" dt="2025-05-28T10:42:26.500" v="3"/>
          <pc:sldLayoutMkLst>
            <pc:docMk/>
            <pc:sldMasterMk cId="4061346496" sldId="2147483836"/>
            <pc:sldLayoutMk cId="291058354" sldId="2147483839"/>
          </pc:sldLayoutMkLst>
        </pc:sldLayoutChg>
        <pc:sldLayoutChg chg="del">
          <pc:chgData name="Feist, Ella" userId="992bbaf2-811d-42cb-a4d6-e7fc45e325e8" providerId="ADAL" clId="{33802261-5852-4C28-9063-1ABE695AED22}" dt="2025-05-28T10:42:26.500" v="3"/>
          <pc:sldLayoutMkLst>
            <pc:docMk/>
            <pc:sldMasterMk cId="4061346496" sldId="2147483836"/>
            <pc:sldLayoutMk cId="1057880355" sldId="2147483840"/>
          </pc:sldLayoutMkLst>
        </pc:sldLayoutChg>
      </pc:sldMasterChg>
      <pc:sldMasterChg chg="del delSldLayout">
        <pc:chgData name="Feist, Ella" userId="992bbaf2-811d-42cb-a4d6-e7fc45e325e8" providerId="ADAL" clId="{33802261-5852-4C28-9063-1ABE695AED22}" dt="2025-05-28T10:42:26.500" v="3"/>
        <pc:sldMasterMkLst>
          <pc:docMk/>
          <pc:sldMasterMk cId="1513994161" sldId="2147483841"/>
        </pc:sldMasterMkLst>
        <pc:sldLayoutChg chg="del">
          <pc:chgData name="Feist, Ella" userId="992bbaf2-811d-42cb-a4d6-e7fc45e325e8" providerId="ADAL" clId="{33802261-5852-4C28-9063-1ABE695AED22}" dt="2025-05-28T10:42:26.500" v="3"/>
          <pc:sldLayoutMkLst>
            <pc:docMk/>
            <pc:sldMasterMk cId="1513994161" sldId="2147483841"/>
            <pc:sldLayoutMk cId="2408842378" sldId="2147483842"/>
          </pc:sldLayoutMkLst>
        </pc:sldLayoutChg>
        <pc:sldLayoutChg chg="del">
          <pc:chgData name="Feist, Ella" userId="992bbaf2-811d-42cb-a4d6-e7fc45e325e8" providerId="ADAL" clId="{33802261-5852-4C28-9063-1ABE695AED22}" dt="2025-05-28T10:42:26.500" v="3"/>
          <pc:sldLayoutMkLst>
            <pc:docMk/>
            <pc:sldMasterMk cId="1513994161" sldId="2147483841"/>
            <pc:sldLayoutMk cId="3257542985" sldId="2147483843"/>
          </pc:sldLayoutMkLst>
        </pc:sldLayoutChg>
        <pc:sldLayoutChg chg="del">
          <pc:chgData name="Feist, Ella" userId="992bbaf2-811d-42cb-a4d6-e7fc45e325e8" providerId="ADAL" clId="{33802261-5852-4C28-9063-1ABE695AED22}" dt="2025-05-28T10:42:26.500" v="3"/>
          <pc:sldLayoutMkLst>
            <pc:docMk/>
            <pc:sldMasterMk cId="1513994161" sldId="2147483841"/>
            <pc:sldLayoutMk cId="57802930" sldId="2147483844"/>
          </pc:sldLayoutMkLst>
        </pc:sldLayoutChg>
        <pc:sldLayoutChg chg="del">
          <pc:chgData name="Feist, Ella" userId="992bbaf2-811d-42cb-a4d6-e7fc45e325e8" providerId="ADAL" clId="{33802261-5852-4C28-9063-1ABE695AED22}" dt="2025-05-28T10:42:26.500" v="3"/>
          <pc:sldLayoutMkLst>
            <pc:docMk/>
            <pc:sldMasterMk cId="1513994161" sldId="2147483841"/>
            <pc:sldLayoutMk cId="892830820" sldId="2147483845"/>
          </pc:sldLayoutMkLst>
        </pc:sldLayoutChg>
      </pc:sldMasterChg>
      <pc:sldMasterChg chg="del delSldLayout">
        <pc:chgData name="Feist, Ella" userId="992bbaf2-811d-42cb-a4d6-e7fc45e325e8" providerId="ADAL" clId="{33802261-5852-4C28-9063-1ABE695AED22}" dt="2025-05-28T10:42:26.500" v="3"/>
        <pc:sldMasterMkLst>
          <pc:docMk/>
          <pc:sldMasterMk cId="1256176808" sldId="2147483846"/>
        </pc:sldMasterMkLst>
        <pc:sldLayoutChg chg="del">
          <pc:chgData name="Feist, Ella" userId="992bbaf2-811d-42cb-a4d6-e7fc45e325e8" providerId="ADAL" clId="{33802261-5852-4C28-9063-1ABE695AED22}" dt="2025-05-28T10:42:26.500" v="3"/>
          <pc:sldLayoutMkLst>
            <pc:docMk/>
            <pc:sldMasterMk cId="1256176808" sldId="2147483846"/>
            <pc:sldLayoutMk cId="1930662052" sldId="2147483847"/>
          </pc:sldLayoutMkLst>
        </pc:sldLayoutChg>
        <pc:sldLayoutChg chg="del">
          <pc:chgData name="Feist, Ella" userId="992bbaf2-811d-42cb-a4d6-e7fc45e325e8" providerId="ADAL" clId="{33802261-5852-4C28-9063-1ABE695AED22}" dt="2025-05-28T10:42:26.500" v="3"/>
          <pc:sldLayoutMkLst>
            <pc:docMk/>
            <pc:sldMasterMk cId="1256176808" sldId="2147483846"/>
            <pc:sldLayoutMk cId="2862166332" sldId="2147483848"/>
          </pc:sldLayoutMkLst>
        </pc:sldLayoutChg>
        <pc:sldLayoutChg chg="del">
          <pc:chgData name="Feist, Ella" userId="992bbaf2-811d-42cb-a4d6-e7fc45e325e8" providerId="ADAL" clId="{33802261-5852-4C28-9063-1ABE695AED22}" dt="2025-05-28T10:42:26.500" v="3"/>
          <pc:sldLayoutMkLst>
            <pc:docMk/>
            <pc:sldMasterMk cId="1256176808" sldId="2147483846"/>
            <pc:sldLayoutMk cId="4243011970" sldId="2147483849"/>
          </pc:sldLayoutMkLst>
        </pc:sldLayoutChg>
        <pc:sldLayoutChg chg="del">
          <pc:chgData name="Feist, Ella" userId="992bbaf2-811d-42cb-a4d6-e7fc45e325e8" providerId="ADAL" clId="{33802261-5852-4C28-9063-1ABE695AED22}" dt="2025-05-28T10:42:26.500" v="3"/>
          <pc:sldLayoutMkLst>
            <pc:docMk/>
            <pc:sldMasterMk cId="1256176808" sldId="2147483846"/>
            <pc:sldLayoutMk cId="787685289" sldId="2147483850"/>
          </pc:sldLayoutMkLst>
        </pc:sldLayoutChg>
      </pc:sldMasterChg>
      <pc:sldMasterChg chg="del delSldLayout">
        <pc:chgData name="Feist, Ella" userId="992bbaf2-811d-42cb-a4d6-e7fc45e325e8" providerId="ADAL" clId="{33802261-5852-4C28-9063-1ABE695AED22}" dt="2025-05-28T10:42:26.500" v="3"/>
        <pc:sldMasterMkLst>
          <pc:docMk/>
          <pc:sldMasterMk cId="537580445" sldId="2147483941"/>
        </pc:sldMasterMkLst>
        <pc:sldLayoutChg chg="del">
          <pc:chgData name="Feist, Ella" userId="992bbaf2-811d-42cb-a4d6-e7fc45e325e8" providerId="ADAL" clId="{33802261-5852-4C28-9063-1ABE695AED22}" dt="2025-05-28T10:42:26.500" v="3"/>
          <pc:sldLayoutMkLst>
            <pc:docMk/>
            <pc:sldMasterMk cId="537580445" sldId="2147483941"/>
            <pc:sldLayoutMk cId="3655050728" sldId="2147483942"/>
          </pc:sldLayoutMkLst>
        </pc:sldLayoutChg>
        <pc:sldLayoutChg chg="del">
          <pc:chgData name="Feist, Ella" userId="992bbaf2-811d-42cb-a4d6-e7fc45e325e8" providerId="ADAL" clId="{33802261-5852-4C28-9063-1ABE695AED22}" dt="2025-05-28T10:42:26.500" v="3"/>
          <pc:sldLayoutMkLst>
            <pc:docMk/>
            <pc:sldMasterMk cId="537580445" sldId="2147483941"/>
            <pc:sldLayoutMk cId="191104469" sldId="2147483948"/>
          </pc:sldLayoutMkLst>
        </pc:sldLayoutChg>
        <pc:sldLayoutChg chg="del">
          <pc:chgData name="Feist, Ella" userId="992bbaf2-811d-42cb-a4d6-e7fc45e325e8" providerId="ADAL" clId="{33802261-5852-4C28-9063-1ABE695AED22}" dt="2025-05-28T10:42:26.500" v="3"/>
          <pc:sldLayoutMkLst>
            <pc:docMk/>
            <pc:sldMasterMk cId="537580445" sldId="2147483941"/>
            <pc:sldLayoutMk cId="3106673082" sldId="2147483949"/>
          </pc:sldLayoutMkLst>
        </pc:sldLayoutChg>
        <pc:sldLayoutChg chg="del">
          <pc:chgData name="Feist, Ella" userId="992bbaf2-811d-42cb-a4d6-e7fc45e325e8" providerId="ADAL" clId="{33802261-5852-4C28-9063-1ABE695AED22}" dt="2025-05-28T10:42:26.500" v="3"/>
          <pc:sldLayoutMkLst>
            <pc:docMk/>
            <pc:sldMasterMk cId="537580445" sldId="2147483941"/>
            <pc:sldLayoutMk cId="2883798060" sldId="2147483950"/>
          </pc:sldLayoutMkLst>
        </pc:sldLayoutChg>
        <pc:sldLayoutChg chg="del">
          <pc:chgData name="Feist, Ella" userId="992bbaf2-811d-42cb-a4d6-e7fc45e325e8" providerId="ADAL" clId="{33802261-5852-4C28-9063-1ABE695AED22}" dt="2025-05-28T10:42:26.500" v="3"/>
          <pc:sldLayoutMkLst>
            <pc:docMk/>
            <pc:sldMasterMk cId="537580445" sldId="2147483941"/>
            <pc:sldLayoutMk cId="4228679101" sldId="2147483951"/>
          </pc:sldLayoutMkLst>
        </pc:sldLayoutChg>
      </pc:sldMasterChg>
      <pc:sldMasterChg chg="del delSldLayout">
        <pc:chgData name="Feist, Ella" userId="992bbaf2-811d-42cb-a4d6-e7fc45e325e8" providerId="ADAL" clId="{33802261-5852-4C28-9063-1ABE695AED22}" dt="2025-05-28T10:42:26.500" v="3"/>
        <pc:sldMasterMkLst>
          <pc:docMk/>
          <pc:sldMasterMk cId="1502784078" sldId="2147483943"/>
        </pc:sldMasterMkLst>
        <pc:sldLayoutChg chg="del">
          <pc:chgData name="Feist, Ella" userId="992bbaf2-811d-42cb-a4d6-e7fc45e325e8" providerId="ADAL" clId="{33802261-5852-4C28-9063-1ABE695AED22}" dt="2025-05-28T10:42:26.500" v="3"/>
          <pc:sldLayoutMkLst>
            <pc:docMk/>
            <pc:sldMasterMk cId="1502784078" sldId="2147483943"/>
            <pc:sldLayoutMk cId="3733918436" sldId="2147483944"/>
          </pc:sldLayoutMkLst>
        </pc:sldLayoutChg>
        <pc:sldLayoutChg chg="del">
          <pc:chgData name="Feist, Ella" userId="992bbaf2-811d-42cb-a4d6-e7fc45e325e8" providerId="ADAL" clId="{33802261-5852-4C28-9063-1ABE695AED22}" dt="2025-05-28T10:42:26.500" v="3"/>
          <pc:sldLayoutMkLst>
            <pc:docMk/>
            <pc:sldMasterMk cId="1502784078" sldId="2147483943"/>
            <pc:sldLayoutMk cId="714599208" sldId="2147483952"/>
          </pc:sldLayoutMkLst>
        </pc:sldLayoutChg>
        <pc:sldLayoutChg chg="del">
          <pc:chgData name="Feist, Ella" userId="992bbaf2-811d-42cb-a4d6-e7fc45e325e8" providerId="ADAL" clId="{33802261-5852-4C28-9063-1ABE695AED22}" dt="2025-05-28T10:42:26.500" v="3"/>
          <pc:sldLayoutMkLst>
            <pc:docMk/>
            <pc:sldMasterMk cId="1502784078" sldId="2147483943"/>
            <pc:sldLayoutMk cId="785506021" sldId="2147483953"/>
          </pc:sldLayoutMkLst>
        </pc:sldLayoutChg>
        <pc:sldLayoutChg chg="del">
          <pc:chgData name="Feist, Ella" userId="992bbaf2-811d-42cb-a4d6-e7fc45e325e8" providerId="ADAL" clId="{33802261-5852-4C28-9063-1ABE695AED22}" dt="2025-05-28T10:42:26.500" v="3"/>
          <pc:sldLayoutMkLst>
            <pc:docMk/>
            <pc:sldMasterMk cId="1502784078" sldId="2147483943"/>
            <pc:sldLayoutMk cId="1326846653" sldId="2147483954"/>
          </pc:sldLayoutMkLst>
        </pc:sldLayoutChg>
        <pc:sldLayoutChg chg="del">
          <pc:chgData name="Feist, Ella" userId="992bbaf2-811d-42cb-a4d6-e7fc45e325e8" providerId="ADAL" clId="{33802261-5852-4C28-9063-1ABE695AED22}" dt="2025-05-28T10:42:26.500" v="3"/>
          <pc:sldLayoutMkLst>
            <pc:docMk/>
            <pc:sldMasterMk cId="1502784078" sldId="2147483943"/>
            <pc:sldLayoutMk cId="1638070405" sldId="2147483955"/>
          </pc:sldLayoutMkLst>
        </pc:sldLayoutChg>
      </pc:sldMasterChg>
    </pc:docChg>
  </pc:docChgLst>
  <pc:docChgLst>
    <pc:chgData name="Feist, Ella" userId="992bbaf2-811d-42cb-a4d6-e7fc45e325e8" providerId="ADAL" clId="{82C02AF0-3201-4AFF-8545-0DFD842D4E5D}"/>
    <pc:docChg chg="undo custSel modSld">
      <pc:chgData name="Feist, Ella" userId="992bbaf2-811d-42cb-a4d6-e7fc45e325e8" providerId="ADAL" clId="{82C02AF0-3201-4AFF-8545-0DFD842D4E5D}" dt="2025-05-30T13:25:06.444" v="41" actId="20577"/>
      <pc:docMkLst>
        <pc:docMk/>
      </pc:docMkLst>
      <pc:sldChg chg="modSp mod">
        <pc:chgData name="Feist, Ella" userId="992bbaf2-811d-42cb-a4d6-e7fc45e325e8" providerId="ADAL" clId="{82C02AF0-3201-4AFF-8545-0DFD842D4E5D}" dt="2025-05-30T13:22:48.221" v="0" actId="790"/>
        <pc:sldMkLst>
          <pc:docMk/>
          <pc:sldMk cId="136637111" sldId="1368"/>
        </pc:sldMkLst>
        <pc:spChg chg="mod">
          <ac:chgData name="Feist, Ella" userId="992bbaf2-811d-42cb-a4d6-e7fc45e325e8" providerId="ADAL" clId="{82C02AF0-3201-4AFF-8545-0DFD842D4E5D}" dt="2025-05-30T13:22:48.221" v="0" actId="790"/>
          <ac:spMkLst>
            <pc:docMk/>
            <pc:sldMk cId="136637111" sldId="1368"/>
            <ac:spMk id="2" creationId="{6EFB7434-059B-9C18-281F-032B994D81AD}"/>
          </ac:spMkLst>
        </pc:spChg>
        <pc:spChg chg="mod">
          <ac:chgData name="Feist, Ella" userId="992bbaf2-811d-42cb-a4d6-e7fc45e325e8" providerId="ADAL" clId="{82C02AF0-3201-4AFF-8545-0DFD842D4E5D}" dt="2025-05-30T13:22:48.221" v="0" actId="790"/>
          <ac:spMkLst>
            <pc:docMk/>
            <pc:sldMk cId="136637111" sldId="1368"/>
            <ac:spMk id="4" creationId="{441B5810-8C67-B742-B639-848419728702}"/>
          </ac:spMkLst>
        </pc:spChg>
        <pc:graphicFrameChg chg="modGraphic">
          <ac:chgData name="Feist, Ella" userId="992bbaf2-811d-42cb-a4d6-e7fc45e325e8" providerId="ADAL" clId="{82C02AF0-3201-4AFF-8545-0DFD842D4E5D}" dt="2025-05-30T13:22:48.221" v="0" actId="790"/>
          <ac:graphicFrameMkLst>
            <pc:docMk/>
            <pc:sldMk cId="136637111" sldId="1368"/>
            <ac:graphicFrameMk id="6" creationId="{A1C44AD1-2698-E900-0B16-630FF3D4DD2F}"/>
          </ac:graphicFrameMkLst>
        </pc:graphicFrameChg>
      </pc:sldChg>
      <pc:sldChg chg="modSp mod">
        <pc:chgData name="Feist, Ella" userId="992bbaf2-811d-42cb-a4d6-e7fc45e325e8" providerId="ADAL" clId="{82C02AF0-3201-4AFF-8545-0DFD842D4E5D}" dt="2025-05-30T13:22:48.221" v="0" actId="790"/>
        <pc:sldMkLst>
          <pc:docMk/>
          <pc:sldMk cId="4173626290" sldId="1369"/>
        </pc:sldMkLst>
        <pc:spChg chg="mod">
          <ac:chgData name="Feist, Ella" userId="992bbaf2-811d-42cb-a4d6-e7fc45e325e8" providerId="ADAL" clId="{82C02AF0-3201-4AFF-8545-0DFD842D4E5D}" dt="2025-05-30T13:22:48.221" v="0" actId="790"/>
          <ac:spMkLst>
            <pc:docMk/>
            <pc:sldMk cId="4173626290" sldId="1369"/>
            <ac:spMk id="4" creationId="{00000000-0000-0000-0000-000000000000}"/>
          </ac:spMkLst>
        </pc:spChg>
        <pc:spChg chg="mod">
          <ac:chgData name="Feist, Ella" userId="992bbaf2-811d-42cb-a4d6-e7fc45e325e8" providerId="ADAL" clId="{82C02AF0-3201-4AFF-8545-0DFD842D4E5D}" dt="2025-05-30T13:22:48.221" v="0" actId="790"/>
          <ac:spMkLst>
            <pc:docMk/>
            <pc:sldMk cId="4173626290" sldId="1369"/>
            <ac:spMk id="6" creationId="{00000000-0000-0000-0000-000000000000}"/>
          </ac:spMkLst>
        </pc:spChg>
      </pc:sldChg>
      <pc:sldChg chg="modSp mod">
        <pc:chgData name="Feist, Ella" userId="992bbaf2-811d-42cb-a4d6-e7fc45e325e8" providerId="ADAL" clId="{82C02AF0-3201-4AFF-8545-0DFD842D4E5D}" dt="2025-05-30T13:22:48.221" v="0" actId="790"/>
        <pc:sldMkLst>
          <pc:docMk/>
          <pc:sldMk cId="959990921" sldId="1370"/>
        </pc:sldMkLst>
        <pc:spChg chg="mod">
          <ac:chgData name="Feist, Ella" userId="992bbaf2-811d-42cb-a4d6-e7fc45e325e8" providerId="ADAL" clId="{82C02AF0-3201-4AFF-8545-0DFD842D4E5D}" dt="2025-05-30T13:22:48.221" v="0" actId="790"/>
          <ac:spMkLst>
            <pc:docMk/>
            <pc:sldMk cId="959990921" sldId="1370"/>
            <ac:spMk id="2" creationId="{42492990-FA67-E9C4-ABA0-9F6BCFE4CE64}"/>
          </ac:spMkLst>
        </pc:spChg>
        <pc:spChg chg="mod">
          <ac:chgData name="Feist, Ella" userId="992bbaf2-811d-42cb-a4d6-e7fc45e325e8" providerId="ADAL" clId="{82C02AF0-3201-4AFF-8545-0DFD842D4E5D}" dt="2025-05-30T13:22:48.221" v="0" actId="790"/>
          <ac:spMkLst>
            <pc:docMk/>
            <pc:sldMk cId="959990921" sldId="1370"/>
            <ac:spMk id="4" creationId="{9ED32BBC-8A3B-5FB1-DB0F-B65F461BDA2D}"/>
          </ac:spMkLst>
        </pc:spChg>
      </pc:sldChg>
      <pc:sldChg chg="modSp mod modNotes">
        <pc:chgData name="Feist, Ella" userId="992bbaf2-811d-42cb-a4d6-e7fc45e325e8" providerId="ADAL" clId="{82C02AF0-3201-4AFF-8545-0DFD842D4E5D}" dt="2025-05-30T13:22:58.354" v="1" actId="207"/>
        <pc:sldMkLst>
          <pc:docMk/>
          <pc:sldMk cId="3002357051" sldId="1371"/>
        </pc:sldMkLst>
        <pc:spChg chg="mod">
          <ac:chgData name="Feist, Ella" userId="992bbaf2-811d-42cb-a4d6-e7fc45e325e8" providerId="ADAL" clId="{82C02AF0-3201-4AFF-8545-0DFD842D4E5D}" dt="2025-05-30T13:22:48.221" v="0" actId="790"/>
          <ac:spMkLst>
            <pc:docMk/>
            <pc:sldMk cId="3002357051" sldId="1371"/>
            <ac:spMk id="3" creationId="{AAFF6B6A-66F8-A394-5296-3E229DE862F1}"/>
          </ac:spMkLst>
        </pc:spChg>
        <pc:spChg chg="mod">
          <ac:chgData name="Feist, Ella" userId="992bbaf2-811d-42cb-a4d6-e7fc45e325e8" providerId="ADAL" clId="{82C02AF0-3201-4AFF-8545-0DFD842D4E5D}" dt="2025-05-30T13:22:48.221" v="0" actId="790"/>
          <ac:spMkLst>
            <pc:docMk/>
            <pc:sldMk cId="3002357051" sldId="1371"/>
            <ac:spMk id="4" creationId="{A9A6FF77-D641-4417-92E7-11CC6238BF20}"/>
          </ac:spMkLst>
        </pc:spChg>
        <pc:spChg chg="mod">
          <ac:chgData name="Feist, Ella" userId="992bbaf2-811d-42cb-a4d6-e7fc45e325e8" providerId="ADAL" clId="{82C02AF0-3201-4AFF-8545-0DFD842D4E5D}" dt="2025-05-30T13:22:48.221" v="0" actId="790"/>
          <ac:spMkLst>
            <pc:docMk/>
            <pc:sldMk cId="3002357051" sldId="1371"/>
            <ac:spMk id="5" creationId="{91A8ED3D-B755-43C9-BCB1-DCF495C0C9DB}"/>
          </ac:spMkLst>
        </pc:spChg>
        <pc:spChg chg="mod">
          <ac:chgData name="Feist, Ella" userId="992bbaf2-811d-42cb-a4d6-e7fc45e325e8" providerId="ADAL" clId="{82C02AF0-3201-4AFF-8545-0DFD842D4E5D}" dt="2025-05-30T13:22:48.221" v="0" actId="790"/>
          <ac:spMkLst>
            <pc:docMk/>
            <pc:sldMk cId="3002357051" sldId="1371"/>
            <ac:spMk id="7" creationId="{C1EC2494-B2D7-57C6-7469-6C83D160096C}"/>
          </ac:spMkLst>
        </pc:spChg>
      </pc:sldChg>
      <pc:sldChg chg="modSp mod">
        <pc:chgData name="Feist, Ella" userId="992bbaf2-811d-42cb-a4d6-e7fc45e325e8" providerId="ADAL" clId="{82C02AF0-3201-4AFF-8545-0DFD842D4E5D}" dt="2025-05-30T13:22:48.221" v="0" actId="790"/>
        <pc:sldMkLst>
          <pc:docMk/>
          <pc:sldMk cId="695309871" sldId="1372"/>
        </pc:sldMkLst>
        <pc:spChg chg="mod">
          <ac:chgData name="Feist, Ella" userId="992bbaf2-811d-42cb-a4d6-e7fc45e325e8" providerId="ADAL" clId="{82C02AF0-3201-4AFF-8545-0DFD842D4E5D}" dt="2025-05-30T13:22:48.221" v="0" actId="790"/>
          <ac:spMkLst>
            <pc:docMk/>
            <pc:sldMk cId="695309871" sldId="1372"/>
            <ac:spMk id="2" creationId="{A9A6FF77-D641-4417-92E7-11CC6238BF20}"/>
          </ac:spMkLst>
        </pc:spChg>
        <pc:spChg chg="mod">
          <ac:chgData name="Feist, Ella" userId="992bbaf2-811d-42cb-a4d6-e7fc45e325e8" providerId="ADAL" clId="{82C02AF0-3201-4AFF-8545-0DFD842D4E5D}" dt="2025-05-30T13:22:48.221" v="0" actId="790"/>
          <ac:spMkLst>
            <pc:docMk/>
            <pc:sldMk cId="695309871" sldId="1372"/>
            <ac:spMk id="3" creationId="{050463A2-60FA-6A1F-F1ED-313E958A5D9E}"/>
          </ac:spMkLst>
        </pc:spChg>
        <pc:spChg chg="mod">
          <ac:chgData name="Feist, Ella" userId="992bbaf2-811d-42cb-a4d6-e7fc45e325e8" providerId="ADAL" clId="{82C02AF0-3201-4AFF-8545-0DFD842D4E5D}" dt="2025-05-30T13:22:48.221" v="0" actId="790"/>
          <ac:spMkLst>
            <pc:docMk/>
            <pc:sldMk cId="695309871" sldId="1372"/>
            <ac:spMk id="5" creationId="{91A8ED3D-B755-43C9-BCB1-DCF495C0C9DB}"/>
          </ac:spMkLst>
        </pc:spChg>
      </pc:sldChg>
      <pc:sldChg chg="modSp mod">
        <pc:chgData name="Feist, Ella" userId="992bbaf2-811d-42cb-a4d6-e7fc45e325e8" providerId="ADAL" clId="{82C02AF0-3201-4AFF-8545-0DFD842D4E5D}" dt="2025-05-30T13:22:48.221" v="0" actId="790"/>
        <pc:sldMkLst>
          <pc:docMk/>
          <pc:sldMk cId="1205406725" sldId="1373"/>
        </pc:sldMkLst>
        <pc:spChg chg="mod">
          <ac:chgData name="Feist, Ella" userId="992bbaf2-811d-42cb-a4d6-e7fc45e325e8" providerId="ADAL" clId="{82C02AF0-3201-4AFF-8545-0DFD842D4E5D}" dt="2025-05-30T13:22:48.221" v="0" actId="790"/>
          <ac:spMkLst>
            <pc:docMk/>
            <pc:sldMk cId="1205406725" sldId="1373"/>
            <ac:spMk id="2" creationId="{A9A6FF77-D641-4417-92E7-11CC6238BF20}"/>
          </ac:spMkLst>
        </pc:spChg>
        <pc:spChg chg="mod">
          <ac:chgData name="Feist, Ella" userId="992bbaf2-811d-42cb-a4d6-e7fc45e325e8" providerId="ADAL" clId="{82C02AF0-3201-4AFF-8545-0DFD842D4E5D}" dt="2025-05-30T13:22:48.221" v="0" actId="790"/>
          <ac:spMkLst>
            <pc:docMk/>
            <pc:sldMk cId="1205406725" sldId="1373"/>
            <ac:spMk id="3" creationId="{F467A17C-592E-8836-6B3A-BE705807AA55}"/>
          </ac:spMkLst>
        </pc:spChg>
        <pc:spChg chg="mod">
          <ac:chgData name="Feist, Ella" userId="992bbaf2-811d-42cb-a4d6-e7fc45e325e8" providerId="ADAL" clId="{82C02AF0-3201-4AFF-8545-0DFD842D4E5D}" dt="2025-05-30T13:22:48.221" v="0" actId="790"/>
          <ac:spMkLst>
            <pc:docMk/>
            <pc:sldMk cId="1205406725" sldId="1373"/>
            <ac:spMk id="4" creationId="{307A8D78-10F2-7C4F-B968-5F0713477E20}"/>
          </ac:spMkLst>
        </pc:spChg>
        <pc:spChg chg="mod">
          <ac:chgData name="Feist, Ella" userId="992bbaf2-811d-42cb-a4d6-e7fc45e325e8" providerId="ADAL" clId="{82C02AF0-3201-4AFF-8545-0DFD842D4E5D}" dt="2025-05-30T13:22:48.221" v="0" actId="790"/>
          <ac:spMkLst>
            <pc:docMk/>
            <pc:sldMk cId="1205406725" sldId="1373"/>
            <ac:spMk id="5" creationId="{91A8ED3D-B755-43C9-BCB1-DCF495C0C9DB}"/>
          </ac:spMkLst>
        </pc:spChg>
        <pc:spChg chg="mod">
          <ac:chgData name="Feist, Ella" userId="992bbaf2-811d-42cb-a4d6-e7fc45e325e8" providerId="ADAL" clId="{82C02AF0-3201-4AFF-8545-0DFD842D4E5D}" dt="2025-05-30T13:22:48.221" v="0" actId="790"/>
          <ac:spMkLst>
            <pc:docMk/>
            <pc:sldMk cId="1205406725" sldId="1373"/>
            <ac:spMk id="7" creationId="{786DEBEF-450F-D1B8-C7F1-8E0A98B25643}"/>
          </ac:spMkLst>
        </pc:spChg>
      </pc:sldChg>
      <pc:sldChg chg="modSp mod">
        <pc:chgData name="Feist, Ella" userId="992bbaf2-811d-42cb-a4d6-e7fc45e325e8" providerId="ADAL" clId="{82C02AF0-3201-4AFF-8545-0DFD842D4E5D}" dt="2025-05-30T13:22:48.221" v="0" actId="790"/>
        <pc:sldMkLst>
          <pc:docMk/>
          <pc:sldMk cId="2420066786" sldId="1374"/>
        </pc:sldMkLst>
        <pc:spChg chg="mod">
          <ac:chgData name="Feist, Ella" userId="992bbaf2-811d-42cb-a4d6-e7fc45e325e8" providerId="ADAL" clId="{82C02AF0-3201-4AFF-8545-0DFD842D4E5D}" dt="2025-05-30T13:22:48.221" v="0" actId="790"/>
          <ac:spMkLst>
            <pc:docMk/>
            <pc:sldMk cId="2420066786" sldId="1374"/>
            <ac:spMk id="2" creationId="{A9A6FF77-D641-4417-92E7-11CC6238BF20}"/>
          </ac:spMkLst>
        </pc:spChg>
        <pc:spChg chg="mod">
          <ac:chgData name="Feist, Ella" userId="992bbaf2-811d-42cb-a4d6-e7fc45e325e8" providerId="ADAL" clId="{82C02AF0-3201-4AFF-8545-0DFD842D4E5D}" dt="2025-05-30T13:22:48.221" v="0" actId="790"/>
          <ac:spMkLst>
            <pc:docMk/>
            <pc:sldMk cId="2420066786" sldId="1374"/>
            <ac:spMk id="3" creationId="{E67F202E-16DC-D05E-D1B6-A5461A4B17CB}"/>
          </ac:spMkLst>
        </pc:spChg>
        <pc:spChg chg="mod">
          <ac:chgData name="Feist, Ella" userId="992bbaf2-811d-42cb-a4d6-e7fc45e325e8" providerId="ADAL" clId="{82C02AF0-3201-4AFF-8545-0DFD842D4E5D}" dt="2025-05-30T13:22:48.221" v="0" actId="790"/>
          <ac:spMkLst>
            <pc:docMk/>
            <pc:sldMk cId="2420066786" sldId="1374"/>
            <ac:spMk id="4" creationId="{8BF5F50A-6321-074F-02C4-A6D2686C9870}"/>
          </ac:spMkLst>
        </pc:spChg>
        <pc:spChg chg="mod">
          <ac:chgData name="Feist, Ella" userId="992bbaf2-811d-42cb-a4d6-e7fc45e325e8" providerId="ADAL" clId="{82C02AF0-3201-4AFF-8545-0DFD842D4E5D}" dt="2025-05-30T13:22:48.221" v="0" actId="790"/>
          <ac:spMkLst>
            <pc:docMk/>
            <pc:sldMk cId="2420066786" sldId="1374"/>
            <ac:spMk id="5" creationId="{91A8ED3D-B755-43C9-BCB1-DCF495C0C9DB}"/>
          </ac:spMkLst>
        </pc:spChg>
        <pc:spChg chg="mod">
          <ac:chgData name="Feist, Ella" userId="992bbaf2-811d-42cb-a4d6-e7fc45e325e8" providerId="ADAL" clId="{82C02AF0-3201-4AFF-8545-0DFD842D4E5D}" dt="2025-05-30T13:22:48.221" v="0" actId="790"/>
          <ac:spMkLst>
            <pc:docMk/>
            <pc:sldMk cId="2420066786" sldId="1374"/>
            <ac:spMk id="7" creationId="{786DEBEF-450F-D1B8-C7F1-8E0A98B25643}"/>
          </ac:spMkLst>
        </pc:spChg>
      </pc:sldChg>
      <pc:sldChg chg="modSp mod">
        <pc:chgData name="Feist, Ella" userId="992bbaf2-811d-42cb-a4d6-e7fc45e325e8" providerId="ADAL" clId="{82C02AF0-3201-4AFF-8545-0DFD842D4E5D}" dt="2025-05-30T13:22:48.221" v="0" actId="790"/>
        <pc:sldMkLst>
          <pc:docMk/>
          <pc:sldMk cId="1693002430" sldId="1375"/>
        </pc:sldMkLst>
        <pc:spChg chg="mod">
          <ac:chgData name="Feist, Ella" userId="992bbaf2-811d-42cb-a4d6-e7fc45e325e8" providerId="ADAL" clId="{82C02AF0-3201-4AFF-8545-0DFD842D4E5D}" dt="2025-05-30T13:22:48.221" v="0" actId="790"/>
          <ac:spMkLst>
            <pc:docMk/>
            <pc:sldMk cId="1693002430" sldId="1375"/>
            <ac:spMk id="2" creationId="{4E9BFF16-B602-A980-F03D-73F453A941C1}"/>
          </ac:spMkLst>
        </pc:spChg>
        <pc:spChg chg="mod">
          <ac:chgData name="Feist, Ella" userId="992bbaf2-811d-42cb-a4d6-e7fc45e325e8" providerId="ADAL" clId="{82C02AF0-3201-4AFF-8545-0DFD842D4E5D}" dt="2025-05-30T13:22:48.221" v="0" actId="790"/>
          <ac:spMkLst>
            <pc:docMk/>
            <pc:sldMk cId="1693002430" sldId="1375"/>
            <ac:spMk id="4" creationId="{9ED32BBC-8A3B-5FB1-DB0F-B65F461BDA2D}"/>
          </ac:spMkLst>
        </pc:spChg>
      </pc:sldChg>
      <pc:sldChg chg="modSp mod modNotes">
        <pc:chgData name="Feist, Ella" userId="992bbaf2-811d-42cb-a4d6-e7fc45e325e8" providerId="ADAL" clId="{82C02AF0-3201-4AFF-8545-0DFD842D4E5D}" dt="2025-05-30T13:23:10.531" v="4" actId="207"/>
        <pc:sldMkLst>
          <pc:docMk/>
          <pc:sldMk cId="2963516339" sldId="1376"/>
        </pc:sldMkLst>
        <pc:spChg chg="mod">
          <ac:chgData name="Feist, Ella" userId="992bbaf2-811d-42cb-a4d6-e7fc45e325e8" providerId="ADAL" clId="{82C02AF0-3201-4AFF-8545-0DFD842D4E5D}" dt="2025-05-30T13:22:48.221" v="0" actId="790"/>
          <ac:spMkLst>
            <pc:docMk/>
            <pc:sldMk cId="2963516339" sldId="1376"/>
            <ac:spMk id="2" creationId="{A9A6FF77-D641-4417-92E7-11CC6238BF20}"/>
          </ac:spMkLst>
        </pc:spChg>
        <pc:spChg chg="mod">
          <ac:chgData name="Feist, Ella" userId="992bbaf2-811d-42cb-a4d6-e7fc45e325e8" providerId="ADAL" clId="{82C02AF0-3201-4AFF-8545-0DFD842D4E5D}" dt="2025-05-30T13:22:48.221" v="0" actId="790"/>
          <ac:spMkLst>
            <pc:docMk/>
            <pc:sldMk cId="2963516339" sldId="1376"/>
            <ac:spMk id="3" creationId="{01C36D16-F280-FBBC-4DEC-624B220E30A5}"/>
          </ac:spMkLst>
        </pc:spChg>
        <pc:spChg chg="mod">
          <ac:chgData name="Feist, Ella" userId="992bbaf2-811d-42cb-a4d6-e7fc45e325e8" providerId="ADAL" clId="{82C02AF0-3201-4AFF-8545-0DFD842D4E5D}" dt="2025-05-30T13:22:48.221" v="0" actId="790"/>
          <ac:spMkLst>
            <pc:docMk/>
            <pc:sldMk cId="2963516339" sldId="1376"/>
            <ac:spMk id="5" creationId="{91A8ED3D-B755-43C9-BCB1-DCF495C0C9DB}"/>
          </ac:spMkLst>
        </pc:spChg>
      </pc:sldChg>
      <pc:sldChg chg="modSp mod">
        <pc:chgData name="Feist, Ella" userId="992bbaf2-811d-42cb-a4d6-e7fc45e325e8" providerId="ADAL" clId="{82C02AF0-3201-4AFF-8545-0DFD842D4E5D}" dt="2025-05-30T13:22:48.221" v="0" actId="790"/>
        <pc:sldMkLst>
          <pc:docMk/>
          <pc:sldMk cId="1275659898" sldId="1377"/>
        </pc:sldMkLst>
        <pc:spChg chg="mod">
          <ac:chgData name="Feist, Ella" userId="992bbaf2-811d-42cb-a4d6-e7fc45e325e8" providerId="ADAL" clId="{82C02AF0-3201-4AFF-8545-0DFD842D4E5D}" dt="2025-05-30T13:22:48.221" v="0" actId="790"/>
          <ac:spMkLst>
            <pc:docMk/>
            <pc:sldMk cId="1275659898" sldId="1377"/>
            <ac:spMk id="2" creationId="{A9A6FF77-D641-4417-92E7-11CC6238BF20}"/>
          </ac:spMkLst>
        </pc:spChg>
        <pc:spChg chg="mod">
          <ac:chgData name="Feist, Ella" userId="992bbaf2-811d-42cb-a4d6-e7fc45e325e8" providerId="ADAL" clId="{82C02AF0-3201-4AFF-8545-0DFD842D4E5D}" dt="2025-05-30T13:22:48.221" v="0" actId="790"/>
          <ac:spMkLst>
            <pc:docMk/>
            <pc:sldMk cId="1275659898" sldId="1377"/>
            <ac:spMk id="3" creationId="{A2CB6176-BE68-70AC-FCFD-DA50497BDFC6}"/>
          </ac:spMkLst>
        </pc:spChg>
        <pc:spChg chg="mod">
          <ac:chgData name="Feist, Ella" userId="992bbaf2-811d-42cb-a4d6-e7fc45e325e8" providerId="ADAL" clId="{82C02AF0-3201-4AFF-8545-0DFD842D4E5D}" dt="2025-05-30T13:22:48.221" v="0" actId="790"/>
          <ac:spMkLst>
            <pc:docMk/>
            <pc:sldMk cId="1275659898" sldId="1377"/>
            <ac:spMk id="5" creationId="{91A8ED3D-B755-43C9-BCB1-DCF495C0C9DB}"/>
          </ac:spMkLst>
        </pc:spChg>
        <pc:spChg chg="mod">
          <ac:chgData name="Feist, Ella" userId="992bbaf2-811d-42cb-a4d6-e7fc45e325e8" providerId="ADAL" clId="{82C02AF0-3201-4AFF-8545-0DFD842D4E5D}" dt="2025-05-30T13:22:48.221" v="0" actId="790"/>
          <ac:spMkLst>
            <pc:docMk/>
            <pc:sldMk cId="1275659898" sldId="1377"/>
            <ac:spMk id="7" creationId="{57FB28D0-A7A3-8783-93C8-8D6670CD0BCF}"/>
          </ac:spMkLst>
        </pc:spChg>
        <pc:graphicFrameChg chg="modGraphic">
          <ac:chgData name="Feist, Ella" userId="992bbaf2-811d-42cb-a4d6-e7fc45e325e8" providerId="ADAL" clId="{82C02AF0-3201-4AFF-8545-0DFD842D4E5D}" dt="2025-05-30T13:22:48.221" v="0" actId="790"/>
          <ac:graphicFrameMkLst>
            <pc:docMk/>
            <pc:sldMk cId="1275659898" sldId="1377"/>
            <ac:graphicFrameMk id="6" creationId="{F05AC884-A134-F10B-531F-42D6686FBB63}"/>
          </ac:graphicFrameMkLst>
        </pc:graphicFrameChg>
      </pc:sldChg>
      <pc:sldChg chg="modSp mod modNotes">
        <pc:chgData name="Feist, Ella" userId="992bbaf2-811d-42cb-a4d6-e7fc45e325e8" providerId="ADAL" clId="{82C02AF0-3201-4AFF-8545-0DFD842D4E5D}" dt="2025-05-30T13:23:19.507" v="6" actId="12"/>
        <pc:sldMkLst>
          <pc:docMk/>
          <pc:sldMk cId="742228458" sldId="1378"/>
        </pc:sldMkLst>
        <pc:spChg chg="mod">
          <ac:chgData name="Feist, Ella" userId="992bbaf2-811d-42cb-a4d6-e7fc45e325e8" providerId="ADAL" clId="{82C02AF0-3201-4AFF-8545-0DFD842D4E5D}" dt="2025-05-30T13:22:48.221" v="0" actId="790"/>
          <ac:spMkLst>
            <pc:docMk/>
            <pc:sldMk cId="742228458" sldId="1378"/>
            <ac:spMk id="2" creationId="{A9A6FF77-D641-4417-92E7-11CC6238BF20}"/>
          </ac:spMkLst>
        </pc:spChg>
        <pc:spChg chg="mod">
          <ac:chgData name="Feist, Ella" userId="992bbaf2-811d-42cb-a4d6-e7fc45e325e8" providerId="ADAL" clId="{82C02AF0-3201-4AFF-8545-0DFD842D4E5D}" dt="2025-05-30T13:22:48.221" v="0" actId="790"/>
          <ac:spMkLst>
            <pc:docMk/>
            <pc:sldMk cId="742228458" sldId="1378"/>
            <ac:spMk id="3" creationId="{6ABB71D1-3384-6FBD-B8D9-B111F906B06A}"/>
          </ac:spMkLst>
        </pc:spChg>
        <pc:spChg chg="mod">
          <ac:chgData name="Feist, Ella" userId="992bbaf2-811d-42cb-a4d6-e7fc45e325e8" providerId="ADAL" clId="{82C02AF0-3201-4AFF-8545-0DFD842D4E5D}" dt="2025-05-30T13:22:48.221" v="0" actId="790"/>
          <ac:spMkLst>
            <pc:docMk/>
            <pc:sldMk cId="742228458" sldId="1378"/>
            <ac:spMk id="4" creationId="{9067B328-4A33-8E51-CF64-7799DFA1AD25}"/>
          </ac:spMkLst>
        </pc:spChg>
        <pc:spChg chg="mod">
          <ac:chgData name="Feist, Ella" userId="992bbaf2-811d-42cb-a4d6-e7fc45e325e8" providerId="ADAL" clId="{82C02AF0-3201-4AFF-8545-0DFD842D4E5D}" dt="2025-05-30T13:22:48.221" v="0" actId="790"/>
          <ac:spMkLst>
            <pc:docMk/>
            <pc:sldMk cId="742228458" sldId="1378"/>
            <ac:spMk id="5" creationId="{91A8ED3D-B755-43C9-BCB1-DCF495C0C9DB}"/>
          </ac:spMkLst>
        </pc:spChg>
        <pc:spChg chg="mod">
          <ac:chgData name="Feist, Ella" userId="992bbaf2-811d-42cb-a4d6-e7fc45e325e8" providerId="ADAL" clId="{82C02AF0-3201-4AFF-8545-0DFD842D4E5D}" dt="2025-05-30T13:22:48.221" v="0" actId="790"/>
          <ac:spMkLst>
            <pc:docMk/>
            <pc:sldMk cId="742228458" sldId="1378"/>
            <ac:spMk id="7" creationId="{876AE57D-B7AB-2D1F-8316-ED549C756D4D}"/>
          </ac:spMkLst>
        </pc:spChg>
      </pc:sldChg>
      <pc:sldChg chg="modSp mod">
        <pc:chgData name="Feist, Ella" userId="992bbaf2-811d-42cb-a4d6-e7fc45e325e8" providerId="ADAL" clId="{82C02AF0-3201-4AFF-8545-0DFD842D4E5D}" dt="2025-05-30T13:22:48.221" v="0" actId="790"/>
        <pc:sldMkLst>
          <pc:docMk/>
          <pc:sldMk cId="248228759" sldId="1379"/>
        </pc:sldMkLst>
        <pc:spChg chg="mod">
          <ac:chgData name="Feist, Ella" userId="992bbaf2-811d-42cb-a4d6-e7fc45e325e8" providerId="ADAL" clId="{82C02AF0-3201-4AFF-8545-0DFD842D4E5D}" dt="2025-05-30T13:22:48.221" v="0" actId="790"/>
          <ac:spMkLst>
            <pc:docMk/>
            <pc:sldMk cId="248228759" sldId="1379"/>
            <ac:spMk id="2" creationId="{0EADE2F2-4B2C-FD3C-8307-AC4CC7E22379}"/>
          </ac:spMkLst>
        </pc:spChg>
        <pc:spChg chg="mod">
          <ac:chgData name="Feist, Ella" userId="992bbaf2-811d-42cb-a4d6-e7fc45e325e8" providerId="ADAL" clId="{82C02AF0-3201-4AFF-8545-0DFD842D4E5D}" dt="2025-05-30T13:22:48.221" v="0" actId="790"/>
          <ac:spMkLst>
            <pc:docMk/>
            <pc:sldMk cId="248228759" sldId="1379"/>
            <ac:spMk id="4" creationId="{9ED32BBC-8A3B-5FB1-DB0F-B65F461BDA2D}"/>
          </ac:spMkLst>
        </pc:spChg>
      </pc:sldChg>
      <pc:sldChg chg="modSp mod modNotes">
        <pc:chgData name="Feist, Ella" userId="992bbaf2-811d-42cb-a4d6-e7fc45e325e8" providerId="ADAL" clId="{82C02AF0-3201-4AFF-8545-0DFD842D4E5D}" dt="2025-05-30T13:23:35.417" v="10" actId="20577"/>
        <pc:sldMkLst>
          <pc:docMk/>
          <pc:sldMk cId="1440400611" sldId="1380"/>
        </pc:sldMkLst>
        <pc:spChg chg="mod">
          <ac:chgData name="Feist, Ella" userId="992bbaf2-811d-42cb-a4d6-e7fc45e325e8" providerId="ADAL" clId="{82C02AF0-3201-4AFF-8545-0DFD842D4E5D}" dt="2025-05-30T13:22:48.221" v="0" actId="790"/>
          <ac:spMkLst>
            <pc:docMk/>
            <pc:sldMk cId="1440400611" sldId="1380"/>
            <ac:spMk id="2" creationId="{A9A6FF77-D641-4417-92E7-11CC6238BF20}"/>
          </ac:spMkLst>
        </pc:spChg>
        <pc:spChg chg="mod">
          <ac:chgData name="Feist, Ella" userId="992bbaf2-811d-42cb-a4d6-e7fc45e325e8" providerId="ADAL" clId="{82C02AF0-3201-4AFF-8545-0DFD842D4E5D}" dt="2025-05-30T13:22:48.221" v="0" actId="790"/>
          <ac:spMkLst>
            <pc:docMk/>
            <pc:sldMk cId="1440400611" sldId="1380"/>
            <ac:spMk id="3" creationId="{D1D36022-2EF7-A3B3-45CE-8F70DADFE827}"/>
          </ac:spMkLst>
        </pc:spChg>
        <pc:spChg chg="mod">
          <ac:chgData name="Feist, Ella" userId="992bbaf2-811d-42cb-a4d6-e7fc45e325e8" providerId="ADAL" clId="{82C02AF0-3201-4AFF-8545-0DFD842D4E5D}" dt="2025-05-30T13:22:48.221" v="0" actId="790"/>
          <ac:spMkLst>
            <pc:docMk/>
            <pc:sldMk cId="1440400611" sldId="1380"/>
            <ac:spMk id="5" creationId="{91A8ED3D-B755-43C9-BCB1-DCF495C0C9DB}"/>
          </ac:spMkLst>
        </pc:spChg>
        <pc:graphicFrameChg chg="modGraphic">
          <ac:chgData name="Feist, Ella" userId="992bbaf2-811d-42cb-a4d6-e7fc45e325e8" providerId="ADAL" clId="{82C02AF0-3201-4AFF-8545-0DFD842D4E5D}" dt="2025-05-30T13:22:48.221" v="0" actId="790"/>
          <ac:graphicFrameMkLst>
            <pc:docMk/>
            <pc:sldMk cId="1440400611" sldId="1380"/>
            <ac:graphicFrameMk id="6" creationId="{71CD2C96-5299-4EE8-DE8D-0834A084B49D}"/>
          </ac:graphicFrameMkLst>
        </pc:graphicFrameChg>
      </pc:sldChg>
      <pc:sldChg chg="modSp mod modNotes">
        <pc:chgData name="Feist, Ella" userId="992bbaf2-811d-42cb-a4d6-e7fc45e325e8" providerId="ADAL" clId="{82C02AF0-3201-4AFF-8545-0DFD842D4E5D}" dt="2025-05-30T13:23:44.999" v="13" actId="20577"/>
        <pc:sldMkLst>
          <pc:docMk/>
          <pc:sldMk cId="4030854950" sldId="1381"/>
        </pc:sldMkLst>
        <pc:spChg chg="mod">
          <ac:chgData name="Feist, Ella" userId="992bbaf2-811d-42cb-a4d6-e7fc45e325e8" providerId="ADAL" clId="{82C02AF0-3201-4AFF-8545-0DFD842D4E5D}" dt="2025-05-30T13:22:48.221" v="0" actId="790"/>
          <ac:spMkLst>
            <pc:docMk/>
            <pc:sldMk cId="4030854950" sldId="1381"/>
            <ac:spMk id="2" creationId="{A9A6FF77-D641-4417-92E7-11CC6238BF20}"/>
          </ac:spMkLst>
        </pc:spChg>
        <pc:spChg chg="mod">
          <ac:chgData name="Feist, Ella" userId="992bbaf2-811d-42cb-a4d6-e7fc45e325e8" providerId="ADAL" clId="{82C02AF0-3201-4AFF-8545-0DFD842D4E5D}" dt="2025-05-30T13:22:48.221" v="0" actId="790"/>
          <ac:spMkLst>
            <pc:docMk/>
            <pc:sldMk cId="4030854950" sldId="1381"/>
            <ac:spMk id="3" creationId="{8DF60D91-BC61-18CE-8D61-770BB2F16928}"/>
          </ac:spMkLst>
        </pc:spChg>
        <pc:spChg chg="mod">
          <ac:chgData name="Feist, Ella" userId="992bbaf2-811d-42cb-a4d6-e7fc45e325e8" providerId="ADAL" clId="{82C02AF0-3201-4AFF-8545-0DFD842D4E5D}" dt="2025-05-30T13:22:48.221" v="0" actId="790"/>
          <ac:spMkLst>
            <pc:docMk/>
            <pc:sldMk cId="4030854950" sldId="1381"/>
            <ac:spMk id="4" creationId="{C5F40765-03EA-8C50-1B09-B463A64926D8}"/>
          </ac:spMkLst>
        </pc:spChg>
        <pc:spChg chg="mod">
          <ac:chgData name="Feist, Ella" userId="992bbaf2-811d-42cb-a4d6-e7fc45e325e8" providerId="ADAL" clId="{82C02AF0-3201-4AFF-8545-0DFD842D4E5D}" dt="2025-05-30T13:22:48.221" v="0" actId="790"/>
          <ac:spMkLst>
            <pc:docMk/>
            <pc:sldMk cId="4030854950" sldId="1381"/>
            <ac:spMk id="5" creationId="{91A8ED3D-B755-43C9-BCB1-DCF495C0C9DB}"/>
          </ac:spMkLst>
        </pc:spChg>
      </pc:sldChg>
      <pc:sldChg chg="modSp mod">
        <pc:chgData name="Feist, Ella" userId="992bbaf2-811d-42cb-a4d6-e7fc45e325e8" providerId="ADAL" clId="{82C02AF0-3201-4AFF-8545-0DFD842D4E5D}" dt="2025-05-30T13:22:48.221" v="0" actId="790"/>
        <pc:sldMkLst>
          <pc:docMk/>
          <pc:sldMk cId="3758568016" sldId="1382"/>
        </pc:sldMkLst>
        <pc:spChg chg="mod">
          <ac:chgData name="Feist, Ella" userId="992bbaf2-811d-42cb-a4d6-e7fc45e325e8" providerId="ADAL" clId="{82C02AF0-3201-4AFF-8545-0DFD842D4E5D}" dt="2025-05-30T13:22:48.221" v="0" actId="790"/>
          <ac:spMkLst>
            <pc:docMk/>
            <pc:sldMk cId="3758568016" sldId="1382"/>
            <ac:spMk id="2" creationId="{5A2CA71F-2FBF-E557-1001-04D8DBADBC58}"/>
          </ac:spMkLst>
        </pc:spChg>
        <pc:spChg chg="mod">
          <ac:chgData name="Feist, Ella" userId="992bbaf2-811d-42cb-a4d6-e7fc45e325e8" providerId="ADAL" clId="{82C02AF0-3201-4AFF-8545-0DFD842D4E5D}" dt="2025-05-30T13:22:48.221" v="0" actId="790"/>
          <ac:spMkLst>
            <pc:docMk/>
            <pc:sldMk cId="3758568016" sldId="1382"/>
            <ac:spMk id="4" creationId="{9ED32BBC-8A3B-5FB1-DB0F-B65F461BDA2D}"/>
          </ac:spMkLst>
        </pc:spChg>
      </pc:sldChg>
      <pc:sldChg chg="modSp mod modNotes">
        <pc:chgData name="Feist, Ella" userId="992bbaf2-811d-42cb-a4d6-e7fc45e325e8" providerId="ADAL" clId="{82C02AF0-3201-4AFF-8545-0DFD842D4E5D}" dt="2025-05-30T13:23:51.215" v="15" actId="20577"/>
        <pc:sldMkLst>
          <pc:docMk/>
          <pc:sldMk cId="4068943751" sldId="1383"/>
        </pc:sldMkLst>
        <pc:spChg chg="mod">
          <ac:chgData name="Feist, Ella" userId="992bbaf2-811d-42cb-a4d6-e7fc45e325e8" providerId="ADAL" clId="{82C02AF0-3201-4AFF-8545-0DFD842D4E5D}" dt="2025-05-30T13:22:48.221" v="0" actId="790"/>
          <ac:spMkLst>
            <pc:docMk/>
            <pc:sldMk cId="4068943751" sldId="1383"/>
            <ac:spMk id="2" creationId="{A9A6FF77-D641-4417-92E7-11CC6238BF20}"/>
          </ac:spMkLst>
        </pc:spChg>
        <pc:spChg chg="mod">
          <ac:chgData name="Feist, Ella" userId="992bbaf2-811d-42cb-a4d6-e7fc45e325e8" providerId="ADAL" clId="{82C02AF0-3201-4AFF-8545-0DFD842D4E5D}" dt="2025-05-30T13:22:48.221" v="0" actId="790"/>
          <ac:spMkLst>
            <pc:docMk/>
            <pc:sldMk cId="4068943751" sldId="1383"/>
            <ac:spMk id="3" creationId="{47A54691-9EBA-BF13-A094-383BB435E210}"/>
          </ac:spMkLst>
        </pc:spChg>
        <pc:spChg chg="mod">
          <ac:chgData name="Feist, Ella" userId="992bbaf2-811d-42cb-a4d6-e7fc45e325e8" providerId="ADAL" clId="{82C02AF0-3201-4AFF-8545-0DFD842D4E5D}" dt="2025-05-30T13:22:48.221" v="0" actId="790"/>
          <ac:spMkLst>
            <pc:docMk/>
            <pc:sldMk cId="4068943751" sldId="1383"/>
            <ac:spMk id="4" creationId="{FF32B24E-0FD7-C0E2-1AA7-1FF97AC82C37}"/>
          </ac:spMkLst>
        </pc:spChg>
        <pc:spChg chg="mod">
          <ac:chgData name="Feist, Ella" userId="992bbaf2-811d-42cb-a4d6-e7fc45e325e8" providerId="ADAL" clId="{82C02AF0-3201-4AFF-8545-0DFD842D4E5D}" dt="2025-05-30T13:22:48.221" v="0" actId="790"/>
          <ac:spMkLst>
            <pc:docMk/>
            <pc:sldMk cId="4068943751" sldId="1383"/>
            <ac:spMk id="5" creationId="{91A8ED3D-B755-43C9-BCB1-DCF495C0C9DB}"/>
          </ac:spMkLst>
        </pc:spChg>
        <pc:spChg chg="mod">
          <ac:chgData name="Feist, Ella" userId="992bbaf2-811d-42cb-a4d6-e7fc45e325e8" providerId="ADAL" clId="{82C02AF0-3201-4AFF-8545-0DFD842D4E5D}" dt="2025-05-30T13:22:48.221" v="0" actId="790"/>
          <ac:spMkLst>
            <pc:docMk/>
            <pc:sldMk cId="4068943751" sldId="1383"/>
            <ac:spMk id="7" creationId="{5F837E82-6D21-26CB-619F-445FACB49E7D}"/>
          </ac:spMkLst>
        </pc:spChg>
        <pc:spChg chg="mod">
          <ac:chgData name="Feist, Ella" userId="992bbaf2-811d-42cb-a4d6-e7fc45e325e8" providerId="ADAL" clId="{82C02AF0-3201-4AFF-8545-0DFD842D4E5D}" dt="2025-05-30T13:22:48.221" v="0" actId="790"/>
          <ac:spMkLst>
            <pc:docMk/>
            <pc:sldMk cId="4068943751" sldId="1383"/>
            <ac:spMk id="8" creationId="{B3438DDC-A387-8C74-9B7E-767100A237AB}"/>
          </ac:spMkLst>
        </pc:spChg>
        <pc:spChg chg="mod">
          <ac:chgData name="Feist, Ella" userId="992bbaf2-811d-42cb-a4d6-e7fc45e325e8" providerId="ADAL" clId="{82C02AF0-3201-4AFF-8545-0DFD842D4E5D}" dt="2025-05-30T13:22:48.221" v="0" actId="790"/>
          <ac:spMkLst>
            <pc:docMk/>
            <pc:sldMk cId="4068943751" sldId="1383"/>
            <ac:spMk id="9" creationId="{2705A14D-3EF5-6C05-4F2E-38F2B12CCACB}"/>
          </ac:spMkLst>
        </pc:spChg>
      </pc:sldChg>
      <pc:sldChg chg="modSp mod">
        <pc:chgData name="Feist, Ella" userId="992bbaf2-811d-42cb-a4d6-e7fc45e325e8" providerId="ADAL" clId="{82C02AF0-3201-4AFF-8545-0DFD842D4E5D}" dt="2025-05-30T13:22:48.221" v="0" actId="790"/>
        <pc:sldMkLst>
          <pc:docMk/>
          <pc:sldMk cId="3382356599" sldId="1384"/>
        </pc:sldMkLst>
        <pc:spChg chg="mod">
          <ac:chgData name="Feist, Ella" userId="992bbaf2-811d-42cb-a4d6-e7fc45e325e8" providerId="ADAL" clId="{82C02AF0-3201-4AFF-8545-0DFD842D4E5D}" dt="2025-05-30T13:22:48.221" v="0" actId="790"/>
          <ac:spMkLst>
            <pc:docMk/>
            <pc:sldMk cId="3382356599" sldId="1384"/>
            <ac:spMk id="2" creationId="{649E47BF-BC3C-206B-A5E6-7049F26F059E}"/>
          </ac:spMkLst>
        </pc:spChg>
        <pc:spChg chg="mod">
          <ac:chgData name="Feist, Ella" userId="992bbaf2-811d-42cb-a4d6-e7fc45e325e8" providerId="ADAL" clId="{82C02AF0-3201-4AFF-8545-0DFD842D4E5D}" dt="2025-05-30T13:22:48.221" v="0" actId="790"/>
          <ac:spMkLst>
            <pc:docMk/>
            <pc:sldMk cId="3382356599" sldId="1384"/>
            <ac:spMk id="4" creationId="{9ED32BBC-8A3B-5FB1-DB0F-B65F461BDA2D}"/>
          </ac:spMkLst>
        </pc:spChg>
      </pc:sldChg>
      <pc:sldChg chg="modSp mod modNotes">
        <pc:chgData name="Feist, Ella" userId="992bbaf2-811d-42cb-a4d6-e7fc45e325e8" providerId="ADAL" clId="{82C02AF0-3201-4AFF-8545-0DFD842D4E5D}" dt="2025-05-30T13:23:58.823" v="18" actId="20577"/>
        <pc:sldMkLst>
          <pc:docMk/>
          <pc:sldMk cId="3388298166" sldId="1385"/>
        </pc:sldMkLst>
        <pc:spChg chg="mod">
          <ac:chgData name="Feist, Ella" userId="992bbaf2-811d-42cb-a4d6-e7fc45e325e8" providerId="ADAL" clId="{82C02AF0-3201-4AFF-8545-0DFD842D4E5D}" dt="2025-05-30T13:22:48.221" v="0" actId="790"/>
          <ac:spMkLst>
            <pc:docMk/>
            <pc:sldMk cId="3388298166" sldId="1385"/>
            <ac:spMk id="2" creationId="{A9A6FF77-D641-4417-92E7-11CC6238BF20}"/>
          </ac:spMkLst>
        </pc:spChg>
        <pc:spChg chg="mod">
          <ac:chgData name="Feist, Ella" userId="992bbaf2-811d-42cb-a4d6-e7fc45e325e8" providerId="ADAL" clId="{82C02AF0-3201-4AFF-8545-0DFD842D4E5D}" dt="2025-05-30T13:22:48.221" v="0" actId="790"/>
          <ac:spMkLst>
            <pc:docMk/>
            <pc:sldMk cId="3388298166" sldId="1385"/>
            <ac:spMk id="3" creationId="{4F2E2DD1-EDAF-4427-2986-60400C7CDE87}"/>
          </ac:spMkLst>
        </pc:spChg>
        <pc:spChg chg="mod">
          <ac:chgData name="Feist, Ella" userId="992bbaf2-811d-42cb-a4d6-e7fc45e325e8" providerId="ADAL" clId="{82C02AF0-3201-4AFF-8545-0DFD842D4E5D}" dt="2025-05-30T13:22:48.221" v="0" actId="790"/>
          <ac:spMkLst>
            <pc:docMk/>
            <pc:sldMk cId="3388298166" sldId="1385"/>
            <ac:spMk id="4" creationId="{5D02B93C-7B08-E8DB-86C5-7A4133C8034A}"/>
          </ac:spMkLst>
        </pc:spChg>
        <pc:spChg chg="mod">
          <ac:chgData name="Feist, Ella" userId="992bbaf2-811d-42cb-a4d6-e7fc45e325e8" providerId="ADAL" clId="{82C02AF0-3201-4AFF-8545-0DFD842D4E5D}" dt="2025-05-30T13:22:48.221" v="0" actId="790"/>
          <ac:spMkLst>
            <pc:docMk/>
            <pc:sldMk cId="3388298166" sldId="1385"/>
            <ac:spMk id="5" creationId="{91A8ED3D-B755-43C9-BCB1-DCF495C0C9DB}"/>
          </ac:spMkLst>
        </pc:spChg>
      </pc:sldChg>
      <pc:sldChg chg="modSp mod">
        <pc:chgData name="Feist, Ella" userId="992bbaf2-811d-42cb-a4d6-e7fc45e325e8" providerId="ADAL" clId="{82C02AF0-3201-4AFF-8545-0DFD842D4E5D}" dt="2025-05-30T13:22:48.221" v="0" actId="790"/>
        <pc:sldMkLst>
          <pc:docMk/>
          <pc:sldMk cId="574386959" sldId="1386"/>
        </pc:sldMkLst>
        <pc:spChg chg="mod">
          <ac:chgData name="Feist, Ella" userId="992bbaf2-811d-42cb-a4d6-e7fc45e325e8" providerId="ADAL" clId="{82C02AF0-3201-4AFF-8545-0DFD842D4E5D}" dt="2025-05-30T13:22:48.221" v="0" actId="790"/>
          <ac:spMkLst>
            <pc:docMk/>
            <pc:sldMk cId="574386959" sldId="1386"/>
            <ac:spMk id="2" creationId="{A9A6FF77-D641-4417-92E7-11CC6238BF20}"/>
          </ac:spMkLst>
        </pc:spChg>
        <pc:spChg chg="mod">
          <ac:chgData name="Feist, Ella" userId="992bbaf2-811d-42cb-a4d6-e7fc45e325e8" providerId="ADAL" clId="{82C02AF0-3201-4AFF-8545-0DFD842D4E5D}" dt="2025-05-30T13:22:48.221" v="0" actId="790"/>
          <ac:spMkLst>
            <pc:docMk/>
            <pc:sldMk cId="574386959" sldId="1386"/>
            <ac:spMk id="3" creationId="{3027D23A-B661-C95A-FFFC-18421373A5DD}"/>
          </ac:spMkLst>
        </pc:spChg>
        <pc:graphicFrameChg chg="modGraphic">
          <ac:chgData name="Feist, Ella" userId="992bbaf2-811d-42cb-a4d6-e7fc45e325e8" providerId="ADAL" clId="{82C02AF0-3201-4AFF-8545-0DFD842D4E5D}" dt="2025-05-30T13:22:48.221" v="0" actId="790"/>
          <ac:graphicFrameMkLst>
            <pc:docMk/>
            <pc:sldMk cId="574386959" sldId="1386"/>
            <ac:graphicFrameMk id="9" creationId="{7CE16E7D-F413-793A-64D0-7659BA8A3028}"/>
          </ac:graphicFrameMkLst>
        </pc:graphicFrameChg>
      </pc:sldChg>
      <pc:sldChg chg="modSp mod">
        <pc:chgData name="Feist, Ella" userId="992bbaf2-811d-42cb-a4d6-e7fc45e325e8" providerId="ADAL" clId="{82C02AF0-3201-4AFF-8545-0DFD842D4E5D}" dt="2025-05-30T13:22:48.221" v="0" actId="790"/>
        <pc:sldMkLst>
          <pc:docMk/>
          <pc:sldMk cId="3853117997" sldId="1387"/>
        </pc:sldMkLst>
        <pc:spChg chg="mod">
          <ac:chgData name="Feist, Ella" userId="992bbaf2-811d-42cb-a4d6-e7fc45e325e8" providerId="ADAL" clId="{82C02AF0-3201-4AFF-8545-0DFD842D4E5D}" dt="2025-05-30T13:22:48.221" v="0" actId="790"/>
          <ac:spMkLst>
            <pc:docMk/>
            <pc:sldMk cId="3853117997" sldId="1387"/>
            <ac:spMk id="2" creationId="{6BFC4472-BE3A-233D-2909-BB6E6C5ADAC1}"/>
          </ac:spMkLst>
        </pc:spChg>
        <pc:spChg chg="mod">
          <ac:chgData name="Feist, Ella" userId="992bbaf2-811d-42cb-a4d6-e7fc45e325e8" providerId="ADAL" clId="{82C02AF0-3201-4AFF-8545-0DFD842D4E5D}" dt="2025-05-30T13:22:48.221" v="0" actId="790"/>
          <ac:spMkLst>
            <pc:docMk/>
            <pc:sldMk cId="3853117997" sldId="1387"/>
            <ac:spMk id="4" creationId="{9ED32BBC-8A3B-5FB1-DB0F-B65F461BDA2D}"/>
          </ac:spMkLst>
        </pc:spChg>
      </pc:sldChg>
      <pc:sldChg chg="modSp mod modNotes">
        <pc:chgData name="Feist, Ella" userId="992bbaf2-811d-42cb-a4d6-e7fc45e325e8" providerId="ADAL" clId="{82C02AF0-3201-4AFF-8545-0DFD842D4E5D}" dt="2025-05-30T13:24:14.245" v="23" actId="20577"/>
        <pc:sldMkLst>
          <pc:docMk/>
          <pc:sldMk cId="1370332905" sldId="1388"/>
        </pc:sldMkLst>
        <pc:spChg chg="mod">
          <ac:chgData name="Feist, Ella" userId="992bbaf2-811d-42cb-a4d6-e7fc45e325e8" providerId="ADAL" clId="{82C02AF0-3201-4AFF-8545-0DFD842D4E5D}" dt="2025-05-30T13:22:48.221" v="0" actId="790"/>
          <ac:spMkLst>
            <pc:docMk/>
            <pc:sldMk cId="1370332905" sldId="1388"/>
            <ac:spMk id="2" creationId="{A9A6FF77-D641-4417-92E7-11CC6238BF20}"/>
          </ac:spMkLst>
        </pc:spChg>
        <pc:spChg chg="mod">
          <ac:chgData name="Feist, Ella" userId="992bbaf2-811d-42cb-a4d6-e7fc45e325e8" providerId="ADAL" clId="{82C02AF0-3201-4AFF-8545-0DFD842D4E5D}" dt="2025-05-30T13:22:48.221" v="0" actId="790"/>
          <ac:spMkLst>
            <pc:docMk/>
            <pc:sldMk cId="1370332905" sldId="1388"/>
            <ac:spMk id="3" creationId="{855A20A9-A416-83A4-5822-9FF5634727B1}"/>
          </ac:spMkLst>
        </pc:spChg>
        <pc:spChg chg="mod">
          <ac:chgData name="Feist, Ella" userId="992bbaf2-811d-42cb-a4d6-e7fc45e325e8" providerId="ADAL" clId="{82C02AF0-3201-4AFF-8545-0DFD842D4E5D}" dt="2025-05-30T13:22:48.221" v="0" actId="790"/>
          <ac:spMkLst>
            <pc:docMk/>
            <pc:sldMk cId="1370332905" sldId="1388"/>
            <ac:spMk id="4" creationId="{E632688B-7A2B-02DA-29C0-D2409E9699AA}"/>
          </ac:spMkLst>
        </pc:spChg>
        <pc:spChg chg="mod">
          <ac:chgData name="Feist, Ella" userId="992bbaf2-811d-42cb-a4d6-e7fc45e325e8" providerId="ADAL" clId="{82C02AF0-3201-4AFF-8545-0DFD842D4E5D}" dt="2025-05-30T13:22:48.221" v="0" actId="790"/>
          <ac:spMkLst>
            <pc:docMk/>
            <pc:sldMk cId="1370332905" sldId="1388"/>
            <ac:spMk id="5" creationId="{91A8ED3D-B755-43C9-BCB1-DCF495C0C9DB}"/>
          </ac:spMkLst>
        </pc:spChg>
        <pc:spChg chg="mod">
          <ac:chgData name="Feist, Ella" userId="992bbaf2-811d-42cb-a4d6-e7fc45e325e8" providerId="ADAL" clId="{82C02AF0-3201-4AFF-8545-0DFD842D4E5D}" dt="2025-05-30T13:22:48.221" v="0" actId="790"/>
          <ac:spMkLst>
            <pc:docMk/>
            <pc:sldMk cId="1370332905" sldId="1388"/>
            <ac:spMk id="7" creationId="{E711B0AD-FE1A-4B9B-B1BA-DB52459F87B3}"/>
          </ac:spMkLst>
        </pc:spChg>
      </pc:sldChg>
      <pc:sldChg chg="modSp mod modNotes">
        <pc:chgData name="Feist, Ella" userId="992bbaf2-811d-42cb-a4d6-e7fc45e325e8" providerId="ADAL" clId="{82C02AF0-3201-4AFF-8545-0DFD842D4E5D}" dt="2025-05-30T13:24:18.306" v="24" actId="207"/>
        <pc:sldMkLst>
          <pc:docMk/>
          <pc:sldMk cId="2994913550" sldId="1389"/>
        </pc:sldMkLst>
        <pc:spChg chg="mod">
          <ac:chgData name="Feist, Ella" userId="992bbaf2-811d-42cb-a4d6-e7fc45e325e8" providerId="ADAL" clId="{82C02AF0-3201-4AFF-8545-0DFD842D4E5D}" dt="2025-05-30T13:22:48.221" v="0" actId="790"/>
          <ac:spMkLst>
            <pc:docMk/>
            <pc:sldMk cId="2994913550" sldId="1389"/>
            <ac:spMk id="2" creationId="{A9A6FF77-D641-4417-92E7-11CC6238BF20}"/>
          </ac:spMkLst>
        </pc:spChg>
        <pc:spChg chg="mod">
          <ac:chgData name="Feist, Ella" userId="992bbaf2-811d-42cb-a4d6-e7fc45e325e8" providerId="ADAL" clId="{82C02AF0-3201-4AFF-8545-0DFD842D4E5D}" dt="2025-05-30T13:22:48.221" v="0" actId="790"/>
          <ac:spMkLst>
            <pc:docMk/>
            <pc:sldMk cId="2994913550" sldId="1389"/>
            <ac:spMk id="3" creationId="{DD7E8287-D6AC-C749-1994-8EE430E20934}"/>
          </ac:spMkLst>
        </pc:spChg>
        <pc:spChg chg="mod">
          <ac:chgData name="Feist, Ella" userId="992bbaf2-811d-42cb-a4d6-e7fc45e325e8" providerId="ADAL" clId="{82C02AF0-3201-4AFF-8545-0DFD842D4E5D}" dt="2025-05-30T13:22:48.221" v="0" actId="790"/>
          <ac:spMkLst>
            <pc:docMk/>
            <pc:sldMk cId="2994913550" sldId="1389"/>
            <ac:spMk id="5" creationId="{91A8ED3D-B755-43C9-BCB1-DCF495C0C9DB}"/>
          </ac:spMkLst>
        </pc:spChg>
      </pc:sldChg>
      <pc:sldChg chg="modSp mod modNotes">
        <pc:chgData name="Feist, Ella" userId="992bbaf2-811d-42cb-a4d6-e7fc45e325e8" providerId="ADAL" clId="{82C02AF0-3201-4AFF-8545-0DFD842D4E5D}" dt="2025-05-30T13:24:28.772" v="30" actId="20577"/>
        <pc:sldMkLst>
          <pc:docMk/>
          <pc:sldMk cId="3228862189" sldId="1390"/>
        </pc:sldMkLst>
        <pc:spChg chg="mod">
          <ac:chgData name="Feist, Ella" userId="992bbaf2-811d-42cb-a4d6-e7fc45e325e8" providerId="ADAL" clId="{82C02AF0-3201-4AFF-8545-0DFD842D4E5D}" dt="2025-05-30T13:22:48.221" v="0" actId="790"/>
          <ac:spMkLst>
            <pc:docMk/>
            <pc:sldMk cId="3228862189" sldId="1390"/>
            <ac:spMk id="2" creationId="{A9A6FF77-D641-4417-92E7-11CC6238BF20}"/>
          </ac:spMkLst>
        </pc:spChg>
        <pc:spChg chg="mod">
          <ac:chgData name="Feist, Ella" userId="992bbaf2-811d-42cb-a4d6-e7fc45e325e8" providerId="ADAL" clId="{82C02AF0-3201-4AFF-8545-0DFD842D4E5D}" dt="2025-05-30T13:22:48.221" v="0" actId="790"/>
          <ac:spMkLst>
            <pc:docMk/>
            <pc:sldMk cId="3228862189" sldId="1390"/>
            <ac:spMk id="3" creationId="{51A9FC0C-9B82-BFC5-C9EE-97A09EF7B1DF}"/>
          </ac:spMkLst>
        </pc:spChg>
        <pc:spChg chg="mod">
          <ac:chgData name="Feist, Ella" userId="992bbaf2-811d-42cb-a4d6-e7fc45e325e8" providerId="ADAL" clId="{82C02AF0-3201-4AFF-8545-0DFD842D4E5D}" dt="2025-05-30T13:22:48.221" v="0" actId="790"/>
          <ac:spMkLst>
            <pc:docMk/>
            <pc:sldMk cId="3228862189" sldId="1390"/>
            <ac:spMk id="4" creationId="{EE0E6A63-B1D6-481C-837A-70D688245F6D}"/>
          </ac:spMkLst>
        </pc:spChg>
        <pc:spChg chg="mod">
          <ac:chgData name="Feist, Ella" userId="992bbaf2-811d-42cb-a4d6-e7fc45e325e8" providerId="ADAL" clId="{82C02AF0-3201-4AFF-8545-0DFD842D4E5D}" dt="2025-05-30T13:22:48.221" v="0" actId="790"/>
          <ac:spMkLst>
            <pc:docMk/>
            <pc:sldMk cId="3228862189" sldId="1390"/>
            <ac:spMk id="5" creationId="{91A8ED3D-B755-43C9-BCB1-DCF495C0C9DB}"/>
          </ac:spMkLst>
        </pc:spChg>
        <pc:spChg chg="mod">
          <ac:chgData name="Feist, Ella" userId="992bbaf2-811d-42cb-a4d6-e7fc45e325e8" providerId="ADAL" clId="{82C02AF0-3201-4AFF-8545-0DFD842D4E5D}" dt="2025-05-30T13:22:48.221" v="0" actId="790"/>
          <ac:spMkLst>
            <pc:docMk/>
            <pc:sldMk cId="3228862189" sldId="1390"/>
            <ac:spMk id="7" creationId="{8BE0A43C-2121-916A-288D-8078165642E2}"/>
          </ac:spMkLst>
        </pc:spChg>
      </pc:sldChg>
      <pc:sldChg chg="modSp mod modNotes">
        <pc:chgData name="Feist, Ella" userId="992bbaf2-811d-42cb-a4d6-e7fc45e325e8" providerId="ADAL" clId="{82C02AF0-3201-4AFF-8545-0DFD842D4E5D}" dt="2025-05-30T13:24:56.575" v="38" actId="20577"/>
        <pc:sldMkLst>
          <pc:docMk/>
          <pc:sldMk cId="3393849202" sldId="1391"/>
        </pc:sldMkLst>
        <pc:spChg chg="mod">
          <ac:chgData name="Feist, Ella" userId="992bbaf2-811d-42cb-a4d6-e7fc45e325e8" providerId="ADAL" clId="{82C02AF0-3201-4AFF-8545-0DFD842D4E5D}" dt="2025-05-30T13:22:48.221" v="0" actId="790"/>
          <ac:spMkLst>
            <pc:docMk/>
            <pc:sldMk cId="3393849202" sldId="1391"/>
            <ac:spMk id="2" creationId="{A9A6FF77-D641-4417-92E7-11CC6238BF20}"/>
          </ac:spMkLst>
        </pc:spChg>
        <pc:spChg chg="mod">
          <ac:chgData name="Feist, Ella" userId="992bbaf2-811d-42cb-a4d6-e7fc45e325e8" providerId="ADAL" clId="{82C02AF0-3201-4AFF-8545-0DFD842D4E5D}" dt="2025-05-30T13:22:48.221" v="0" actId="790"/>
          <ac:spMkLst>
            <pc:docMk/>
            <pc:sldMk cId="3393849202" sldId="1391"/>
            <ac:spMk id="3" creationId="{1D0EB1B9-974A-6BAF-F230-83624F89B870}"/>
          </ac:spMkLst>
        </pc:spChg>
        <pc:spChg chg="mod">
          <ac:chgData name="Feist, Ella" userId="992bbaf2-811d-42cb-a4d6-e7fc45e325e8" providerId="ADAL" clId="{82C02AF0-3201-4AFF-8545-0DFD842D4E5D}" dt="2025-05-30T13:22:48.221" v="0" actId="790"/>
          <ac:spMkLst>
            <pc:docMk/>
            <pc:sldMk cId="3393849202" sldId="1391"/>
            <ac:spMk id="4" creationId="{F5EA46FD-FD28-F22E-BAA8-61BE52CDE668}"/>
          </ac:spMkLst>
        </pc:spChg>
        <pc:spChg chg="mod">
          <ac:chgData name="Feist, Ella" userId="992bbaf2-811d-42cb-a4d6-e7fc45e325e8" providerId="ADAL" clId="{82C02AF0-3201-4AFF-8545-0DFD842D4E5D}" dt="2025-05-30T13:22:48.221" v="0" actId="790"/>
          <ac:spMkLst>
            <pc:docMk/>
            <pc:sldMk cId="3393849202" sldId="1391"/>
            <ac:spMk id="5" creationId="{91A8ED3D-B755-43C9-BCB1-DCF495C0C9DB}"/>
          </ac:spMkLst>
        </pc:spChg>
        <pc:spChg chg="mod">
          <ac:chgData name="Feist, Ella" userId="992bbaf2-811d-42cb-a4d6-e7fc45e325e8" providerId="ADAL" clId="{82C02AF0-3201-4AFF-8545-0DFD842D4E5D}" dt="2025-05-30T13:22:48.221" v="0" actId="790"/>
          <ac:spMkLst>
            <pc:docMk/>
            <pc:sldMk cId="3393849202" sldId="1391"/>
            <ac:spMk id="7" creationId="{8A27696D-0EB9-43DD-ABBF-0F33CCE3A51C}"/>
          </ac:spMkLst>
        </pc:spChg>
      </pc:sldChg>
      <pc:sldChg chg="modSp mod modNotes">
        <pc:chgData name="Feist, Ella" userId="992bbaf2-811d-42cb-a4d6-e7fc45e325e8" providerId="ADAL" clId="{82C02AF0-3201-4AFF-8545-0DFD842D4E5D}" dt="2025-05-30T13:25:06.444" v="41" actId="20577"/>
        <pc:sldMkLst>
          <pc:docMk/>
          <pc:sldMk cId="3072861239" sldId="1392"/>
        </pc:sldMkLst>
        <pc:spChg chg="mod">
          <ac:chgData name="Feist, Ella" userId="992bbaf2-811d-42cb-a4d6-e7fc45e325e8" providerId="ADAL" clId="{82C02AF0-3201-4AFF-8545-0DFD842D4E5D}" dt="2025-05-30T13:22:48.221" v="0" actId="790"/>
          <ac:spMkLst>
            <pc:docMk/>
            <pc:sldMk cId="3072861239" sldId="1392"/>
            <ac:spMk id="2" creationId="{D7EC235F-614F-714E-A97F-4FF50EFF14FD}"/>
          </ac:spMkLst>
        </pc:spChg>
        <pc:spChg chg="mod">
          <ac:chgData name="Feist, Ella" userId="992bbaf2-811d-42cb-a4d6-e7fc45e325e8" providerId="ADAL" clId="{82C02AF0-3201-4AFF-8545-0DFD842D4E5D}" dt="2025-05-30T13:22:48.221" v="0" actId="790"/>
          <ac:spMkLst>
            <pc:docMk/>
            <pc:sldMk cId="3072861239" sldId="1392"/>
            <ac:spMk id="4" creationId="{E9C5A723-C0B1-124B-8CB6-AA3105C9A4E6}"/>
          </ac:spMkLst>
        </pc:spChg>
        <pc:spChg chg="mod">
          <ac:chgData name="Feist, Ella" userId="992bbaf2-811d-42cb-a4d6-e7fc45e325e8" providerId="ADAL" clId="{82C02AF0-3201-4AFF-8545-0DFD842D4E5D}" dt="2025-05-30T13:22:48.221" v="0" actId="790"/>
          <ac:spMkLst>
            <pc:docMk/>
            <pc:sldMk cId="3072861239" sldId="1392"/>
            <ac:spMk id="7" creationId="{7BC04298-B649-CC9B-A37A-112F1DBE1A0D}"/>
          </ac:spMkLst>
        </pc:spChg>
      </pc:sldChg>
      <pc:sldChg chg="modSp mod">
        <pc:chgData name="Feist, Ella" userId="992bbaf2-811d-42cb-a4d6-e7fc45e325e8" providerId="ADAL" clId="{82C02AF0-3201-4AFF-8545-0DFD842D4E5D}" dt="2025-05-30T13:22:48.221" v="0" actId="790"/>
        <pc:sldMkLst>
          <pc:docMk/>
          <pc:sldMk cId="735056049" sldId="1393"/>
        </pc:sldMkLst>
        <pc:spChg chg="mod">
          <ac:chgData name="Feist, Ella" userId="992bbaf2-811d-42cb-a4d6-e7fc45e325e8" providerId="ADAL" clId="{82C02AF0-3201-4AFF-8545-0DFD842D4E5D}" dt="2025-05-30T13:22:48.221" v="0" actId="790"/>
          <ac:spMkLst>
            <pc:docMk/>
            <pc:sldMk cId="735056049" sldId="1393"/>
            <ac:spMk id="2" creationId="{D7EC235F-614F-714E-A97F-4FF50EFF14FD}"/>
          </ac:spMkLst>
        </pc:spChg>
        <pc:spChg chg="mod">
          <ac:chgData name="Feist, Ella" userId="992bbaf2-811d-42cb-a4d6-e7fc45e325e8" providerId="ADAL" clId="{82C02AF0-3201-4AFF-8545-0DFD842D4E5D}" dt="2025-05-30T13:22:48.221" v="0" actId="790"/>
          <ac:spMkLst>
            <pc:docMk/>
            <pc:sldMk cId="735056049" sldId="1393"/>
            <ac:spMk id="4" creationId="{E9C5A723-C0B1-124B-8CB6-AA3105C9A4E6}"/>
          </ac:spMkLst>
        </pc:spChg>
        <pc:spChg chg="mod">
          <ac:chgData name="Feist, Ella" userId="992bbaf2-811d-42cb-a4d6-e7fc45e325e8" providerId="ADAL" clId="{82C02AF0-3201-4AFF-8545-0DFD842D4E5D}" dt="2025-05-30T13:22:48.221" v="0" actId="790"/>
          <ac:spMkLst>
            <pc:docMk/>
            <pc:sldMk cId="735056049" sldId="1393"/>
            <ac:spMk id="5" creationId="{456097F5-B511-A700-E7F9-AD14CA6EBA8F}"/>
          </ac:spMkLst>
        </pc:spChg>
      </pc:sldChg>
      <pc:sldChg chg="modSp mod">
        <pc:chgData name="Feist, Ella" userId="992bbaf2-811d-42cb-a4d6-e7fc45e325e8" providerId="ADAL" clId="{82C02AF0-3201-4AFF-8545-0DFD842D4E5D}" dt="2025-05-30T13:22:48.221" v="0" actId="790"/>
        <pc:sldMkLst>
          <pc:docMk/>
          <pc:sldMk cId="1451311382" sldId="1394"/>
        </pc:sldMkLst>
        <pc:spChg chg="mod">
          <ac:chgData name="Feist, Ella" userId="992bbaf2-811d-42cb-a4d6-e7fc45e325e8" providerId="ADAL" clId="{82C02AF0-3201-4AFF-8545-0DFD842D4E5D}" dt="2025-05-30T13:22:48.221" v="0" actId="790"/>
          <ac:spMkLst>
            <pc:docMk/>
            <pc:sldMk cId="1451311382" sldId="1394"/>
            <ac:spMk id="2" creationId="{F111C5DB-635E-4576-A4C3-837B7E452E1E}"/>
          </ac:spMkLst>
        </pc:spChg>
        <pc:spChg chg="mod">
          <ac:chgData name="Feist, Ella" userId="992bbaf2-811d-42cb-a4d6-e7fc45e325e8" providerId="ADAL" clId="{82C02AF0-3201-4AFF-8545-0DFD842D4E5D}" dt="2025-05-30T13:22:48.221" v="0" actId="790"/>
          <ac:spMkLst>
            <pc:docMk/>
            <pc:sldMk cId="1451311382" sldId="1394"/>
            <ac:spMk id="3" creationId="{F2D0B37A-FBFD-F854-C0B7-15FBF36CF93D}"/>
          </ac:spMkLst>
        </pc:spChg>
        <pc:spChg chg="mod">
          <ac:chgData name="Feist, Ella" userId="992bbaf2-811d-42cb-a4d6-e7fc45e325e8" providerId="ADAL" clId="{82C02AF0-3201-4AFF-8545-0DFD842D4E5D}" dt="2025-05-30T13:22:48.221" v="0" actId="790"/>
          <ac:spMkLst>
            <pc:docMk/>
            <pc:sldMk cId="1451311382" sldId="1394"/>
            <ac:spMk id="6" creationId="{9ECDB192-E59C-C44D-B6D5-3E31ED8088B5}"/>
          </ac:spMkLst>
        </pc:spChg>
      </pc:sldChg>
      <pc:sldChg chg="modSp mod">
        <pc:chgData name="Feist, Ella" userId="992bbaf2-811d-42cb-a4d6-e7fc45e325e8" providerId="ADAL" clId="{82C02AF0-3201-4AFF-8545-0DFD842D4E5D}" dt="2025-05-30T13:22:48.221" v="0" actId="790"/>
        <pc:sldMkLst>
          <pc:docMk/>
          <pc:sldMk cId="2437142714" sldId="1396"/>
        </pc:sldMkLst>
        <pc:spChg chg="mod">
          <ac:chgData name="Feist, Ella" userId="992bbaf2-811d-42cb-a4d6-e7fc45e325e8" providerId="ADAL" clId="{82C02AF0-3201-4AFF-8545-0DFD842D4E5D}" dt="2025-05-30T13:22:48.221" v="0" actId="790"/>
          <ac:spMkLst>
            <pc:docMk/>
            <pc:sldMk cId="2437142714" sldId="1396"/>
            <ac:spMk id="5" creationId="{2172141D-3A81-D84F-CDF9-4F694196B74E}"/>
          </ac:spMkLst>
        </pc:spChg>
        <pc:spChg chg="mod">
          <ac:chgData name="Feist, Ella" userId="992bbaf2-811d-42cb-a4d6-e7fc45e325e8" providerId="ADAL" clId="{82C02AF0-3201-4AFF-8545-0DFD842D4E5D}" dt="2025-05-30T13:22:48.221" v="0" actId="790"/>
          <ac:spMkLst>
            <pc:docMk/>
            <pc:sldMk cId="2437142714" sldId="1396"/>
            <ac:spMk id="6" creationId="{56AA0EAC-98DA-5C74-F3C2-AEE92FA01D79}"/>
          </ac:spMkLst>
        </pc:spChg>
      </pc:sldChg>
      <pc:sldChg chg="modSp mod">
        <pc:chgData name="Feist, Ella" userId="992bbaf2-811d-42cb-a4d6-e7fc45e325e8" providerId="ADAL" clId="{82C02AF0-3201-4AFF-8545-0DFD842D4E5D}" dt="2025-05-30T13:22:48.221" v="0" actId="790"/>
        <pc:sldMkLst>
          <pc:docMk/>
          <pc:sldMk cId="3425011871" sldId="1397"/>
        </pc:sldMkLst>
        <pc:spChg chg="mod">
          <ac:chgData name="Feist, Ella" userId="992bbaf2-811d-42cb-a4d6-e7fc45e325e8" providerId="ADAL" clId="{82C02AF0-3201-4AFF-8545-0DFD842D4E5D}" dt="2025-05-30T13:22:48.221" v="0" actId="790"/>
          <ac:spMkLst>
            <pc:docMk/>
            <pc:sldMk cId="3425011871" sldId="1397"/>
            <ac:spMk id="2" creationId="{05F7451C-4CD6-7D6C-9EA9-C05F7DEFFEC4}"/>
          </ac:spMkLst>
        </pc:spChg>
        <pc:spChg chg="mod">
          <ac:chgData name="Feist, Ella" userId="992bbaf2-811d-42cb-a4d6-e7fc45e325e8" providerId="ADAL" clId="{82C02AF0-3201-4AFF-8545-0DFD842D4E5D}" dt="2025-05-30T13:22:48.221" v="0" actId="790"/>
          <ac:spMkLst>
            <pc:docMk/>
            <pc:sldMk cId="3425011871" sldId="1397"/>
            <ac:spMk id="3" creationId="{729C027A-1555-F7CC-3CAF-91D20D051109}"/>
          </ac:spMkLst>
        </pc:spChg>
        <pc:graphicFrameChg chg="modGraphic">
          <ac:chgData name="Feist, Ella" userId="992bbaf2-811d-42cb-a4d6-e7fc45e325e8" providerId="ADAL" clId="{82C02AF0-3201-4AFF-8545-0DFD842D4E5D}" dt="2025-05-30T13:22:48.221" v="0" actId="790"/>
          <ac:graphicFrameMkLst>
            <pc:docMk/>
            <pc:sldMk cId="3425011871" sldId="1397"/>
            <ac:graphicFrameMk id="6" creationId="{539B2E9D-7015-CF2B-AE6B-D731D1AC9A36}"/>
          </ac:graphicFrameMkLst>
        </pc:graphicFrame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10.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DF08F72-D084-4C96-B297-285B2ED0D15C}" type="datetimeFigureOut">
              <a:rPr lang="en-GB" smtClean="0"/>
              <a:t>30/05/2025</a:t>
            </a:fld>
            <a:endParaRPr lang="en-GB"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5BE1F5F-BEC2-48D5-A890-C07C79853E26}" type="slidenum">
              <a:rPr lang="en-GB" smtClean="0"/>
              <a:t>‹#›</a:t>
            </a:fld>
            <a:endParaRPr lang="en-GB" dirty="0"/>
          </a:p>
        </p:txBody>
      </p:sp>
    </p:spTree>
    <p:extLst>
      <p:ext uri="{BB962C8B-B14F-4D97-AF65-F5344CB8AC3E}">
        <p14:creationId xmlns:p14="http://schemas.microsoft.com/office/powerpoint/2010/main" val="139437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5"/>
          </p:nvPr>
        </p:nvSpPr>
        <p:spPr/>
        <p:txBody>
          <a:bodyPr/>
          <a:lstStyle/>
          <a:p>
            <a:fld id="{548901C6-1DA1-FB44-ABEE-06A0FEB7738E}" type="slidenum">
              <a:rPr lang="en-GB" smtClean="0"/>
              <a:pPr/>
              <a:t>1</a:t>
            </a:fld>
            <a:endParaRPr lang="en-GB" dirty="0"/>
          </a:p>
        </p:txBody>
      </p:sp>
      <p:sp>
        <p:nvSpPr>
          <p:cNvPr id="6" name="Slide Image Placeholder 5">
            <a:extLst>
              <a:ext uri="{FF2B5EF4-FFF2-40B4-BE49-F238E27FC236}">
                <a16:creationId xmlns:a16="http://schemas.microsoft.com/office/drawing/2014/main" id="{3DDB46D8-F250-4382-BB9F-ED8824C6D536}"/>
              </a:ext>
            </a:extLst>
          </p:cNvPr>
          <p:cNvSpPr>
            <a:spLocks noGrp="1" noRot="1" noChangeAspect="1"/>
          </p:cNvSpPr>
          <p:nvPr>
            <p:ph type="sldImg"/>
          </p:nvPr>
        </p:nvSpPr>
        <p:spPr/>
      </p:sp>
      <p:sp>
        <p:nvSpPr>
          <p:cNvPr id="7" name="Notes Placeholder 6">
            <a:extLst>
              <a:ext uri="{FF2B5EF4-FFF2-40B4-BE49-F238E27FC236}">
                <a16:creationId xmlns:a16="http://schemas.microsoft.com/office/drawing/2014/main" id="{1DD67D11-198C-4FB2-8FBB-0C1DD9E26E0C}"/>
              </a:ext>
            </a:extLst>
          </p:cNvPr>
          <p:cNvSpPr>
            <a:spLocks noGrp="1"/>
          </p:cNvSpPr>
          <p:nvPr>
            <p:ph type="body" idx="1"/>
          </p:nvPr>
        </p:nvSpPr>
        <p:spPr/>
        <p:txBody>
          <a:bodyPr/>
          <a:lstStyle/>
          <a:p>
            <a:endParaRPr lang="en-GB" dirty="0"/>
          </a:p>
        </p:txBody>
      </p:sp>
    </p:spTree>
    <p:extLst>
      <p:ext uri="{BB962C8B-B14F-4D97-AF65-F5344CB8AC3E}">
        <p14:creationId xmlns:p14="http://schemas.microsoft.com/office/powerpoint/2010/main" val="166809711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fld id="{548901C6-1DA1-FB44-ABEE-06A0FEB7738E}" type="slidenum">
              <a:rPr lang="en-GB" smtClean="0"/>
              <a:pPr/>
              <a:t>2</a:t>
            </a:fld>
            <a:endParaRPr lang="en-GB" dirty="0"/>
          </a:p>
        </p:txBody>
      </p:sp>
      <p:sp>
        <p:nvSpPr>
          <p:cNvPr id="6" name="Slide Image Placeholder 5">
            <a:extLst>
              <a:ext uri="{FF2B5EF4-FFF2-40B4-BE49-F238E27FC236}">
                <a16:creationId xmlns:a16="http://schemas.microsoft.com/office/drawing/2014/main" id="{E9E46E42-99A9-42F8-996F-71F172C43209}"/>
              </a:ext>
            </a:extLst>
          </p:cNvPr>
          <p:cNvSpPr>
            <a:spLocks noGrp="1" noRot="1" noChangeAspect="1"/>
          </p:cNvSpPr>
          <p:nvPr>
            <p:ph type="sldImg"/>
          </p:nvPr>
        </p:nvSpPr>
        <p:spPr/>
      </p:sp>
      <p:sp>
        <p:nvSpPr>
          <p:cNvPr id="7" name="Notes Placeholder 6">
            <a:extLst>
              <a:ext uri="{FF2B5EF4-FFF2-40B4-BE49-F238E27FC236}">
                <a16:creationId xmlns:a16="http://schemas.microsoft.com/office/drawing/2014/main" id="{AC7ABEA7-3AE7-4A57-B02A-AA99E2A56A4D}"/>
              </a:ext>
            </a:extLst>
          </p:cNvPr>
          <p:cNvSpPr>
            <a:spLocks noGrp="1"/>
          </p:cNvSpPr>
          <p:nvPr>
            <p:ph type="body" idx="1"/>
          </p:nvPr>
        </p:nvSpPr>
        <p:spPr/>
        <p:txBody>
          <a:bodyPr/>
          <a:lstStyle/>
          <a:p>
            <a:pPr marL="12700" marR="5080">
              <a:lnSpc>
                <a:spcPct val="100000"/>
              </a:lnSpc>
              <a:spcBef>
                <a:spcPts val="605"/>
              </a:spcBef>
            </a:pPr>
            <a:endParaRPr lang="en-GB" sz="1200" noProof="0" dirty="0">
              <a:latin typeface="Montserrat" panose="00000500000000000000" pitchFamily="2" charset="0"/>
              <a:cs typeface="Segoe UI"/>
            </a:endParaRPr>
          </a:p>
        </p:txBody>
      </p:sp>
    </p:spTree>
    <p:extLst>
      <p:ext uri="{BB962C8B-B14F-4D97-AF65-F5344CB8AC3E}">
        <p14:creationId xmlns:p14="http://schemas.microsoft.com/office/powerpoint/2010/main" val="12851687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548901C6-1DA1-FB44-ABEE-06A0FEB7738E}" type="slidenum">
              <a:rPr lang="en-GB" smtClean="0"/>
              <a:pPr/>
              <a:t>3</a:t>
            </a:fld>
            <a:endParaRPr lang="en-GB" dirty="0"/>
          </a:p>
        </p:txBody>
      </p:sp>
    </p:spTree>
    <p:extLst>
      <p:ext uri="{BB962C8B-B14F-4D97-AF65-F5344CB8AC3E}">
        <p14:creationId xmlns:p14="http://schemas.microsoft.com/office/powerpoint/2010/main" val="257409525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marL="12700" marR="12065">
              <a:lnSpc>
                <a:spcPct val="100000"/>
              </a:lnSpc>
              <a:spcBef>
                <a:spcPts val="105"/>
              </a:spcBef>
            </a:pPr>
            <a:r>
              <a:rPr lang="en-GB" sz="1200" spc="-15" noProof="0" dirty="0">
                <a:latin typeface="+mn-lt"/>
                <a:cs typeface="Segoe UI"/>
              </a:rPr>
              <a:t>Use</a:t>
            </a:r>
            <a:r>
              <a:rPr lang="en-GB" sz="1200" spc="-85" noProof="0" dirty="0">
                <a:latin typeface="+mn-lt"/>
                <a:cs typeface="Segoe UI"/>
              </a:rPr>
              <a:t> </a:t>
            </a:r>
            <a:r>
              <a:rPr lang="en-GB" sz="1200" spc="-15" noProof="0" dirty="0">
                <a:latin typeface="+mn-lt"/>
                <a:cs typeface="Segoe UI"/>
              </a:rPr>
              <a:t>the</a:t>
            </a:r>
            <a:r>
              <a:rPr lang="en-GB" sz="1200" spc="-30" noProof="0" dirty="0">
                <a:latin typeface="+mn-lt"/>
                <a:cs typeface="Segoe UI"/>
              </a:rPr>
              <a:t> </a:t>
            </a:r>
            <a:r>
              <a:rPr lang="en-GB" sz="1200" spc="-10" noProof="0" dirty="0">
                <a:latin typeface="+mn-lt"/>
                <a:cs typeface="Segoe UI"/>
              </a:rPr>
              <a:t>dd</a:t>
            </a:r>
            <a:r>
              <a:rPr lang="en-GB" sz="1200" spc="-55" noProof="0" dirty="0">
                <a:latin typeface="+mn-lt"/>
                <a:cs typeface="Segoe UI"/>
              </a:rPr>
              <a:t> </a:t>
            </a:r>
            <a:r>
              <a:rPr lang="en-GB" sz="1200" spc="-20" noProof="0" dirty="0">
                <a:latin typeface="+mn-lt"/>
                <a:cs typeface="Segoe UI"/>
              </a:rPr>
              <a:t>command</a:t>
            </a:r>
            <a:r>
              <a:rPr lang="en-GB" sz="1200" spc="-50" noProof="0" dirty="0">
                <a:latin typeface="+mn-lt"/>
                <a:cs typeface="Segoe UI"/>
              </a:rPr>
              <a:t> </a:t>
            </a:r>
            <a:r>
              <a:rPr lang="en-GB" sz="1200" spc="-15" noProof="0" dirty="0">
                <a:latin typeface="+mn-lt"/>
                <a:cs typeface="Segoe UI"/>
              </a:rPr>
              <a:t>to</a:t>
            </a:r>
            <a:r>
              <a:rPr lang="en-GB" sz="1200" spc="-25" noProof="0" dirty="0">
                <a:latin typeface="+mn-lt"/>
                <a:cs typeface="Segoe UI"/>
              </a:rPr>
              <a:t> </a:t>
            </a:r>
            <a:r>
              <a:rPr lang="en-GB" sz="1200" spc="-20" noProof="0" dirty="0">
                <a:latin typeface="+mn-lt"/>
                <a:cs typeface="Segoe UI"/>
              </a:rPr>
              <a:t>convert</a:t>
            </a:r>
            <a:r>
              <a:rPr lang="en-GB" sz="1200" spc="-60" noProof="0" dirty="0">
                <a:latin typeface="+mn-lt"/>
                <a:cs typeface="Segoe UI"/>
              </a:rPr>
              <a:t> </a:t>
            </a:r>
            <a:r>
              <a:rPr lang="en-GB" sz="1200" spc="-15" noProof="0" dirty="0">
                <a:latin typeface="+mn-lt"/>
                <a:cs typeface="Segoe UI"/>
              </a:rPr>
              <a:t>and</a:t>
            </a:r>
            <a:r>
              <a:rPr lang="en-GB" sz="1200" spc="-25" noProof="0" dirty="0">
                <a:latin typeface="+mn-lt"/>
                <a:cs typeface="Segoe UI"/>
              </a:rPr>
              <a:t> </a:t>
            </a:r>
            <a:r>
              <a:rPr lang="en-GB" sz="1200" spc="-15" noProof="0" dirty="0">
                <a:latin typeface="+mn-lt"/>
                <a:cs typeface="Segoe UI"/>
              </a:rPr>
              <a:t>copy</a:t>
            </a:r>
            <a:r>
              <a:rPr lang="en-GB" sz="1200" spc="-70" noProof="0" dirty="0">
                <a:latin typeface="+mn-lt"/>
                <a:cs typeface="Segoe UI"/>
              </a:rPr>
              <a:t> </a:t>
            </a:r>
            <a:r>
              <a:rPr lang="en-GB" sz="1200" spc="-20" noProof="0" dirty="0">
                <a:latin typeface="+mn-lt"/>
                <a:cs typeface="Segoe UI"/>
              </a:rPr>
              <a:t>files.</a:t>
            </a:r>
            <a:r>
              <a:rPr lang="en-GB" sz="1200" spc="-35" noProof="0" dirty="0">
                <a:latin typeface="+mn-lt"/>
                <a:cs typeface="Segoe UI"/>
              </a:rPr>
              <a:t> </a:t>
            </a:r>
            <a:r>
              <a:rPr lang="en-GB" sz="1200" spc="-15" noProof="0" dirty="0">
                <a:latin typeface="+mn-lt"/>
                <a:cs typeface="Segoe UI"/>
              </a:rPr>
              <a:t>It</a:t>
            </a:r>
            <a:r>
              <a:rPr lang="en-GB" sz="1200" spc="-40" noProof="0" dirty="0">
                <a:latin typeface="+mn-lt"/>
                <a:cs typeface="Segoe UI"/>
              </a:rPr>
              <a:t> </a:t>
            </a:r>
            <a:r>
              <a:rPr lang="en-GB" sz="1200" spc="-20" noProof="0" dirty="0">
                <a:latin typeface="+mn-lt"/>
                <a:cs typeface="Segoe UI"/>
              </a:rPr>
              <a:t>can</a:t>
            </a:r>
            <a:r>
              <a:rPr lang="en-GB" sz="1200" noProof="0" dirty="0">
                <a:latin typeface="+mn-lt"/>
                <a:cs typeface="Segoe UI"/>
              </a:rPr>
              <a:t> </a:t>
            </a:r>
            <a:r>
              <a:rPr lang="en-GB" sz="1200" spc="-20" noProof="0" dirty="0">
                <a:latin typeface="+mn-lt"/>
                <a:cs typeface="Segoe UI"/>
              </a:rPr>
              <a:t>convert</a:t>
            </a:r>
            <a:r>
              <a:rPr lang="en-GB" sz="1200" spc="-60" noProof="0" dirty="0">
                <a:latin typeface="+mn-lt"/>
                <a:cs typeface="Segoe UI"/>
              </a:rPr>
              <a:t> </a:t>
            </a:r>
            <a:r>
              <a:rPr lang="en-GB" sz="1200" spc="-25" noProof="0" dirty="0">
                <a:latin typeface="+mn-lt"/>
                <a:cs typeface="Segoe UI"/>
              </a:rPr>
              <a:t>character</a:t>
            </a:r>
            <a:r>
              <a:rPr lang="en-GB" sz="1200" spc="-5" noProof="0" dirty="0">
                <a:latin typeface="+mn-lt"/>
                <a:cs typeface="Segoe UI"/>
              </a:rPr>
              <a:t> </a:t>
            </a:r>
            <a:r>
              <a:rPr lang="en-GB" sz="1200" spc="-20" noProof="0" dirty="0">
                <a:latin typeface="+mn-lt"/>
                <a:cs typeface="Segoe UI"/>
              </a:rPr>
              <a:t>formats</a:t>
            </a:r>
            <a:r>
              <a:rPr lang="en-GB" sz="1200" spc="-25" noProof="0" dirty="0">
                <a:latin typeface="+mn-lt"/>
                <a:cs typeface="Segoe UI"/>
              </a:rPr>
              <a:t> </a:t>
            </a:r>
            <a:r>
              <a:rPr lang="en-GB" sz="1200" spc="-15" noProof="0" dirty="0">
                <a:latin typeface="+mn-lt"/>
                <a:cs typeface="Segoe UI"/>
              </a:rPr>
              <a:t>and</a:t>
            </a:r>
            <a:r>
              <a:rPr lang="en-GB" sz="1200" spc="-55" noProof="0" dirty="0">
                <a:latin typeface="+mn-lt"/>
                <a:cs typeface="Segoe UI"/>
              </a:rPr>
              <a:t> </a:t>
            </a:r>
            <a:r>
              <a:rPr lang="en-GB" sz="1200" spc="-15" noProof="0" dirty="0">
                <a:latin typeface="+mn-lt"/>
                <a:cs typeface="Segoe UI"/>
              </a:rPr>
              <a:t>copy</a:t>
            </a:r>
            <a:r>
              <a:rPr lang="en-GB" sz="1200" spc="-40" noProof="0" dirty="0">
                <a:latin typeface="+mn-lt"/>
                <a:cs typeface="Segoe UI"/>
              </a:rPr>
              <a:t> </a:t>
            </a:r>
            <a:r>
              <a:rPr lang="en-GB" sz="1200" spc="-15" noProof="0" dirty="0">
                <a:latin typeface="+mn-lt"/>
                <a:cs typeface="Segoe UI"/>
              </a:rPr>
              <a:t>from</a:t>
            </a:r>
            <a:r>
              <a:rPr lang="en-GB" sz="1200" spc="-60" noProof="0" dirty="0">
                <a:latin typeface="+mn-lt"/>
                <a:cs typeface="Segoe UI"/>
              </a:rPr>
              <a:t> </a:t>
            </a:r>
            <a:r>
              <a:rPr lang="en-GB" sz="1200" spc="-10" noProof="0" dirty="0">
                <a:latin typeface="+mn-lt"/>
                <a:cs typeface="Segoe UI"/>
              </a:rPr>
              <a:t>one</a:t>
            </a:r>
            <a:r>
              <a:rPr lang="en-GB" sz="1200" spc="-60" noProof="0" dirty="0">
                <a:latin typeface="+mn-lt"/>
                <a:cs typeface="Segoe UI"/>
              </a:rPr>
              <a:t> </a:t>
            </a:r>
            <a:r>
              <a:rPr lang="en-GB" sz="1200" spc="-20" noProof="0" dirty="0">
                <a:latin typeface="+mn-lt"/>
                <a:cs typeface="Segoe UI"/>
              </a:rPr>
              <a:t>device </a:t>
            </a:r>
            <a:r>
              <a:rPr lang="en-GB" sz="1200" spc="-260" noProof="0" dirty="0">
                <a:latin typeface="+mn-lt"/>
                <a:cs typeface="Segoe UI"/>
              </a:rPr>
              <a:t> </a:t>
            </a:r>
            <a:r>
              <a:rPr lang="en-GB" sz="1200" spc="-15" noProof="0" dirty="0">
                <a:latin typeface="+mn-lt"/>
                <a:cs typeface="Segoe UI"/>
              </a:rPr>
              <a:t>to </a:t>
            </a:r>
            <a:r>
              <a:rPr lang="en-GB" sz="1200" spc="-20" noProof="0" dirty="0">
                <a:latin typeface="+mn-lt"/>
                <a:cs typeface="Segoe UI"/>
              </a:rPr>
              <a:t>another.</a:t>
            </a:r>
          </a:p>
          <a:p>
            <a:pPr marL="12700" marR="12065">
              <a:lnSpc>
                <a:spcPct val="100000"/>
              </a:lnSpc>
              <a:spcBef>
                <a:spcPts val="105"/>
              </a:spcBef>
            </a:pPr>
            <a:r>
              <a:rPr lang="en-GB" sz="1200" spc="-15" noProof="0" dirty="0">
                <a:latin typeface="+mn-lt"/>
                <a:cs typeface="Segoe UI"/>
              </a:rPr>
              <a:t>The </a:t>
            </a:r>
            <a:r>
              <a:rPr lang="en-GB" sz="1200" spc="-20" noProof="0" dirty="0">
                <a:latin typeface="+mn-lt"/>
                <a:cs typeface="Segoe UI"/>
              </a:rPr>
              <a:t>standard input </a:t>
            </a:r>
            <a:r>
              <a:rPr lang="en-GB" sz="1200" spc="-15" noProof="0" dirty="0">
                <a:latin typeface="+mn-lt"/>
                <a:cs typeface="Segoe UI"/>
              </a:rPr>
              <a:t>and </a:t>
            </a:r>
            <a:r>
              <a:rPr lang="en-GB" sz="1200" spc="-20" noProof="0" dirty="0">
                <a:latin typeface="+mn-lt"/>
                <a:cs typeface="Segoe UI"/>
              </a:rPr>
              <a:t>output </a:t>
            </a:r>
            <a:r>
              <a:rPr lang="en-GB" sz="1200" spc="-15" noProof="0" dirty="0">
                <a:latin typeface="+mn-lt"/>
                <a:cs typeface="Segoe UI"/>
              </a:rPr>
              <a:t>are used as </a:t>
            </a:r>
            <a:r>
              <a:rPr lang="en-GB" sz="1200" spc="-25" noProof="0" dirty="0">
                <a:latin typeface="+mn-lt"/>
                <a:cs typeface="Segoe UI"/>
              </a:rPr>
              <a:t>default, </a:t>
            </a:r>
            <a:r>
              <a:rPr lang="en-GB" sz="1200" spc="-10" noProof="0" dirty="0">
                <a:latin typeface="+mn-lt"/>
                <a:cs typeface="Segoe UI"/>
              </a:rPr>
              <a:t>but </a:t>
            </a:r>
            <a:r>
              <a:rPr lang="en-GB" sz="1200" spc="-20" noProof="0" dirty="0">
                <a:latin typeface="+mn-lt"/>
                <a:cs typeface="Segoe UI"/>
              </a:rPr>
              <a:t>files, including special devices files can </a:t>
            </a:r>
            <a:r>
              <a:rPr lang="en-GB" sz="1200" spc="-15" noProof="0" dirty="0">
                <a:latin typeface="+mn-lt"/>
                <a:cs typeface="Segoe UI"/>
              </a:rPr>
              <a:t> </a:t>
            </a:r>
            <a:r>
              <a:rPr lang="en-GB" sz="1200" spc="-10" noProof="0" dirty="0">
                <a:latin typeface="+mn-lt"/>
                <a:cs typeface="Segoe UI"/>
              </a:rPr>
              <a:t>be</a:t>
            </a:r>
            <a:r>
              <a:rPr lang="en-GB" sz="1200" spc="-90" noProof="0" dirty="0">
                <a:latin typeface="+mn-lt"/>
                <a:cs typeface="Segoe UI"/>
              </a:rPr>
              <a:t> </a:t>
            </a:r>
            <a:r>
              <a:rPr lang="en-GB" sz="1200" spc="-25" noProof="0" dirty="0">
                <a:latin typeface="+mn-lt"/>
                <a:cs typeface="Segoe UI"/>
              </a:rPr>
              <a:t>specified.</a:t>
            </a:r>
            <a:endParaRPr lang="en-GB" sz="1200" noProof="0" dirty="0">
              <a:latin typeface="+mn-lt"/>
              <a:cs typeface="Segoe UI"/>
            </a:endParaRPr>
          </a:p>
          <a:p>
            <a:pPr marL="12700" marR="90805">
              <a:lnSpc>
                <a:spcPct val="100000"/>
              </a:lnSpc>
              <a:spcBef>
                <a:spcPts val="605"/>
              </a:spcBef>
            </a:pPr>
            <a:r>
              <a:rPr lang="en-GB" sz="1200" spc="-15" noProof="0" dirty="0">
                <a:latin typeface="+mn-lt"/>
                <a:cs typeface="Segoe UI"/>
              </a:rPr>
              <a:t>The</a:t>
            </a:r>
            <a:r>
              <a:rPr lang="en-GB" sz="1200" spc="-80" noProof="0" dirty="0">
                <a:latin typeface="+mn-lt"/>
                <a:cs typeface="Segoe UI"/>
              </a:rPr>
              <a:t> </a:t>
            </a:r>
            <a:r>
              <a:rPr lang="en-GB" sz="1200" spc="-10" noProof="0" dirty="0">
                <a:latin typeface="+mn-lt"/>
                <a:cs typeface="Segoe UI"/>
              </a:rPr>
              <a:t>dd</a:t>
            </a:r>
            <a:r>
              <a:rPr lang="en-GB" sz="1200" spc="-50" noProof="0" dirty="0">
                <a:latin typeface="+mn-lt"/>
                <a:cs typeface="Segoe UI"/>
              </a:rPr>
              <a:t> </a:t>
            </a:r>
            <a:r>
              <a:rPr lang="en-GB" sz="1200" spc="-20" noProof="0" dirty="0">
                <a:latin typeface="+mn-lt"/>
                <a:cs typeface="Segoe UI"/>
              </a:rPr>
              <a:t>command</a:t>
            </a:r>
            <a:r>
              <a:rPr lang="en-GB" sz="1200" spc="-25" noProof="0" dirty="0">
                <a:latin typeface="+mn-lt"/>
                <a:cs typeface="Segoe UI"/>
              </a:rPr>
              <a:t> </a:t>
            </a:r>
            <a:r>
              <a:rPr lang="en-GB" sz="1200" spc="-20" noProof="0" dirty="0">
                <a:latin typeface="+mn-lt"/>
                <a:cs typeface="Segoe UI"/>
              </a:rPr>
              <a:t>reads</a:t>
            </a:r>
            <a:r>
              <a:rPr lang="en-GB" sz="1200" spc="-50" noProof="0" dirty="0">
                <a:latin typeface="+mn-lt"/>
                <a:cs typeface="Segoe UI"/>
              </a:rPr>
              <a:t> </a:t>
            </a:r>
            <a:r>
              <a:rPr lang="en-GB" sz="1200" spc="-15" noProof="0" dirty="0">
                <a:latin typeface="+mn-lt"/>
                <a:cs typeface="Segoe UI"/>
              </a:rPr>
              <a:t>and</a:t>
            </a:r>
            <a:r>
              <a:rPr lang="en-GB" sz="1200" spc="-25" noProof="0" dirty="0">
                <a:latin typeface="+mn-lt"/>
                <a:cs typeface="Segoe UI"/>
              </a:rPr>
              <a:t> </a:t>
            </a:r>
            <a:r>
              <a:rPr lang="en-GB" sz="1200" spc="-20" noProof="0" dirty="0">
                <a:latin typeface="+mn-lt"/>
                <a:cs typeface="Segoe UI"/>
              </a:rPr>
              <a:t>writes</a:t>
            </a:r>
            <a:r>
              <a:rPr lang="en-GB" sz="1200" spc="-25" noProof="0" dirty="0">
                <a:latin typeface="+mn-lt"/>
                <a:cs typeface="Segoe UI"/>
              </a:rPr>
              <a:t> </a:t>
            </a:r>
            <a:r>
              <a:rPr lang="en-GB" sz="1200" spc="-20" noProof="0" dirty="0">
                <a:latin typeface="+mn-lt"/>
                <a:cs typeface="Segoe UI"/>
              </a:rPr>
              <a:t>data</a:t>
            </a:r>
            <a:r>
              <a:rPr lang="en-GB" sz="1200" spc="-40" noProof="0" dirty="0">
                <a:latin typeface="+mn-lt"/>
                <a:cs typeface="Segoe UI"/>
              </a:rPr>
              <a:t> </a:t>
            </a:r>
            <a:r>
              <a:rPr lang="en-GB" sz="1200" spc="-15" noProof="0" dirty="0">
                <a:latin typeface="+mn-lt"/>
                <a:cs typeface="Segoe UI"/>
              </a:rPr>
              <a:t>in</a:t>
            </a:r>
            <a:r>
              <a:rPr lang="en-GB" sz="1200" spc="-25" noProof="0" dirty="0">
                <a:latin typeface="+mn-lt"/>
                <a:cs typeface="Segoe UI"/>
              </a:rPr>
              <a:t> </a:t>
            </a:r>
            <a:r>
              <a:rPr lang="en-GB" sz="1200" spc="-20" noProof="0" dirty="0">
                <a:latin typeface="+mn-lt"/>
                <a:cs typeface="Segoe UI"/>
              </a:rPr>
              <a:t>block</a:t>
            </a:r>
            <a:r>
              <a:rPr lang="en-GB" sz="1200" spc="-55" noProof="0" dirty="0">
                <a:latin typeface="+mn-lt"/>
                <a:cs typeface="Segoe UI"/>
              </a:rPr>
              <a:t> </a:t>
            </a:r>
            <a:r>
              <a:rPr lang="en-GB" sz="1200" spc="-20" noProof="0" dirty="0">
                <a:latin typeface="+mn-lt"/>
                <a:cs typeface="Segoe UI"/>
              </a:rPr>
              <a:t>sizes</a:t>
            </a:r>
            <a:r>
              <a:rPr lang="en-GB" sz="1200" spc="-50" noProof="0" dirty="0">
                <a:latin typeface="+mn-lt"/>
                <a:cs typeface="Segoe UI"/>
              </a:rPr>
              <a:t> </a:t>
            </a:r>
            <a:r>
              <a:rPr lang="en-GB" sz="1200" spc="-20" noProof="0" dirty="0">
                <a:latin typeface="+mn-lt"/>
                <a:cs typeface="Segoe UI"/>
              </a:rPr>
              <a:t>that</a:t>
            </a:r>
            <a:r>
              <a:rPr lang="en-GB" sz="1200" spc="-15" noProof="0" dirty="0">
                <a:latin typeface="+mn-lt"/>
                <a:cs typeface="Segoe UI"/>
              </a:rPr>
              <a:t> </a:t>
            </a:r>
            <a:r>
              <a:rPr lang="en-GB" sz="1200" spc="-20" noProof="0" dirty="0">
                <a:latin typeface="+mn-lt"/>
                <a:cs typeface="Segoe UI"/>
              </a:rPr>
              <a:t>can</a:t>
            </a:r>
            <a:r>
              <a:rPr lang="en-GB" sz="1200" spc="-25" noProof="0" dirty="0">
                <a:latin typeface="+mn-lt"/>
                <a:cs typeface="Segoe UI"/>
              </a:rPr>
              <a:t> </a:t>
            </a:r>
            <a:r>
              <a:rPr lang="en-GB" sz="1200" spc="-10" noProof="0" dirty="0">
                <a:latin typeface="+mn-lt"/>
                <a:cs typeface="Segoe UI"/>
              </a:rPr>
              <a:t>be</a:t>
            </a:r>
            <a:r>
              <a:rPr lang="en-GB" sz="1200" spc="-55" noProof="0" dirty="0">
                <a:latin typeface="+mn-lt"/>
                <a:cs typeface="Segoe UI"/>
              </a:rPr>
              <a:t> </a:t>
            </a:r>
            <a:r>
              <a:rPr lang="en-GB" sz="1200" spc="-25" noProof="0" dirty="0">
                <a:latin typeface="+mn-lt"/>
                <a:cs typeface="Segoe UI"/>
              </a:rPr>
              <a:t>matched </a:t>
            </a:r>
            <a:r>
              <a:rPr lang="en-GB" sz="1200" spc="-15" noProof="0" dirty="0">
                <a:latin typeface="+mn-lt"/>
                <a:cs typeface="Segoe UI"/>
              </a:rPr>
              <a:t>to</a:t>
            </a:r>
            <a:r>
              <a:rPr lang="en-GB" sz="1200" spc="-20" noProof="0" dirty="0">
                <a:latin typeface="+mn-lt"/>
                <a:cs typeface="Segoe UI"/>
              </a:rPr>
              <a:t> </a:t>
            </a:r>
            <a:r>
              <a:rPr lang="en-GB" sz="1200" spc="-15" noProof="0" dirty="0">
                <a:latin typeface="+mn-lt"/>
                <a:cs typeface="Segoe UI"/>
              </a:rPr>
              <a:t>those</a:t>
            </a:r>
            <a:r>
              <a:rPr lang="en-GB" sz="1200" spc="-55" noProof="0" dirty="0">
                <a:latin typeface="+mn-lt"/>
                <a:cs typeface="Segoe UI"/>
              </a:rPr>
              <a:t> </a:t>
            </a:r>
            <a:r>
              <a:rPr lang="en-GB" sz="1200" spc="-15" noProof="0" dirty="0">
                <a:latin typeface="+mn-lt"/>
                <a:cs typeface="Segoe UI"/>
              </a:rPr>
              <a:t>most</a:t>
            </a:r>
            <a:r>
              <a:rPr lang="en-GB" sz="1200" spc="-65" noProof="0" dirty="0">
                <a:latin typeface="+mn-lt"/>
                <a:cs typeface="Segoe UI"/>
              </a:rPr>
              <a:t> </a:t>
            </a:r>
            <a:r>
              <a:rPr lang="en-GB" sz="1200" spc="-20" noProof="0" dirty="0">
                <a:latin typeface="+mn-lt"/>
                <a:cs typeface="Segoe UI"/>
              </a:rPr>
              <a:t>suitable</a:t>
            </a:r>
            <a:r>
              <a:rPr lang="en-GB" sz="1200" spc="-30" noProof="0" dirty="0">
                <a:latin typeface="+mn-lt"/>
                <a:cs typeface="Segoe UI"/>
              </a:rPr>
              <a:t> </a:t>
            </a:r>
            <a:r>
              <a:rPr lang="en-GB" sz="1200" spc="-15" noProof="0" dirty="0">
                <a:latin typeface="+mn-lt"/>
                <a:cs typeface="Segoe UI"/>
              </a:rPr>
              <a:t>for</a:t>
            </a:r>
            <a:r>
              <a:rPr lang="en-GB" sz="1200" spc="-45" noProof="0" dirty="0">
                <a:latin typeface="+mn-lt"/>
                <a:cs typeface="Segoe UI"/>
              </a:rPr>
              <a:t> </a:t>
            </a:r>
            <a:r>
              <a:rPr lang="en-GB" sz="1200" spc="-15" noProof="0" dirty="0">
                <a:latin typeface="+mn-lt"/>
                <a:cs typeface="Segoe UI"/>
              </a:rPr>
              <a:t>the </a:t>
            </a:r>
            <a:r>
              <a:rPr lang="en-GB" sz="1200" spc="-254" noProof="0" dirty="0">
                <a:latin typeface="+mn-lt"/>
                <a:cs typeface="Segoe UI"/>
              </a:rPr>
              <a:t> </a:t>
            </a:r>
            <a:r>
              <a:rPr lang="en-GB" sz="1200" spc="-20" noProof="0" dirty="0">
                <a:latin typeface="+mn-lt"/>
                <a:cs typeface="Segoe UI"/>
              </a:rPr>
              <a:t>device</a:t>
            </a:r>
            <a:r>
              <a:rPr lang="en-GB" sz="1200" spc="-60" noProof="0" dirty="0">
                <a:latin typeface="+mn-lt"/>
                <a:cs typeface="Segoe UI"/>
              </a:rPr>
              <a:t> </a:t>
            </a:r>
            <a:r>
              <a:rPr lang="en-GB" sz="1200" spc="-15" noProof="0" dirty="0">
                <a:latin typeface="+mn-lt"/>
                <a:cs typeface="Segoe UI"/>
              </a:rPr>
              <a:t>used.</a:t>
            </a:r>
            <a:r>
              <a:rPr lang="en-GB" sz="1200" spc="-65" noProof="0" dirty="0">
                <a:latin typeface="+mn-lt"/>
                <a:cs typeface="Segoe UI"/>
              </a:rPr>
              <a:t>  </a:t>
            </a:r>
            <a:r>
              <a:rPr lang="en-GB" sz="1200" spc="-20" noProof="0" dirty="0">
                <a:latin typeface="+mn-lt"/>
                <a:cs typeface="Segoe UI"/>
              </a:rPr>
              <a:t>Hence</a:t>
            </a:r>
            <a:r>
              <a:rPr lang="en-GB" sz="1200" spc="-60" noProof="0" dirty="0">
                <a:latin typeface="+mn-lt"/>
                <a:cs typeface="Segoe UI"/>
              </a:rPr>
              <a:t> </a:t>
            </a:r>
            <a:r>
              <a:rPr lang="en-GB" sz="1200" spc="-20" noProof="0" dirty="0">
                <a:latin typeface="+mn-lt"/>
                <a:cs typeface="Segoe UI"/>
              </a:rPr>
              <a:t>separate</a:t>
            </a:r>
            <a:r>
              <a:rPr lang="en-GB" sz="1200" spc="-35" noProof="0" dirty="0">
                <a:latin typeface="+mn-lt"/>
                <a:cs typeface="Segoe UI"/>
              </a:rPr>
              <a:t> </a:t>
            </a:r>
            <a:r>
              <a:rPr lang="en-GB" sz="1200" spc="-20" noProof="0" dirty="0">
                <a:latin typeface="+mn-lt"/>
                <a:cs typeface="Segoe UI"/>
              </a:rPr>
              <a:t>options</a:t>
            </a:r>
            <a:r>
              <a:rPr lang="en-GB" sz="1200" spc="-55" noProof="0" dirty="0">
                <a:latin typeface="+mn-lt"/>
                <a:cs typeface="Segoe UI"/>
              </a:rPr>
              <a:t> </a:t>
            </a:r>
            <a:r>
              <a:rPr lang="en-GB" sz="1200" spc="-15" noProof="0" dirty="0">
                <a:latin typeface="+mn-lt"/>
                <a:cs typeface="Segoe UI"/>
              </a:rPr>
              <a:t>for</a:t>
            </a:r>
            <a:r>
              <a:rPr lang="en-GB" sz="1200" spc="-50" noProof="0" dirty="0">
                <a:latin typeface="+mn-lt"/>
                <a:cs typeface="Segoe UI"/>
              </a:rPr>
              <a:t> </a:t>
            </a:r>
            <a:r>
              <a:rPr lang="en-GB" sz="1200" spc="-15" noProof="0" dirty="0">
                <a:latin typeface="+mn-lt"/>
                <a:cs typeface="Segoe UI"/>
              </a:rPr>
              <a:t>input</a:t>
            </a:r>
            <a:r>
              <a:rPr lang="en-GB" sz="1200" spc="-65" noProof="0" dirty="0">
                <a:latin typeface="+mn-lt"/>
                <a:cs typeface="Segoe UI"/>
              </a:rPr>
              <a:t> </a:t>
            </a:r>
            <a:r>
              <a:rPr lang="en-GB" sz="1200" spc="-15" noProof="0" dirty="0">
                <a:latin typeface="+mn-lt"/>
                <a:cs typeface="Segoe UI"/>
              </a:rPr>
              <a:t>and</a:t>
            </a:r>
            <a:r>
              <a:rPr lang="en-GB" sz="1200" spc="-55" noProof="0" dirty="0">
                <a:latin typeface="+mn-lt"/>
                <a:cs typeface="Segoe UI"/>
              </a:rPr>
              <a:t> </a:t>
            </a:r>
            <a:r>
              <a:rPr lang="en-GB" sz="1200" spc="-15" noProof="0" dirty="0">
                <a:latin typeface="+mn-lt"/>
                <a:cs typeface="Segoe UI"/>
              </a:rPr>
              <a:t>output</a:t>
            </a:r>
            <a:r>
              <a:rPr lang="en-GB" sz="1200" spc="-65" noProof="0" dirty="0">
                <a:latin typeface="+mn-lt"/>
                <a:cs typeface="Segoe UI"/>
              </a:rPr>
              <a:t> </a:t>
            </a:r>
            <a:r>
              <a:rPr lang="en-GB" sz="1200" spc="-20" noProof="0" dirty="0">
                <a:latin typeface="+mn-lt"/>
                <a:cs typeface="Segoe UI"/>
              </a:rPr>
              <a:t>block</a:t>
            </a:r>
            <a:r>
              <a:rPr lang="en-GB" sz="1200" spc="-60" noProof="0" dirty="0">
                <a:latin typeface="+mn-lt"/>
                <a:cs typeface="Segoe UI"/>
              </a:rPr>
              <a:t> </a:t>
            </a:r>
            <a:r>
              <a:rPr lang="en-GB" sz="1200" spc="-20" noProof="0" dirty="0">
                <a:latin typeface="+mn-lt"/>
                <a:cs typeface="Segoe UI"/>
              </a:rPr>
              <a:t>size.</a:t>
            </a:r>
            <a:endParaRPr lang="en-GB" sz="1200" noProof="0" dirty="0">
              <a:latin typeface="+mn-lt"/>
              <a:cs typeface="Segoe UI"/>
            </a:endParaRPr>
          </a:p>
          <a:p>
            <a:pPr marL="12700" marR="405765">
              <a:lnSpc>
                <a:spcPct val="100000"/>
              </a:lnSpc>
              <a:spcBef>
                <a:spcPts val="600"/>
              </a:spcBef>
            </a:pPr>
            <a:r>
              <a:rPr lang="en-GB" sz="1200" spc="5" noProof="0" dirty="0">
                <a:latin typeface="+mn-lt"/>
                <a:cs typeface="Segoe UI"/>
              </a:rPr>
              <a:t>A</a:t>
            </a:r>
            <a:r>
              <a:rPr lang="en-GB" sz="1200" spc="-60" noProof="0" dirty="0">
                <a:latin typeface="+mn-lt"/>
                <a:cs typeface="Segoe UI"/>
              </a:rPr>
              <a:t> </a:t>
            </a:r>
            <a:r>
              <a:rPr lang="en-GB" sz="1200" spc="-20" noProof="0" dirty="0">
                <a:latin typeface="+mn-lt"/>
                <a:cs typeface="Segoe UI"/>
              </a:rPr>
              <a:t>comma</a:t>
            </a:r>
            <a:r>
              <a:rPr lang="en-GB" sz="1200" spc="-35" noProof="0" dirty="0">
                <a:latin typeface="+mn-lt"/>
                <a:cs typeface="Segoe UI"/>
              </a:rPr>
              <a:t> </a:t>
            </a:r>
            <a:r>
              <a:rPr lang="en-GB" sz="1200" spc="-20" noProof="0" dirty="0">
                <a:latin typeface="+mn-lt"/>
                <a:cs typeface="Segoe UI"/>
              </a:rPr>
              <a:t>can</a:t>
            </a:r>
            <a:r>
              <a:rPr lang="en-GB" sz="1200" spc="5" noProof="0" dirty="0">
                <a:latin typeface="+mn-lt"/>
                <a:cs typeface="Segoe UI"/>
              </a:rPr>
              <a:t> </a:t>
            </a:r>
            <a:r>
              <a:rPr lang="en-GB" sz="1200" spc="-10" noProof="0" dirty="0">
                <a:latin typeface="+mn-lt"/>
                <a:cs typeface="Segoe UI"/>
              </a:rPr>
              <a:t>be</a:t>
            </a:r>
            <a:r>
              <a:rPr lang="en-GB" sz="1200" spc="-55" noProof="0" dirty="0">
                <a:latin typeface="+mn-lt"/>
                <a:cs typeface="Segoe UI"/>
              </a:rPr>
              <a:t> </a:t>
            </a:r>
            <a:r>
              <a:rPr lang="en-GB" sz="1200" spc="-15" noProof="0" dirty="0">
                <a:latin typeface="+mn-lt"/>
                <a:cs typeface="Segoe UI"/>
              </a:rPr>
              <a:t>used</a:t>
            </a:r>
            <a:r>
              <a:rPr lang="en-GB" sz="1200" spc="-45" noProof="0" dirty="0">
                <a:latin typeface="+mn-lt"/>
                <a:cs typeface="Segoe UI"/>
              </a:rPr>
              <a:t> </a:t>
            </a:r>
            <a:r>
              <a:rPr lang="en-GB" sz="1200" spc="-15" noProof="0" dirty="0">
                <a:latin typeface="+mn-lt"/>
                <a:cs typeface="Segoe UI"/>
              </a:rPr>
              <a:t>to</a:t>
            </a:r>
            <a:r>
              <a:rPr lang="en-GB" sz="1200" spc="-40" noProof="0" dirty="0">
                <a:latin typeface="+mn-lt"/>
                <a:cs typeface="Segoe UI"/>
              </a:rPr>
              <a:t> </a:t>
            </a:r>
            <a:r>
              <a:rPr lang="en-GB" sz="1200" spc="-25" noProof="0" dirty="0">
                <a:latin typeface="+mn-lt"/>
                <a:cs typeface="Segoe UI"/>
              </a:rPr>
              <a:t>indicate </a:t>
            </a:r>
            <a:r>
              <a:rPr lang="en-GB" sz="1200" spc="-15" noProof="0" dirty="0">
                <a:latin typeface="+mn-lt"/>
                <a:cs typeface="Segoe UI"/>
              </a:rPr>
              <a:t>more</a:t>
            </a:r>
            <a:r>
              <a:rPr lang="en-GB" sz="1200" spc="-30" noProof="0" dirty="0">
                <a:latin typeface="+mn-lt"/>
                <a:cs typeface="Segoe UI"/>
              </a:rPr>
              <a:t> </a:t>
            </a:r>
            <a:r>
              <a:rPr lang="en-GB" sz="1200" spc="-20" noProof="0" dirty="0">
                <a:latin typeface="+mn-lt"/>
                <a:cs typeface="Segoe UI"/>
              </a:rPr>
              <a:t>than</a:t>
            </a:r>
            <a:r>
              <a:rPr lang="en-GB" sz="1200" spc="-45" noProof="0" dirty="0">
                <a:latin typeface="+mn-lt"/>
                <a:cs typeface="Segoe UI"/>
              </a:rPr>
              <a:t> </a:t>
            </a:r>
            <a:r>
              <a:rPr lang="en-GB" sz="1200" spc="-10" noProof="0" dirty="0">
                <a:latin typeface="+mn-lt"/>
                <a:cs typeface="Segoe UI"/>
              </a:rPr>
              <a:t>one</a:t>
            </a:r>
            <a:r>
              <a:rPr lang="en-GB" sz="1200" spc="-50" noProof="0" dirty="0">
                <a:latin typeface="+mn-lt"/>
                <a:cs typeface="Segoe UI"/>
              </a:rPr>
              <a:t> </a:t>
            </a:r>
            <a:r>
              <a:rPr lang="en-GB" sz="1200" spc="-20" noProof="0" dirty="0">
                <a:latin typeface="+mn-lt"/>
                <a:cs typeface="Segoe UI"/>
              </a:rPr>
              <a:t>conversion,</a:t>
            </a:r>
            <a:r>
              <a:rPr lang="en-GB" sz="1200" spc="-85" noProof="0" dirty="0">
                <a:latin typeface="+mn-lt"/>
                <a:cs typeface="Segoe UI"/>
              </a:rPr>
              <a:t> </a:t>
            </a:r>
            <a:r>
              <a:rPr lang="en-GB" sz="1200" spc="-15" noProof="0" dirty="0">
                <a:latin typeface="+mn-lt"/>
                <a:cs typeface="Segoe UI"/>
              </a:rPr>
              <a:t>for</a:t>
            </a:r>
            <a:r>
              <a:rPr lang="en-GB" sz="1200" spc="-40" noProof="0" dirty="0">
                <a:latin typeface="+mn-lt"/>
                <a:cs typeface="Segoe UI"/>
              </a:rPr>
              <a:t> </a:t>
            </a:r>
            <a:r>
              <a:rPr lang="en-GB" sz="1200" spc="-25" noProof="0" dirty="0">
                <a:latin typeface="+mn-lt"/>
                <a:cs typeface="Segoe UI"/>
              </a:rPr>
              <a:t>example</a:t>
            </a:r>
            <a:r>
              <a:rPr lang="en-GB" sz="1200" spc="15" noProof="0" dirty="0">
                <a:latin typeface="+mn-lt"/>
                <a:cs typeface="Segoe UI"/>
              </a:rPr>
              <a:t> </a:t>
            </a:r>
            <a:r>
              <a:rPr lang="en-GB" sz="1200" spc="-25" noProof="0" dirty="0">
                <a:latin typeface="+mn-lt"/>
                <a:cs typeface="Segoe UI"/>
              </a:rPr>
              <a:t>conv=ascii,lcase</a:t>
            </a:r>
            <a:r>
              <a:rPr lang="en-GB" sz="1200" noProof="0" dirty="0">
                <a:latin typeface="+mn-lt"/>
                <a:cs typeface="Segoe UI"/>
              </a:rPr>
              <a:t> </a:t>
            </a:r>
            <a:r>
              <a:rPr lang="en-GB" sz="1200" spc="-25" noProof="0" dirty="0">
                <a:latin typeface="+mn-lt"/>
                <a:cs typeface="Segoe UI"/>
              </a:rPr>
              <a:t>specifies </a:t>
            </a:r>
            <a:r>
              <a:rPr lang="en-GB" sz="1200" spc="-260" noProof="0" dirty="0">
                <a:latin typeface="+mn-lt"/>
                <a:cs typeface="Segoe UI"/>
              </a:rPr>
              <a:t> </a:t>
            </a:r>
            <a:r>
              <a:rPr lang="en-GB" sz="1200" spc="-20" noProof="0" dirty="0">
                <a:latin typeface="+mn-lt"/>
                <a:cs typeface="Segoe UI"/>
              </a:rPr>
              <a:t>conversion</a:t>
            </a:r>
            <a:r>
              <a:rPr lang="en-GB" sz="1200" spc="-110" noProof="0" dirty="0">
                <a:latin typeface="+mn-lt"/>
                <a:cs typeface="Segoe UI"/>
              </a:rPr>
              <a:t> </a:t>
            </a:r>
            <a:r>
              <a:rPr lang="en-GB" sz="1200" spc="-15" noProof="0" dirty="0">
                <a:latin typeface="+mn-lt"/>
                <a:cs typeface="Segoe UI"/>
              </a:rPr>
              <a:t>to</a:t>
            </a:r>
            <a:r>
              <a:rPr lang="en-GB" sz="1200" spc="-25" noProof="0" dirty="0">
                <a:latin typeface="+mn-lt"/>
                <a:cs typeface="Segoe UI"/>
              </a:rPr>
              <a:t> </a:t>
            </a:r>
            <a:r>
              <a:rPr lang="en-GB" sz="1200" spc="-20" noProof="0" dirty="0">
                <a:latin typeface="+mn-lt"/>
                <a:cs typeface="Segoe UI"/>
              </a:rPr>
              <a:t>lowercase</a:t>
            </a:r>
            <a:r>
              <a:rPr lang="en-GB" sz="1200" spc="-35" noProof="0" dirty="0">
                <a:latin typeface="+mn-lt"/>
                <a:cs typeface="Segoe UI"/>
              </a:rPr>
              <a:t> </a:t>
            </a:r>
            <a:r>
              <a:rPr lang="en-GB" sz="1200" spc="-25" noProof="0" dirty="0">
                <a:latin typeface="+mn-lt"/>
                <a:cs typeface="Segoe UI"/>
              </a:rPr>
              <a:t>ASCII</a:t>
            </a:r>
            <a:r>
              <a:rPr lang="en-GB" sz="1200" spc="-15" noProof="0" dirty="0">
                <a:latin typeface="+mn-lt"/>
                <a:cs typeface="Segoe UI"/>
              </a:rPr>
              <a:t> </a:t>
            </a:r>
            <a:r>
              <a:rPr lang="en-GB" sz="1200" spc="-20" noProof="0" dirty="0">
                <a:latin typeface="+mn-lt"/>
                <a:cs typeface="Segoe UI"/>
              </a:rPr>
              <a:t>form.</a:t>
            </a:r>
            <a:endParaRPr lang="en-GB" sz="1200" noProof="0" dirty="0">
              <a:latin typeface="+mn-lt"/>
              <a:cs typeface="Segoe UI"/>
            </a:endParaRPr>
          </a:p>
          <a:p>
            <a:pPr marL="12700" marR="139700">
              <a:lnSpc>
                <a:spcPct val="100000"/>
              </a:lnSpc>
              <a:spcBef>
                <a:spcPts val="600"/>
              </a:spcBef>
            </a:pPr>
            <a:r>
              <a:rPr lang="en-GB" sz="1200" spc="-20" noProof="0" dirty="0">
                <a:latin typeface="+mn-lt"/>
                <a:cs typeface="Segoe UI"/>
              </a:rPr>
              <a:t>Being</a:t>
            </a:r>
            <a:r>
              <a:rPr lang="en-GB" sz="1200" spc="-75" noProof="0" dirty="0">
                <a:latin typeface="+mn-lt"/>
                <a:cs typeface="Segoe UI"/>
              </a:rPr>
              <a:t> </a:t>
            </a:r>
            <a:r>
              <a:rPr lang="en-GB" sz="1200" spc="-15" noProof="0" dirty="0">
                <a:latin typeface="+mn-lt"/>
                <a:cs typeface="Segoe UI"/>
              </a:rPr>
              <a:t>the</a:t>
            </a:r>
            <a:r>
              <a:rPr lang="en-GB" sz="1200" spc="-30" noProof="0" dirty="0">
                <a:latin typeface="+mn-lt"/>
                <a:cs typeface="Segoe UI"/>
              </a:rPr>
              <a:t> </a:t>
            </a:r>
            <a:r>
              <a:rPr lang="en-GB" sz="1200" spc="-20" noProof="0" dirty="0">
                <a:latin typeface="+mn-lt"/>
                <a:cs typeface="Segoe UI"/>
              </a:rPr>
              <a:t>image</a:t>
            </a:r>
            <a:r>
              <a:rPr lang="en-GB" sz="1200" spc="-25" noProof="0" dirty="0">
                <a:latin typeface="+mn-lt"/>
                <a:cs typeface="Segoe UI"/>
              </a:rPr>
              <a:t> </a:t>
            </a:r>
            <a:r>
              <a:rPr lang="en-GB" sz="1200" spc="-20" noProof="0" dirty="0">
                <a:latin typeface="+mn-lt"/>
                <a:cs typeface="Segoe UI"/>
              </a:rPr>
              <a:t>copier,</a:t>
            </a:r>
            <a:r>
              <a:rPr lang="en-GB" sz="1200" spc="-50" noProof="0" dirty="0">
                <a:latin typeface="+mn-lt"/>
                <a:cs typeface="Segoe UI"/>
              </a:rPr>
              <a:t> </a:t>
            </a:r>
            <a:r>
              <a:rPr lang="en-GB" sz="1200" spc="-10" noProof="0" dirty="0">
                <a:latin typeface="+mn-lt"/>
                <a:cs typeface="Segoe UI"/>
              </a:rPr>
              <a:t>dd</a:t>
            </a:r>
            <a:r>
              <a:rPr lang="en-GB" sz="1200" spc="-40" noProof="0" dirty="0">
                <a:latin typeface="+mn-lt"/>
                <a:cs typeface="Segoe UI"/>
              </a:rPr>
              <a:t> </a:t>
            </a:r>
            <a:r>
              <a:rPr lang="en-GB" sz="1200" spc="-15" noProof="0" dirty="0">
                <a:latin typeface="+mn-lt"/>
                <a:cs typeface="Segoe UI"/>
              </a:rPr>
              <a:t>is</a:t>
            </a:r>
            <a:r>
              <a:rPr lang="en-GB" sz="1200" spc="-50" noProof="0" dirty="0">
                <a:latin typeface="+mn-lt"/>
                <a:cs typeface="Segoe UI"/>
              </a:rPr>
              <a:t> </a:t>
            </a:r>
            <a:r>
              <a:rPr lang="en-GB" sz="1200" noProof="0" dirty="0">
                <a:latin typeface="+mn-lt"/>
                <a:cs typeface="Segoe UI"/>
              </a:rPr>
              <a:t>a</a:t>
            </a:r>
            <a:r>
              <a:rPr lang="en-GB" sz="1200" spc="-40" noProof="0" dirty="0">
                <a:latin typeface="+mn-lt"/>
                <a:cs typeface="Segoe UI"/>
              </a:rPr>
              <a:t> </a:t>
            </a:r>
            <a:r>
              <a:rPr lang="en-GB" sz="1200" spc="-20" noProof="0" dirty="0">
                <a:latin typeface="+mn-lt"/>
                <a:cs typeface="Segoe UI"/>
              </a:rPr>
              <a:t>wonderful</a:t>
            </a:r>
            <a:r>
              <a:rPr lang="en-GB" sz="1200" spc="-55" noProof="0" dirty="0">
                <a:latin typeface="+mn-lt"/>
                <a:cs typeface="Segoe UI"/>
              </a:rPr>
              <a:t> </a:t>
            </a:r>
            <a:r>
              <a:rPr lang="en-GB" sz="1200" spc="-15" noProof="0" dirty="0">
                <a:latin typeface="+mn-lt"/>
                <a:cs typeface="Segoe UI"/>
              </a:rPr>
              <a:t>tool</a:t>
            </a:r>
            <a:r>
              <a:rPr lang="en-GB" sz="1200" spc="-60" noProof="0" dirty="0">
                <a:latin typeface="+mn-lt"/>
                <a:cs typeface="Segoe UI"/>
              </a:rPr>
              <a:t> </a:t>
            </a:r>
            <a:r>
              <a:rPr lang="en-GB" sz="1200" spc="-15" noProof="0" dirty="0">
                <a:latin typeface="+mn-lt"/>
                <a:cs typeface="Segoe UI"/>
              </a:rPr>
              <a:t>for</a:t>
            </a:r>
            <a:r>
              <a:rPr lang="en-GB" sz="1200" spc="-45" noProof="0" dirty="0">
                <a:latin typeface="+mn-lt"/>
                <a:cs typeface="Segoe UI"/>
              </a:rPr>
              <a:t> </a:t>
            </a:r>
            <a:r>
              <a:rPr lang="en-GB" sz="1200" noProof="0" dirty="0">
                <a:latin typeface="+mn-lt"/>
                <a:cs typeface="Segoe UI"/>
              </a:rPr>
              <a:t>a</a:t>
            </a:r>
            <a:r>
              <a:rPr lang="en-GB" sz="1200" spc="-10" noProof="0" dirty="0">
                <a:latin typeface="+mn-lt"/>
                <a:cs typeface="Segoe UI"/>
              </a:rPr>
              <a:t> </a:t>
            </a:r>
            <a:r>
              <a:rPr lang="en-GB" sz="1200" spc="-25" noProof="0" dirty="0">
                <a:latin typeface="+mn-lt"/>
                <a:cs typeface="Segoe UI"/>
              </a:rPr>
              <a:t>variety</a:t>
            </a:r>
            <a:r>
              <a:rPr lang="en-GB" sz="1200" spc="-40" noProof="0" dirty="0">
                <a:latin typeface="+mn-lt"/>
                <a:cs typeface="Segoe UI"/>
              </a:rPr>
              <a:t> </a:t>
            </a:r>
            <a:r>
              <a:rPr lang="en-GB" sz="1200" spc="-10" noProof="0" dirty="0">
                <a:latin typeface="+mn-lt"/>
                <a:cs typeface="Segoe UI"/>
              </a:rPr>
              <a:t>of</a:t>
            </a:r>
            <a:r>
              <a:rPr lang="en-GB" sz="1200" spc="-30" noProof="0" dirty="0">
                <a:latin typeface="+mn-lt"/>
                <a:cs typeface="Segoe UI"/>
              </a:rPr>
              <a:t> </a:t>
            </a:r>
            <a:r>
              <a:rPr lang="en-GB" sz="1200" spc="-20" noProof="0" dirty="0">
                <a:latin typeface="+mn-lt"/>
                <a:cs typeface="Segoe UI"/>
              </a:rPr>
              <a:t>other</a:t>
            </a:r>
            <a:r>
              <a:rPr lang="en-GB" sz="1200" spc="-45" noProof="0" dirty="0">
                <a:latin typeface="+mn-lt"/>
                <a:cs typeface="Segoe UI"/>
              </a:rPr>
              <a:t> </a:t>
            </a:r>
            <a:r>
              <a:rPr lang="en-GB" sz="1200" spc="-20" noProof="0" dirty="0">
                <a:latin typeface="+mn-lt"/>
                <a:cs typeface="Segoe UI"/>
              </a:rPr>
              <a:t>data</a:t>
            </a:r>
            <a:r>
              <a:rPr lang="en-GB" sz="1200" spc="-35" noProof="0" dirty="0">
                <a:latin typeface="+mn-lt"/>
                <a:cs typeface="Segoe UI"/>
              </a:rPr>
              <a:t> </a:t>
            </a:r>
            <a:r>
              <a:rPr lang="en-GB" sz="1200" spc="-20" noProof="0" dirty="0">
                <a:latin typeface="+mn-lt"/>
                <a:cs typeface="Segoe UI"/>
              </a:rPr>
              <a:t>handling</a:t>
            </a:r>
            <a:r>
              <a:rPr lang="en-GB" sz="1200" spc="-50" noProof="0" dirty="0">
                <a:latin typeface="+mn-lt"/>
                <a:cs typeface="Segoe UI"/>
              </a:rPr>
              <a:t> </a:t>
            </a:r>
            <a:r>
              <a:rPr lang="en-GB" sz="1200" spc="-20" noProof="0" dirty="0">
                <a:latin typeface="+mn-lt"/>
                <a:cs typeface="Segoe UI"/>
              </a:rPr>
              <a:t>operations,</a:t>
            </a:r>
            <a:r>
              <a:rPr lang="en-GB" sz="1200" spc="-85" noProof="0" dirty="0">
                <a:latin typeface="+mn-lt"/>
                <a:cs typeface="Segoe UI"/>
              </a:rPr>
              <a:t> </a:t>
            </a:r>
            <a:r>
              <a:rPr lang="en-GB" sz="1200" spc="-15" noProof="0" dirty="0">
                <a:latin typeface="+mn-lt"/>
                <a:cs typeface="Segoe UI"/>
              </a:rPr>
              <a:t>where</a:t>
            </a:r>
            <a:r>
              <a:rPr lang="en-GB" sz="1200" spc="-25" noProof="0" dirty="0">
                <a:latin typeface="+mn-lt"/>
                <a:cs typeface="Segoe UI"/>
              </a:rPr>
              <a:t> </a:t>
            </a:r>
            <a:r>
              <a:rPr lang="en-GB" sz="1200" spc="-15" noProof="0" dirty="0">
                <a:latin typeface="+mn-lt"/>
                <a:cs typeface="Segoe UI"/>
              </a:rPr>
              <a:t>the </a:t>
            </a:r>
            <a:r>
              <a:rPr lang="en-GB" sz="1200" spc="-260" noProof="0" dirty="0">
                <a:latin typeface="+mn-lt"/>
                <a:cs typeface="Segoe UI"/>
              </a:rPr>
              <a:t> </a:t>
            </a:r>
            <a:r>
              <a:rPr lang="en-GB" sz="1200" spc="-25" noProof="0" dirty="0">
                <a:latin typeface="+mn-lt"/>
                <a:cs typeface="Segoe UI"/>
              </a:rPr>
              <a:t>filesystem</a:t>
            </a:r>
            <a:r>
              <a:rPr lang="en-GB" sz="1200" spc="-40" noProof="0" dirty="0">
                <a:latin typeface="+mn-lt"/>
                <a:cs typeface="Segoe UI"/>
              </a:rPr>
              <a:t> </a:t>
            </a:r>
            <a:r>
              <a:rPr lang="en-GB" sz="1200" spc="-20" noProof="0" dirty="0">
                <a:latin typeface="+mn-lt"/>
                <a:cs typeface="Segoe UI"/>
              </a:rPr>
              <a:t>type</a:t>
            </a:r>
            <a:r>
              <a:rPr lang="en-GB" sz="1200" spc="-35" noProof="0" dirty="0">
                <a:latin typeface="+mn-lt"/>
                <a:cs typeface="Segoe UI"/>
              </a:rPr>
              <a:t> </a:t>
            </a:r>
            <a:r>
              <a:rPr lang="en-GB" sz="1200" spc="-15" noProof="0" dirty="0">
                <a:latin typeface="+mn-lt"/>
                <a:cs typeface="Segoe UI"/>
              </a:rPr>
              <a:t>is</a:t>
            </a:r>
            <a:r>
              <a:rPr lang="en-GB" sz="1200" spc="-55" noProof="0" dirty="0">
                <a:latin typeface="+mn-lt"/>
                <a:cs typeface="Segoe UI"/>
              </a:rPr>
              <a:t> </a:t>
            </a:r>
            <a:r>
              <a:rPr lang="en-GB" sz="1200" spc="-10" noProof="0" dirty="0">
                <a:latin typeface="+mn-lt"/>
                <a:cs typeface="Segoe UI"/>
              </a:rPr>
              <a:t>of</a:t>
            </a:r>
            <a:r>
              <a:rPr lang="en-GB" sz="1200" spc="-40" noProof="0" dirty="0">
                <a:latin typeface="+mn-lt"/>
                <a:cs typeface="Segoe UI"/>
              </a:rPr>
              <a:t> </a:t>
            </a:r>
            <a:r>
              <a:rPr lang="en-GB" sz="1200" spc="-10" noProof="0" dirty="0">
                <a:latin typeface="+mn-lt"/>
                <a:cs typeface="Segoe UI"/>
              </a:rPr>
              <a:t>no</a:t>
            </a:r>
            <a:r>
              <a:rPr lang="en-GB" sz="1200" spc="-50" noProof="0" dirty="0">
                <a:latin typeface="+mn-lt"/>
                <a:cs typeface="Segoe UI"/>
              </a:rPr>
              <a:t> </a:t>
            </a:r>
            <a:r>
              <a:rPr lang="en-GB" sz="1200" spc="-25" noProof="0" dirty="0">
                <a:latin typeface="+mn-lt"/>
                <a:cs typeface="Segoe UI"/>
              </a:rPr>
              <a:t>relevance</a:t>
            </a:r>
            <a:r>
              <a:rPr lang="en-GB" sz="1200" spc="-35" noProof="0" dirty="0">
                <a:latin typeface="+mn-lt"/>
                <a:cs typeface="Segoe UI"/>
              </a:rPr>
              <a:t> </a:t>
            </a:r>
            <a:r>
              <a:rPr lang="en-GB" sz="1200" spc="-10" noProof="0" dirty="0">
                <a:latin typeface="+mn-lt"/>
                <a:cs typeface="Segoe UI"/>
              </a:rPr>
              <a:t>or</a:t>
            </a:r>
            <a:r>
              <a:rPr lang="en-GB" sz="1200" spc="-50" noProof="0" dirty="0">
                <a:latin typeface="+mn-lt"/>
                <a:cs typeface="Segoe UI"/>
              </a:rPr>
              <a:t> </a:t>
            </a:r>
            <a:r>
              <a:rPr lang="en-GB" sz="1200" spc="-20" noProof="0" dirty="0">
                <a:latin typeface="+mn-lt"/>
                <a:cs typeface="Segoe UI"/>
              </a:rPr>
              <a:t>unknown.</a:t>
            </a:r>
            <a:endParaRPr lang="en-GB" sz="1200" noProof="0" dirty="0">
              <a:latin typeface="+mn-lt"/>
              <a:cs typeface="Segoe UI"/>
            </a:endParaRPr>
          </a:p>
        </p:txBody>
      </p:sp>
      <p:sp>
        <p:nvSpPr>
          <p:cNvPr id="4" name="Slide Number Placeholder 3"/>
          <p:cNvSpPr>
            <a:spLocks noGrp="1"/>
          </p:cNvSpPr>
          <p:nvPr>
            <p:ph type="sldNum" sz="quarter" idx="5"/>
          </p:nvPr>
        </p:nvSpPr>
        <p:spPr/>
        <p:txBody>
          <a:bodyPr/>
          <a:lstStyle/>
          <a:p>
            <a:fld id="{548901C6-1DA1-FB44-ABEE-06A0FEB7738E}" type="slidenum">
              <a:rPr lang="en-GB" smtClean="0"/>
              <a:pPr/>
              <a:t>4</a:t>
            </a:fld>
            <a:endParaRPr lang="en-GB" dirty="0"/>
          </a:p>
        </p:txBody>
      </p:sp>
      <p:sp>
        <p:nvSpPr>
          <p:cNvPr id="7" name="Slide Image Placeholder 6">
            <a:extLst>
              <a:ext uri="{FF2B5EF4-FFF2-40B4-BE49-F238E27FC236}">
                <a16:creationId xmlns:a16="http://schemas.microsoft.com/office/drawing/2014/main" id="{75FBD5F9-3F07-4319-B1E3-52795B990713}"/>
              </a:ext>
            </a:extLst>
          </p:cNvPr>
          <p:cNvSpPr>
            <a:spLocks noGrp="1" noRot="1" noChangeAspect="1"/>
          </p:cNvSpPr>
          <p:nvPr>
            <p:ph type="sldImg"/>
          </p:nvPr>
        </p:nvSpPr>
        <p:spPr/>
      </p:sp>
    </p:spTree>
    <p:extLst>
      <p:ext uri="{BB962C8B-B14F-4D97-AF65-F5344CB8AC3E}">
        <p14:creationId xmlns:p14="http://schemas.microsoft.com/office/powerpoint/2010/main" val="412256826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marL="12700" marR="12065">
              <a:lnSpc>
                <a:spcPct val="100000"/>
              </a:lnSpc>
              <a:spcBef>
                <a:spcPts val="105"/>
              </a:spcBef>
            </a:pPr>
            <a:endParaRPr lang="en-GB" sz="1200" noProof="0" dirty="0">
              <a:latin typeface="Segoe UI"/>
              <a:cs typeface="Segoe UI"/>
            </a:endParaRPr>
          </a:p>
        </p:txBody>
      </p:sp>
      <p:sp>
        <p:nvSpPr>
          <p:cNvPr id="4" name="Slide Number Placeholder 3"/>
          <p:cNvSpPr>
            <a:spLocks noGrp="1"/>
          </p:cNvSpPr>
          <p:nvPr>
            <p:ph type="sldNum" sz="quarter" idx="5"/>
          </p:nvPr>
        </p:nvSpPr>
        <p:spPr/>
        <p:txBody>
          <a:bodyPr/>
          <a:lstStyle/>
          <a:p>
            <a:fld id="{548901C6-1DA1-FB44-ABEE-06A0FEB7738E}" type="slidenum">
              <a:rPr lang="en-GB" smtClean="0"/>
              <a:pPr/>
              <a:t>5</a:t>
            </a:fld>
            <a:endParaRPr lang="en-GB" dirty="0"/>
          </a:p>
        </p:txBody>
      </p:sp>
      <p:sp>
        <p:nvSpPr>
          <p:cNvPr id="7" name="Slide Image Placeholder 6">
            <a:extLst>
              <a:ext uri="{FF2B5EF4-FFF2-40B4-BE49-F238E27FC236}">
                <a16:creationId xmlns:a16="http://schemas.microsoft.com/office/drawing/2014/main" id="{75FBD5F9-3F07-4319-B1E3-52795B990713}"/>
              </a:ext>
            </a:extLst>
          </p:cNvPr>
          <p:cNvSpPr>
            <a:spLocks noGrp="1" noRot="1" noChangeAspect="1"/>
          </p:cNvSpPr>
          <p:nvPr>
            <p:ph type="sldImg"/>
          </p:nvPr>
        </p:nvSpPr>
        <p:spPr/>
      </p:sp>
    </p:spTree>
    <p:extLst>
      <p:ext uri="{BB962C8B-B14F-4D97-AF65-F5344CB8AC3E}">
        <p14:creationId xmlns:p14="http://schemas.microsoft.com/office/powerpoint/2010/main" val="72821953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marL="12700" marR="12065">
              <a:lnSpc>
                <a:spcPct val="100000"/>
              </a:lnSpc>
              <a:spcBef>
                <a:spcPts val="105"/>
              </a:spcBef>
            </a:pPr>
            <a:endParaRPr lang="en-GB" sz="1200" noProof="0" dirty="0">
              <a:latin typeface="Segoe UI"/>
              <a:cs typeface="Segoe UI"/>
            </a:endParaRPr>
          </a:p>
        </p:txBody>
      </p:sp>
      <p:sp>
        <p:nvSpPr>
          <p:cNvPr id="4" name="Slide Number Placeholder 3"/>
          <p:cNvSpPr>
            <a:spLocks noGrp="1"/>
          </p:cNvSpPr>
          <p:nvPr>
            <p:ph type="sldNum" sz="quarter" idx="5"/>
          </p:nvPr>
        </p:nvSpPr>
        <p:spPr/>
        <p:txBody>
          <a:bodyPr/>
          <a:lstStyle/>
          <a:p>
            <a:fld id="{548901C6-1DA1-FB44-ABEE-06A0FEB7738E}" type="slidenum">
              <a:rPr lang="en-GB" smtClean="0"/>
              <a:pPr/>
              <a:t>6</a:t>
            </a:fld>
            <a:endParaRPr lang="en-GB"/>
          </a:p>
        </p:txBody>
      </p:sp>
      <p:sp>
        <p:nvSpPr>
          <p:cNvPr id="7" name="Slide Image Placeholder 6">
            <a:extLst>
              <a:ext uri="{FF2B5EF4-FFF2-40B4-BE49-F238E27FC236}">
                <a16:creationId xmlns:a16="http://schemas.microsoft.com/office/drawing/2014/main" id="{75FBD5F9-3F07-4319-B1E3-52795B990713}"/>
              </a:ext>
            </a:extLst>
          </p:cNvPr>
          <p:cNvSpPr>
            <a:spLocks noGrp="1" noRot="1" noChangeAspect="1"/>
          </p:cNvSpPr>
          <p:nvPr>
            <p:ph type="sldImg"/>
          </p:nvPr>
        </p:nvSpPr>
        <p:spPr/>
      </p:sp>
    </p:spTree>
    <p:extLst>
      <p:ext uri="{BB962C8B-B14F-4D97-AF65-F5344CB8AC3E}">
        <p14:creationId xmlns:p14="http://schemas.microsoft.com/office/powerpoint/2010/main" val="88157832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marL="12700" marR="12065">
              <a:lnSpc>
                <a:spcPct val="100000"/>
              </a:lnSpc>
              <a:spcBef>
                <a:spcPts val="105"/>
              </a:spcBef>
            </a:pPr>
            <a:endParaRPr lang="en-GB" sz="1200" noProof="0" dirty="0">
              <a:latin typeface="Segoe UI"/>
              <a:cs typeface="Segoe UI"/>
            </a:endParaRPr>
          </a:p>
        </p:txBody>
      </p:sp>
      <p:sp>
        <p:nvSpPr>
          <p:cNvPr id="4" name="Slide Number Placeholder 3"/>
          <p:cNvSpPr>
            <a:spLocks noGrp="1"/>
          </p:cNvSpPr>
          <p:nvPr>
            <p:ph type="sldNum" sz="quarter" idx="5"/>
          </p:nvPr>
        </p:nvSpPr>
        <p:spPr/>
        <p:txBody>
          <a:bodyPr/>
          <a:lstStyle/>
          <a:p>
            <a:fld id="{548901C6-1DA1-FB44-ABEE-06A0FEB7738E}" type="slidenum">
              <a:rPr lang="en-GB" smtClean="0"/>
              <a:pPr/>
              <a:t>7</a:t>
            </a:fld>
            <a:endParaRPr lang="en-GB"/>
          </a:p>
        </p:txBody>
      </p:sp>
      <p:sp>
        <p:nvSpPr>
          <p:cNvPr id="7" name="Slide Image Placeholder 6">
            <a:extLst>
              <a:ext uri="{FF2B5EF4-FFF2-40B4-BE49-F238E27FC236}">
                <a16:creationId xmlns:a16="http://schemas.microsoft.com/office/drawing/2014/main" id="{75FBD5F9-3F07-4319-B1E3-52795B990713}"/>
              </a:ext>
            </a:extLst>
          </p:cNvPr>
          <p:cNvSpPr>
            <a:spLocks noGrp="1" noRot="1" noChangeAspect="1"/>
          </p:cNvSpPr>
          <p:nvPr>
            <p:ph type="sldImg"/>
          </p:nvPr>
        </p:nvSpPr>
        <p:spPr/>
      </p:sp>
    </p:spTree>
    <p:extLst>
      <p:ext uri="{BB962C8B-B14F-4D97-AF65-F5344CB8AC3E}">
        <p14:creationId xmlns:p14="http://schemas.microsoft.com/office/powerpoint/2010/main" val="386785366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548901C6-1DA1-FB44-ABEE-06A0FEB7738E}" type="slidenum">
              <a:rPr lang="en-GB" smtClean="0"/>
              <a:pPr/>
              <a:t>8</a:t>
            </a:fld>
            <a:endParaRPr lang="en-GB"/>
          </a:p>
        </p:txBody>
      </p:sp>
    </p:spTree>
    <p:extLst>
      <p:ext uri="{BB962C8B-B14F-4D97-AF65-F5344CB8AC3E}">
        <p14:creationId xmlns:p14="http://schemas.microsoft.com/office/powerpoint/2010/main" val="209982518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marL="12700" marR="12065">
              <a:lnSpc>
                <a:spcPct val="100000"/>
              </a:lnSpc>
              <a:spcBef>
                <a:spcPts val="105"/>
              </a:spcBef>
            </a:pPr>
            <a:r>
              <a:rPr lang="en-GB" sz="1200" spc="-20" noProof="0" dirty="0">
                <a:latin typeface="+mn-lt"/>
                <a:cs typeface="Segoe UI"/>
              </a:rPr>
              <a:t>tar</a:t>
            </a:r>
            <a:r>
              <a:rPr lang="en-GB" sz="1200" spc="-45" noProof="0" dirty="0">
                <a:latin typeface="+mn-lt"/>
                <a:cs typeface="Segoe UI"/>
              </a:rPr>
              <a:t> </a:t>
            </a:r>
            <a:r>
              <a:rPr lang="en-GB" sz="1200" spc="-20" noProof="0" dirty="0">
                <a:latin typeface="+mn-lt"/>
                <a:cs typeface="Segoe UI"/>
              </a:rPr>
              <a:t>creates</a:t>
            </a:r>
            <a:r>
              <a:rPr lang="en-GB" sz="1200" spc="-5" noProof="0" dirty="0">
                <a:latin typeface="+mn-lt"/>
                <a:cs typeface="Segoe UI"/>
              </a:rPr>
              <a:t> </a:t>
            </a:r>
            <a:r>
              <a:rPr lang="en-GB" sz="1200" spc="-15" noProof="0" dirty="0">
                <a:latin typeface="+mn-lt"/>
                <a:cs typeface="Segoe UI"/>
              </a:rPr>
              <a:t>an</a:t>
            </a:r>
            <a:r>
              <a:rPr lang="en-GB" sz="1200" spc="-45" noProof="0" dirty="0">
                <a:latin typeface="+mn-lt"/>
                <a:cs typeface="Segoe UI"/>
              </a:rPr>
              <a:t> </a:t>
            </a:r>
            <a:r>
              <a:rPr lang="en-GB" sz="1200" spc="-20" noProof="0" dirty="0">
                <a:latin typeface="+mn-lt"/>
                <a:cs typeface="Segoe UI"/>
              </a:rPr>
              <a:t>archive</a:t>
            </a:r>
            <a:r>
              <a:rPr lang="en-GB" sz="1200" spc="-30" noProof="0" dirty="0">
                <a:latin typeface="+mn-lt"/>
                <a:cs typeface="Segoe UI"/>
              </a:rPr>
              <a:t> </a:t>
            </a:r>
            <a:r>
              <a:rPr lang="en-GB" sz="1200" spc="-20" noProof="0" dirty="0">
                <a:latin typeface="+mn-lt"/>
                <a:cs typeface="Segoe UI"/>
              </a:rPr>
              <a:t>file</a:t>
            </a:r>
            <a:r>
              <a:rPr lang="en-GB" sz="1200" spc="-30" noProof="0" dirty="0">
                <a:latin typeface="+mn-lt"/>
                <a:cs typeface="Segoe UI"/>
              </a:rPr>
              <a:t> </a:t>
            </a:r>
            <a:r>
              <a:rPr lang="en-GB" sz="1200" spc="-25" noProof="0" dirty="0">
                <a:latin typeface="+mn-lt"/>
                <a:cs typeface="Segoe UI"/>
              </a:rPr>
              <a:t>containing</a:t>
            </a:r>
            <a:r>
              <a:rPr lang="en-GB" sz="1200" spc="-45" noProof="0" dirty="0">
                <a:latin typeface="+mn-lt"/>
                <a:cs typeface="Segoe UI"/>
              </a:rPr>
              <a:t> </a:t>
            </a:r>
            <a:r>
              <a:rPr lang="en-GB" sz="1200" spc="-15" noProof="0" dirty="0">
                <a:latin typeface="+mn-lt"/>
                <a:cs typeface="Segoe UI"/>
              </a:rPr>
              <a:t>the</a:t>
            </a:r>
            <a:r>
              <a:rPr lang="en-GB" sz="1200" spc="-30" noProof="0" dirty="0">
                <a:latin typeface="+mn-lt"/>
                <a:cs typeface="Segoe UI"/>
              </a:rPr>
              <a:t> </a:t>
            </a:r>
            <a:r>
              <a:rPr lang="en-GB" sz="1200" spc="-25" noProof="0" dirty="0">
                <a:latin typeface="+mn-lt"/>
                <a:cs typeface="Segoe UI"/>
              </a:rPr>
              <a:t>specified files</a:t>
            </a:r>
            <a:r>
              <a:rPr lang="en-GB" sz="1200" spc="-45" noProof="0" dirty="0">
                <a:latin typeface="+mn-lt"/>
                <a:cs typeface="Segoe UI"/>
              </a:rPr>
              <a:t> </a:t>
            </a:r>
            <a:r>
              <a:rPr lang="en-GB" sz="1200" spc="-15" noProof="0" dirty="0">
                <a:latin typeface="+mn-lt"/>
                <a:cs typeface="Segoe UI"/>
              </a:rPr>
              <a:t>and</a:t>
            </a:r>
            <a:r>
              <a:rPr lang="en-GB" sz="1200" spc="-25" noProof="0" dirty="0">
                <a:latin typeface="+mn-lt"/>
                <a:cs typeface="Segoe UI"/>
              </a:rPr>
              <a:t> </a:t>
            </a:r>
            <a:r>
              <a:rPr lang="en-GB" sz="1200" spc="-20" noProof="0" dirty="0">
                <a:latin typeface="+mn-lt"/>
                <a:cs typeface="Segoe UI"/>
              </a:rPr>
              <a:t>directories.</a:t>
            </a:r>
            <a:endParaRPr lang="en-GB" sz="1200" noProof="0" dirty="0">
              <a:latin typeface="+mn-lt"/>
              <a:cs typeface="Segoe UI"/>
            </a:endParaRPr>
          </a:p>
        </p:txBody>
      </p:sp>
      <p:sp>
        <p:nvSpPr>
          <p:cNvPr id="4" name="Slide Number Placeholder 3"/>
          <p:cNvSpPr>
            <a:spLocks noGrp="1"/>
          </p:cNvSpPr>
          <p:nvPr>
            <p:ph type="sldNum" sz="quarter" idx="5"/>
          </p:nvPr>
        </p:nvSpPr>
        <p:spPr/>
        <p:txBody>
          <a:bodyPr/>
          <a:lstStyle/>
          <a:p>
            <a:fld id="{548901C6-1DA1-FB44-ABEE-06A0FEB7738E}" type="slidenum">
              <a:rPr lang="en-GB" smtClean="0"/>
              <a:pPr/>
              <a:t>9</a:t>
            </a:fld>
            <a:endParaRPr lang="en-GB"/>
          </a:p>
        </p:txBody>
      </p:sp>
      <p:sp>
        <p:nvSpPr>
          <p:cNvPr id="7" name="Slide Image Placeholder 6">
            <a:extLst>
              <a:ext uri="{FF2B5EF4-FFF2-40B4-BE49-F238E27FC236}">
                <a16:creationId xmlns:a16="http://schemas.microsoft.com/office/drawing/2014/main" id="{75FBD5F9-3F07-4319-B1E3-52795B990713}"/>
              </a:ext>
            </a:extLst>
          </p:cNvPr>
          <p:cNvSpPr>
            <a:spLocks noGrp="1" noRot="1" noChangeAspect="1"/>
          </p:cNvSpPr>
          <p:nvPr>
            <p:ph type="sldImg"/>
          </p:nvPr>
        </p:nvSpPr>
        <p:spPr/>
      </p:sp>
    </p:spTree>
    <p:extLst>
      <p:ext uri="{BB962C8B-B14F-4D97-AF65-F5344CB8AC3E}">
        <p14:creationId xmlns:p14="http://schemas.microsoft.com/office/powerpoint/2010/main" val="91260611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marL="12700" marR="12065">
              <a:lnSpc>
                <a:spcPct val="100000"/>
              </a:lnSpc>
              <a:spcBef>
                <a:spcPts val="105"/>
              </a:spcBef>
            </a:pPr>
            <a:endParaRPr lang="en-GB" sz="1200" noProof="0" dirty="0">
              <a:latin typeface="Segoe UI"/>
              <a:cs typeface="Segoe UI"/>
            </a:endParaRPr>
          </a:p>
        </p:txBody>
      </p:sp>
      <p:sp>
        <p:nvSpPr>
          <p:cNvPr id="4" name="Slide Number Placeholder 3"/>
          <p:cNvSpPr>
            <a:spLocks noGrp="1"/>
          </p:cNvSpPr>
          <p:nvPr>
            <p:ph type="sldNum" sz="quarter" idx="5"/>
          </p:nvPr>
        </p:nvSpPr>
        <p:spPr/>
        <p:txBody>
          <a:bodyPr/>
          <a:lstStyle/>
          <a:p>
            <a:fld id="{548901C6-1DA1-FB44-ABEE-06A0FEB7738E}" type="slidenum">
              <a:rPr lang="en-GB" smtClean="0"/>
              <a:pPr/>
              <a:t>10</a:t>
            </a:fld>
            <a:endParaRPr lang="en-GB"/>
          </a:p>
        </p:txBody>
      </p:sp>
      <p:sp>
        <p:nvSpPr>
          <p:cNvPr id="7" name="Slide Image Placeholder 6">
            <a:extLst>
              <a:ext uri="{FF2B5EF4-FFF2-40B4-BE49-F238E27FC236}">
                <a16:creationId xmlns:a16="http://schemas.microsoft.com/office/drawing/2014/main" id="{75FBD5F9-3F07-4319-B1E3-52795B990713}"/>
              </a:ext>
            </a:extLst>
          </p:cNvPr>
          <p:cNvSpPr>
            <a:spLocks noGrp="1" noRot="1" noChangeAspect="1"/>
          </p:cNvSpPr>
          <p:nvPr>
            <p:ph type="sldImg"/>
          </p:nvPr>
        </p:nvSpPr>
        <p:spPr/>
      </p:sp>
    </p:spTree>
    <p:extLst>
      <p:ext uri="{BB962C8B-B14F-4D97-AF65-F5344CB8AC3E}">
        <p14:creationId xmlns:p14="http://schemas.microsoft.com/office/powerpoint/2010/main" val="159454099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marL="12700" marR="12065">
              <a:lnSpc>
                <a:spcPct val="100000"/>
              </a:lnSpc>
              <a:spcBef>
                <a:spcPts val="105"/>
              </a:spcBef>
            </a:pPr>
            <a:r>
              <a:rPr lang="en-US" sz="1200" b="1" spc="-20" noProof="0" dirty="0" err="1">
                <a:latin typeface="+mn-lt"/>
                <a:cs typeface="Segoe UI"/>
              </a:rPr>
              <a:t>J</a:t>
            </a:r>
            <a:r>
              <a:rPr lang="en-US" sz="1200" spc="-20" noProof="0" dirty="0" err="1">
                <a:latin typeface="+mn-lt"/>
                <a:cs typeface="Segoe UI"/>
              </a:rPr>
              <a:t>ava</a:t>
            </a:r>
            <a:r>
              <a:rPr lang="en-US" sz="1200" b="1" spc="-20" noProof="0" dirty="0" err="1">
                <a:latin typeface="+mn-lt"/>
                <a:cs typeface="Segoe UI"/>
              </a:rPr>
              <a:t>AR</a:t>
            </a:r>
            <a:r>
              <a:rPr lang="en-US" sz="1200" spc="-20" noProof="0" dirty="0" err="1">
                <a:latin typeface="+mn-lt"/>
                <a:cs typeface="Segoe UI"/>
              </a:rPr>
              <a:t>chive</a:t>
            </a:r>
            <a:r>
              <a:rPr lang="en-US" sz="1200" spc="-20" noProof="0" dirty="0">
                <a:latin typeface="+mn-lt"/>
                <a:cs typeface="Segoe UI"/>
              </a:rPr>
              <a:t> tool was initially designed for the purposes of archiving, compressing and packaging of Java code, using java's version of the zip program, and as such it is independent of any third-party compression tools. </a:t>
            </a:r>
          </a:p>
          <a:p>
            <a:pPr marL="12700" marR="12065">
              <a:lnSpc>
                <a:spcPct val="100000"/>
              </a:lnSpc>
              <a:spcBef>
                <a:spcPts val="105"/>
              </a:spcBef>
            </a:pPr>
            <a:r>
              <a:rPr lang="en-US" sz="1200" spc="-20" noProof="0" dirty="0">
                <a:latin typeface="+mn-lt"/>
                <a:cs typeface="Segoe UI"/>
              </a:rPr>
              <a:t>A JAR file</a:t>
            </a:r>
            <a:r>
              <a:rPr lang="en-US" spc="-20" dirty="0">
                <a:cs typeface="Segoe UI"/>
              </a:rPr>
              <a:t> </a:t>
            </a:r>
            <a:r>
              <a:rPr lang="en-US" sz="1200" spc="-20" noProof="0" dirty="0">
                <a:latin typeface="+mn-lt"/>
                <a:cs typeface="Segoe UI"/>
              </a:rPr>
              <a:t>gets a default manifest file, which always has the pathname META-INF/MANIFEST.MF. This file can be used for additional packaging information, allowing individual entries in an archive to be signed by the author.</a:t>
            </a:r>
          </a:p>
          <a:p>
            <a:pPr marL="12700" marR="12065">
              <a:lnSpc>
                <a:spcPct val="100000"/>
              </a:lnSpc>
              <a:spcBef>
                <a:spcPts val="105"/>
              </a:spcBef>
            </a:pPr>
            <a:r>
              <a:rPr lang="en-US" sz="1200" spc="-20" noProof="0" dirty="0">
                <a:latin typeface="+mn-lt"/>
                <a:cs typeface="Segoe UI"/>
              </a:rPr>
              <a:t>Some of the jar options:</a:t>
            </a:r>
          </a:p>
          <a:p>
            <a:pPr marL="184150" marR="12065" indent="-171450">
              <a:lnSpc>
                <a:spcPct val="100000"/>
              </a:lnSpc>
              <a:spcBef>
                <a:spcPts val="105"/>
              </a:spcBef>
              <a:buFont typeface="Arial" panose="020B0604020202020204" pitchFamily="34" charset="0"/>
              <a:buChar char="•"/>
            </a:pPr>
            <a:r>
              <a:rPr lang="en-US" sz="1200" spc="-20" noProof="0" dirty="0">
                <a:latin typeface="+mn-lt"/>
                <a:cs typeface="Segoe UI"/>
              </a:rPr>
              <a:t>- c create new archive</a:t>
            </a:r>
          </a:p>
          <a:p>
            <a:pPr marL="184150" marR="12065" indent="-171450">
              <a:lnSpc>
                <a:spcPct val="100000"/>
              </a:lnSpc>
              <a:spcBef>
                <a:spcPts val="105"/>
              </a:spcBef>
              <a:buFont typeface="Arial" panose="020B0604020202020204" pitchFamily="34" charset="0"/>
              <a:buChar char="•"/>
            </a:pPr>
            <a:r>
              <a:rPr lang="en-US" sz="1200" spc="-20" noProof="0" dirty="0">
                <a:latin typeface="+mn-lt"/>
                <a:cs typeface="Segoe UI"/>
              </a:rPr>
              <a:t>- t list table of contents for archive</a:t>
            </a:r>
          </a:p>
          <a:p>
            <a:pPr marL="184150" marR="12065" indent="-171450">
              <a:lnSpc>
                <a:spcPct val="100000"/>
              </a:lnSpc>
              <a:spcBef>
                <a:spcPts val="105"/>
              </a:spcBef>
              <a:buFont typeface="Arial" panose="020B0604020202020204" pitchFamily="34" charset="0"/>
              <a:buChar char="•"/>
            </a:pPr>
            <a:r>
              <a:rPr lang="en-US" sz="1200" spc="-20" noProof="0" dirty="0">
                <a:latin typeface="+mn-lt"/>
                <a:cs typeface="Segoe UI"/>
              </a:rPr>
              <a:t>- x extract named (or all) files from archive</a:t>
            </a:r>
          </a:p>
          <a:p>
            <a:pPr marL="184150" marR="12065" indent="-171450">
              <a:lnSpc>
                <a:spcPct val="100000"/>
              </a:lnSpc>
              <a:spcBef>
                <a:spcPts val="105"/>
              </a:spcBef>
              <a:buFont typeface="Arial" panose="020B0604020202020204" pitchFamily="34" charset="0"/>
              <a:buChar char="•"/>
            </a:pPr>
            <a:r>
              <a:rPr lang="en-US" sz="1200" spc="-20" noProof="0" dirty="0">
                <a:latin typeface="+mn-lt"/>
                <a:cs typeface="Segoe UI"/>
              </a:rPr>
              <a:t>- u update existing archive</a:t>
            </a:r>
          </a:p>
          <a:p>
            <a:pPr marL="184150" marR="12065" indent="-171450">
              <a:lnSpc>
                <a:spcPct val="100000"/>
              </a:lnSpc>
              <a:spcBef>
                <a:spcPts val="105"/>
              </a:spcBef>
              <a:buFont typeface="Arial" panose="020B0604020202020204" pitchFamily="34" charset="0"/>
              <a:buChar char="•"/>
            </a:pPr>
            <a:r>
              <a:rPr lang="en-US" sz="1200" spc="-20" noProof="0" dirty="0">
                <a:latin typeface="+mn-lt"/>
                <a:cs typeface="Segoe UI"/>
              </a:rPr>
              <a:t>- v generate verbose output on standard output</a:t>
            </a:r>
          </a:p>
          <a:p>
            <a:pPr marL="184150" marR="12065" indent="-171450">
              <a:lnSpc>
                <a:spcPct val="100000"/>
              </a:lnSpc>
              <a:spcBef>
                <a:spcPts val="105"/>
              </a:spcBef>
              <a:buFont typeface="Arial" panose="020B0604020202020204" pitchFamily="34" charset="0"/>
              <a:buChar char="•"/>
            </a:pPr>
            <a:r>
              <a:rPr lang="en-US" sz="1200" spc="-20" noProof="0" dirty="0">
                <a:latin typeface="+mn-lt"/>
                <a:cs typeface="Segoe UI"/>
              </a:rPr>
              <a:t>- f specify archive file name</a:t>
            </a:r>
          </a:p>
          <a:p>
            <a:pPr marL="184150" marR="12065" indent="-171450">
              <a:lnSpc>
                <a:spcPct val="100000"/>
              </a:lnSpc>
              <a:spcBef>
                <a:spcPts val="105"/>
              </a:spcBef>
              <a:buFont typeface="Arial" panose="020B0604020202020204" pitchFamily="34" charset="0"/>
              <a:buChar char="•"/>
            </a:pPr>
            <a:r>
              <a:rPr lang="en-US" sz="1200" spc="-20" noProof="0" dirty="0">
                <a:latin typeface="+mn-lt"/>
                <a:cs typeface="Segoe UI"/>
              </a:rPr>
              <a:t>- m include manifest information from specified manifest file</a:t>
            </a:r>
          </a:p>
          <a:p>
            <a:pPr marL="184150" marR="12065" indent="-171450">
              <a:lnSpc>
                <a:spcPct val="100000"/>
              </a:lnSpc>
              <a:spcBef>
                <a:spcPts val="105"/>
              </a:spcBef>
              <a:buFont typeface="Arial" panose="020B0604020202020204" pitchFamily="34" charset="0"/>
              <a:buChar char="•"/>
            </a:pPr>
            <a:r>
              <a:rPr lang="en-US" sz="1200" spc="-20" noProof="0" dirty="0">
                <a:latin typeface="+mn-lt"/>
                <a:cs typeface="Segoe UI"/>
              </a:rPr>
              <a:t>- 0 store only; use no ZIP compression</a:t>
            </a:r>
          </a:p>
          <a:p>
            <a:pPr marL="184150" marR="12065" indent="-171450">
              <a:lnSpc>
                <a:spcPct val="100000"/>
              </a:lnSpc>
              <a:spcBef>
                <a:spcPts val="105"/>
              </a:spcBef>
              <a:buFont typeface="Arial" panose="020B0604020202020204" pitchFamily="34" charset="0"/>
              <a:buChar char="•"/>
            </a:pPr>
            <a:r>
              <a:rPr lang="en-US" sz="1200" spc="-20" noProof="0" dirty="0">
                <a:latin typeface="+mn-lt"/>
                <a:cs typeface="Segoe UI"/>
              </a:rPr>
              <a:t>- M do not create a manifest file for the entries</a:t>
            </a:r>
          </a:p>
          <a:p>
            <a:pPr marL="184150" marR="12065" indent="-171450">
              <a:lnSpc>
                <a:spcPct val="100000"/>
              </a:lnSpc>
              <a:spcBef>
                <a:spcPts val="105"/>
              </a:spcBef>
              <a:buFont typeface="Arial" panose="020B0604020202020204" pitchFamily="34" charset="0"/>
              <a:buChar char="•"/>
            </a:pPr>
            <a:r>
              <a:rPr lang="en-US" sz="1200" spc="-20" noProof="0" dirty="0">
                <a:latin typeface="+mn-lt"/>
                <a:cs typeface="Segoe UI"/>
              </a:rPr>
              <a:t>- </a:t>
            </a:r>
            <a:r>
              <a:rPr lang="en-US" sz="1200" spc="-20" noProof="0" dirty="0" err="1">
                <a:latin typeface="+mn-lt"/>
                <a:cs typeface="Segoe UI"/>
              </a:rPr>
              <a:t>i</a:t>
            </a:r>
            <a:r>
              <a:rPr lang="en-US" sz="1200" spc="-20" noProof="0" dirty="0">
                <a:latin typeface="+mn-lt"/>
                <a:cs typeface="Segoe UI"/>
              </a:rPr>
              <a:t> generate index information for the specified jar files</a:t>
            </a:r>
          </a:p>
          <a:p>
            <a:pPr marL="184150" marR="12065" indent="-171450">
              <a:lnSpc>
                <a:spcPct val="100000"/>
              </a:lnSpc>
              <a:spcBef>
                <a:spcPts val="105"/>
              </a:spcBef>
              <a:buFont typeface="Arial" panose="020B0604020202020204" pitchFamily="34" charset="0"/>
              <a:buChar char="•"/>
            </a:pPr>
            <a:r>
              <a:rPr lang="en-US" sz="1200" spc="-20" noProof="0" dirty="0">
                <a:latin typeface="+mn-lt"/>
                <a:cs typeface="Segoe UI"/>
              </a:rPr>
              <a:t>- C change to the specified directory and include the following file </a:t>
            </a:r>
          </a:p>
        </p:txBody>
      </p:sp>
      <p:sp>
        <p:nvSpPr>
          <p:cNvPr id="4" name="Slide Number Placeholder 3"/>
          <p:cNvSpPr>
            <a:spLocks noGrp="1"/>
          </p:cNvSpPr>
          <p:nvPr>
            <p:ph type="sldNum" sz="quarter" idx="5"/>
          </p:nvPr>
        </p:nvSpPr>
        <p:spPr/>
        <p:txBody>
          <a:bodyPr/>
          <a:lstStyle/>
          <a:p>
            <a:fld id="{548901C6-1DA1-FB44-ABEE-06A0FEB7738E}" type="slidenum">
              <a:rPr lang="en-GB" smtClean="0"/>
              <a:pPr/>
              <a:t>11</a:t>
            </a:fld>
            <a:endParaRPr lang="en-GB"/>
          </a:p>
        </p:txBody>
      </p:sp>
      <p:sp>
        <p:nvSpPr>
          <p:cNvPr id="7" name="Slide Image Placeholder 6">
            <a:extLst>
              <a:ext uri="{FF2B5EF4-FFF2-40B4-BE49-F238E27FC236}">
                <a16:creationId xmlns:a16="http://schemas.microsoft.com/office/drawing/2014/main" id="{75FBD5F9-3F07-4319-B1E3-52795B990713}"/>
              </a:ext>
            </a:extLst>
          </p:cNvPr>
          <p:cNvSpPr>
            <a:spLocks noGrp="1" noRot="1" noChangeAspect="1"/>
          </p:cNvSpPr>
          <p:nvPr>
            <p:ph type="sldImg"/>
          </p:nvPr>
        </p:nvSpPr>
        <p:spPr/>
      </p:sp>
    </p:spTree>
    <p:extLst>
      <p:ext uri="{BB962C8B-B14F-4D97-AF65-F5344CB8AC3E}">
        <p14:creationId xmlns:p14="http://schemas.microsoft.com/office/powerpoint/2010/main" val="138403657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548901C6-1DA1-FB44-ABEE-06A0FEB7738E}" type="slidenum">
              <a:rPr lang="en-GB" smtClean="0"/>
              <a:pPr/>
              <a:t>12</a:t>
            </a:fld>
            <a:endParaRPr lang="en-GB"/>
          </a:p>
        </p:txBody>
      </p:sp>
    </p:spTree>
    <p:extLst>
      <p:ext uri="{BB962C8B-B14F-4D97-AF65-F5344CB8AC3E}">
        <p14:creationId xmlns:p14="http://schemas.microsoft.com/office/powerpoint/2010/main" val="300524315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marL="12700" marR="5080">
              <a:lnSpc>
                <a:spcPct val="100000"/>
              </a:lnSpc>
              <a:spcBef>
                <a:spcPts val="105"/>
              </a:spcBef>
            </a:pPr>
            <a:r>
              <a:rPr lang="en-GB" sz="1200" spc="-20" noProof="0" dirty="0" err="1">
                <a:latin typeface="+mn-lt"/>
                <a:cs typeface="Segoe UI"/>
              </a:rPr>
              <a:t>cpio</a:t>
            </a:r>
            <a:r>
              <a:rPr lang="en-GB" sz="1200" spc="-20" noProof="0" dirty="0">
                <a:latin typeface="+mn-lt"/>
                <a:cs typeface="Segoe UI"/>
              </a:rPr>
              <a:t> was originally developed </a:t>
            </a:r>
            <a:r>
              <a:rPr lang="en-GB" sz="1200" spc="-10" noProof="0" dirty="0">
                <a:latin typeface="+mn-lt"/>
                <a:cs typeface="Segoe UI"/>
              </a:rPr>
              <a:t>on </a:t>
            </a:r>
            <a:r>
              <a:rPr lang="en-GB" sz="1200" spc="-15" noProof="0" dirty="0">
                <a:latin typeface="+mn-lt"/>
                <a:cs typeface="Segoe UI"/>
              </a:rPr>
              <a:t>AT&amp;T </a:t>
            </a:r>
            <a:r>
              <a:rPr lang="en-GB" sz="1200" spc="-20" noProof="0" dirty="0">
                <a:latin typeface="+mn-lt"/>
                <a:cs typeface="Segoe UI"/>
              </a:rPr>
              <a:t>versions </a:t>
            </a:r>
            <a:r>
              <a:rPr lang="en-GB" sz="1200" spc="-10" noProof="0" dirty="0">
                <a:latin typeface="+mn-lt"/>
                <a:cs typeface="Segoe UI"/>
              </a:rPr>
              <a:t>of </a:t>
            </a:r>
            <a:r>
              <a:rPr lang="en-GB" sz="1200" spc="-15" noProof="0" dirty="0">
                <a:latin typeface="+mn-lt"/>
                <a:cs typeface="Segoe UI"/>
              </a:rPr>
              <a:t>Unix </a:t>
            </a:r>
            <a:r>
              <a:rPr lang="en-GB" sz="1200" spc="-20" noProof="0" dirty="0">
                <a:latin typeface="+mn-lt"/>
                <a:cs typeface="Segoe UI"/>
              </a:rPr>
              <a:t>(System III </a:t>
            </a:r>
            <a:r>
              <a:rPr lang="en-GB" sz="1200" spc="-15" noProof="0" dirty="0">
                <a:latin typeface="+mn-lt"/>
                <a:cs typeface="Segoe UI"/>
              </a:rPr>
              <a:t>and </a:t>
            </a:r>
            <a:r>
              <a:rPr lang="en-GB" sz="1200" spc="-20" noProof="0" dirty="0">
                <a:latin typeface="+mn-lt"/>
                <a:cs typeface="Segoe UI"/>
              </a:rPr>
              <a:t>System </a:t>
            </a:r>
            <a:r>
              <a:rPr lang="en-GB" sz="1200" spc="-15" noProof="0" dirty="0">
                <a:latin typeface="+mn-lt"/>
                <a:cs typeface="Segoe UI"/>
              </a:rPr>
              <a:t>V) and is </a:t>
            </a:r>
            <a:r>
              <a:rPr lang="en-GB" sz="1200" spc="-20" noProof="0" dirty="0">
                <a:latin typeface="+mn-lt"/>
                <a:cs typeface="Segoe UI"/>
              </a:rPr>
              <a:t>also distributed </a:t>
            </a:r>
            <a:r>
              <a:rPr lang="en-GB" sz="1200" spc="-15" noProof="0" dirty="0">
                <a:latin typeface="+mn-lt"/>
                <a:cs typeface="Segoe UI"/>
              </a:rPr>
              <a:t> </a:t>
            </a:r>
            <a:r>
              <a:rPr lang="en-GB" sz="1200" spc="-25" noProof="0" dirty="0">
                <a:latin typeface="+mn-lt"/>
                <a:cs typeface="Segoe UI"/>
              </a:rPr>
              <a:t>with </a:t>
            </a:r>
            <a:r>
              <a:rPr lang="en-GB" sz="1200" spc="-20" noProof="0" dirty="0">
                <a:latin typeface="+mn-lt"/>
                <a:cs typeface="Segoe UI"/>
              </a:rPr>
              <a:t>Linux.</a:t>
            </a:r>
          </a:p>
          <a:p>
            <a:pPr marL="12700" marR="5080">
              <a:lnSpc>
                <a:spcPct val="100000"/>
              </a:lnSpc>
              <a:spcBef>
                <a:spcPts val="105"/>
              </a:spcBef>
            </a:pPr>
            <a:r>
              <a:rPr lang="en-GB" sz="1200" spc="-20" noProof="0" dirty="0">
                <a:latin typeface="+mn-lt"/>
                <a:cs typeface="Segoe UI"/>
              </a:rPr>
              <a:t>Its basic operation </a:t>
            </a:r>
            <a:r>
              <a:rPr lang="en-GB" sz="1200" spc="-15" noProof="0" dirty="0">
                <a:latin typeface="+mn-lt"/>
                <a:cs typeface="Segoe UI"/>
              </a:rPr>
              <a:t>is </a:t>
            </a:r>
            <a:r>
              <a:rPr lang="en-GB" sz="1200" spc="-25" noProof="0" dirty="0">
                <a:latin typeface="+mn-lt"/>
                <a:cs typeface="Segoe UI"/>
              </a:rPr>
              <a:t>similar </a:t>
            </a:r>
            <a:r>
              <a:rPr lang="en-GB" sz="1200" spc="-15" noProof="0" dirty="0">
                <a:latin typeface="+mn-lt"/>
                <a:cs typeface="Segoe UI"/>
              </a:rPr>
              <a:t>to </a:t>
            </a:r>
            <a:r>
              <a:rPr lang="en-GB" sz="1200" spc="-20" noProof="0" dirty="0">
                <a:latin typeface="+mn-lt"/>
                <a:cs typeface="Segoe UI"/>
              </a:rPr>
              <a:t>that </a:t>
            </a:r>
            <a:r>
              <a:rPr lang="en-GB" sz="1200" spc="-10" noProof="0" dirty="0">
                <a:latin typeface="+mn-lt"/>
                <a:cs typeface="Segoe UI"/>
              </a:rPr>
              <a:t>of </a:t>
            </a:r>
            <a:r>
              <a:rPr lang="en-GB" sz="1200" spc="-20" noProof="0" dirty="0">
                <a:latin typeface="+mn-lt"/>
                <a:cs typeface="Segoe UI"/>
              </a:rPr>
              <a:t>tar, </a:t>
            </a:r>
            <a:r>
              <a:rPr lang="en-GB" sz="1200" spc="-10" noProof="0" dirty="0">
                <a:latin typeface="+mn-lt"/>
                <a:cs typeface="Segoe UI"/>
              </a:rPr>
              <a:t>but </a:t>
            </a:r>
            <a:r>
              <a:rPr lang="en-GB" sz="1200" spc="-20" noProof="0" dirty="0">
                <a:latin typeface="+mn-lt"/>
                <a:cs typeface="Segoe UI"/>
              </a:rPr>
              <a:t>there </a:t>
            </a:r>
            <a:r>
              <a:rPr lang="en-GB" sz="1200" spc="-15" noProof="0" dirty="0">
                <a:latin typeface="+mn-lt"/>
                <a:cs typeface="Segoe UI"/>
              </a:rPr>
              <a:t>are some </a:t>
            </a:r>
            <a:r>
              <a:rPr lang="en-GB" sz="1200" spc="-20" noProof="0" dirty="0">
                <a:latin typeface="+mn-lt"/>
                <a:cs typeface="Segoe UI"/>
              </a:rPr>
              <a:t>important differences.</a:t>
            </a:r>
          </a:p>
          <a:p>
            <a:pPr marL="12700" marR="5080">
              <a:lnSpc>
                <a:spcPct val="100000"/>
              </a:lnSpc>
              <a:spcBef>
                <a:spcPts val="105"/>
              </a:spcBef>
            </a:pPr>
            <a:r>
              <a:rPr lang="en-GB" sz="1200" spc="-20" noProof="0" dirty="0">
                <a:latin typeface="+mn-lt"/>
                <a:cs typeface="Segoe UI"/>
              </a:rPr>
              <a:t>Biggest </a:t>
            </a:r>
            <a:r>
              <a:rPr lang="en-GB" sz="1200" spc="-15" noProof="0" dirty="0">
                <a:latin typeface="+mn-lt"/>
                <a:cs typeface="Segoe UI"/>
              </a:rPr>
              <a:t> </a:t>
            </a:r>
            <a:r>
              <a:rPr lang="en-GB" sz="1200" spc="-25" noProof="0" dirty="0">
                <a:latin typeface="+mn-lt"/>
                <a:cs typeface="Segoe UI"/>
              </a:rPr>
              <a:t>advantage</a:t>
            </a:r>
            <a:r>
              <a:rPr lang="en-GB" sz="1200" spc="-55" noProof="0" dirty="0">
                <a:latin typeface="+mn-lt"/>
                <a:cs typeface="Segoe UI"/>
              </a:rPr>
              <a:t> </a:t>
            </a:r>
            <a:r>
              <a:rPr lang="en-GB" sz="1200" spc="-10" noProof="0" dirty="0">
                <a:latin typeface="+mn-lt"/>
                <a:cs typeface="Segoe UI"/>
              </a:rPr>
              <a:t>of</a:t>
            </a:r>
            <a:r>
              <a:rPr lang="en-GB" sz="1200" spc="-30" noProof="0" dirty="0">
                <a:latin typeface="+mn-lt"/>
                <a:cs typeface="Segoe UI"/>
              </a:rPr>
              <a:t> </a:t>
            </a:r>
            <a:r>
              <a:rPr lang="en-GB" sz="1200" spc="-20" noProof="0" dirty="0" err="1">
                <a:latin typeface="+mn-lt"/>
                <a:cs typeface="Segoe UI"/>
              </a:rPr>
              <a:t>cpio</a:t>
            </a:r>
            <a:r>
              <a:rPr lang="en-GB" sz="1200" spc="-45" noProof="0" dirty="0">
                <a:latin typeface="+mn-lt"/>
                <a:cs typeface="Segoe UI"/>
              </a:rPr>
              <a:t> </a:t>
            </a:r>
            <a:r>
              <a:rPr lang="en-GB" sz="1200" spc="-15" noProof="0" dirty="0">
                <a:latin typeface="+mn-lt"/>
                <a:cs typeface="Segoe UI"/>
              </a:rPr>
              <a:t>over</a:t>
            </a:r>
            <a:r>
              <a:rPr lang="en-GB" sz="1200" spc="-45" noProof="0" dirty="0">
                <a:latin typeface="+mn-lt"/>
                <a:cs typeface="Segoe UI"/>
              </a:rPr>
              <a:t> </a:t>
            </a:r>
            <a:r>
              <a:rPr lang="en-GB" sz="1200" spc="-20" noProof="0" dirty="0">
                <a:latin typeface="+mn-lt"/>
                <a:cs typeface="Segoe UI"/>
              </a:rPr>
              <a:t>tar</a:t>
            </a:r>
            <a:r>
              <a:rPr lang="en-GB" sz="1200" spc="-15" noProof="0" dirty="0">
                <a:latin typeface="+mn-lt"/>
                <a:cs typeface="Segoe UI"/>
              </a:rPr>
              <a:t> is</a:t>
            </a:r>
            <a:r>
              <a:rPr lang="en-GB" sz="1200" spc="-25" noProof="0" dirty="0">
                <a:latin typeface="+mn-lt"/>
                <a:cs typeface="Segoe UI"/>
              </a:rPr>
              <a:t> </a:t>
            </a:r>
            <a:r>
              <a:rPr lang="en-GB" sz="1200" spc="-15" noProof="0" dirty="0">
                <a:latin typeface="+mn-lt"/>
                <a:cs typeface="Segoe UI"/>
              </a:rPr>
              <a:t>the</a:t>
            </a:r>
            <a:r>
              <a:rPr lang="en-GB" sz="1200" spc="-55" noProof="0" dirty="0">
                <a:latin typeface="+mn-lt"/>
                <a:cs typeface="Segoe UI"/>
              </a:rPr>
              <a:t> </a:t>
            </a:r>
            <a:r>
              <a:rPr lang="en-GB" sz="1200" spc="-25" noProof="0" dirty="0">
                <a:latin typeface="+mn-lt"/>
                <a:cs typeface="Segoe UI"/>
              </a:rPr>
              <a:t>fact</a:t>
            </a:r>
            <a:r>
              <a:rPr lang="en-GB" sz="1200" spc="-10" noProof="0" dirty="0">
                <a:latin typeface="+mn-lt"/>
                <a:cs typeface="Segoe UI"/>
              </a:rPr>
              <a:t> </a:t>
            </a:r>
            <a:r>
              <a:rPr lang="en-GB" sz="1200" spc="-20" noProof="0" dirty="0">
                <a:latin typeface="+mn-lt"/>
                <a:cs typeface="Segoe UI"/>
              </a:rPr>
              <a:t>that</a:t>
            </a:r>
            <a:r>
              <a:rPr lang="en-GB" sz="1200" spc="-10" noProof="0" dirty="0">
                <a:latin typeface="+mn-lt"/>
                <a:cs typeface="Segoe UI"/>
              </a:rPr>
              <a:t> </a:t>
            </a:r>
            <a:r>
              <a:rPr lang="en-GB" sz="1200" spc="-20" noProof="0" dirty="0" err="1">
                <a:latin typeface="+mn-lt"/>
                <a:cs typeface="Segoe UI"/>
              </a:rPr>
              <a:t>cpio</a:t>
            </a:r>
            <a:r>
              <a:rPr lang="en-GB" sz="1200" spc="-45" noProof="0" dirty="0">
                <a:latin typeface="+mn-lt"/>
                <a:cs typeface="Segoe UI"/>
              </a:rPr>
              <a:t> </a:t>
            </a:r>
            <a:r>
              <a:rPr lang="en-GB" sz="1200" spc="-20" noProof="0" dirty="0">
                <a:latin typeface="+mn-lt"/>
                <a:cs typeface="Segoe UI"/>
              </a:rPr>
              <a:t>skips</a:t>
            </a:r>
            <a:r>
              <a:rPr lang="en-GB" sz="1200" spc="-50" noProof="0" dirty="0">
                <a:latin typeface="+mn-lt"/>
                <a:cs typeface="Segoe UI"/>
              </a:rPr>
              <a:t> </a:t>
            </a:r>
            <a:r>
              <a:rPr lang="en-GB" sz="1200" spc="-15" noProof="0" dirty="0">
                <a:latin typeface="+mn-lt"/>
                <a:cs typeface="Segoe UI"/>
              </a:rPr>
              <a:t>over</a:t>
            </a:r>
            <a:r>
              <a:rPr lang="en-GB" sz="1200" spc="-40" noProof="0" dirty="0">
                <a:latin typeface="+mn-lt"/>
                <a:cs typeface="Segoe UI"/>
              </a:rPr>
              <a:t> </a:t>
            </a:r>
            <a:r>
              <a:rPr lang="en-GB" sz="1200" spc="-15" noProof="0" dirty="0">
                <a:latin typeface="+mn-lt"/>
                <a:cs typeface="Segoe UI"/>
              </a:rPr>
              <a:t>bad</a:t>
            </a:r>
            <a:r>
              <a:rPr lang="en-GB" sz="1200" spc="-25" noProof="0" dirty="0">
                <a:latin typeface="+mn-lt"/>
                <a:cs typeface="Segoe UI"/>
              </a:rPr>
              <a:t> </a:t>
            </a:r>
            <a:r>
              <a:rPr lang="en-GB" sz="1200" spc="-20" noProof="0" dirty="0">
                <a:latin typeface="+mn-lt"/>
                <a:cs typeface="Segoe UI"/>
              </a:rPr>
              <a:t>blocks</a:t>
            </a:r>
            <a:r>
              <a:rPr lang="en-GB" sz="1200" spc="-50" noProof="0" dirty="0">
                <a:latin typeface="+mn-lt"/>
                <a:cs typeface="Segoe UI"/>
              </a:rPr>
              <a:t> </a:t>
            </a:r>
            <a:r>
              <a:rPr lang="en-GB" sz="1200" spc="-10" noProof="0" dirty="0">
                <a:latin typeface="+mn-lt"/>
                <a:cs typeface="Segoe UI"/>
              </a:rPr>
              <a:t>on</a:t>
            </a:r>
            <a:r>
              <a:rPr lang="en-GB" sz="1200" spc="-50" noProof="0" dirty="0">
                <a:latin typeface="+mn-lt"/>
                <a:cs typeface="Segoe UI"/>
              </a:rPr>
              <a:t> </a:t>
            </a:r>
            <a:r>
              <a:rPr lang="en-GB" sz="1200" spc="-15" noProof="0" dirty="0">
                <a:latin typeface="+mn-lt"/>
                <a:cs typeface="Segoe UI"/>
              </a:rPr>
              <a:t>the</a:t>
            </a:r>
            <a:r>
              <a:rPr lang="en-GB" sz="1200" spc="-55" noProof="0" dirty="0">
                <a:latin typeface="+mn-lt"/>
                <a:cs typeface="Segoe UI"/>
              </a:rPr>
              <a:t> </a:t>
            </a:r>
            <a:r>
              <a:rPr lang="en-GB" sz="1200" spc="-20" noProof="0" dirty="0">
                <a:latin typeface="+mn-lt"/>
                <a:cs typeface="Segoe UI"/>
              </a:rPr>
              <a:t>target</a:t>
            </a:r>
            <a:r>
              <a:rPr lang="en-GB" sz="1200" spc="-30" noProof="0" dirty="0">
                <a:latin typeface="+mn-lt"/>
                <a:cs typeface="Segoe UI"/>
              </a:rPr>
              <a:t> </a:t>
            </a:r>
            <a:r>
              <a:rPr lang="en-GB" sz="1200" spc="-25" noProof="0" dirty="0">
                <a:latin typeface="+mn-lt"/>
                <a:cs typeface="Segoe UI"/>
              </a:rPr>
              <a:t>device,</a:t>
            </a:r>
            <a:r>
              <a:rPr lang="en-GB" sz="1200" spc="-35" noProof="0" dirty="0">
                <a:latin typeface="+mn-lt"/>
                <a:cs typeface="Segoe UI"/>
              </a:rPr>
              <a:t> </a:t>
            </a:r>
            <a:r>
              <a:rPr lang="en-GB" sz="1200" spc="-15" noProof="0" dirty="0">
                <a:latin typeface="+mn-lt"/>
                <a:cs typeface="Segoe UI"/>
              </a:rPr>
              <a:t>where</a:t>
            </a:r>
            <a:r>
              <a:rPr lang="en-GB" sz="1200" spc="-30" noProof="0" dirty="0">
                <a:latin typeface="+mn-lt"/>
                <a:cs typeface="Segoe UI"/>
              </a:rPr>
              <a:t> </a:t>
            </a:r>
            <a:r>
              <a:rPr lang="en-GB" sz="1200" spc="-20" noProof="0" dirty="0">
                <a:latin typeface="+mn-lt"/>
                <a:cs typeface="Segoe UI"/>
              </a:rPr>
              <a:t>tar</a:t>
            </a:r>
            <a:r>
              <a:rPr lang="en-GB" sz="1200" spc="-15" noProof="0" dirty="0">
                <a:latin typeface="+mn-lt"/>
                <a:cs typeface="Segoe UI"/>
              </a:rPr>
              <a:t> </a:t>
            </a:r>
            <a:r>
              <a:rPr lang="en-GB" sz="1200" spc="-20" noProof="0" dirty="0">
                <a:latin typeface="+mn-lt"/>
                <a:cs typeface="Segoe UI"/>
              </a:rPr>
              <a:t>would </a:t>
            </a:r>
            <a:r>
              <a:rPr lang="en-GB" sz="1200" spc="-260" noProof="0" dirty="0">
                <a:latin typeface="+mn-lt"/>
                <a:cs typeface="Segoe UI"/>
              </a:rPr>
              <a:t> </a:t>
            </a:r>
            <a:r>
              <a:rPr lang="en-GB" sz="1200" spc="-15" noProof="0" dirty="0">
                <a:latin typeface="+mn-lt"/>
                <a:cs typeface="Segoe UI"/>
              </a:rPr>
              <a:t>bomb</a:t>
            </a:r>
            <a:r>
              <a:rPr lang="en-GB" sz="1200" spc="-85" noProof="0" dirty="0">
                <a:latin typeface="+mn-lt"/>
                <a:cs typeface="Segoe UI"/>
              </a:rPr>
              <a:t> </a:t>
            </a:r>
            <a:r>
              <a:rPr lang="en-GB" sz="1200" spc="-10" noProof="0" dirty="0">
                <a:latin typeface="+mn-lt"/>
                <a:cs typeface="Segoe UI"/>
              </a:rPr>
              <a:t>out</a:t>
            </a:r>
            <a:r>
              <a:rPr lang="en-GB" sz="1200" spc="-65" noProof="0" dirty="0">
                <a:latin typeface="+mn-lt"/>
                <a:cs typeface="Segoe UI"/>
              </a:rPr>
              <a:t> </a:t>
            </a:r>
            <a:r>
              <a:rPr lang="en-GB" sz="1200" spc="-20" noProof="0" dirty="0">
                <a:latin typeface="+mn-lt"/>
                <a:cs typeface="Segoe UI"/>
              </a:rPr>
              <a:t>with</a:t>
            </a:r>
            <a:r>
              <a:rPr lang="en-GB" sz="1200" spc="-30" noProof="0" dirty="0">
                <a:latin typeface="+mn-lt"/>
                <a:cs typeface="Segoe UI"/>
              </a:rPr>
              <a:t> </a:t>
            </a:r>
            <a:r>
              <a:rPr lang="en-GB" sz="1200" spc="-20" noProof="0" dirty="0">
                <a:latin typeface="+mn-lt"/>
                <a:cs typeface="Segoe UI"/>
              </a:rPr>
              <a:t>nasty</a:t>
            </a:r>
            <a:r>
              <a:rPr lang="en-GB" sz="1200" spc="-45" noProof="0" dirty="0">
                <a:latin typeface="+mn-lt"/>
                <a:cs typeface="Segoe UI"/>
              </a:rPr>
              <a:t> </a:t>
            </a:r>
            <a:r>
              <a:rPr lang="en-GB" sz="1200" spc="-15" noProof="0" dirty="0">
                <a:latin typeface="+mn-lt"/>
                <a:cs typeface="Segoe UI"/>
              </a:rPr>
              <a:t>error</a:t>
            </a:r>
            <a:r>
              <a:rPr lang="en-GB" sz="1200" spc="-50" noProof="0" dirty="0">
                <a:latin typeface="+mn-lt"/>
                <a:cs typeface="Segoe UI"/>
              </a:rPr>
              <a:t> </a:t>
            </a:r>
            <a:r>
              <a:rPr lang="en-GB" sz="1200" spc="-20" noProof="0" dirty="0">
                <a:latin typeface="+mn-lt"/>
                <a:cs typeface="Segoe UI"/>
              </a:rPr>
              <a:t>message.</a:t>
            </a:r>
            <a:endParaRPr lang="en-GB" sz="1200" noProof="0" dirty="0">
              <a:latin typeface="+mn-lt"/>
              <a:cs typeface="Segoe UI"/>
            </a:endParaRPr>
          </a:p>
        </p:txBody>
      </p:sp>
      <p:sp>
        <p:nvSpPr>
          <p:cNvPr id="4" name="Slide Number Placeholder 3"/>
          <p:cNvSpPr>
            <a:spLocks noGrp="1"/>
          </p:cNvSpPr>
          <p:nvPr>
            <p:ph type="sldNum" sz="quarter" idx="5"/>
          </p:nvPr>
        </p:nvSpPr>
        <p:spPr/>
        <p:txBody>
          <a:bodyPr/>
          <a:lstStyle/>
          <a:p>
            <a:fld id="{548901C6-1DA1-FB44-ABEE-06A0FEB7738E}" type="slidenum">
              <a:rPr lang="en-GB" smtClean="0"/>
              <a:pPr/>
              <a:t>13</a:t>
            </a:fld>
            <a:endParaRPr lang="en-GB"/>
          </a:p>
        </p:txBody>
      </p:sp>
      <p:sp>
        <p:nvSpPr>
          <p:cNvPr id="7" name="Slide Image Placeholder 6">
            <a:extLst>
              <a:ext uri="{FF2B5EF4-FFF2-40B4-BE49-F238E27FC236}">
                <a16:creationId xmlns:a16="http://schemas.microsoft.com/office/drawing/2014/main" id="{75FBD5F9-3F07-4319-B1E3-52795B990713}"/>
              </a:ext>
            </a:extLst>
          </p:cNvPr>
          <p:cNvSpPr>
            <a:spLocks noGrp="1" noRot="1" noChangeAspect="1"/>
          </p:cNvSpPr>
          <p:nvPr>
            <p:ph type="sldImg"/>
          </p:nvPr>
        </p:nvSpPr>
        <p:spPr/>
      </p:sp>
    </p:spTree>
    <p:extLst>
      <p:ext uri="{BB962C8B-B14F-4D97-AF65-F5344CB8AC3E}">
        <p14:creationId xmlns:p14="http://schemas.microsoft.com/office/powerpoint/2010/main" val="350001987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marL="12700" marR="12065">
              <a:lnSpc>
                <a:spcPct val="100000"/>
              </a:lnSpc>
              <a:spcBef>
                <a:spcPts val="105"/>
              </a:spcBef>
            </a:pPr>
            <a:r>
              <a:rPr lang="en-GB" sz="1200" spc="-20" noProof="0" dirty="0">
                <a:latin typeface="Segoe UI"/>
                <a:cs typeface="Segoe UI"/>
              </a:rPr>
              <a:t>tar</a:t>
            </a:r>
            <a:r>
              <a:rPr lang="en-GB" sz="1200" spc="-45" noProof="0" dirty="0">
                <a:latin typeface="Segoe UI"/>
                <a:cs typeface="Segoe UI"/>
              </a:rPr>
              <a:t> </a:t>
            </a:r>
            <a:r>
              <a:rPr lang="en-GB" sz="1200" spc="-20" noProof="0" dirty="0">
                <a:latin typeface="Segoe UI"/>
                <a:cs typeface="Segoe UI"/>
              </a:rPr>
              <a:t>creates</a:t>
            </a:r>
            <a:r>
              <a:rPr lang="en-GB" sz="1200" spc="-5" noProof="0" dirty="0">
                <a:latin typeface="Segoe UI"/>
                <a:cs typeface="Segoe UI"/>
              </a:rPr>
              <a:t> </a:t>
            </a:r>
            <a:r>
              <a:rPr lang="en-GB" sz="1200" spc="-15" noProof="0" dirty="0">
                <a:latin typeface="Segoe UI"/>
                <a:cs typeface="Segoe UI"/>
              </a:rPr>
              <a:t>an</a:t>
            </a:r>
            <a:r>
              <a:rPr lang="en-GB" sz="1200" spc="-45" noProof="0" dirty="0">
                <a:latin typeface="Segoe UI"/>
                <a:cs typeface="Segoe UI"/>
              </a:rPr>
              <a:t> </a:t>
            </a:r>
            <a:r>
              <a:rPr lang="en-GB" sz="1200" spc="-20" noProof="0" dirty="0">
                <a:latin typeface="Segoe UI"/>
                <a:cs typeface="Segoe UI"/>
              </a:rPr>
              <a:t>archive</a:t>
            </a:r>
            <a:r>
              <a:rPr lang="en-GB" sz="1200" spc="-30" noProof="0" dirty="0">
                <a:latin typeface="Segoe UI"/>
                <a:cs typeface="Segoe UI"/>
              </a:rPr>
              <a:t> </a:t>
            </a:r>
            <a:r>
              <a:rPr lang="en-GB" sz="1200" spc="-20" noProof="0" dirty="0">
                <a:latin typeface="Segoe UI"/>
                <a:cs typeface="Segoe UI"/>
              </a:rPr>
              <a:t>file</a:t>
            </a:r>
            <a:r>
              <a:rPr lang="en-GB" sz="1200" spc="-30" noProof="0" dirty="0">
                <a:latin typeface="Segoe UI"/>
                <a:cs typeface="Segoe UI"/>
              </a:rPr>
              <a:t> </a:t>
            </a:r>
            <a:r>
              <a:rPr lang="en-GB" sz="1200" spc="-25" noProof="0" dirty="0">
                <a:latin typeface="Segoe UI"/>
                <a:cs typeface="Segoe UI"/>
              </a:rPr>
              <a:t>containing</a:t>
            </a:r>
            <a:r>
              <a:rPr lang="en-GB" sz="1200" spc="-45" noProof="0" dirty="0">
                <a:latin typeface="Segoe UI"/>
                <a:cs typeface="Segoe UI"/>
              </a:rPr>
              <a:t> </a:t>
            </a:r>
            <a:r>
              <a:rPr lang="en-GB" sz="1200" spc="-15" noProof="0" dirty="0">
                <a:latin typeface="Segoe UI"/>
                <a:cs typeface="Segoe UI"/>
              </a:rPr>
              <a:t>the</a:t>
            </a:r>
            <a:r>
              <a:rPr lang="en-GB" sz="1200" spc="-30" noProof="0" dirty="0">
                <a:latin typeface="Segoe UI"/>
                <a:cs typeface="Segoe UI"/>
              </a:rPr>
              <a:t> </a:t>
            </a:r>
            <a:r>
              <a:rPr lang="en-GB" sz="1200" spc="-25" noProof="0" dirty="0">
                <a:latin typeface="Segoe UI"/>
                <a:cs typeface="Segoe UI"/>
              </a:rPr>
              <a:t>specified files</a:t>
            </a:r>
            <a:r>
              <a:rPr lang="en-GB" sz="1200" spc="-45" noProof="0" dirty="0">
                <a:latin typeface="Segoe UI"/>
                <a:cs typeface="Segoe UI"/>
              </a:rPr>
              <a:t> </a:t>
            </a:r>
            <a:r>
              <a:rPr lang="en-GB" sz="1200" spc="-15" noProof="0" dirty="0">
                <a:latin typeface="Segoe UI"/>
                <a:cs typeface="Segoe UI"/>
              </a:rPr>
              <a:t>and</a:t>
            </a:r>
            <a:r>
              <a:rPr lang="en-GB" sz="1200" spc="-25" noProof="0" dirty="0">
                <a:latin typeface="Segoe UI"/>
                <a:cs typeface="Segoe UI"/>
              </a:rPr>
              <a:t> </a:t>
            </a:r>
            <a:r>
              <a:rPr lang="en-GB" sz="1200" spc="-20" noProof="0" dirty="0">
                <a:latin typeface="Segoe UI"/>
                <a:cs typeface="Segoe UI"/>
              </a:rPr>
              <a:t>directories.</a:t>
            </a:r>
            <a:endParaRPr lang="en-GB" sz="1200" noProof="0" dirty="0">
              <a:latin typeface="Segoe UI"/>
              <a:cs typeface="Segoe UI"/>
            </a:endParaRPr>
          </a:p>
        </p:txBody>
      </p:sp>
      <p:sp>
        <p:nvSpPr>
          <p:cNvPr id="4" name="Slide Number Placeholder 3"/>
          <p:cNvSpPr>
            <a:spLocks noGrp="1"/>
          </p:cNvSpPr>
          <p:nvPr>
            <p:ph type="sldNum" sz="quarter" idx="5"/>
          </p:nvPr>
        </p:nvSpPr>
        <p:spPr/>
        <p:txBody>
          <a:bodyPr/>
          <a:lstStyle/>
          <a:p>
            <a:fld id="{548901C6-1DA1-FB44-ABEE-06A0FEB7738E}" type="slidenum">
              <a:rPr lang="en-GB" smtClean="0"/>
              <a:pPr/>
              <a:t>14</a:t>
            </a:fld>
            <a:endParaRPr lang="en-GB"/>
          </a:p>
        </p:txBody>
      </p:sp>
      <p:sp>
        <p:nvSpPr>
          <p:cNvPr id="7" name="Slide Image Placeholder 6">
            <a:extLst>
              <a:ext uri="{FF2B5EF4-FFF2-40B4-BE49-F238E27FC236}">
                <a16:creationId xmlns:a16="http://schemas.microsoft.com/office/drawing/2014/main" id="{75FBD5F9-3F07-4319-B1E3-52795B990713}"/>
              </a:ext>
            </a:extLst>
          </p:cNvPr>
          <p:cNvSpPr>
            <a:spLocks noGrp="1" noRot="1" noChangeAspect="1"/>
          </p:cNvSpPr>
          <p:nvPr>
            <p:ph type="sldImg"/>
          </p:nvPr>
        </p:nvSpPr>
        <p:spPr/>
      </p:sp>
    </p:spTree>
    <p:extLst>
      <p:ext uri="{BB962C8B-B14F-4D97-AF65-F5344CB8AC3E}">
        <p14:creationId xmlns:p14="http://schemas.microsoft.com/office/powerpoint/2010/main" val="50223504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548901C6-1DA1-FB44-ABEE-06A0FEB7738E}" type="slidenum">
              <a:rPr lang="en-GB" smtClean="0"/>
              <a:pPr/>
              <a:t>15</a:t>
            </a:fld>
            <a:endParaRPr lang="en-GB"/>
          </a:p>
        </p:txBody>
      </p:sp>
    </p:spTree>
    <p:extLst>
      <p:ext uri="{BB962C8B-B14F-4D97-AF65-F5344CB8AC3E}">
        <p14:creationId xmlns:p14="http://schemas.microsoft.com/office/powerpoint/2010/main" val="271117750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marL="12700" marR="201295">
              <a:lnSpc>
                <a:spcPct val="100000"/>
              </a:lnSpc>
              <a:spcBef>
                <a:spcPts val="105"/>
              </a:spcBef>
            </a:pPr>
            <a:r>
              <a:rPr lang="en-GB" sz="1200" spc="-20" noProof="0" dirty="0">
                <a:latin typeface="+mn-lt"/>
                <a:cs typeface="Segoe UI"/>
              </a:rPr>
              <a:t>The intention</a:t>
            </a:r>
            <a:r>
              <a:rPr lang="en-GB" sz="1200" spc="-75" noProof="0" dirty="0">
                <a:latin typeface="+mn-lt"/>
                <a:cs typeface="Segoe UI"/>
              </a:rPr>
              <a:t> of pax </a:t>
            </a:r>
            <a:r>
              <a:rPr lang="en-GB" sz="1200" spc="-20" noProof="0" dirty="0">
                <a:latin typeface="+mn-lt"/>
                <a:cs typeface="Segoe UI"/>
              </a:rPr>
              <a:t>was</a:t>
            </a:r>
            <a:r>
              <a:rPr lang="en-GB" sz="1200" spc="-5" noProof="0" dirty="0">
                <a:latin typeface="+mn-lt"/>
                <a:cs typeface="Segoe UI"/>
              </a:rPr>
              <a:t> </a:t>
            </a:r>
            <a:r>
              <a:rPr lang="en-GB" sz="1200" spc="-15" noProof="0" dirty="0">
                <a:latin typeface="+mn-lt"/>
                <a:cs typeface="Segoe UI"/>
              </a:rPr>
              <a:t>to </a:t>
            </a:r>
            <a:r>
              <a:rPr lang="en-GB" sz="1200" spc="-260" noProof="0" dirty="0">
                <a:latin typeface="+mn-lt"/>
                <a:cs typeface="Segoe UI"/>
              </a:rPr>
              <a:t> </a:t>
            </a:r>
            <a:r>
              <a:rPr lang="en-GB" sz="1200" spc="-20" noProof="0" dirty="0">
                <a:latin typeface="+mn-lt"/>
                <a:cs typeface="Segoe UI"/>
              </a:rPr>
              <a:t>introduce</a:t>
            </a:r>
            <a:r>
              <a:rPr lang="en-GB" sz="1200" spc="-85" noProof="0" dirty="0">
                <a:latin typeface="+mn-lt"/>
                <a:cs typeface="Segoe UI"/>
              </a:rPr>
              <a:t> </a:t>
            </a:r>
            <a:r>
              <a:rPr lang="en-GB" sz="1200" spc="-20" noProof="0" dirty="0">
                <a:latin typeface="+mn-lt"/>
                <a:cs typeface="Segoe UI"/>
              </a:rPr>
              <a:t>the</a:t>
            </a:r>
            <a:r>
              <a:rPr lang="en-GB" sz="1200" spc="-55" noProof="0" dirty="0">
                <a:latin typeface="+mn-lt"/>
                <a:cs typeface="Segoe UI"/>
              </a:rPr>
              <a:t> </a:t>
            </a:r>
            <a:r>
              <a:rPr lang="en-GB" sz="1200" spc="-15" noProof="0" dirty="0">
                <a:latin typeface="+mn-lt"/>
                <a:cs typeface="Segoe UI"/>
              </a:rPr>
              <a:t>best</a:t>
            </a:r>
            <a:r>
              <a:rPr lang="en-GB" sz="1200" spc="-40" noProof="0" dirty="0">
                <a:latin typeface="+mn-lt"/>
                <a:cs typeface="Segoe UI"/>
              </a:rPr>
              <a:t> </a:t>
            </a:r>
            <a:r>
              <a:rPr lang="en-GB" sz="1200" spc="-10" noProof="0" dirty="0">
                <a:latin typeface="+mn-lt"/>
                <a:cs typeface="Segoe UI"/>
              </a:rPr>
              <a:t>of</a:t>
            </a:r>
            <a:r>
              <a:rPr lang="en-GB" sz="1200" spc="-60" noProof="0" dirty="0">
                <a:latin typeface="+mn-lt"/>
                <a:cs typeface="Segoe UI"/>
              </a:rPr>
              <a:t> </a:t>
            </a:r>
            <a:r>
              <a:rPr lang="en-GB" sz="1200" spc="-15" noProof="0" dirty="0">
                <a:latin typeface="+mn-lt"/>
                <a:cs typeface="Segoe UI"/>
              </a:rPr>
              <a:t>both</a:t>
            </a:r>
            <a:r>
              <a:rPr lang="en-GB" sz="1200" spc="-55" noProof="0" dirty="0">
                <a:latin typeface="+mn-lt"/>
                <a:cs typeface="Segoe UI"/>
              </a:rPr>
              <a:t> </a:t>
            </a:r>
            <a:r>
              <a:rPr lang="en-GB" sz="1200" spc="-20" noProof="0" dirty="0">
                <a:latin typeface="+mn-lt"/>
                <a:cs typeface="Segoe UI"/>
              </a:rPr>
              <a:t>worlds</a:t>
            </a:r>
            <a:r>
              <a:rPr lang="en-GB" sz="1200" spc="-60" noProof="0" dirty="0">
                <a:latin typeface="+mn-lt"/>
                <a:cs typeface="Segoe UI"/>
              </a:rPr>
              <a:t> </a:t>
            </a:r>
            <a:r>
              <a:rPr lang="en-GB" sz="1200" spc="-15" noProof="0" dirty="0">
                <a:latin typeface="+mn-lt"/>
                <a:cs typeface="Segoe UI"/>
              </a:rPr>
              <a:t>and</a:t>
            </a:r>
            <a:r>
              <a:rPr lang="en-GB" sz="1200" spc="-50" noProof="0" dirty="0">
                <a:latin typeface="+mn-lt"/>
                <a:cs typeface="Segoe UI"/>
              </a:rPr>
              <a:t> </a:t>
            </a:r>
            <a:r>
              <a:rPr lang="en-GB" sz="1200" spc="-15" noProof="0" dirty="0">
                <a:latin typeface="+mn-lt"/>
                <a:cs typeface="Segoe UI"/>
              </a:rPr>
              <a:t>provide</a:t>
            </a:r>
            <a:r>
              <a:rPr lang="en-GB" sz="1200" spc="-55" noProof="0" dirty="0">
                <a:latin typeface="+mn-lt"/>
                <a:cs typeface="Segoe UI"/>
              </a:rPr>
              <a:t> </a:t>
            </a:r>
            <a:r>
              <a:rPr lang="en-GB" sz="1200" spc="5" noProof="0" dirty="0">
                <a:latin typeface="+mn-lt"/>
                <a:cs typeface="Segoe UI"/>
              </a:rPr>
              <a:t>a</a:t>
            </a:r>
            <a:r>
              <a:rPr lang="en-GB" sz="1200" spc="-40" noProof="0" dirty="0">
                <a:latin typeface="+mn-lt"/>
                <a:cs typeface="Segoe UI"/>
              </a:rPr>
              <a:t> </a:t>
            </a:r>
            <a:r>
              <a:rPr lang="en-GB" sz="1200" spc="-20" noProof="0" dirty="0">
                <a:latin typeface="+mn-lt"/>
                <a:cs typeface="Segoe UI"/>
              </a:rPr>
              <a:t>unified</a:t>
            </a:r>
            <a:r>
              <a:rPr lang="en-GB" sz="1200" spc="-55" noProof="0" dirty="0">
                <a:latin typeface="+mn-lt"/>
                <a:cs typeface="Segoe UI"/>
              </a:rPr>
              <a:t> </a:t>
            </a:r>
            <a:r>
              <a:rPr lang="en-GB" sz="1200" spc="-15" noProof="0" dirty="0">
                <a:latin typeface="+mn-lt"/>
                <a:cs typeface="Segoe UI"/>
              </a:rPr>
              <a:t>front</a:t>
            </a:r>
            <a:r>
              <a:rPr lang="en-GB" sz="1200" spc="-60" noProof="0" dirty="0">
                <a:latin typeface="+mn-lt"/>
                <a:cs typeface="Segoe UI"/>
              </a:rPr>
              <a:t> </a:t>
            </a:r>
            <a:r>
              <a:rPr lang="en-GB" sz="1200" spc="-15" noProof="0" dirty="0">
                <a:latin typeface="+mn-lt"/>
                <a:cs typeface="Segoe UI"/>
              </a:rPr>
              <a:t>end</a:t>
            </a:r>
            <a:r>
              <a:rPr lang="en-GB" sz="1200" spc="-75" noProof="0" dirty="0">
                <a:latin typeface="+mn-lt"/>
                <a:cs typeface="Segoe UI"/>
              </a:rPr>
              <a:t> </a:t>
            </a:r>
            <a:r>
              <a:rPr lang="en-GB" sz="1200" spc="-20" noProof="0" dirty="0">
                <a:latin typeface="+mn-lt"/>
                <a:cs typeface="Segoe UI"/>
              </a:rPr>
              <a:t>capable</a:t>
            </a:r>
            <a:r>
              <a:rPr lang="en-GB" sz="1200" spc="-10" noProof="0" dirty="0">
                <a:latin typeface="+mn-lt"/>
                <a:cs typeface="Segoe UI"/>
              </a:rPr>
              <a:t> of</a:t>
            </a:r>
            <a:r>
              <a:rPr lang="en-GB" sz="1200" spc="-65" noProof="0" dirty="0">
                <a:latin typeface="+mn-lt"/>
                <a:cs typeface="Segoe UI"/>
              </a:rPr>
              <a:t> </a:t>
            </a:r>
            <a:r>
              <a:rPr lang="en-GB" sz="1200" spc="-20" noProof="0" dirty="0">
                <a:latin typeface="+mn-lt"/>
                <a:cs typeface="Segoe UI"/>
              </a:rPr>
              <a:t>what</a:t>
            </a:r>
            <a:r>
              <a:rPr lang="en-GB" sz="1200" spc="-15" noProof="0" dirty="0">
                <a:latin typeface="+mn-lt"/>
                <a:cs typeface="Segoe UI"/>
              </a:rPr>
              <a:t> </a:t>
            </a:r>
            <a:r>
              <a:rPr lang="en-GB" sz="1200" spc="-20" noProof="0" dirty="0" err="1">
                <a:latin typeface="+mn-lt"/>
                <a:cs typeface="Segoe UI"/>
              </a:rPr>
              <a:t>cpio</a:t>
            </a:r>
            <a:r>
              <a:rPr lang="en-GB" sz="1200" spc="-20" noProof="0" dirty="0">
                <a:latin typeface="+mn-lt"/>
                <a:cs typeface="Segoe UI"/>
              </a:rPr>
              <a:t> and tar could do</a:t>
            </a:r>
            <a:r>
              <a:rPr lang="en-GB" sz="1200" spc="-10" noProof="0" dirty="0">
                <a:latin typeface="+mn-lt"/>
                <a:cs typeface="Segoe UI"/>
              </a:rPr>
              <a:t>.</a:t>
            </a:r>
          </a:p>
          <a:p>
            <a:pPr marL="12700" marR="5080">
              <a:lnSpc>
                <a:spcPct val="100000"/>
              </a:lnSpc>
              <a:spcBef>
                <a:spcPts val="605"/>
              </a:spcBef>
            </a:pPr>
            <a:r>
              <a:rPr lang="en-GB" sz="1200" spc="-15" noProof="0" dirty="0">
                <a:latin typeface="+mn-lt"/>
                <a:cs typeface="Segoe UI"/>
              </a:rPr>
              <a:t>The</a:t>
            </a:r>
            <a:r>
              <a:rPr lang="en-GB" sz="1200" spc="-85" noProof="0" dirty="0">
                <a:latin typeface="+mn-lt"/>
                <a:cs typeface="Segoe UI"/>
              </a:rPr>
              <a:t> </a:t>
            </a:r>
            <a:r>
              <a:rPr lang="en-GB" sz="1200" spc="-15" noProof="0" dirty="0">
                <a:latin typeface="+mn-lt"/>
                <a:cs typeface="Segoe UI"/>
              </a:rPr>
              <a:t>pax tool</a:t>
            </a:r>
            <a:r>
              <a:rPr lang="en-GB" sz="1200" spc="-65" noProof="0" dirty="0">
                <a:latin typeface="+mn-lt"/>
                <a:cs typeface="Segoe UI"/>
              </a:rPr>
              <a:t> </a:t>
            </a:r>
            <a:r>
              <a:rPr lang="en-GB" sz="1200" spc="-20" noProof="0" dirty="0">
                <a:latin typeface="+mn-lt"/>
                <a:cs typeface="Segoe UI"/>
              </a:rPr>
              <a:t>can</a:t>
            </a:r>
            <a:r>
              <a:rPr lang="en-GB" sz="1200" spc="-25" noProof="0" dirty="0">
                <a:latin typeface="+mn-lt"/>
                <a:cs typeface="Segoe UI"/>
              </a:rPr>
              <a:t> </a:t>
            </a:r>
            <a:r>
              <a:rPr lang="en-GB" sz="1200" spc="-20" noProof="0" dirty="0">
                <a:latin typeface="+mn-lt"/>
                <a:cs typeface="Segoe UI"/>
              </a:rPr>
              <a:t>also</a:t>
            </a:r>
            <a:r>
              <a:rPr lang="en-GB" sz="1200" spc="-25" noProof="0" dirty="0">
                <a:latin typeface="+mn-lt"/>
                <a:cs typeface="Segoe UI"/>
              </a:rPr>
              <a:t> </a:t>
            </a:r>
            <a:r>
              <a:rPr lang="en-GB" sz="1200" spc="-15" noProof="0" dirty="0">
                <a:latin typeface="+mn-lt"/>
                <a:cs typeface="Segoe UI"/>
              </a:rPr>
              <a:t>restore</a:t>
            </a:r>
            <a:r>
              <a:rPr lang="en-GB" sz="1200" spc="-55" noProof="0" dirty="0">
                <a:latin typeface="+mn-lt"/>
                <a:cs typeface="Segoe UI"/>
              </a:rPr>
              <a:t> </a:t>
            </a:r>
            <a:r>
              <a:rPr lang="en-GB" sz="1200" spc="-20" noProof="0" dirty="0">
                <a:latin typeface="+mn-lt"/>
                <a:cs typeface="Segoe UI"/>
              </a:rPr>
              <a:t>either</a:t>
            </a:r>
            <a:r>
              <a:rPr lang="en-GB" sz="1200" spc="-50" noProof="0" dirty="0">
                <a:latin typeface="+mn-lt"/>
                <a:cs typeface="Segoe UI"/>
              </a:rPr>
              <a:t> </a:t>
            </a:r>
            <a:r>
              <a:rPr lang="en-GB" sz="1200" spc="-20" noProof="0" dirty="0">
                <a:latin typeface="+mn-lt"/>
                <a:cs typeface="Segoe UI"/>
              </a:rPr>
              <a:t>tar </a:t>
            </a:r>
            <a:r>
              <a:rPr lang="en-GB" sz="1200" spc="-10" noProof="0" dirty="0">
                <a:latin typeface="+mn-lt"/>
                <a:cs typeface="Segoe UI"/>
              </a:rPr>
              <a:t>or</a:t>
            </a:r>
            <a:r>
              <a:rPr lang="en-GB" sz="1200" spc="-50" noProof="0" dirty="0">
                <a:latin typeface="+mn-lt"/>
                <a:cs typeface="Segoe UI"/>
              </a:rPr>
              <a:t> </a:t>
            </a:r>
            <a:r>
              <a:rPr lang="en-GB" sz="1200" spc="-20" noProof="0" dirty="0" err="1">
                <a:latin typeface="+mn-lt"/>
                <a:cs typeface="Segoe UI"/>
              </a:rPr>
              <a:t>cpio</a:t>
            </a:r>
            <a:r>
              <a:rPr lang="en-GB" sz="1200" spc="-20" noProof="0" dirty="0">
                <a:latin typeface="+mn-lt"/>
                <a:cs typeface="Segoe UI"/>
              </a:rPr>
              <a:t> archives.</a:t>
            </a:r>
            <a:r>
              <a:rPr lang="en-GB" sz="1200" spc="-65" noProof="0" dirty="0">
                <a:latin typeface="+mn-lt"/>
                <a:cs typeface="Segoe UI"/>
              </a:rPr>
              <a:t> </a:t>
            </a:r>
            <a:r>
              <a:rPr lang="en-GB" sz="1200" spc="-15" noProof="0" dirty="0">
                <a:latin typeface="+mn-lt"/>
                <a:cs typeface="Segoe UI"/>
              </a:rPr>
              <a:t>It</a:t>
            </a:r>
            <a:r>
              <a:rPr lang="en-GB" sz="1200" spc="-35" noProof="0" dirty="0">
                <a:latin typeface="+mn-lt"/>
                <a:cs typeface="Segoe UI"/>
              </a:rPr>
              <a:t> </a:t>
            </a:r>
            <a:r>
              <a:rPr lang="en-GB" sz="1200" spc="-15" noProof="0" dirty="0">
                <a:latin typeface="+mn-lt"/>
                <a:cs typeface="Segoe UI"/>
              </a:rPr>
              <a:t>is</a:t>
            </a:r>
            <a:r>
              <a:rPr lang="en-GB" sz="1200" spc="-25" noProof="0" dirty="0">
                <a:latin typeface="+mn-lt"/>
                <a:cs typeface="Segoe UI"/>
              </a:rPr>
              <a:t> </a:t>
            </a:r>
            <a:r>
              <a:rPr lang="en-GB" sz="1200" spc="-20" noProof="0" dirty="0">
                <a:latin typeface="+mn-lt"/>
                <a:cs typeface="Segoe UI"/>
              </a:rPr>
              <a:t>able</a:t>
            </a:r>
            <a:r>
              <a:rPr lang="en-GB" sz="1200" spc="-35" noProof="0" dirty="0">
                <a:latin typeface="+mn-lt"/>
                <a:cs typeface="Segoe UI"/>
              </a:rPr>
              <a:t> </a:t>
            </a:r>
            <a:r>
              <a:rPr lang="en-GB" sz="1200" spc="-15" noProof="0" dirty="0">
                <a:latin typeface="+mn-lt"/>
                <a:cs typeface="Segoe UI"/>
              </a:rPr>
              <a:t>to</a:t>
            </a:r>
            <a:r>
              <a:rPr lang="en-GB" sz="1200" spc="-45" noProof="0" dirty="0">
                <a:latin typeface="+mn-lt"/>
                <a:cs typeface="Segoe UI"/>
              </a:rPr>
              <a:t> </a:t>
            </a:r>
            <a:r>
              <a:rPr lang="en-GB" sz="1200" spc="-25" noProof="0" dirty="0">
                <a:latin typeface="+mn-lt"/>
                <a:cs typeface="Segoe UI"/>
              </a:rPr>
              <a:t>automatically</a:t>
            </a:r>
            <a:r>
              <a:rPr lang="en-GB" sz="1200" spc="5" noProof="0" dirty="0">
                <a:latin typeface="+mn-lt"/>
                <a:cs typeface="Segoe UI"/>
              </a:rPr>
              <a:t> </a:t>
            </a:r>
            <a:r>
              <a:rPr lang="en-GB" sz="1200" spc="-20" noProof="0" dirty="0">
                <a:latin typeface="+mn-lt"/>
                <a:cs typeface="Segoe UI"/>
              </a:rPr>
              <a:t>detect</a:t>
            </a:r>
            <a:r>
              <a:rPr lang="en-GB" sz="1200" spc="-15" noProof="0" dirty="0">
                <a:latin typeface="+mn-lt"/>
                <a:cs typeface="Segoe UI"/>
              </a:rPr>
              <a:t> the</a:t>
            </a:r>
            <a:r>
              <a:rPr lang="en-GB" sz="1200" spc="-60" noProof="0" dirty="0">
                <a:latin typeface="+mn-lt"/>
                <a:cs typeface="Segoe UI"/>
              </a:rPr>
              <a:t> </a:t>
            </a:r>
            <a:r>
              <a:rPr lang="en-GB" sz="1200" spc="-20" noProof="0" dirty="0">
                <a:latin typeface="+mn-lt"/>
                <a:cs typeface="Segoe UI"/>
              </a:rPr>
              <a:t>correct</a:t>
            </a:r>
            <a:r>
              <a:rPr lang="en-GB" sz="1200" spc="-35" noProof="0" dirty="0">
                <a:latin typeface="+mn-lt"/>
                <a:cs typeface="Segoe UI"/>
              </a:rPr>
              <a:t> </a:t>
            </a:r>
            <a:r>
              <a:rPr lang="en-GB" sz="1200" spc="-20" noProof="0" dirty="0">
                <a:latin typeface="+mn-lt"/>
                <a:cs typeface="Segoe UI"/>
              </a:rPr>
              <a:t>format </a:t>
            </a:r>
            <a:r>
              <a:rPr lang="en-GB" sz="1200" spc="-260" noProof="0" dirty="0">
                <a:latin typeface="+mn-lt"/>
                <a:cs typeface="Segoe UI"/>
              </a:rPr>
              <a:t> </a:t>
            </a:r>
            <a:r>
              <a:rPr lang="en-GB" sz="1200" spc="-15" noProof="0" dirty="0">
                <a:latin typeface="+mn-lt"/>
                <a:cs typeface="Segoe UI"/>
              </a:rPr>
              <a:t>for</a:t>
            </a:r>
            <a:r>
              <a:rPr lang="en-GB" sz="1200" spc="-80" noProof="0" dirty="0">
                <a:latin typeface="+mn-lt"/>
                <a:cs typeface="Segoe UI"/>
              </a:rPr>
              <a:t> </a:t>
            </a:r>
            <a:r>
              <a:rPr lang="en-GB" sz="1200" spc="-15" noProof="0" dirty="0">
                <a:latin typeface="+mn-lt"/>
                <a:cs typeface="Segoe UI"/>
              </a:rPr>
              <a:t>you.</a:t>
            </a:r>
          </a:p>
          <a:p>
            <a:pPr marL="12700" marR="114300">
              <a:lnSpc>
                <a:spcPct val="100000"/>
              </a:lnSpc>
              <a:spcBef>
                <a:spcPts val="600"/>
              </a:spcBef>
            </a:pPr>
            <a:r>
              <a:rPr lang="en-GB" sz="1200" spc="-20" noProof="0" dirty="0">
                <a:latin typeface="+mn-lt"/>
                <a:cs typeface="Segoe UI"/>
              </a:rPr>
              <a:t>However,</a:t>
            </a:r>
            <a:r>
              <a:rPr lang="en-GB" sz="1200" spc="-90" noProof="0" dirty="0">
                <a:latin typeface="+mn-lt"/>
                <a:cs typeface="Segoe UI"/>
              </a:rPr>
              <a:t> </a:t>
            </a:r>
            <a:r>
              <a:rPr lang="en-GB" sz="1200" spc="-15" noProof="0" dirty="0">
                <a:latin typeface="+mn-lt"/>
                <a:cs typeface="Segoe UI"/>
              </a:rPr>
              <a:t>you</a:t>
            </a:r>
            <a:r>
              <a:rPr lang="en-GB" sz="1200" spc="-25" noProof="0" dirty="0">
                <a:latin typeface="+mn-lt"/>
                <a:cs typeface="Segoe UI"/>
              </a:rPr>
              <a:t> </a:t>
            </a:r>
            <a:r>
              <a:rPr lang="en-GB" sz="1200" spc="-15" noProof="0" dirty="0">
                <a:latin typeface="+mn-lt"/>
                <a:cs typeface="Segoe UI"/>
              </a:rPr>
              <a:t>should</a:t>
            </a:r>
            <a:r>
              <a:rPr lang="en-GB" sz="1200" spc="-75" noProof="0" dirty="0">
                <a:latin typeface="+mn-lt"/>
                <a:cs typeface="Segoe UI"/>
              </a:rPr>
              <a:t> </a:t>
            </a:r>
            <a:r>
              <a:rPr lang="en-GB" sz="1200" spc="-10" noProof="0" dirty="0">
                <a:latin typeface="+mn-lt"/>
                <a:cs typeface="Segoe UI"/>
              </a:rPr>
              <a:t>use</a:t>
            </a:r>
            <a:r>
              <a:rPr lang="en-GB" sz="1200" spc="-55" noProof="0" dirty="0">
                <a:latin typeface="+mn-lt"/>
                <a:cs typeface="Segoe UI"/>
              </a:rPr>
              <a:t> </a:t>
            </a:r>
            <a:r>
              <a:rPr lang="en-GB" sz="1200" spc="-15" noProof="0" dirty="0">
                <a:latin typeface="+mn-lt"/>
                <a:cs typeface="Segoe UI"/>
              </a:rPr>
              <a:t>the</a:t>
            </a:r>
            <a:r>
              <a:rPr lang="en-GB" sz="1200" spc="-55" noProof="0" dirty="0">
                <a:latin typeface="+mn-lt"/>
                <a:cs typeface="Segoe UI"/>
              </a:rPr>
              <a:t> </a:t>
            </a:r>
            <a:r>
              <a:rPr lang="en-GB" sz="1200" spc="-20" noProof="0" dirty="0">
                <a:latin typeface="+mn-lt"/>
                <a:cs typeface="Segoe UI"/>
              </a:rPr>
              <a:t>file</a:t>
            </a:r>
            <a:r>
              <a:rPr lang="en-GB" sz="1200" spc="-30" noProof="0" dirty="0">
                <a:latin typeface="+mn-lt"/>
                <a:cs typeface="Segoe UI"/>
              </a:rPr>
              <a:t> </a:t>
            </a:r>
            <a:r>
              <a:rPr lang="en-GB" sz="1200" spc="-25" noProof="0" dirty="0">
                <a:latin typeface="+mn-lt"/>
                <a:cs typeface="Segoe UI"/>
              </a:rPr>
              <a:t>utility</a:t>
            </a:r>
            <a:r>
              <a:rPr lang="en-GB" sz="1200" spc="-15" noProof="0" dirty="0">
                <a:latin typeface="+mn-lt"/>
                <a:cs typeface="Segoe UI"/>
              </a:rPr>
              <a:t> before</a:t>
            </a:r>
            <a:r>
              <a:rPr lang="en-GB" sz="1200" spc="-55" noProof="0" dirty="0">
                <a:latin typeface="+mn-lt"/>
                <a:cs typeface="Segoe UI"/>
              </a:rPr>
              <a:t> </a:t>
            </a:r>
            <a:r>
              <a:rPr lang="en-GB" sz="1200" spc="-25" noProof="0" dirty="0">
                <a:latin typeface="+mn-lt"/>
                <a:cs typeface="Segoe UI"/>
              </a:rPr>
              <a:t>attempting </a:t>
            </a:r>
            <a:r>
              <a:rPr lang="en-GB" sz="1200" spc="-15" noProof="0" dirty="0">
                <a:latin typeface="+mn-lt"/>
                <a:cs typeface="Segoe UI"/>
              </a:rPr>
              <a:t>the</a:t>
            </a:r>
            <a:r>
              <a:rPr lang="en-GB" sz="1200" spc="-55" noProof="0" dirty="0">
                <a:latin typeface="+mn-lt"/>
                <a:cs typeface="Segoe UI"/>
              </a:rPr>
              <a:t> </a:t>
            </a:r>
            <a:r>
              <a:rPr lang="en-GB" sz="1200" spc="-15" noProof="0" dirty="0">
                <a:latin typeface="+mn-lt"/>
                <a:cs typeface="Segoe UI"/>
              </a:rPr>
              <a:t>restore</a:t>
            </a:r>
            <a:r>
              <a:rPr lang="en-GB" sz="1200" spc="-55" noProof="0" dirty="0">
                <a:latin typeface="+mn-lt"/>
                <a:cs typeface="Segoe UI"/>
              </a:rPr>
              <a:t> </a:t>
            </a:r>
            <a:r>
              <a:rPr lang="en-GB" sz="1200" noProof="0" dirty="0">
                <a:latin typeface="+mn-lt"/>
                <a:cs typeface="Segoe UI"/>
              </a:rPr>
              <a:t>a</a:t>
            </a:r>
            <a:r>
              <a:rPr lang="en-GB" sz="1200" spc="-40" noProof="0" dirty="0">
                <a:latin typeface="+mn-lt"/>
                <a:cs typeface="Segoe UI"/>
              </a:rPr>
              <a:t> </a:t>
            </a:r>
            <a:r>
              <a:rPr lang="en-GB" sz="1200" spc="-20" noProof="0" dirty="0">
                <a:latin typeface="+mn-lt"/>
                <a:cs typeface="Segoe UI"/>
              </a:rPr>
              <a:t>backup,</a:t>
            </a:r>
            <a:r>
              <a:rPr lang="en-GB" sz="1200" spc="-40" noProof="0" dirty="0">
                <a:latin typeface="+mn-lt"/>
                <a:cs typeface="Segoe UI"/>
              </a:rPr>
              <a:t> </a:t>
            </a:r>
            <a:r>
              <a:rPr lang="en-GB" sz="1200" spc="-15" noProof="0" dirty="0">
                <a:latin typeface="+mn-lt"/>
                <a:cs typeface="Segoe UI"/>
              </a:rPr>
              <a:t>to</a:t>
            </a:r>
            <a:r>
              <a:rPr lang="en-GB" sz="1200" spc="-45" noProof="0" dirty="0">
                <a:latin typeface="+mn-lt"/>
                <a:cs typeface="Segoe UI"/>
              </a:rPr>
              <a:t> </a:t>
            </a:r>
            <a:r>
              <a:rPr lang="en-GB" sz="1200" spc="-20" noProof="0" dirty="0">
                <a:latin typeface="+mn-lt"/>
                <a:cs typeface="Segoe UI"/>
              </a:rPr>
              <a:t>determine</a:t>
            </a:r>
            <a:r>
              <a:rPr lang="en-GB" sz="1200" spc="-55" noProof="0" dirty="0">
                <a:latin typeface="+mn-lt"/>
                <a:cs typeface="Segoe UI"/>
              </a:rPr>
              <a:t> </a:t>
            </a:r>
            <a:r>
              <a:rPr lang="en-GB" sz="1200" spc="-20" noProof="0" dirty="0">
                <a:latin typeface="+mn-lt"/>
                <a:cs typeface="Segoe UI"/>
              </a:rPr>
              <a:t>whether </a:t>
            </a:r>
            <a:r>
              <a:rPr lang="en-GB" sz="1200" spc="-10" noProof="0" dirty="0">
                <a:latin typeface="+mn-lt"/>
                <a:cs typeface="Segoe UI"/>
              </a:rPr>
              <a:t>or </a:t>
            </a:r>
            <a:r>
              <a:rPr lang="en-GB" sz="1200" spc="-254" noProof="0" dirty="0">
                <a:latin typeface="+mn-lt"/>
                <a:cs typeface="Segoe UI"/>
              </a:rPr>
              <a:t> </a:t>
            </a:r>
            <a:r>
              <a:rPr lang="en-GB" sz="1200" spc="-10" noProof="0" dirty="0">
                <a:latin typeface="+mn-lt"/>
                <a:cs typeface="Segoe UI"/>
              </a:rPr>
              <a:t>not</a:t>
            </a:r>
            <a:r>
              <a:rPr lang="en-GB" sz="1200" spc="-95" noProof="0" dirty="0">
                <a:latin typeface="+mn-lt"/>
                <a:cs typeface="Segoe UI"/>
              </a:rPr>
              <a:t> </a:t>
            </a:r>
            <a:r>
              <a:rPr lang="en-GB" sz="1200" spc="-15" noProof="0" dirty="0">
                <a:latin typeface="+mn-lt"/>
                <a:cs typeface="Segoe UI"/>
              </a:rPr>
              <a:t>it</a:t>
            </a:r>
            <a:r>
              <a:rPr lang="en-GB" sz="1200" spc="-40" noProof="0" dirty="0">
                <a:latin typeface="+mn-lt"/>
                <a:cs typeface="Segoe UI"/>
              </a:rPr>
              <a:t> </a:t>
            </a:r>
            <a:r>
              <a:rPr lang="en-GB" sz="1200" spc="-15" noProof="0" dirty="0">
                <a:latin typeface="+mn-lt"/>
                <a:cs typeface="Segoe UI"/>
              </a:rPr>
              <a:t>is</a:t>
            </a:r>
            <a:r>
              <a:rPr lang="en-GB" sz="1200" spc="-30" noProof="0" dirty="0">
                <a:latin typeface="+mn-lt"/>
                <a:cs typeface="Segoe UI"/>
              </a:rPr>
              <a:t> </a:t>
            </a:r>
            <a:r>
              <a:rPr lang="en-GB" sz="1200" spc="-20" noProof="0" dirty="0">
                <a:latin typeface="+mn-lt"/>
                <a:cs typeface="Segoe UI"/>
              </a:rPr>
              <a:t>compressed:</a:t>
            </a:r>
          </a:p>
          <a:p>
            <a:pPr marL="12700">
              <a:lnSpc>
                <a:spcPct val="100000"/>
              </a:lnSpc>
              <a:spcBef>
                <a:spcPts val="600"/>
              </a:spcBef>
            </a:pPr>
            <a:r>
              <a:rPr lang="en-GB" sz="1200" noProof="0" dirty="0">
                <a:latin typeface="+mn-lt"/>
                <a:cs typeface="Segoe UI"/>
              </a:rPr>
              <a:t>$</a:t>
            </a:r>
            <a:r>
              <a:rPr lang="en-GB" sz="1200" spc="-75" noProof="0" dirty="0">
                <a:latin typeface="+mn-lt"/>
                <a:cs typeface="Segoe UI"/>
              </a:rPr>
              <a:t> </a:t>
            </a:r>
            <a:r>
              <a:rPr lang="en-GB" sz="1200" spc="-30" noProof="0" dirty="0">
                <a:latin typeface="+mn-lt"/>
                <a:cs typeface="Segoe UI"/>
              </a:rPr>
              <a:t>fil</a:t>
            </a:r>
            <a:r>
              <a:rPr lang="en-GB" sz="1200" noProof="0" dirty="0">
                <a:latin typeface="+mn-lt"/>
                <a:cs typeface="Segoe UI"/>
              </a:rPr>
              <a:t>e</a:t>
            </a:r>
            <a:r>
              <a:rPr lang="en-GB" sz="1200" spc="-35" noProof="0" dirty="0">
                <a:latin typeface="+mn-lt"/>
                <a:cs typeface="Segoe UI"/>
              </a:rPr>
              <a:t> </a:t>
            </a:r>
            <a:r>
              <a:rPr lang="en-GB" sz="1200" spc="-20" noProof="0" dirty="0">
                <a:latin typeface="+mn-lt"/>
                <a:cs typeface="Segoe UI"/>
              </a:rPr>
              <a:t>b</a:t>
            </a:r>
            <a:r>
              <a:rPr lang="en-GB" sz="1200" spc="-35" noProof="0" dirty="0">
                <a:latin typeface="+mn-lt"/>
                <a:cs typeface="Segoe UI"/>
              </a:rPr>
              <a:t>ac</a:t>
            </a:r>
            <a:r>
              <a:rPr lang="en-GB" sz="1200" spc="-25" noProof="0" dirty="0">
                <a:latin typeface="+mn-lt"/>
                <a:cs typeface="Segoe UI"/>
              </a:rPr>
              <a:t>k</a:t>
            </a:r>
            <a:r>
              <a:rPr lang="en-GB" sz="1200" spc="-20" noProof="0" dirty="0">
                <a:latin typeface="+mn-lt"/>
                <a:cs typeface="Segoe UI"/>
              </a:rPr>
              <a:t>u</a:t>
            </a:r>
            <a:r>
              <a:rPr lang="en-GB" sz="1200" noProof="0" dirty="0">
                <a:latin typeface="+mn-lt"/>
                <a:cs typeface="Segoe UI"/>
              </a:rPr>
              <a:t>p</a:t>
            </a:r>
          </a:p>
          <a:p>
            <a:pPr marL="12700">
              <a:lnSpc>
                <a:spcPct val="100000"/>
              </a:lnSpc>
            </a:pPr>
            <a:r>
              <a:rPr lang="en-GB" sz="1200" spc="-20" noProof="0" dirty="0">
                <a:latin typeface="+mn-lt"/>
                <a:cs typeface="Segoe UI"/>
              </a:rPr>
              <a:t>backup:</a:t>
            </a:r>
            <a:r>
              <a:rPr lang="en-GB" sz="1200" spc="-65" noProof="0" dirty="0">
                <a:latin typeface="+mn-lt"/>
                <a:cs typeface="Segoe UI"/>
              </a:rPr>
              <a:t> </a:t>
            </a:r>
            <a:r>
              <a:rPr lang="en-GB" sz="1200" spc="-15" noProof="0" dirty="0" err="1">
                <a:latin typeface="+mn-lt"/>
                <a:cs typeface="Segoe UI"/>
              </a:rPr>
              <a:t>gzip</a:t>
            </a:r>
            <a:r>
              <a:rPr lang="en-GB" sz="1200" spc="-80" noProof="0" dirty="0">
                <a:latin typeface="+mn-lt"/>
                <a:cs typeface="Segoe UI"/>
              </a:rPr>
              <a:t> </a:t>
            </a:r>
            <a:r>
              <a:rPr lang="en-GB" sz="1200" spc="-20" noProof="0" dirty="0">
                <a:latin typeface="+mn-lt"/>
                <a:cs typeface="Segoe UI"/>
              </a:rPr>
              <a:t>compressed</a:t>
            </a:r>
            <a:r>
              <a:rPr lang="en-GB" sz="1200" spc="-55" noProof="0" dirty="0">
                <a:latin typeface="+mn-lt"/>
                <a:cs typeface="Segoe UI"/>
              </a:rPr>
              <a:t> </a:t>
            </a:r>
            <a:r>
              <a:rPr lang="en-GB" sz="1200" spc="-25" noProof="0" dirty="0">
                <a:latin typeface="+mn-lt"/>
                <a:cs typeface="Segoe UI"/>
              </a:rPr>
              <a:t>data,</a:t>
            </a:r>
            <a:r>
              <a:rPr lang="en-GB" sz="1200" spc="-10" noProof="0" dirty="0">
                <a:latin typeface="+mn-lt"/>
                <a:cs typeface="Segoe UI"/>
              </a:rPr>
              <a:t> </a:t>
            </a:r>
            <a:r>
              <a:rPr lang="en-GB" sz="1200" spc="-25" noProof="0" dirty="0">
                <a:latin typeface="+mn-lt"/>
                <a:cs typeface="Segoe UI"/>
              </a:rPr>
              <a:t>deflated,</a:t>
            </a:r>
            <a:r>
              <a:rPr lang="en-GB" sz="1200" spc="-40" noProof="0" dirty="0">
                <a:latin typeface="+mn-lt"/>
                <a:cs typeface="Segoe UI"/>
              </a:rPr>
              <a:t> </a:t>
            </a:r>
            <a:r>
              <a:rPr lang="en-GB" sz="1200" spc="-10" noProof="0" dirty="0">
                <a:latin typeface="+mn-lt"/>
                <a:cs typeface="Segoe UI"/>
              </a:rPr>
              <a:t>[…]</a:t>
            </a:r>
          </a:p>
          <a:p>
            <a:pPr marL="12700">
              <a:lnSpc>
                <a:spcPct val="100000"/>
              </a:lnSpc>
              <a:spcBef>
                <a:spcPts val="600"/>
              </a:spcBef>
            </a:pPr>
            <a:r>
              <a:rPr lang="en-GB" sz="1200" spc="-15" noProof="0" dirty="0">
                <a:latin typeface="+mn-lt"/>
                <a:cs typeface="Segoe UI"/>
              </a:rPr>
              <a:t>In</a:t>
            </a:r>
            <a:r>
              <a:rPr lang="en-GB" sz="1200" spc="-80" noProof="0" dirty="0">
                <a:latin typeface="+mn-lt"/>
                <a:cs typeface="Segoe UI"/>
              </a:rPr>
              <a:t> </a:t>
            </a:r>
            <a:r>
              <a:rPr lang="en-GB" sz="1200" spc="-20" noProof="0" dirty="0">
                <a:latin typeface="+mn-lt"/>
                <a:cs typeface="Segoe UI"/>
              </a:rPr>
              <a:t>this</a:t>
            </a:r>
            <a:r>
              <a:rPr lang="en-GB" sz="1200" spc="-25" noProof="0" dirty="0">
                <a:latin typeface="+mn-lt"/>
                <a:cs typeface="Segoe UI"/>
              </a:rPr>
              <a:t> </a:t>
            </a:r>
            <a:r>
              <a:rPr lang="en-GB" sz="1200" spc="-20" noProof="0" dirty="0">
                <a:latin typeface="+mn-lt"/>
                <a:cs typeface="Segoe UI"/>
              </a:rPr>
              <a:t>case</a:t>
            </a:r>
            <a:r>
              <a:rPr lang="en-GB" sz="1200" spc="-30" noProof="0" dirty="0">
                <a:latin typeface="+mn-lt"/>
                <a:cs typeface="Segoe UI"/>
              </a:rPr>
              <a:t> </a:t>
            </a:r>
            <a:r>
              <a:rPr lang="en-GB" sz="1200" spc="-15" noProof="0" dirty="0">
                <a:latin typeface="+mn-lt"/>
                <a:cs typeface="Segoe UI"/>
              </a:rPr>
              <a:t>it</a:t>
            </a:r>
            <a:r>
              <a:rPr lang="en-GB" sz="1200" spc="-35" noProof="0" dirty="0">
                <a:latin typeface="+mn-lt"/>
                <a:cs typeface="Segoe UI"/>
              </a:rPr>
              <a:t> </a:t>
            </a:r>
            <a:r>
              <a:rPr lang="en-GB" sz="1200" spc="-15" noProof="0" dirty="0">
                <a:latin typeface="+mn-lt"/>
                <a:cs typeface="Segoe UI"/>
              </a:rPr>
              <a:t>is,</a:t>
            </a:r>
            <a:r>
              <a:rPr lang="en-GB" sz="1200" spc="-35" noProof="0" dirty="0">
                <a:latin typeface="+mn-lt"/>
                <a:cs typeface="Segoe UI"/>
              </a:rPr>
              <a:t> </a:t>
            </a:r>
            <a:r>
              <a:rPr lang="en-GB" sz="1200" spc="-20" noProof="0" dirty="0">
                <a:latin typeface="+mn-lt"/>
                <a:cs typeface="Segoe UI"/>
              </a:rPr>
              <a:t>meaning</a:t>
            </a:r>
            <a:r>
              <a:rPr lang="en-GB" sz="1200" spc="-50" noProof="0" dirty="0">
                <a:latin typeface="+mn-lt"/>
                <a:cs typeface="Segoe UI"/>
              </a:rPr>
              <a:t> </a:t>
            </a:r>
            <a:r>
              <a:rPr lang="en-GB" sz="1200" spc="-20" noProof="0" dirty="0">
                <a:latin typeface="+mn-lt"/>
                <a:cs typeface="Segoe UI"/>
              </a:rPr>
              <a:t>you'll</a:t>
            </a:r>
            <a:r>
              <a:rPr lang="en-GB" sz="1200" spc="-60" noProof="0" dirty="0">
                <a:latin typeface="+mn-lt"/>
                <a:cs typeface="Segoe UI"/>
              </a:rPr>
              <a:t> </a:t>
            </a:r>
            <a:r>
              <a:rPr lang="en-GB" sz="1200" spc="-15" noProof="0" dirty="0">
                <a:latin typeface="+mn-lt"/>
                <a:cs typeface="Segoe UI"/>
              </a:rPr>
              <a:t>need</a:t>
            </a:r>
            <a:r>
              <a:rPr lang="en-GB" sz="1200" spc="-50" noProof="0" dirty="0">
                <a:latin typeface="+mn-lt"/>
                <a:cs typeface="Segoe UI"/>
              </a:rPr>
              <a:t> </a:t>
            </a:r>
            <a:r>
              <a:rPr lang="en-GB" sz="1200" spc="-15" noProof="0" dirty="0">
                <a:latin typeface="+mn-lt"/>
                <a:cs typeface="Segoe UI"/>
              </a:rPr>
              <a:t>to</a:t>
            </a:r>
            <a:r>
              <a:rPr lang="en-GB" sz="1200" spc="-45" noProof="0" dirty="0">
                <a:latin typeface="+mn-lt"/>
                <a:cs typeface="Segoe UI"/>
              </a:rPr>
              <a:t> </a:t>
            </a:r>
            <a:r>
              <a:rPr lang="en-GB" sz="1200" spc="-20" noProof="0" dirty="0">
                <a:latin typeface="+mn-lt"/>
                <a:cs typeface="Segoe UI"/>
              </a:rPr>
              <a:t>include</a:t>
            </a:r>
            <a:r>
              <a:rPr lang="en-GB" sz="1200" spc="-30" noProof="0" dirty="0">
                <a:latin typeface="+mn-lt"/>
                <a:cs typeface="Segoe UI"/>
              </a:rPr>
              <a:t> </a:t>
            </a:r>
            <a:r>
              <a:rPr lang="en-GB" sz="1200" spc="-15" noProof="0" dirty="0">
                <a:latin typeface="+mn-lt"/>
                <a:cs typeface="Segoe UI"/>
              </a:rPr>
              <a:t>the</a:t>
            </a:r>
            <a:r>
              <a:rPr lang="en-GB" sz="1200" spc="-55" noProof="0" dirty="0">
                <a:latin typeface="+mn-lt"/>
                <a:cs typeface="Segoe UI"/>
              </a:rPr>
              <a:t> </a:t>
            </a:r>
            <a:r>
              <a:rPr lang="en-GB" sz="1200" noProof="0" dirty="0">
                <a:latin typeface="+mn-lt"/>
                <a:cs typeface="Segoe UI"/>
              </a:rPr>
              <a:t>z</a:t>
            </a:r>
            <a:r>
              <a:rPr lang="en-GB" sz="1200" spc="-30" noProof="0" dirty="0">
                <a:latin typeface="+mn-lt"/>
                <a:cs typeface="Segoe UI"/>
              </a:rPr>
              <a:t> </a:t>
            </a:r>
            <a:r>
              <a:rPr lang="en-GB" sz="1200" spc="-20" noProof="0" dirty="0">
                <a:latin typeface="+mn-lt"/>
                <a:cs typeface="Segoe UI"/>
              </a:rPr>
              <a:t>option</a:t>
            </a:r>
            <a:r>
              <a:rPr lang="en-GB" sz="1200" spc="-75" noProof="0" dirty="0">
                <a:latin typeface="+mn-lt"/>
                <a:cs typeface="Segoe UI"/>
              </a:rPr>
              <a:t> </a:t>
            </a:r>
            <a:r>
              <a:rPr lang="en-GB" sz="1200" spc="-20" noProof="0" dirty="0">
                <a:latin typeface="+mn-lt"/>
                <a:cs typeface="Segoe UI"/>
              </a:rPr>
              <a:t>when</a:t>
            </a:r>
            <a:r>
              <a:rPr lang="en-GB" sz="1200" spc="-50" noProof="0" dirty="0">
                <a:latin typeface="+mn-lt"/>
                <a:cs typeface="Segoe UI"/>
              </a:rPr>
              <a:t> </a:t>
            </a:r>
            <a:r>
              <a:rPr lang="en-GB" sz="1200" spc="-20" noProof="0" dirty="0">
                <a:latin typeface="+mn-lt"/>
                <a:cs typeface="Segoe UI"/>
              </a:rPr>
              <a:t>restoring</a:t>
            </a:r>
            <a:r>
              <a:rPr lang="en-GB" sz="1200" spc="-80" noProof="0" dirty="0">
                <a:latin typeface="+mn-lt"/>
                <a:cs typeface="Segoe UI"/>
              </a:rPr>
              <a:t> </a:t>
            </a:r>
            <a:r>
              <a:rPr lang="en-GB" sz="1200" spc="-20" noProof="0" dirty="0">
                <a:latin typeface="+mn-lt"/>
                <a:cs typeface="Segoe UI"/>
              </a:rPr>
              <a:t>it.</a:t>
            </a:r>
            <a:endParaRPr lang="en-GB" sz="1200" noProof="0" dirty="0">
              <a:latin typeface="+mn-lt"/>
              <a:cs typeface="Segoe UI"/>
            </a:endParaRPr>
          </a:p>
        </p:txBody>
      </p:sp>
      <p:sp>
        <p:nvSpPr>
          <p:cNvPr id="4" name="Slide Number Placeholder 3"/>
          <p:cNvSpPr>
            <a:spLocks noGrp="1"/>
          </p:cNvSpPr>
          <p:nvPr>
            <p:ph type="sldNum" sz="quarter" idx="5"/>
          </p:nvPr>
        </p:nvSpPr>
        <p:spPr/>
        <p:txBody>
          <a:bodyPr/>
          <a:lstStyle/>
          <a:p>
            <a:fld id="{548901C6-1DA1-FB44-ABEE-06A0FEB7738E}" type="slidenum">
              <a:rPr lang="en-GB" smtClean="0"/>
              <a:pPr/>
              <a:t>16</a:t>
            </a:fld>
            <a:endParaRPr lang="en-GB"/>
          </a:p>
        </p:txBody>
      </p:sp>
      <p:sp>
        <p:nvSpPr>
          <p:cNvPr id="7" name="Slide Image Placeholder 6">
            <a:extLst>
              <a:ext uri="{FF2B5EF4-FFF2-40B4-BE49-F238E27FC236}">
                <a16:creationId xmlns:a16="http://schemas.microsoft.com/office/drawing/2014/main" id="{75FBD5F9-3F07-4319-B1E3-52795B990713}"/>
              </a:ext>
            </a:extLst>
          </p:cNvPr>
          <p:cNvSpPr>
            <a:spLocks noGrp="1" noRot="1" noChangeAspect="1"/>
          </p:cNvSpPr>
          <p:nvPr>
            <p:ph type="sldImg"/>
          </p:nvPr>
        </p:nvSpPr>
        <p:spPr/>
      </p:sp>
    </p:spTree>
    <p:extLst>
      <p:ext uri="{BB962C8B-B14F-4D97-AF65-F5344CB8AC3E}">
        <p14:creationId xmlns:p14="http://schemas.microsoft.com/office/powerpoint/2010/main" val="109851489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548901C6-1DA1-FB44-ABEE-06A0FEB7738E}" type="slidenum">
              <a:rPr lang="en-GB" smtClean="0"/>
              <a:pPr/>
              <a:t>17</a:t>
            </a:fld>
            <a:endParaRPr lang="en-GB"/>
          </a:p>
        </p:txBody>
      </p:sp>
    </p:spTree>
    <p:extLst>
      <p:ext uri="{BB962C8B-B14F-4D97-AF65-F5344CB8AC3E}">
        <p14:creationId xmlns:p14="http://schemas.microsoft.com/office/powerpoint/2010/main" val="45039255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marL="12700">
              <a:lnSpc>
                <a:spcPct val="100000"/>
              </a:lnSpc>
              <a:spcBef>
                <a:spcPts val="105"/>
              </a:spcBef>
            </a:pPr>
            <a:r>
              <a:rPr lang="en-GB" sz="1200" spc="-20" noProof="0" dirty="0">
                <a:latin typeface="+mn-lt"/>
                <a:ea typeface="Hack" panose="020B0609030202020204" pitchFamily="49" charset="0"/>
                <a:cs typeface="Hack" panose="020B0609030202020204" pitchFamily="49" charset="0"/>
              </a:rPr>
              <a:t>Whilst</a:t>
            </a:r>
            <a:r>
              <a:rPr lang="en-GB" sz="1200" spc="-65" noProof="0" dirty="0">
                <a:latin typeface="+mn-lt"/>
                <a:ea typeface="Hack" panose="020B0609030202020204" pitchFamily="49" charset="0"/>
                <a:cs typeface="Hack" panose="020B0609030202020204" pitchFamily="49" charset="0"/>
              </a:rPr>
              <a:t> </a:t>
            </a:r>
            <a:r>
              <a:rPr lang="en-GB" sz="1200" spc="-15" noProof="0" dirty="0" err="1">
                <a:latin typeface="+mn-lt"/>
                <a:ea typeface="Hack" panose="020B0609030202020204" pitchFamily="49" charset="0"/>
                <a:cs typeface="Hack" panose="020B0609030202020204" pitchFamily="49" charset="0"/>
              </a:rPr>
              <a:t>rsync</a:t>
            </a:r>
            <a:r>
              <a:rPr lang="en-GB" sz="1200" spc="-65" noProof="0" dirty="0">
                <a:latin typeface="+mn-lt"/>
                <a:ea typeface="Hack" panose="020B0609030202020204" pitchFamily="49" charset="0"/>
                <a:cs typeface="Hack" panose="020B0609030202020204" pitchFamily="49" charset="0"/>
              </a:rPr>
              <a:t> </a:t>
            </a:r>
            <a:r>
              <a:rPr lang="en-GB" sz="1200" spc="-20" noProof="0" dirty="0">
                <a:latin typeface="+mn-lt"/>
                <a:ea typeface="Hack" panose="020B0609030202020204" pitchFamily="49" charset="0"/>
                <a:cs typeface="Hack" panose="020B0609030202020204" pitchFamily="49" charset="0"/>
              </a:rPr>
              <a:t>stands </a:t>
            </a:r>
            <a:r>
              <a:rPr lang="en-GB" sz="1200" spc="-15" noProof="0" dirty="0">
                <a:latin typeface="+mn-lt"/>
                <a:ea typeface="Hack" panose="020B0609030202020204" pitchFamily="49" charset="0"/>
                <a:cs typeface="Hack" panose="020B0609030202020204" pitchFamily="49" charset="0"/>
              </a:rPr>
              <a:t>for</a:t>
            </a:r>
            <a:r>
              <a:rPr lang="en-GB" sz="1200" spc="-45" noProof="0" dirty="0">
                <a:latin typeface="+mn-lt"/>
                <a:ea typeface="Hack" panose="020B0609030202020204" pitchFamily="49" charset="0"/>
                <a:cs typeface="Hack" panose="020B0609030202020204" pitchFamily="49" charset="0"/>
              </a:rPr>
              <a:t> </a:t>
            </a:r>
            <a:r>
              <a:rPr lang="en-GB" sz="1200" spc="-20" noProof="0" dirty="0">
                <a:latin typeface="+mn-lt"/>
                <a:ea typeface="Hack" panose="020B0609030202020204" pitchFamily="49" charset="0"/>
                <a:cs typeface="Hack" panose="020B0609030202020204" pitchFamily="49" charset="0"/>
              </a:rPr>
              <a:t>remote</a:t>
            </a:r>
            <a:r>
              <a:rPr lang="en-GB" sz="1200" spc="-50" noProof="0" dirty="0">
                <a:latin typeface="+mn-lt"/>
                <a:ea typeface="Hack" panose="020B0609030202020204" pitchFamily="49" charset="0"/>
                <a:cs typeface="Hack" panose="020B0609030202020204" pitchFamily="49" charset="0"/>
              </a:rPr>
              <a:t> </a:t>
            </a:r>
            <a:r>
              <a:rPr lang="en-GB" sz="1200" spc="-15" noProof="0" dirty="0">
                <a:latin typeface="+mn-lt"/>
                <a:ea typeface="Hack" panose="020B0609030202020204" pitchFamily="49" charset="0"/>
                <a:cs typeface="Hack" panose="020B0609030202020204" pitchFamily="49" charset="0"/>
              </a:rPr>
              <a:t>sync</a:t>
            </a:r>
            <a:r>
              <a:rPr lang="en-GB" sz="1200" spc="-40" noProof="0" dirty="0">
                <a:latin typeface="+mn-lt"/>
                <a:ea typeface="Hack" panose="020B0609030202020204" pitchFamily="49" charset="0"/>
                <a:cs typeface="Hack" panose="020B0609030202020204" pitchFamily="49" charset="0"/>
              </a:rPr>
              <a:t> </a:t>
            </a:r>
            <a:r>
              <a:rPr lang="en-GB" sz="1200" spc="-15" noProof="0" dirty="0">
                <a:latin typeface="+mn-lt"/>
                <a:ea typeface="Hack" panose="020B0609030202020204" pitchFamily="49" charset="0"/>
                <a:cs typeface="Hack" panose="020B0609030202020204" pitchFamily="49" charset="0"/>
              </a:rPr>
              <a:t>(of</a:t>
            </a:r>
            <a:r>
              <a:rPr lang="en-GB" sz="1200" spc="-60" noProof="0" dirty="0">
                <a:latin typeface="+mn-lt"/>
                <a:ea typeface="Hack" panose="020B0609030202020204" pitchFamily="49" charset="0"/>
                <a:cs typeface="Hack" panose="020B0609030202020204" pitchFamily="49" charset="0"/>
              </a:rPr>
              <a:t> </a:t>
            </a:r>
            <a:r>
              <a:rPr lang="en-GB" sz="1200" spc="-25" noProof="0" dirty="0">
                <a:latin typeface="+mn-lt"/>
                <a:ea typeface="Hack" panose="020B0609030202020204" pitchFamily="49" charset="0"/>
                <a:cs typeface="Hack" panose="020B0609030202020204" pitchFamily="49" charset="0"/>
              </a:rPr>
              <a:t>files </a:t>
            </a:r>
            <a:r>
              <a:rPr lang="en-GB" sz="1200" spc="-15" noProof="0" dirty="0">
                <a:latin typeface="+mn-lt"/>
                <a:ea typeface="Hack" panose="020B0609030202020204" pitchFamily="49" charset="0"/>
                <a:cs typeface="Hack" panose="020B0609030202020204" pitchFamily="49" charset="0"/>
              </a:rPr>
              <a:t>and</a:t>
            </a:r>
            <a:r>
              <a:rPr lang="en-GB" sz="1200" spc="-50" noProof="0" dirty="0">
                <a:latin typeface="+mn-lt"/>
                <a:ea typeface="Hack" panose="020B0609030202020204" pitchFamily="49" charset="0"/>
                <a:cs typeface="Hack" panose="020B0609030202020204" pitchFamily="49" charset="0"/>
              </a:rPr>
              <a:t> </a:t>
            </a:r>
            <a:r>
              <a:rPr lang="en-GB" sz="1200" spc="-20" noProof="0" dirty="0">
                <a:latin typeface="+mn-lt"/>
                <a:ea typeface="Hack" panose="020B0609030202020204" pitchFamily="49" charset="0"/>
                <a:cs typeface="Hack" panose="020B0609030202020204" pitchFamily="49" charset="0"/>
              </a:rPr>
              <a:t>directories),</a:t>
            </a:r>
            <a:r>
              <a:rPr lang="en-GB" sz="1200" spc="-60" noProof="0" dirty="0">
                <a:latin typeface="+mn-lt"/>
                <a:ea typeface="Hack" panose="020B0609030202020204" pitchFamily="49" charset="0"/>
                <a:cs typeface="Hack" panose="020B0609030202020204" pitchFamily="49" charset="0"/>
              </a:rPr>
              <a:t> </a:t>
            </a:r>
            <a:r>
              <a:rPr lang="en-GB" sz="1200" spc="-15" noProof="0" dirty="0">
                <a:latin typeface="+mn-lt"/>
                <a:ea typeface="Hack" panose="020B0609030202020204" pitchFamily="49" charset="0"/>
                <a:cs typeface="Hack" panose="020B0609030202020204" pitchFamily="49" charset="0"/>
              </a:rPr>
              <a:t>it</a:t>
            </a:r>
            <a:r>
              <a:rPr lang="en-GB" sz="1200" spc="-35" noProof="0" dirty="0">
                <a:latin typeface="+mn-lt"/>
                <a:ea typeface="Hack" panose="020B0609030202020204" pitchFamily="49" charset="0"/>
                <a:cs typeface="Hack" panose="020B0609030202020204" pitchFamily="49" charset="0"/>
              </a:rPr>
              <a:t> </a:t>
            </a:r>
            <a:r>
              <a:rPr lang="en-GB" sz="1200" spc="-20" noProof="0" dirty="0">
                <a:latin typeface="+mn-lt"/>
                <a:ea typeface="Hack" panose="020B0609030202020204" pitchFamily="49" charset="0"/>
                <a:cs typeface="Hack" panose="020B0609030202020204" pitchFamily="49" charset="0"/>
              </a:rPr>
              <a:t>can</a:t>
            </a:r>
            <a:r>
              <a:rPr lang="en-GB" sz="1200" spc="-25" noProof="0" dirty="0">
                <a:latin typeface="+mn-lt"/>
                <a:ea typeface="Hack" panose="020B0609030202020204" pitchFamily="49" charset="0"/>
                <a:cs typeface="Hack" panose="020B0609030202020204" pitchFamily="49" charset="0"/>
              </a:rPr>
              <a:t> </a:t>
            </a:r>
            <a:r>
              <a:rPr lang="en-GB" sz="1200" spc="-10" noProof="0" dirty="0">
                <a:latin typeface="+mn-lt"/>
                <a:ea typeface="Hack" panose="020B0609030202020204" pitchFamily="49" charset="0"/>
                <a:cs typeface="Hack" panose="020B0609030202020204" pitchFamily="49" charset="0"/>
              </a:rPr>
              <a:t>be</a:t>
            </a:r>
            <a:r>
              <a:rPr lang="en-GB" sz="1200" spc="-55" noProof="0" dirty="0">
                <a:latin typeface="+mn-lt"/>
                <a:ea typeface="Hack" panose="020B0609030202020204" pitchFamily="49" charset="0"/>
                <a:cs typeface="Hack" panose="020B0609030202020204" pitchFamily="49" charset="0"/>
              </a:rPr>
              <a:t> </a:t>
            </a:r>
            <a:r>
              <a:rPr lang="en-GB" sz="1200" spc="-15" noProof="0" dirty="0">
                <a:latin typeface="+mn-lt"/>
                <a:ea typeface="Hack" panose="020B0609030202020204" pitchFamily="49" charset="0"/>
                <a:cs typeface="Hack" panose="020B0609030202020204" pitchFamily="49" charset="0"/>
              </a:rPr>
              <a:t>used</a:t>
            </a:r>
            <a:r>
              <a:rPr lang="en-GB" sz="1200" spc="-50" noProof="0" dirty="0">
                <a:latin typeface="+mn-lt"/>
                <a:ea typeface="Hack" panose="020B0609030202020204" pitchFamily="49" charset="0"/>
                <a:cs typeface="Hack" panose="020B0609030202020204" pitchFamily="49" charset="0"/>
              </a:rPr>
              <a:t> </a:t>
            </a:r>
            <a:r>
              <a:rPr lang="en-GB" sz="1200" spc="-15" noProof="0" dirty="0">
                <a:latin typeface="+mn-lt"/>
                <a:ea typeface="Hack" panose="020B0609030202020204" pitchFamily="49" charset="0"/>
                <a:cs typeface="Hack" panose="020B0609030202020204" pitchFamily="49" charset="0"/>
              </a:rPr>
              <a:t>to</a:t>
            </a:r>
            <a:r>
              <a:rPr lang="en-GB" sz="1200" spc="-20" noProof="0" dirty="0">
                <a:latin typeface="+mn-lt"/>
                <a:ea typeface="Hack" panose="020B0609030202020204" pitchFamily="49" charset="0"/>
                <a:cs typeface="Hack" panose="020B0609030202020204" pitchFamily="49" charset="0"/>
              </a:rPr>
              <a:t> synchronise</a:t>
            </a:r>
            <a:r>
              <a:rPr lang="en-GB" sz="1200" spc="-80" noProof="0" dirty="0">
                <a:latin typeface="+mn-lt"/>
                <a:ea typeface="Hack" panose="020B0609030202020204" pitchFamily="49" charset="0"/>
                <a:cs typeface="Hack" panose="020B0609030202020204" pitchFamily="49" charset="0"/>
              </a:rPr>
              <a:t> </a:t>
            </a:r>
            <a:r>
              <a:rPr lang="en-GB" sz="1200" spc="-20" noProof="0" dirty="0">
                <a:latin typeface="+mn-lt"/>
                <a:ea typeface="Hack" panose="020B0609030202020204" pitchFamily="49" charset="0"/>
                <a:cs typeface="Hack" panose="020B0609030202020204" pitchFamily="49" charset="0"/>
              </a:rPr>
              <a:t>between</a:t>
            </a:r>
            <a:r>
              <a:rPr lang="en-GB" sz="1200" spc="-25" noProof="0" dirty="0">
                <a:latin typeface="+mn-lt"/>
                <a:ea typeface="Hack" panose="020B0609030202020204" pitchFamily="49" charset="0"/>
                <a:cs typeface="Hack" panose="020B0609030202020204" pitchFamily="49" charset="0"/>
              </a:rPr>
              <a:t> </a:t>
            </a:r>
            <a:r>
              <a:rPr lang="en-GB" sz="1200" spc="-15" noProof="0" dirty="0">
                <a:latin typeface="+mn-lt"/>
                <a:ea typeface="Hack" panose="020B0609030202020204" pitchFamily="49" charset="0"/>
                <a:cs typeface="Hack" panose="020B0609030202020204" pitchFamily="49" charset="0"/>
              </a:rPr>
              <a:t>any </a:t>
            </a:r>
            <a:r>
              <a:rPr lang="en-GB" sz="1200" spc="-20" noProof="0" dirty="0">
                <a:latin typeface="+mn-lt"/>
                <a:ea typeface="Hack" panose="020B0609030202020204" pitchFamily="49" charset="0"/>
                <a:cs typeface="Hack" panose="020B0609030202020204" pitchFamily="49" charset="0"/>
              </a:rPr>
              <a:t>two</a:t>
            </a:r>
            <a:r>
              <a:rPr lang="en-GB" sz="1200" spc="-50" noProof="0" dirty="0">
                <a:latin typeface="+mn-lt"/>
                <a:ea typeface="Hack" panose="020B0609030202020204" pitchFamily="49" charset="0"/>
                <a:cs typeface="Hack" panose="020B0609030202020204" pitchFamily="49" charset="0"/>
              </a:rPr>
              <a:t> </a:t>
            </a:r>
            <a:r>
              <a:rPr lang="en-GB" sz="1200" spc="-25" noProof="0" dirty="0">
                <a:latin typeface="+mn-lt"/>
                <a:ea typeface="Hack" panose="020B0609030202020204" pitchFamily="49" charset="0"/>
                <a:cs typeface="Hack" panose="020B0609030202020204" pitchFamily="49" charset="0"/>
              </a:rPr>
              <a:t>locations,</a:t>
            </a:r>
            <a:r>
              <a:rPr lang="en-GB" sz="1200" spc="-35" noProof="0" dirty="0">
                <a:latin typeface="+mn-lt"/>
                <a:ea typeface="Hack" panose="020B0609030202020204" pitchFamily="49" charset="0"/>
                <a:cs typeface="Hack" panose="020B0609030202020204" pitchFamily="49" charset="0"/>
              </a:rPr>
              <a:t> </a:t>
            </a:r>
            <a:r>
              <a:rPr lang="en-GB" sz="1200" spc="-5" noProof="0" dirty="0">
                <a:latin typeface="+mn-lt"/>
                <a:ea typeface="Hack" panose="020B0609030202020204" pitchFamily="49" charset="0"/>
                <a:cs typeface="Hack" panose="020B0609030202020204" pitchFamily="49" charset="0"/>
              </a:rPr>
              <a:t>be</a:t>
            </a:r>
            <a:r>
              <a:rPr lang="en-GB" sz="1200" spc="-60" noProof="0" dirty="0">
                <a:latin typeface="+mn-lt"/>
                <a:ea typeface="Hack" panose="020B0609030202020204" pitchFamily="49" charset="0"/>
                <a:cs typeface="Hack" panose="020B0609030202020204" pitchFamily="49" charset="0"/>
              </a:rPr>
              <a:t> </a:t>
            </a:r>
            <a:r>
              <a:rPr lang="en-GB" sz="1200" spc="-15" noProof="0" dirty="0">
                <a:latin typeface="+mn-lt"/>
                <a:ea typeface="Hack" panose="020B0609030202020204" pitchFamily="49" charset="0"/>
                <a:cs typeface="Hack" panose="020B0609030202020204" pitchFamily="49" charset="0"/>
              </a:rPr>
              <a:t>it</a:t>
            </a:r>
            <a:r>
              <a:rPr lang="en-GB" sz="1200" spc="-40" noProof="0" dirty="0">
                <a:latin typeface="+mn-lt"/>
                <a:ea typeface="Hack" panose="020B0609030202020204" pitchFamily="49" charset="0"/>
                <a:cs typeface="Hack" panose="020B0609030202020204" pitchFamily="49" charset="0"/>
              </a:rPr>
              <a:t> </a:t>
            </a:r>
            <a:r>
              <a:rPr lang="en-GB" sz="1200" spc="-20" noProof="0" dirty="0">
                <a:latin typeface="+mn-lt"/>
                <a:ea typeface="Hack" panose="020B0609030202020204" pitchFamily="49" charset="0"/>
                <a:cs typeface="Hack" panose="020B0609030202020204" pitchFamily="49" charset="0"/>
              </a:rPr>
              <a:t>separated</a:t>
            </a:r>
            <a:r>
              <a:rPr lang="en-GB" sz="1200" spc="-25" noProof="0" dirty="0">
                <a:latin typeface="+mn-lt"/>
                <a:ea typeface="Hack" panose="020B0609030202020204" pitchFamily="49" charset="0"/>
                <a:cs typeface="Hack" panose="020B0609030202020204" pitchFamily="49" charset="0"/>
              </a:rPr>
              <a:t> </a:t>
            </a:r>
            <a:r>
              <a:rPr lang="en-GB" sz="1200" spc="-5" noProof="0" dirty="0">
                <a:latin typeface="+mn-lt"/>
                <a:ea typeface="Hack" panose="020B0609030202020204" pitchFamily="49" charset="0"/>
                <a:cs typeface="Hack" panose="020B0609030202020204" pitchFamily="49" charset="0"/>
              </a:rPr>
              <a:t>by</a:t>
            </a:r>
            <a:r>
              <a:rPr lang="en-GB" sz="1200" spc="-70" noProof="0" dirty="0">
                <a:latin typeface="+mn-lt"/>
                <a:ea typeface="Hack" panose="020B0609030202020204" pitchFamily="49" charset="0"/>
                <a:cs typeface="Hack" panose="020B0609030202020204" pitchFamily="49" charset="0"/>
              </a:rPr>
              <a:t> </a:t>
            </a:r>
            <a:r>
              <a:rPr lang="en-GB" sz="1200" spc="-20" noProof="0" dirty="0">
                <a:latin typeface="+mn-lt"/>
                <a:ea typeface="Hack" panose="020B0609030202020204" pitchFamily="49" charset="0"/>
                <a:cs typeface="Hack" panose="020B0609030202020204" pitchFamily="49" charset="0"/>
              </a:rPr>
              <a:t>the</a:t>
            </a:r>
            <a:r>
              <a:rPr lang="en-GB" sz="1200" spc="-30" noProof="0" dirty="0">
                <a:latin typeface="+mn-lt"/>
                <a:ea typeface="Hack" panose="020B0609030202020204" pitchFamily="49" charset="0"/>
                <a:cs typeface="Hack" panose="020B0609030202020204" pitchFamily="49" charset="0"/>
              </a:rPr>
              <a:t> </a:t>
            </a:r>
            <a:r>
              <a:rPr lang="en-GB" sz="1200" spc="-20" noProof="0" dirty="0">
                <a:latin typeface="+mn-lt"/>
                <a:ea typeface="Hack" panose="020B0609030202020204" pitchFamily="49" charset="0"/>
                <a:cs typeface="Hack" panose="020B0609030202020204" pitchFamily="49" charset="0"/>
              </a:rPr>
              <a:t>network</a:t>
            </a:r>
            <a:r>
              <a:rPr lang="en-GB" sz="1200" spc="-55" noProof="0" dirty="0">
                <a:latin typeface="+mn-lt"/>
                <a:ea typeface="Hack" panose="020B0609030202020204" pitchFamily="49" charset="0"/>
                <a:cs typeface="Hack" panose="020B0609030202020204" pitchFamily="49" charset="0"/>
              </a:rPr>
              <a:t> </a:t>
            </a:r>
            <a:r>
              <a:rPr lang="en-GB" sz="1200" spc="-10" noProof="0" dirty="0">
                <a:latin typeface="+mn-lt"/>
                <a:ea typeface="Hack" panose="020B0609030202020204" pitchFamily="49" charset="0"/>
                <a:cs typeface="Hack" panose="020B0609030202020204" pitchFamily="49" charset="0"/>
              </a:rPr>
              <a:t>or</a:t>
            </a:r>
            <a:r>
              <a:rPr lang="en-GB" sz="1200" spc="-50" noProof="0" dirty="0">
                <a:latin typeface="+mn-lt"/>
                <a:ea typeface="Hack" panose="020B0609030202020204" pitchFamily="49" charset="0"/>
                <a:cs typeface="Hack" panose="020B0609030202020204" pitchFamily="49" charset="0"/>
              </a:rPr>
              <a:t> </a:t>
            </a:r>
            <a:r>
              <a:rPr lang="en-GB" sz="1200" spc="-25" noProof="0" dirty="0">
                <a:latin typeface="+mn-lt"/>
                <a:ea typeface="Hack" panose="020B0609030202020204" pitchFamily="49" charset="0"/>
                <a:cs typeface="Hack" panose="020B0609030202020204" pitchFamily="49" charset="0"/>
              </a:rPr>
              <a:t>local.</a:t>
            </a:r>
            <a:endParaRPr lang="en-GB" sz="1200" noProof="0" dirty="0">
              <a:latin typeface="+mn-lt"/>
              <a:ea typeface="Hack" panose="020B0609030202020204" pitchFamily="49" charset="0"/>
              <a:cs typeface="Hack" panose="020B0609030202020204" pitchFamily="49" charset="0"/>
            </a:endParaRPr>
          </a:p>
          <a:p>
            <a:pPr marL="12700" marR="5080">
              <a:lnSpc>
                <a:spcPct val="100000"/>
              </a:lnSpc>
              <a:spcBef>
                <a:spcPts val="600"/>
              </a:spcBef>
            </a:pPr>
            <a:r>
              <a:rPr lang="en-GB" sz="1200" spc="-15" noProof="0" dirty="0">
                <a:latin typeface="+mn-lt"/>
                <a:ea typeface="Hack" panose="020B0609030202020204" pitchFamily="49" charset="0"/>
                <a:cs typeface="Hack" panose="020B0609030202020204" pitchFamily="49" charset="0"/>
              </a:rPr>
              <a:t>The</a:t>
            </a:r>
            <a:r>
              <a:rPr lang="en-GB" sz="1200" spc="-85" noProof="0" dirty="0">
                <a:latin typeface="+mn-lt"/>
                <a:ea typeface="Hack" panose="020B0609030202020204" pitchFamily="49" charset="0"/>
                <a:cs typeface="Hack" panose="020B0609030202020204" pitchFamily="49" charset="0"/>
              </a:rPr>
              <a:t> </a:t>
            </a:r>
            <a:r>
              <a:rPr lang="en-GB" sz="1200" spc="-15" noProof="0" dirty="0">
                <a:latin typeface="+mn-lt"/>
                <a:ea typeface="Hack" panose="020B0609030202020204" pitchFamily="49" charset="0"/>
                <a:cs typeface="Hack" panose="020B0609030202020204" pitchFamily="49" charset="0"/>
              </a:rPr>
              <a:t>most</a:t>
            </a:r>
            <a:r>
              <a:rPr lang="en-GB" sz="1200" spc="-40" noProof="0" dirty="0">
                <a:latin typeface="+mn-lt"/>
                <a:ea typeface="Hack" panose="020B0609030202020204" pitchFamily="49" charset="0"/>
                <a:cs typeface="Hack" panose="020B0609030202020204" pitchFamily="49" charset="0"/>
              </a:rPr>
              <a:t> </a:t>
            </a:r>
            <a:r>
              <a:rPr lang="en-GB" sz="1200" spc="-20" noProof="0" dirty="0">
                <a:latin typeface="+mn-lt"/>
                <a:ea typeface="Hack" panose="020B0609030202020204" pitchFamily="49" charset="0"/>
                <a:cs typeface="Hack" panose="020B0609030202020204" pitchFamily="49" charset="0"/>
              </a:rPr>
              <a:t>praised</a:t>
            </a:r>
            <a:r>
              <a:rPr lang="en-GB" sz="1200" spc="-50" noProof="0" dirty="0">
                <a:latin typeface="+mn-lt"/>
                <a:ea typeface="Hack" panose="020B0609030202020204" pitchFamily="49" charset="0"/>
                <a:cs typeface="Hack" panose="020B0609030202020204" pitchFamily="49" charset="0"/>
              </a:rPr>
              <a:t> </a:t>
            </a:r>
            <a:r>
              <a:rPr lang="en-GB" sz="1200" spc="-20" noProof="0" dirty="0">
                <a:latin typeface="+mn-lt"/>
                <a:ea typeface="Hack" panose="020B0609030202020204" pitchFamily="49" charset="0"/>
                <a:cs typeface="Hack" panose="020B0609030202020204" pitchFamily="49" charset="0"/>
              </a:rPr>
              <a:t>aspect</a:t>
            </a:r>
            <a:r>
              <a:rPr lang="en-GB" sz="1200" spc="-40" noProof="0" dirty="0">
                <a:latin typeface="+mn-lt"/>
                <a:ea typeface="Hack" panose="020B0609030202020204" pitchFamily="49" charset="0"/>
                <a:cs typeface="Hack" panose="020B0609030202020204" pitchFamily="49" charset="0"/>
              </a:rPr>
              <a:t> </a:t>
            </a:r>
            <a:r>
              <a:rPr lang="en-GB" sz="1200" spc="-10" noProof="0" dirty="0">
                <a:latin typeface="+mn-lt"/>
                <a:ea typeface="Hack" panose="020B0609030202020204" pitchFamily="49" charset="0"/>
                <a:cs typeface="Hack" panose="020B0609030202020204" pitchFamily="49" charset="0"/>
              </a:rPr>
              <a:t>of</a:t>
            </a:r>
            <a:r>
              <a:rPr lang="en-GB" sz="1200" spc="-35" noProof="0" dirty="0">
                <a:latin typeface="+mn-lt"/>
                <a:ea typeface="Hack" panose="020B0609030202020204" pitchFamily="49" charset="0"/>
                <a:cs typeface="Hack" panose="020B0609030202020204" pitchFamily="49" charset="0"/>
              </a:rPr>
              <a:t> </a:t>
            </a:r>
            <a:r>
              <a:rPr lang="en-GB" sz="1200" spc="-15" noProof="0" dirty="0" err="1">
                <a:latin typeface="+mn-lt"/>
                <a:ea typeface="Hack" panose="020B0609030202020204" pitchFamily="49" charset="0"/>
                <a:cs typeface="Hack" panose="020B0609030202020204" pitchFamily="49" charset="0"/>
              </a:rPr>
              <a:t>rsync</a:t>
            </a:r>
            <a:r>
              <a:rPr lang="en-GB" sz="1200" spc="-45" noProof="0" dirty="0">
                <a:latin typeface="+mn-lt"/>
                <a:ea typeface="Hack" panose="020B0609030202020204" pitchFamily="49" charset="0"/>
                <a:cs typeface="Hack" panose="020B0609030202020204" pitchFamily="49" charset="0"/>
              </a:rPr>
              <a:t> </a:t>
            </a:r>
            <a:r>
              <a:rPr lang="en-GB" sz="1200" spc="-15" noProof="0" dirty="0">
                <a:latin typeface="+mn-lt"/>
                <a:ea typeface="Hack" panose="020B0609030202020204" pitchFamily="49" charset="0"/>
                <a:cs typeface="Hack" panose="020B0609030202020204" pitchFamily="49" charset="0"/>
              </a:rPr>
              <a:t>is</a:t>
            </a:r>
            <a:r>
              <a:rPr lang="en-GB" sz="1200" spc="-50" noProof="0" dirty="0">
                <a:latin typeface="+mn-lt"/>
                <a:ea typeface="Hack" panose="020B0609030202020204" pitchFamily="49" charset="0"/>
                <a:cs typeface="Hack" panose="020B0609030202020204" pitchFamily="49" charset="0"/>
              </a:rPr>
              <a:t> </a:t>
            </a:r>
            <a:r>
              <a:rPr lang="en-GB" sz="1200" spc="-20" noProof="0" dirty="0">
                <a:latin typeface="+mn-lt"/>
                <a:ea typeface="Hack" panose="020B0609030202020204" pitchFamily="49" charset="0"/>
                <a:cs typeface="Hack" panose="020B0609030202020204" pitchFamily="49" charset="0"/>
              </a:rPr>
              <a:t>its</a:t>
            </a:r>
            <a:r>
              <a:rPr lang="en-GB" sz="1200" spc="-30" noProof="0" dirty="0">
                <a:latin typeface="+mn-lt"/>
                <a:ea typeface="Hack" panose="020B0609030202020204" pitchFamily="49" charset="0"/>
                <a:cs typeface="Hack" panose="020B0609030202020204" pitchFamily="49" charset="0"/>
              </a:rPr>
              <a:t> </a:t>
            </a:r>
            <a:r>
              <a:rPr lang="en-GB" sz="1200" spc="-15" noProof="0" dirty="0">
                <a:latin typeface="+mn-lt"/>
                <a:ea typeface="Hack" panose="020B0609030202020204" pitchFamily="49" charset="0"/>
                <a:cs typeface="Hack" panose="020B0609030202020204" pitchFamily="49" charset="0"/>
              </a:rPr>
              <a:t>very</a:t>
            </a:r>
            <a:r>
              <a:rPr lang="en-GB" sz="1200" spc="-40" noProof="0" dirty="0">
                <a:latin typeface="+mn-lt"/>
                <a:ea typeface="Hack" panose="020B0609030202020204" pitchFamily="49" charset="0"/>
                <a:cs typeface="Hack" panose="020B0609030202020204" pitchFamily="49" charset="0"/>
              </a:rPr>
              <a:t> </a:t>
            </a:r>
            <a:r>
              <a:rPr lang="en-GB" sz="1200" spc="-25" noProof="0" dirty="0">
                <a:latin typeface="+mn-lt"/>
                <a:ea typeface="Hack" panose="020B0609030202020204" pitchFamily="49" charset="0"/>
                <a:cs typeface="Hack" panose="020B0609030202020204" pitchFamily="49" charset="0"/>
              </a:rPr>
              <a:t>effective</a:t>
            </a:r>
            <a:r>
              <a:rPr lang="en-GB" sz="1200" spc="-10" noProof="0" dirty="0">
                <a:latin typeface="+mn-lt"/>
                <a:ea typeface="Hack" panose="020B0609030202020204" pitchFamily="49" charset="0"/>
                <a:cs typeface="Hack" panose="020B0609030202020204" pitchFamily="49" charset="0"/>
              </a:rPr>
              <a:t> </a:t>
            </a:r>
            <a:r>
              <a:rPr lang="en-GB" sz="1200" spc="-20" noProof="0" dirty="0">
                <a:latin typeface="+mn-lt"/>
                <a:ea typeface="Hack" panose="020B0609030202020204" pitchFamily="49" charset="0"/>
                <a:cs typeface="Hack" panose="020B0609030202020204" pitchFamily="49" charset="0"/>
              </a:rPr>
              <a:t>algorithm</a:t>
            </a:r>
            <a:r>
              <a:rPr lang="en-GB" sz="1200" spc="-60" noProof="0" dirty="0">
                <a:latin typeface="+mn-lt"/>
                <a:ea typeface="Hack" panose="020B0609030202020204" pitchFamily="49" charset="0"/>
                <a:cs typeface="Hack" panose="020B0609030202020204" pitchFamily="49" charset="0"/>
              </a:rPr>
              <a:t> </a:t>
            </a:r>
            <a:r>
              <a:rPr lang="en-GB" sz="1200" spc="-10" noProof="0" dirty="0">
                <a:latin typeface="+mn-lt"/>
                <a:ea typeface="Hack" panose="020B0609030202020204" pitchFamily="49" charset="0"/>
                <a:cs typeface="Hack" panose="020B0609030202020204" pitchFamily="49" charset="0"/>
              </a:rPr>
              <a:t>of</a:t>
            </a:r>
            <a:r>
              <a:rPr lang="en-GB" sz="1200" spc="-65" noProof="0" dirty="0">
                <a:latin typeface="+mn-lt"/>
                <a:ea typeface="Hack" panose="020B0609030202020204" pitchFamily="49" charset="0"/>
                <a:cs typeface="Hack" panose="020B0609030202020204" pitchFamily="49" charset="0"/>
              </a:rPr>
              <a:t> </a:t>
            </a:r>
            <a:r>
              <a:rPr lang="en-GB" sz="1200" spc="-20" noProof="0" dirty="0">
                <a:latin typeface="+mn-lt"/>
                <a:ea typeface="Hack" panose="020B0609030202020204" pitchFamily="49" charset="0"/>
                <a:cs typeface="Hack" panose="020B0609030202020204" pitchFamily="49" charset="0"/>
              </a:rPr>
              <a:t>establishing</a:t>
            </a:r>
            <a:r>
              <a:rPr lang="en-GB" sz="1200" spc="-50" noProof="0" dirty="0">
                <a:latin typeface="+mn-lt"/>
                <a:ea typeface="Hack" panose="020B0609030202020204" pitchFamily="49" charset="0"/>
                <a:cs typeface="Hack" panose="020B0609030202020204" pitchFamily="49" charset="0"/>
              </a:rPr>
              <a:t> </a:t>
            </a:r>
            <a:r>
              <a:rPr lang="en-GB" sz="1200" spc="-20" noProof="0" dirty="0">
                <a:latin typeface="+mn-lt"/>
                <a:ea typeface="Hack" panose="020B0609030202020204" pitchFamily="49" charset="0"/>
                <a:cs typeface="Hack" panose="020B0609030202020204" pitchFamily="49" charset="0"/>
              </a:rPr>
              <a:t>deltas</a:t>
            </a:r>
            <a:r>
              <a:rPr lang="en-GB" sz="1200" spc="-30" noProof="0" dirty="0">
                <a:latin typeface="+mn-lt"/>
                <a:ea typeface="Hack" panose="020B0609030202020204" pitchFamily="49" charset="0"/>
                <a:cs typeface="Hack" panose="020B0609030202020204" pitchFamily="49" charset="0"/>
              </a:rPr>
              <a:t> </a:t>
            </a:r>
            <a:r>
              <a:rPr lang="en-GB" sz="1200" spc="-20" noProof="0" dirty="0">
                <a:latin typeface="+mn-lt"/>
                <a:ea typeface="Hack" panose="020B0609030202020204" pitchFamily="49" charset="0"/>
                <a:cs typeface="Hack" panose="020B0609030202020204" pitchFamily="49" charset="0"/>
              </a:rPr>
              <a:t>(differences</a:t>
            </a:r>
            <a:r>
              <a:rPr lang="en-GB" sz="1200" spc="-50" noProof="0" dirty="0">
                <a:latin typeface="+mn-lt"/>
                <a:ea typeface="Hack" panose="020B0609030202020204" pitchFamily="49" charset="0"/>
                <a:cs typeface="Hack" panose="020B0609030202020204" pitchFamily="49" charset="0"/>
              </a:rPr>
              <a:t> </a:t>
            </a:r>
            <a:r>
              <a:rPr lang="en-GB" sz="1200" spc="-20" noProof="0" dirty="0">
                <a:latin typeface="+mn-lt"/>
                <a:ea typeface="Hack" panose="020B0609030202020204" pitchFamily="49" charset="0"/>
                <a:cs typeface="Hack" panose="020B0609030202020204" pitchFamily="49" charset="0"/>
              </a:rPr>
              <a:t>between </a:t>
            </a:r>
            <a:r>
              <a:rPr lang="en-GB" sz="1200" spc="-260" noProof="0" dirty="0">
                <a:latin typeface="+mn-lt"/>
                <a:ea typeface="Hack" panose="020B0609030202020204" pitchFamily="49" charset="0"/>
                <a:cs typeface="Hack" panose="020B0609030202020204" pitchFamily="49" charset="0"/>
              </a:rPr>
              <a:t> </a:t>
            </a:r>
            <a:r>
              <a:rPr lang="en-GB" sz="1200" spc="-20" noProof="0" dirty="0">
                <a:latin typeface="+mn-lt"/>
                <a:ea typeface="Hack" panose="020B0609030202020204" pitchFamily="49" charset="0"/>
                <a:cs typeface="Hack" panose="020B0609030202020204" pitchFamily="49" charset="0"/>
              </a:rPr>
              <a:t>data sets) </a:t>
            </a:r>
            <a:r>
              <a:rPr lang="en-GB" sz="1200" spc="-15" noProof="0" dirty="0">
                <a:latin typeface="+mn-lt"/>
                <a:ea typeface="Hack" panose="020B0609030202020204" pitchFamily="49" charset="0"/>
                <a:cs typeface="Hack" panose="020B0609030202020204" pitchFamily="49" charset="0"/>
              </a:rPr>
              <a:t>and the </a:t>
            </a:r>
            <a:r>
              <a:rPr lang="en-GB" sz="1200" spc="-25" noProof="0" dirty="0">
                <a:latin typeface="+mn-lt"/>
                <a:ea typeface="Hack" panose="020B0609030202020204" pitchFamily="49" charset="0"/>
                <a:cs typeface="Hack" panose="020B0609030202020204" pitchFamily="49" charset="0"/>
              </a:rPr>
              <a:t>ability </a:t>
            </a:r>
            <a:r>
              <a:rPr lang="en-GB" sz="1200" spc="-15" noProof="0" dirty="0">
                <a:latin typeface="+mn-lt"/>
                <a:ea typeface="Hack" panose="020B0609030202020204" pitchFamily="49" charset="0"/>
                <a:cs typeface="Hack" panose="020B0609030202020204" pitchFamily="49" charset="0"/>
              </a:rPr>
              <a:t>to </a:t>
            </a:r>
            <a:r>
              <a:rPr lang="en-GB" sz="1200" spc="-20" noProof="0" dirty="0">
                <a:latin typeface="+mn-lt"/>
                <a:ea typeface="Hack" panose="020B0609030202020204" pitchFamily="49" charset="0"/>
                <a:cs typeface="Hack" panose="020B0609030202020204" pitchFamily="49" charset="0"/>
              </a:rPr>
              <a:t>transfer these differences alone.</a:t>
            </a:r>
          </a:p>
          <a:p>
            <a:pPr marL="12700" marR="5080">
              <a:lnSpc>
                <a:spcPct val="100000"/>
              </a:lnSpc>
              <a:spcBef>
                <a:spcPts val="600"/>
              </a:spcBef>
            </a:pPr>
            <a:r>
              <a:rPr lang="en-GB" sz="1200" spc="-15" noProof="0" dirty="0">
                <a:latin typeface="+mn-lt"/>
                <a:ea typeface="Hack" panose="020B0609030202020204" pitchFamily="49" charset="0"/>
                <a:cs typeface="Hack" panose="020B0609030202020204" pitchFamily="49" charset="0"/>
              </a:rPr>
              <a:t>The </a:t>
            </a:r>
            <a:r>
              <a:rPr lang="en-GB" sz="1200" spc="-25" noProof="0" dirty="0">
                <a:latin typeface="+mn-lt"/>
                <a:ea typeface="Hack" panose="020B0609030202020204" pitchFamily="49" charset="0"/>
                <a:cs typeface="Hack" panose="020B0609030202020204" pitchFamily="49" charset="0"/>
              </a:rPr>
              <a:t>initial </a:t>
            </a:r>
            <a:r>
              <a:rPr lang="en-GB" sz="1200" spc="-20" noProof="0" dirty="0">
                <a:latin typeface="+mn-lt"/>
                <a:ea typeface="Hack" panose="020B0609030202020204" pitchFamily="49" charset="0"/>
                <a:cs typeface="Hack" panose="020B0609030202020204" pitchFamily="49" charset="0"/>
              </a:rPr>
              <a:t>backup with </a:t>
            </a:r>
            <a:r>
              <a:rPr lang="en-GB" sz="1200" spc="-15" noProof="0" dirty="0" err="1">
                <a:latin typeface="+mn-lt"/>
                <a:ea typeface="Hack" panose="020B0609030202020204" pitchFamily="49" charset="0"/>
                <a:cs typeface="Hack" panose="020B0609030202020204" pitchFamily="49" charset="0"/>
              </a:rPr>
              <a:t>rsync</a:t>
            </a:r>
            <a:r>
              <a:rPr lang="en-GB" sz="1200" spc="-15" noProof="0" dirty="0">
                <a:latin typeface="+mn-lt"/>
                <a:ea typeface="Hack" panose="020B0609030202020204" pitchFamily="49" charset="0"/>
                <a:cs typeface="Hack" panose="020B0609030202020204" pitchFamily="49" charset="0"/>
              </a:rPr>
              <a:t> </a:t>
            </a:r>
            <a:r>
              <a:rPr lang="en-GB" sz="1200" spc="-20" noProof="0" dirty="0">
                <a:latin typeface="+mn-lt"/>
                <a:ea typeface="Hack" panose="020B0609030202020204" pitchFamily="49" charset="0"/>
                <a:cs typeface="Hack" panose="020B0609030202020204" pitchFamily="49" charset="0"/>
              </a:rPr>
              <a:t>might take </a:t>
            </a:r>
            <a:r>
              <a:rPr lang="en-GB" sz="1200" noProof="0" dirty="0">
                <a:latin typeface="+mn-lt"/>
                <a:ea typeface="Hack" panose="020B0609030202020204" pitchFamily="49" charset="0"/>
                <a:cs typeface="Hack" panose="020B0609030202020204" pitchFamily="49" charset="0"/>
              </a:rPr>
              <a:t>a </a:t>
            </a:r>
            <a:r>
              <a:rPr lang="en-GB" sz="1200" spc="5" noProof="0" dirty="0">
                <a:latin typeface="+mn-lt"/>
                <a:ea typeface="Hack" panose="020B0609030202020204" pitchFamily="49" charset="0"/>
                <a:cs typeface="Hack" panose="020B0609030202020204" pitchFamily="49" charset="0"/>
              </a:rPr>
              <a:t> </a:t>
            </a:r>
            <a:r>
              <a:rPr lang="en-GB" sz="1200" spc="-20" noProof="0" dirty="0">
                <a:latin typeface="+mn-lt"/>
                <a:ea typeface="Hack" panose="020B0609030202020204" pitchFamily="49" charset="0"/>
                <a:cs typeface="Hack" panose="020B0609030202020204" pitchFamily="49" charset="0"/>
              </a:rPr>
              <a:t>while,</a:t>
            </a:r>
            <a:r>
              <a:rPr lang="en-GB" sz="1200" spc="-70" noProof="0" dirty="0">
                <a:latin typeface="+mn-lt"/>
                <a:ea typeface="Hack" panose="020B0609030202020204" pitchFamily="49" charset="0"/>
                <a:cs typeface="Hack" panose="020B0609030202020204" pitchFamily="49" charset="0"/>
              </a:rPr>
              <a:t> </a:t>
            </a:r>
            <a:r>
              <a:rPr lang="en-GB" sz="1200" spc="-10" noProof="0" dirty="0">
                <a:latin typeface="+mn-lt"/>
                <a:ea typeface="Hack" panose="020B0609030202020204" pitchFamily="49" charset="0"/>
                <a:cs typeface="Hack" panose="020B0609030202020204" pitchFamily="49" charset="0"/>
              </a:rPr>
              <a:t>but</a:t>
            </a:r>
            <a:r>
              <a:rPr lang="en-GB" sz="1200" spc="-65" noProof="0" dirty="0">
                <a:latin typeface="+mn-lt"/>
                <a:ea typeface="Hack" panose="020B0609030202020204" pitchFamily="49" charset="0"/>
                <a:cs typeface="Hack" panose="020B0609030202020204" pitchFamily="49" charset="0"/>
              </a:rPr>
              <a:t> </a:t>
            </a:r>
            <a:r>
              <a:rPr lang="en-GB" sz="1200" spc="-20" noProof="0" dirty="0">
                <a:latin typeface="+mn-lt"/>
                <a:ea typeface="Hack" panose="020B0609030202020204" pitchFamily="49" charset="0"/>
                <a:cs typeface="Hack" panose="020B0609030202020204" pitchFamily="49" charset="0"/>
              </a:rPr>
              <a:t>all</a:t>
            </a:r>
            <a:r>
              <a:rPr lang="en-GB" sz="1200" spc="-40" noProof="0" dirty="0">
                <a:latin typeface="+mn-lt"/>
                <a:ea typeface="Hack" panose="020B0609030202020204" pitchFamily="49" charset="0"/>
                <a:cs typeface="Hack" panose="020B0609030202020204" pitchFamily="49" charset="0"/>
              </a:rPr>
              <a:t> </a:t>
            </a:r>
            <a:r>
              <a:rPr lang="en-GB" sz="1200" spc="-15" noProof="0" dirty="0">
                <a:latin typeface="+mn-lt"/>
                <a:ea typeface="Hack" panose="020B0609030202020204" pitchFamily="49" charset="0"/>
                <a:cs typeface="Hack" panose="020B0609030202020204" pitchFamily="49" charset="0"/>
              </a:rPr>
              <a:t>subsequent</a:t>
            </a:r>
            <a:r>
              <a:rPr lang="en-GB" sz="1200" spc="-90" noProof="0" dirty="0">
                <a:latin typeface="+mn-lt"/>
                <a:ea typeface="Hack" panose="020B0609030202020204" pitchFamily="49" charset="0"/>
                <a:cs typeface="Hack" panose="020B0609030202020204" pitchFamily="49" charset="0"/>
              </a:rPr>
              <a:t> </a:t>
            </a:r>
            <a:r>
              <a:rPr lang="en-GB" sz="1200" spc="-20" noProof="0" dirty="0">
                <a:latin typeface="+mn-lt"/>
                <a:ea typeface="Hack" panose="020B0609030202020204" pitchFamily="49" charset="0"/>
                <a:cs typeface="Hack" panose="020B0609030202020204" pitchFamily="49" charset="0"/>
              </a:rPr>
              <a:t>operations</a:t>
            </a:r>
            <a:r>
              <a:rPr lang="en-GB" sz="1200" spc="-55" noProof="0" dirty="0">
                <a:latin typeface="+mn-lt"/>
                <a:ea typeface="Hack" panose="020B0609030202020204" pitchFamily="49" charset="0"/>
                <a:cs typeface="Hack" panose="020B0609030202020204" pitchFamily="49" charset="0"/>
              </a:rPr>
              <a:t> </a:t>
            </a:r>
            <a:r>
              <a:rPr lang="en-GB" sz="1200" spc="-25" noProof="0" dirty="0">
                <a:latin typeface="+mn-lt"/>
                <a:ea typeface="Hack" panose="020B0609030202020204" pitchFamily="49" charset="0"/>
                <a:cs typeface="Hack" panose="020B0609030202020204" pitchFamily="49" charset="0"/>
              </a:rPr>
              <a:t>will</a:t>
            </a:r>
            <a:r>
              <a:rPr lang="en-GB" sz="1200" spc="-40" noProof="0" dirty="0">
                <a:latin typeface="+mn-lt"/>
                <a:ea typeface="Hack" panose="020B0609030202020204" pitchFamily="49" charset="0"/>
                <a:cs typeface="Hack" panose="020B0609030202020204" pitchFamily="49" charset="0"/>
              </a:rPr>
              <a:t> </a:t>
            </a:r>
            <a:r>
              <a:rPr lang="en-GB" sz="1200" spc="-10" noProof="0" dirty="0">
                <a:latin typeface="+mn-lt"/>
                <a:ea typeface="Hack" panose="020B0609030202020204" pitchFamily="49" charset="0"/>
                <a:cs typeface="Hack" panose="020B0609030202020204" pitchFamily="49" charset="0"/>
              </a:rPr>
              <a:t>be</a:t>
            </a:r>
            <a:r>
              <a:rPr lang="en-GB" sz="1200" spc="-60" noProof="0" dirty="0">
                <a:latin typeface="+mn-lt"/>
                <a:ea typeface="Hack" panose="020B0609030202020204" pitchFamily="49" charset="0"/>
                <a:cs typeface="Hack" panose="020B0609030202020204" pitchFamily="49" charset="0"/>
              </a:rPr>
              <a:t> </a:t>
            </a:r>
            <a:r>
              <a:rPr lang="en-GB" sz="1200" spc="-15" noProof="0" dirty="0">
                <a:latin typeface="+mn-lt"/>
                <a:ea typeface="Hack" panose="020B0609030202020204" pitchFamily="49" charset="0"/>
                <a:cs typeface="Hack" panose="020B0609030202020204" pitchFamily="49" charset="0"/>
              </a:rPr>
              <a:t>very</a:t>
            </a:r>
            <a:r>
              <a:rPr lang="en-GB" sz="1200" spc="-45" noProof="0" dirty="0">
                <a:latin typeface="+mn-lt"/>
                <a:ea typeface="Hack" panose="020B0609030202020204" pitchFamily="49" charset="0"/>
                <a:cs typeface="Hack" panose="020B0609030202020204" pitchFamily="49" charset="0"/>
              </a:rPr>
              <a:t> </a:t>
            </a:r>
            <a:r>
              <a:rPr lang="en-GB" sz="1200" spc="-25" noProof="0" dirty="0">
                <a:latin typeface="+mn-lt"/>
                <a:ea typeface="Hack" panose="020B0609030202020204" pitchFamily="49" charset="0"/>
                <a:cs typeface="Hack" panose="020B0609030202020204" pitchFamily="49" charset="0"/>
              </a:rPr>
              <a:t>fast.</a:t>
            </a:r>
            <a:endParaRPr lang="en-GB" sz="1200" noProof="0" dirty="0">
              <a:latin typeface="+mn-lt"/>
              <a:ea typeface="Hack" panose="020B0609030202020204" pitchFamily="49" charset="0"/>
              <a:cs typeface="Hack" panose="020B0609030202020204" pitchFamily="49" charset="0"/>
            </a:endParaRPr>
          </a:p>
          <a:p>
            <a:endParaRPr lang="en-GB" noProof="0" dirty="0"/>
          </a:p>
        </p:txBody>
      </p:sp>
      <p:sp>
        <p:nvSpPr>
          <p:cNvPr id="4" name="Slide Number Placeholder 3"/>
          <p:cNvSpPr>
            <a:spLocks noGrp="1"/>
          </p:cNvSpPr>
          <p:nvPr>
            <p:ph type="sldNum" sz="quarter" idx="5"/>
          </p:nvPr>
        </p:nvSpPr>
        <p:spPr/>
        <p:txBody>
          <a:bodyPr/>
          <a:lstStyle/>
          <a:p>
            <a:fld id="{548901C6-1DA1-FB44-ABEE-06A0FEB7738E}" type="slidenum">
              <a:rPr lang="en-GB" smtClean="0"/>
              <a:pPr/>
              <a:t>18</a:t>
            </a:fld>
            <a:endParaRPr lang="en-GB"/>
          </a:p>
        </p:txBody>
      </p:sp>
      <p:sp>
        <p:nvSpPr>
          <p:cNvPr id="7" name="Slide Image Placeholder 6">
            <a:extLst>
              <a:ext uri="{FF2B5EF4-FFF2-40B4-BE49-F238E27FC236}">
                <a16:creationId xmlns:a16="http://schemas.microsoft.com/office/drawing/2014/main" id="{75FBD5F9-3F07-4319-B1E3-52795B990713}"/>
              </a:ext>
            </a:extLst>
          </p:cNvPr>
          <p:cNvSpPr>
            <a:spLocks noGrp="1" noRot="1" noChangeAspect="1"/>
          </p:cNvSpPr>
          <p:nvPr>
            <p:ph type="sldImg"/>
          </p:nvPr>
        </p:nvSpPr>
        <p:spPr/>
      </p:sp>
    </p:spTree>
    <p:extLst>
      <p:ext uri="{BB962C8B-B14F-4D97-AF65-F5344CB8AC3E}">
        <p14:creationId xmlns:p14="http://schemas.microsoft.com/office/powerpoint/2010/main" val="291792990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endParaRPr lang="en-GB" noProof="0" dirty="0"/>
          </a:p>
        </p:txBody>
      </p:sp>
      <p:sp>
        <p:nvSpPr>
          <p:cNvPr id="4" name="Slide Number Placeholder 3"/>
          <p:cNvSpPr>
            <a:spLocks noGrp="1"/>
          </p:cNvSpPr>
          <p:nvPr>
            <p:ph type="sldNum" sz="quarter" idx="5"/>
          </p:nvPr>
        </p:nvSpPr>
        <p:spPr/>
        <p:txBody>
          <a:bodyPr/>
          <a:lstStyle/>
          <a:p>
            <a:fld id="{548901C6-1DA1-FB44-ABEE-06A0FEB7738E}" type="slidenum">
              <a:rPr lang="en-GB" smtClean="0"/>
              <a:pPr/>
              <a:t>19</a:t>
            </a:fld>
            <a:endParaRPr lang="en-GB"/>
          </a:p>
        </p:txBody>
      </p:sp>
      <p:sp>
        <p:nvSpPr>
          <p:cNvPr id="7" name="Slide Image Placeholder 6">
            <a:extLst>
              <a:ext uri="{FF2B5EF4-FFF2-40B4-BE49-F238E27FC236}">
                <a16:creationId xmlns:a16="http://schemas.microsoft.com/office/drawing/2014/main" id="{75FBD5F9-3F07-4319-B1E3-52795B990713}"/>
              </a:ext>
            </a:extLst>
          </p:cNvPr>
          <p:cNvSpPr>
            <a:spLocks noGrp="1" noRot="1" noChangeAspect="1"/>
          </p:cNvSpPr>
          <p:nvPr>
            <p:ph type="sldImg"/>
          </p:nvPr>
        </p:nvSpPr>
        <p:spPr/>
      </p:sp>
    </p:spTree>
    <p:extLst>
      <p:ext uri="{BB962C8B-B14F-4D97-AF65-F5344CB8AC3E}">
        <p14:creationId xmlns:p14="http://schemas.microsoft.com/office/powerpoint/2010/main" val="160430382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81F78D-DE52-1B2C-80F7-A18F276665C5}"/>
            </a:ext>
          </a:extLst>
        </p:cNvPr>
        <p:cNvGrpSpPr/>
        <p:nvPr/>
      </p:nvGrpSpPr>
      <p:grpSpPr>
        <a:xfrm>
          <a:off x="0" y="0"/>
          <a:ext cx="0" cy="0"/>
          <a:chOff x="0" y="0"/>
          <a:chExt cx="0" cy="0"/>
        </a:xfrm>
      </p:grpSpPr>
      <p:sp>
        <p:nvSpPr>
          <p:cNvPr id="3" name="Notes Placeholder 2">
            <a:extLst>
              <a:ext uri="{FF2B5EF4-FFF2-40B4-BE49-F238E27FC236}">
                <a16:creationId xmlns:a16="http://schemas.microsoft.com/office/drawing/2014/main" id="{DB62CCB0-CE4A-285A-B8A8-9DAFEE1AC7AD}"/>
              </a:ext>
            </a:extLst>
          </p:cNvPr>
          <p:cNvSpPr>
            <a:spLocks noGrp="1"/>
          </p:cNvSpPr>
          <p:nvPr>
            <p:ph type="body" idx="1"/>
          </p:nvPr>
        </p:nvSpPr>
        <p:spPr/>
        <p:txBody>
          <a:bodyPr/>
          <a:lstStyle/>
          <a:p>
            <a:endParaRPr lang="en-GB" noProof="0" dirty="0"/>
          </a:p>
        </p:txBody>
      </p:sp>
      <p:sp>
        <p:nvSpPr>
          <p:cNvPr id="4" name="Slide Number Placeholder 3">
            <a:extLst>
              <a:ext uri="{FF2B5EF4-FFF2-40B4-BE49-F238E27FC236}">
                <a16:creationId xmlns:a16="http://schemas.microsoft.com/office/drawing/2014/main" id="{F8A5D5A7-3693-13C1-B0D0-6A23CB7D53AA}"/>
              </a:ext>
            </a:extLst>
          </p:cNvPr>
          <p:cNvSpPr>
            <a:spLocks noGrp="1"/>
          </p:cNvSpPr>
          <p:nvPr>
            <p:ph type="sldNum" sz="quarter" idx="5"/>
          </p:nvPr>
        </p:nvSpPr>
        <p:spPr/>
        <p:txBody>
          <a:bodyPr/>
          <a:lstStyle/>
          <a:p>
            <a:fld id="{548901C6-1DA1-FB44-ABEE-06A0FEB7738E}" type="slidenum">
              <a:rPr lang="en-GB" smtClean="0"/>
              <a:pPr/>
              <a:t>20</a:t>
            </a:fld>
            <a:endParaRPr lang="en-GB"/>
          </a:p>
        </p:txBody>
      </p:sp>
      <p:sp>
        <p:nvSpPr>
          <p:cNvPr id="7" name="Slide Image Placeholder 6">
            <a:extLst>
              <a:ext uri="{FF2B5EF4-FFF2-40B4-BE49-F238E27FC236}">
                <a16:creationId xmlns:a16="http://schemas.microsoft.com/office/drawing/2014/main" id="{64FEB477-C751-8CDC-815A-EB470363F570}"/>
              </a:ext>
            </a:extLst>
          </p:cNvPr>
          <p:cNvSpPr>
            <a:spLocks noGrp="1" noRot="1" noChangeAspect="1"/>
          </p:cNvSpPr>
          <p:nvPr>
            <p:ph type="sldImg"/>
          </p:nvPr>
        </p:nvSpPr>
        <p:spPr/>
      </p:sp>
    </p:spTree>
    <p:extLst>
      <p:ext uri="{BB962C8B-B14F-4D97-AF65-F5344CB8AC3E}">
        <p14:creationId xmlns:p14="http://schemas.microsoft.com/office/powerpoint/2010/main" val="92849651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548901C6-1DA1-FB44-ABEE-06A0FEB7738E}" type="slidenum">
              <a:rPr lang="en-GB" smtClean="0"/>
              <a:pPr/>
              <a:t>21</a:t>
            </a:fld>
            <a:endParaRPr lang="en-GB"/>
          </a:p>
        </p:txBody>
      </p:sp>
    </p:spTree>
    <p:extLst>
      <p:ext uri="{BB962C8B-B14F-4D97-AF65-F5344CB8AC3E}">
        <p14:creationId xmlns:p14="http://schemas.microsoft.com/office/powerpoint/2010/main" val="56152979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GB" noProof="0" dirty="0"/>
              <a:t>Most of these utilities use the same compression algorithm known as Lempel-Ziv (see man pages for compress if you are interested).</a:t>
            </a:r>
          </a:p>
          <a:p>
            <a:r>
              <a:rPr lang="en-GB" noProof="0" dirty="0"/>
              <a:t>This is compatible with </a:t>
            </a:r>
            <a:r>
              <a:rPr lang="en-GB" noProof="0" dirty="0" err="1"/>
              <a:t>pkzip</a:t>
            </a:r>
            <a:r>
              <a:rPr lang="en-GB" noProof="0" dirty="0"/>
              <a:t>, which was the de facto compression utility used on MS-DOS. The exception  is bzip2 which uses a "home grown" algorithm (oh all right then, a combination of the Burrows-Wheeler  transform and Huffman entropy encoding – impressed?).</a:t>
            </a:r>
          </a:p>
          <a:p>
            <a:endParaRPr lang="en-GB" noProof="0" dirty="0"/>
          </a:p>
        </p:txBody>
      </p:sp>
      <p:sp>
        <p:nvSpPr>
          <p:cNvPr id="4" name="Slide Number Placeholder 3"/>
          <p:cNvSpPr>
            <a:spLocks noGrp="1"/>
          </p:cNvSpPr>
          <p:nvPr>
            <p:ph type="sldNum" sz="quarter" idx="5"/>
          </p:nvPr>
        </p:nvSpPr>
        <p:spPr/>
        <p:txBody>
          <a:bodyPr/>
          <a:lstStyle/>
          <a:p>
            <a:fld id="{548901C6-1DA1-FB44-ABEE-06A0FEB7738E}" type="slidenum">
              <a:rPr lang="en-GB" smtClean="0"/>
              <a:pPr/>
              <a:t>22</a:t>
            </a:fld>
            <a:endParaRPr lang="en-GB"/>
          </a:p>
        </p:txBody>
      </p:sp>
      <p:sp>
        <p:nvSpPr>
          <p:cNvPr id="6" name="Slide Image Placeholder 5">
            <a:extLst>
              <a:ext uri="{FF2B5EF4-FFF2-40B4-BE49-F238E27FC236}">
                <a16:creationId xmlns:a16="http://schemas.microsoft.com/office/drawing/2014/main" id="{AB5D3076-F595-5256-0869-0F9D4A22C338}"/>
              </a:ext>
            </a:extLst>
          </p:cNvPr>
          <p:cNvSpPr>
            <a:spLocks noGrp="1" noRot="1" noChangeAspect="1"/>
          </p:cNvSpPr>
          <p:nvPr>
            <p:ph type="sldImg"/>
          </p:nvPr>
        </p:nvSpPr>
        <p:spPr/>
      </p:sp>
    </p:spTree>
    <p:extLst>
      <p:ext uri="{BB962C8B-B14F-4D97-AF65-F5344CB8AC3E}">
        <p14:creationId xmlns:p14="http://schemas.microsoft.com/office/powerpoint/2010/main" val="137868244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marL="12700" marR="139065" algn="just">
              <a:lnSpc>
                <a:spcPct val="100000"/>
              </a:lnSpc>
              <a:spcBef>
                <a:spcPts val="105"/>
              </a:spcBef>
            </a:pPr>
            <a:r>
              <a:rPr lang="en-GB" sz="1200" spc="-15" noProof="0" dirty="0" err="1">
                <a:latin typeface="+mn-lt"/>
                <a:cs typeface="Segoe UI"/>
              </a:rPr>
              <a:t>gzip</a:t>
            </a:r>
            <a:r>
              <a:rPr lang="en-GB" sz="1200" spc="-75" noProof="0" dirty="0">
                <a:latin typeface="+mn-lt"/>
                <a:cs typeface="Segoe UI"/>
              </a:rPr>
              <a:t> </a:t>
            </a:r>
            <a:r>
              <a:rPr lang="en-GB" sz="1200" spc="-15" noProof="0" dirty="0">
                <a:latin typeface="+mn-lt"/>
                <a:cs typeface="Segoe UI"/>
              </a:rPr>
              <a:t>and</a:t>
            </a:r>
            <a:r>
              <a:rPr lang="en-GB" sz="1200" spc="-45" noProof="0" dirty="0">
                <a:latin typeface="+mn-lt"/>
                <a:cs typeface="Segoe UI"/>
              </a:rPr>
              <a:t> </a:t>
            </a:r>
            <a:r>
              <a:rPr lang="en-GB" sz="1200" spc="-20" noProof="0" dirty="0">
                <a:latin typeface="+mn-lt"/>
                <a:cs typeface="Segoe UI"/>
              </a:rPr>
              <a:t>compress</a:t>
            </a:r>
            <a:r>
              <a:rPr lang="en-GB" sz="1200" spc="-50" noProof="0" dirty="0">
                <a:latin typeface="+mn-lt"/>
                <a:cs typeface="Segoe UI"/>
              </a:rPr>
              <a:t> </a:t>
            </a:r>
            <a:r>
              <a:rPr lang="en-GB" sz="1200" spc="-25" noProof="0" dirty="0">
                <a:latin typeface="+mn-lt"/>
                <a:cs typeface="Segoe UI"/>
              </a:rPr>
              <a:t>will</a:t>
            </a:r>
            <a:r>
              <a:rPr lang="en-GB" sz="1200" spc="-35" noProof="0" dirty="0">
                <a:latin typeface="+mn-lt"/>
                <a:cs typeface="Segoe UI"/>
              </a:rPr>
              <a:t> </a:t>
            </a:r>
            <a:r>
              <a:rPr lang="en-GB" sz="1200" spc="-20" noProof="0" dirty="0">
                <a:latin typeface="+mn-lt"/>
                <a:cs typeface="Segoe UI"/>
              </a:rPr>
              <a:t>overwrite</a:t>
            </a:r>
            <a:r>
              <a:rPr lang="en-GB" sz="1200" spc="-30" noProof="0" dirty="0">
                <a:latin typeface="+mn-lt"/>
                <a:cs typeface="Segoe UI"/>
              </a:rPr>
              <a:t> </a:t>
            </a:r>
            <a:r>
              <a:rPr lang="en-GB" sz="1200" spc="-15" noProof="0" dirty="0">
                <a:latin typeface="+mn-lt"/>
                <a:cs typeface="Segoe UI"/>
              </a:rPr>
              <a:t>the</a:t>
            </a:r>
            <a:r>
              <a:rPr lang="en-GB" sz="1200" spc="-55" noProof="0" dirty="0">
                <a:latin typeface="+mn-lt"/>
                <a:cs typeface="Segoe UI"/>
              </a:rPr>
              <a:t> </a:t>
            </a:r>
            <a:r>
              <a:rPr lang="en-GB" sz="1200" spc="-15" noProof="0" dirty="0">
                <a:latin typeface="+mn-lt"/>
                <a:cs typeface="Segoe UI"/>
              </a:rPr>
              <a:t>input</a:t>
            </a:r>
            <a:r>
              <a:rPr lang="en-GB" sz="1200" spc="-60" noProof="0" dirty="0">
                <a:latin typeface="+mn-lt"/>
                <a:cs typeface="Segoe UI"/>
              </a:rPr>
              <a:t> </a:t>
            </a:r>
            <a:r>
              <a:rPr lang="en-GB" sz="1200" spc="-20" noProof="0" dirty="0">
                <a:latin typeface="+mn-lt"/>
                <a:cs typeface="Segoe UI"/>
              </a:rPr>
              <a:t>files,</a:t>
            </a:r>
            <a:r>
              <a:rPr lang="en-GB" sz="1200" spc="-35" noProof="0" dirty="0">
                <a:latin typeface="+mn-lt"/>
                <a:cs typeface="Segoe UI"/>
              </a:rPr>
              <a:t> </a:t>
            </a:r>
            <a:r>
              <a:rPr lang="en-GB" sz="1200" spc="-10" noProof="0" dirty="0">
                <a:latin typeface="+mn-lt"/>
                <a:cs typeface="Segoe UI"/>
              </a:rPr>
              <a:t>but</a:t>
            </a:r>
            <a:r>
              <a:rPr lang="en-GB" sz="1200" spc="-60" noProof="0" dirty="0">
                <a:latin typeface="+mn-lt"/>
                <a:cs typeface="Segoe UI"/>
              </a:rPr>
              <a:t> </a:t>
            </a:r>
            <a:r>
              <a:rPr lang="en-GB" sz="1200" spc="-20" noProof="0" dirty="0">
                <a:latin typeface="+mn-lt"/>
                <a:cs typeface="Segoe UI"/>
              </a:rPr>
              <a:t>bzip2</a:t>
            </a:r>
            <a:r>
              <a:rPr lang="en-GB" sz="1200" spc="-45" noProof="0" dirty="0">
                <a:latin typeface="+mn-lt"/>
                <a:cs typeface="Segoe UI"/>
              </a:rPr>
              <a:t> </a:t>
            </a:r>
            <a:r>
              <a:rPr lang="en-GB" sz="1200" spc="-25" noProof="0" dirty="0">
                <a:latin typeface="+mn-lt"/>
                <a:cs typeface="Segoe UI"/>
              </a:rPr>
              <a:t>will</a:t>
            </a:r>
            <a:r>
              <a:rPr lang="en-GB" sz="1200" spc="-30" noProof="0" dirty="0">
                <a:latin typeface="+mn-lt"/>
                <a:cs typeface="Segoe UI"/>
              </a:rPr>
              <a:t> </a:t>
            </a:r>
            <a:r>
              <a:rPr lang="en-GB" sz="1200" spc="-10" noProof="0" dirty="0">
                <a:latin typeface="+mn-lt"/>
                <a:cs typeface="Segoe UI"/>
              </a:rPr>
              <a:t>not</a:t>
            </a:r>
            <a:r>
              <a:rPr lang="en-GB" sz="1200" spc="-60" noProof="0" dirty="0">
                <a:latin typeface="+mn-lt"/>
                <a:cs typeface="Segoe UI"/>
              </a:rPr>
              <a:t> </a:t>
            </a:r>
            <a:r>
              <a:rPr lang="en-GB" sz="1200" spc="-10" noProof="0" dirty="0">
                <a:latin typeface="+mn-lt"/>
                <a:cs typeface="Segoe UI"/>
              </a:rPr>
              <a:t>(by</a:t>
            </a:r>
            <a:r>
              <a:rPr lang="en-GB" sz="1200" spc="-65" noProof="0" dirty="0">
                <a:latin typeface="+mn-lt"/>
                <a:cs typeface="Segoe UI"/>
              </a:rPr>
              <a:t> </a:t>
            </a:r>
            <a:r>
              <a:rPr lang="en-GB" sz="1200" spc="-25" noProof="0" dirty="0">
                <a:latin typeface="+mn-lt"/>
                <a:cs typeface="Segoe UI"/>
              </a:rPr>
              <a:t>default),</a:t>
            </a:r>
            <a:r>
              <a:rPr lang="en-GB" sz="1200" spc="-35" noProof="0" dirty="0">
                <a:latin typeface="+mn-lt"/>
                <a:cs typeface="Segoe UI"/>
              </a:rPr>
              <a:t> </a:t>
            </a:r>
            <a:r>
              <a:rPr lang="en-GB" sz="1200" spc="-20" noProof="0" dirty="0">
                <a:latin typeface="+mn-lt"/>
                <a:cs typeface="Segoe UI"/>
              </a:rPr>
              <a:t>however</a:t>
            </a:r>
            <a:r>
              <a:rPr lang="en-GB" sz="1200" spc="-45" noProof="0" dirty="0">
                <a:latin typeface="+mn-lt"/>
                <a:cs typeface="Segoe UI"/>
              </a:rPr>
              <a:t> </a:t>
            </a:r>
            <a:r>
              <a:rPr lang="en-GB" sz="1200" spc="-20" noProof="0" dirty="0">
                <a:latin typeface="+mn-lt"/>
                <a:cs typeface="Segoe UI"/>
              </a:rPr>
              <a:t>all</a:t>
            </a:r>
            <a:r>
              <a:rPr lang="en-GB" sz="1200" spc="-35" noProof="0" dirty="0">
                <a:latin typeface="+mn-lt"/>
                <a:cs typeface="Segoe UI"/>
              </a:rPr>
              <a:t> </a:t>
            </a:r>
            <a:r>
              <a:rPr lang="en-GB" sz="1200" spc="-15" noProof="0" dirty="0">
                <a:latin typeface="+mn-lt"/>
                <a:cs typeface="Segoe UI"/>
              </a:rPr>
              <a:t>three</a:t>
            </a:r>
            <a:r>
              <a:rPr lang="en-GB" sz="1200" spc="-30" noProof="0" dirty="0">
                <a:latin typeface="+mn-lt"/>
                <a:cs typeface="Segoe UI"/>
              </a:rPr>
              <a:t> </a:t>
            </a:r>
            <a:r>
              <a:rPr lang="en-GB" sz="1200" spc="-25" noProof="0" dirty="0">
                <a:latin typeface="+mn-lt"/>
                <a:cs typeface="Segoe UI"/>
              </a:rPr>
              <a:t>will</a:t>
            </a:r>
            <a:r>
              <a:rPr lang="en-GB" sz="1200" spc="-35" noProof="0" dirty="0">
                <a:latin typeface="+mn-lt"/>
                <a:cs typeface="Segoe UI"/>
              </a:rPr>
              <a:t> </a:t>
            </a:r>
            <a:r>
              <a:rPr lang="en-GB" sz="1200" spc="-15" noProof="0" dirty="0">
                <a:latin typeface="+mn-lt"/>
                <a:cs typeface="Segoe UI"/>
              </a:rPr>
              <a:t>only </a:t>
            </a:r>
            <a:r>
              <a:rPr lang="en-GB" sz="1200" spc="-260" noProof="0" dirty="0">
                <a:latin typeface="+mn-lt"/>
                <a:cs typeface="Segoe UI"/>
              </a:rPr>
              <a:t> </a:t>
            </a:r>
            <a:r>
              <a:rPr lang="en-GB" sz="1200" spc="-15" noProof="0" dirty="0">
                <a:latin typeface="+mn-lt"/>
                <a:cs typeface="Segoe UI"/>
              </a:rPr>
              <a:t>produce </a:t>
            </a:r>
            <a:r>
              <a:rPr lang="en-GB" sz="1200" spc="-10" noProof="0" dirty="0">
                <a:latin typeface="+mn-lt"/>
                <a:cs typeface="Segoe UI"/>
              </a:rPr>
              <a:t>one </a:t>
            </a:r>
            <a:r>
              <a:rPr lang="en-GB" sz="1200" spc="-20" noProof="0" dirty="0">
                <a:latin typeface="+mn-lt"/>
                <a:cs typeface="Segoe UI"/>
              </a:rPr>
              <a:t>archive file </a:t>
            </a:r>
            <a:r>
              <a:rPr lang="en-GB" sz="1200" spc="-15" noProof="0" dirty="0">
                <a:latin typeface="+mn-lt"/>
                <a:cs typeface="Segoe UI"/>
              </a:rPr>
              <a:t>for </a:t>
            </a:r>
            <a:r>
              <a:rPr lang="en-GB" sz="1200" spc="-20" noProof="0" dirty="0">
                <a:latin typeface="+mn-lt"/>
                <a:cs typeface="Segoe UI"/>
              </a:rPr>
              <a:t>each input, unlike </a:t>
            </a:r>
            <a:r>
              <a:rPr lang="en-GB" sz="1200" spc="-15" noProof="0" dirty="0">
                <a:latin typeface="+mn-lt"/>
                <a:cs typeface="Segoe UI"/>
              </a:rPr>
              <a:t>zip.</a:t>
            </a:r>
          </a:p>
          <a:p>
            <a:pPr marL="12700" marR="139065" algn="just">
              <a:lnSpc>
                <a:spcPct val="100000"/>
              </a:lnSpc>
              <a:spcBef>
                <a:spcPts val="105"/>
              </a:spcBef>
            </a:pPr>
            <a:r>
              <a:rPr lang="en-GB" sz="1200" spc="-10" noProof="0" dirty="0">
                <a:latin typeface="+mn-lt"/>
                <a:cs typeface="Segoe UI"/>
              </a:rPr>
              <a:t>For </a:t>
            </a:r>
            <a:r>
              <a:rPr lang="en-GB" sz="1200" spc="-20" noProof="0" dirty="0">
                <a:latin typeface="+mn-lt"/>
                <a:cs typeface="Segoe UI"/>
              </a:rPr>
              <a:t>this reason, tar </a:t>
            </a:r>
            <a:r>
              <a:rPr lang="en-GB" sz="1200" spc="-15" noProof="0" dirty="0">
                <a:latin typeface="+mn-lt"/>
                <a:cs typeface="Segoe UI"/>
              </a:rPr>
              <a:t>is </a:t>
            </a:r>
            <a:r>
              <a:rPr lang="en-GB" sz="1200" spc="-20" noProof="0" dirty="0">
                <a:latin typeface="+mn-lt"/>
                <a:cs typeface="Segoe UI"/>
              </a:rPr>
              <a:t>often </a:t>
            </a:r>
            <a:r>
              <a:rPr lang="en-GB" sz="1200" spc="-15" noProof="0" dirty="0">
                <a:latin typeface="+mn-lt"/>
                <a:cs typeface="Segoe UI"/>
              </a:rPr>
              <a:t>used </a:t>
            </a:r>
            <a:r>
              <a:rPr lang="en-GB" sz="1200" spc="-25" noProof="0" dirty="0">
                <a:latin typeface="+mn-lt"/>
                <a:cs typeface="Segoe UI"/>
              </a:rPr>
              <a:t>with </a:t>
            </a:r>
            <a:r>
              <a:rPr lang="en-GB" sz="1200" spc="-20" noProof="0" dirty="0">
                <a:latin typeface="+mn-lt"/>
                <a:cs typeface="Segoe UI"/>
              </a:rPr>
              <a:t>these </a:t>
            </a:r>
            <a:r>
              <a:rPr lang="en-GB" sz="1200" spc="-25" noProof="0" dirty="0">
                <a:latin typeface="+mn-lt"/>
                <a:cs typeface="Segoe UI"/>
              </a:rPr>
              <a:t>utilities </a:t>
            </a:r>
            <a:r>
              <a:rPr lang="en-GB" sz="1200" spc="-15" noProof="0" dirty="0">
                <a:latin typeface="+mn-lt"/>
                <a:cs typeface="Segoe UI"/>
              </a:rPr>
              <a:t>to </a:t>
            </a:r>
            <a:r>
              <a:rPr lang="en-GB" sz="1200" spc="-260" noProof="0" dirty="0">
                <a:latin typeface="+mn-lt"/>
                <a:cs typeface="Segoe UI"/>
              </a:rPr>
              <a:t> </a:t>
            </a:r>
            <a:r>
              <a:rPr lang="en-GB" sz="1200" spc="-15" noProof="0" dirty="0">
                <a:latin typeface="+mn-lt"/>
                <a:cs typeface="Segoe UI"/>
              </a:rPr>
              <a:t>produce</a:t>
            </a:r>
            <a:r>
              <a:rPr lang="en-GB" sz="1200" spc="-114" noProof="0" dirty="0">
                <a:latin typeface="+mn-lt"/>
                <a:cs typeface="Segoe UI"/>
              </a:rPr>
              <a:t> </a:t>
            </a:r>
            <a:r>
              <a:rPr lang="en-GB" sz="1200" spc="-15" noProof="0" dirty="0">
                <a:latin typeface="+mn-lt"/>
                <a:cs typeface="Segoe UI"/>
              </a:rPr>
              <a:t>the</a:t>
            </a:r>
            <a:r>
              <a:rPr lang="en-GB" sz="1200" spc="-35" noProof="0" dirty="0">
                <a:latin typeface="+mn-lt"/>
                <a:cs typeface="Segoe UI"/>
              </a:rPr>
              <a:t> </a:t>
            </a:r>
            <a:r>
              <a:rPr lang="en-GB" sz="1200" spc="-20" noProof="0" dirty="0">
                <a:latin typeface="+mn-lt"/>
                <a:cs typeface="Segoe UI"/>
              </a:rPr>
              <a:t>single</a:t>
            </a:r>
            <a:r>
              <a:rPr lang="en-GB" sz="1200" spc="-60" noProof="0" dirty="0">
                <a:latin typeface="+mn-lt"/>
                <a:cs typeface="Segoe UI"/>
              </a:rPr>
              <a:t> </a:t>
            </a:r>
            <a:r>
              <a:rPr lang="en-GB" sz="1200" spc="-25" noProof="0" dirty="0">
                <a:latin typeface="+mn-lt"/>
                <a:cs typeface="Segoe UI"/>
              </a:rPr>
              <a:t>archive.</a:t>
            </a:r>
            <a:endParaRPr lang="en-GB" sz="1200" noProof="0" dirty="0">
              <a:latin typeface="+mn-lt"/>
              <a:cs typeface="Segoe UI"/>
            </a:endParaRPr>
          </a:p>
          <a:p>
            <a:endParaRPr lang="en-GB" noProof="0" dirty="0"/>
          </a:p>
        </p:txBody>
      </p:sp>
      <p:sp>
        <p:nvSpPr>
          <p:cNvPr id="4" name="Slide Number Placeholder 3"/>
          <p:cNvSpPr>
            <a:spLocks noGrp="1"/>
          </p:cNvSpPr>
          <p:nvPr>
            <p:ph type="sldNum" sz="quarter" idx="5"/>
          </p:nvPr>
        </p:nvSpPr>
        <p:spPr/>
        <p:txBody>
          <a:bodyPr/>
          <a:lstStyle/>
          <a:p>
            <a:fld id="{548901C6-1DA1-FB44-ABEE-06A0FEB7738E}" type="slidenum">
              <a:rPr lang="en-GB" smtClean="0"/>
              <a:pPr/>
              <a:t>23</a:t>
            </a:fld>
            <a:endParaRPr lang="en-GB"/>
          </a:p>
        </p:txBody>
      </p:sp>
      <p:sp>
        <p:nvSpPr>
          <p:cNvPr id="7" name="Slide Image Placeholder 6">
            <a:extLst>
              <a:ext uri="{FF2B5EF4-FFF2-40B4-BE49-F238E27FC236}">
                <a16:creationId xmlns:a16="http://schemas.microsoft.com/office/drawing/2014/main" id="{75FBD5F9-3F07-4319-B1E3-52795B990713}"/>
              </a:ext>
            </a:extLst>
          </p:cNvPr>
          <p:cNvSpPr>
            <a:spLocks noGrp="1" noRot="1" noChangeAspect="1"/>
          </p:cNvSpPr>
          <p:nvPr>
            <p:ph type="sldImg"/>
          </p:nvPr>
        </p:nvSpPr>
        <p:spPr/>
      </p:sp>
    </p:spTree>
    <p:extLst>
      <p:ext uri="{BB962C8B-B14F-4D97-AF65-F5344CB8AC3E}">
        <p14:creationId xmlns:p14="http://schemas.microsoft.com/office/powerpoint/2010/main" val="384181044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marL="12700" marR="205740">
              <a:lnSpc>
                <a:spcPct val="100000"/>
              </a:lnSpc>
              <a:spcBef>
                <a:spcPts val="605"/>
              </a:spcBef>
            </a:pPr>
            <a:r>
              <a:rPr lang="en-GB" sz="1200" spc="-15" noProof="0" dirty="0">
                <a:latin typeface="+mn-lt"/>
                <a:cs typeface="Segoe UI"/>
              </a:rPr>
              <a:t>The</a:t>
            </a:r>
            <a:r>
              <a:rPr lang="en-GB" spc="-80" dirty="0">
                <a:cs typeface="Segoe UI"/>
              </a:rPr>
              <a:t> </a:t>
            </a:r>
            <a:r>
              <a:rPr lang="en-GB" sz="1200" spc="-15" noProof="0" dirty="0">
                <a:latin typeface="+mn-lt"/>
                <a:cs typeface="Segoe UI"/>
              </a:rPr>
              <a:t>GNU</a:t>
            </a:r>
            <a:r>
              <a:rPr lang="en-GB" sz="1200" spc="-25" noProof="0" dirty="0">
                <a:latin typeface="+mn-lt"/>
                <a:cs typeface="Segoe UI"/>
              </a:rPr>
              <a:t> </a:t>
            </a:r>
            <a:r>
              <a:rPr lang="en-GB" sz="1200" spc="-20" noProof="0" dirty="0">
                <a:latin typeface="+mn-lt"/>
                <a:cs typeface="Segoe UI"/>
              </a:rPr>
              <a:t>version</a:t>
            </a:r>
            <a:r>
              <a:rPr lang="en-GB" sz="1200" spc="-50" noProof="0" dirty="0">
                <a:latin typeface="+mn-lt"/>
                <a:cs typeface="Segoe UI"/>
              </a:rPr>
              <a:t> </a:t>
            </a:r>
            <a:r>
              <a:rPr lang="en-GB" sz="1200" spc="-10" noProof="0" dirty="0">
                <a:latin typeface="+mn-lt"/>
                <a:cs typeface="Segoe UI"/>
              </a:rPr>
              <a:t>of</a:t>
            </a:r>
            <a:r>
              <a:rPr lang="en-GB" sz="1200" spc="-55" noProof="0" dirty="0">
                <a:latin typeface="+mn-lt"/>
                <a:cs typeface="Segoe UI"/>
              </a:rPr>
              <a:t> </a:t>
            </a:r>
            <a:r>
              <a:rPr lang="en-GB" sz="1200" spc="-20" noProof="0" dirty="0">
                <a:latin typeface="+mn-lt"/>
                <a:cs typeface="Segoe UI"/>
              </a:rPr>
              <a:t>tar (distributed</a:t>
            </a:r>
            <a:r>
              <a:rPr lang="en-GB" sz="1200" spc="-75" noProof="0" dirty="0">
                <a:latin typeface="+mn-lt"/>
                <a:cs typeface="Segoe UI"/>
              </a:rPr>
              <a:t> </a:t>
            </a:r>
            <a:r>
              <a:rPr lang="en-GB" sz="1200" spc="-20" noProof="0" dirty="0">
                <a:latin typeface="+mn-lt"/>
                <a:cs typeface="Segoe UI"/>
              </a:rPr>
              <a:t>with Linux)</a:t>
            </a:r>
            <a:r>
              <a:rPr lang="en-GB" sz="1200" spc="-45" noProof="0" dirty="0">
                <a:latin typeface="+mn-lt"/>
                <a:cs typeface="Segoe UI"/>
              </a:rPr>
              <a:t> </a:t>
            </a:r>
            <a:r>
              <a:rPr lang="en-GB" sz="1200" spc="-20" noProof="0" dirty="0">
                <a:latin typeface="+mn-lt"/>
                <a:cs typeface="Segoe UI"/>
              </a:rPr>
              <a:t>can </a:t>
            </a:r>
            <a:r>
              <a:rPr lang="en-GB" sz="1200" spc="-25" noProof="0" dirty="0">
                <a:latin typeface="+mn-lt"/>
                <a:cs typeface="Segoe UI"/>
              </a:rPr>
              <a:t>call</a:t>
            </a:r>
            <a:r>
              <a:rPr lang="en-GB" sz="1200" noProof="0" dirty="0">
                <a:latin typeface="+mn-lt"/>
                <a:cs typeface="Segoe UI"/>
              </a:rPr>
              <a:t> </a:t>
            </a:r>
            <a:r>
              <a:rPr lang="en-GB" sz="1200" spc="-20" noProof="0" dirty="0" err="1">
                <a:latin typeface="+mn-lt"/>
                <a:cs typeface="Segoe UI"/>
              </a:rPr>
              <a:t>gzip</a:t>
            </a:r>
            <a:r>
              <a:rPr lang="en-GB" sz="1200" spc="-20" noProof="0" dirty="0">
                <a:latin typeface="+mn-lt"/>
                <a:cs typeface="Segoe UI"/>
              </a:rPr>
              <a:t>,</a:t>
            </a:r>
            <a:r>
              <a:rPr lang="en-GB" sz="1200" spc="-60" noProof="0" dirty="0">
                <a:latin typeface="+mn-lt"/>
                <a:cs typeface="Segoe UI"/>
              </a:rPr>
              <a:t> </a:t>
            </a:r>
            <a:r>
              <a:rPr lang="en-GB" sz="1200" spc="-20" noProof="0" dirty="0">
                <a:latin typeface="+mn-lt"/>
                <a:cs typeface="Segoe UI"/>
              </a:rPr>
              <a:t>bzip2,</a:t>
            </a:r>
            <a:r>
              <a:rPr lang="en-GB" sz="1200" spc="-75" noProof="0" dirty="0">
                <a:latin typeface="+mn-lt"/>
                <a:cs typeface="Segoe UI"/>
              </a:rPr>
              <a:t> </a:t>
            </a:r>
            <a:r>
              <a:rPr lang="en-GB" sz="1200" spc="-15" noProof="0" dirty="0" err="1">
                <a:latin typeface="+mn-lt"/>
                <a:cs typeface="Segoe UI"/>
              </a:rPr>
              <a:t>xz</a:t>
            </a:r>
            <a:r>
              <a:rPr lang="en-GB" sz="1200" spc="-30" noProof="0" dirty="0">
                <a:latin typeface="+mn-lt"/>
                <a:cs typeface="Segoe UI"/>
              </a:rPr>
              <a:t> </a:t>
            </a:r>
            <a:r>
              <a:rPr lang="en-GB" sz="1200" spc="-10" noProof="0" dirty="0">
                <a:latin typeface="+mn-lt"/>
                <a:cs typeface="Segoe UI"/>
              </a:rPr>
              <a:t>or</a:t>
            </a:r>
            <a:r>
              <a:rPr lang="en-GB" sz="1200" spc="-45" noProof="0" dirty="0">
                <a:latin typeface="+mn-lt"/>
                <a:cs typeface="Segoe UI"/>
              </a:rPr>
              <a:t> </a:t>
            </a:r>
            <a:r>
              <a:rPr lang="en-GB" sz="1200" spc="-20" noProof="0" dirty="0">
                <a:latin typeface="+mn-lt"/>
                <a:cs typeface="Segoe UI"/>
              </a:rPr>
              <a:t>compress</a:t>
            </a:r>
            <a:r>
              <a:rPr lang="en-GB" sz="1200" spc="-45" noProof="0" dirty="0">
                <a:latin typeface="+mn-lt"/>
                <a:cs typeface="Segoe UI"/>
              </a:rPr>
              <a:t> </a:t>
            </a:r>
            <a:r>
              <a:rPr lang="en-GB" sz="1200" spc="-10" noProof="0" dirty="0">
                <a:latin typeface="+mn-lt"/>
                <a:cs typeface="Segoe UI"/>
              </a:rPr>
              <a:t>by</a:t>
            </a:r>
            <a:r>
              <a:rPr lang="en-GB" sz="1200" spc="-40" noProof="0" dirty="0">
                <a:latin typeface="+mn-lt"/>
                <a:cs typeface="Segoe UI"/>
              </a:rPr>
              <a:t> </a:t>
            </a:r>
            <a:r>
              <a:rPr lang="en-GB" sz="1200" spc="-20" noProof="0" dirty="0">
                <a:latin typeface="+mn-lt"/>
                <a:cs typeface="Segoe UI"/>
              </a:rPr>
              <a:t>simple</a:t>
            </a:r>
            <a:r>
              <a:rPr lang="en-GB" sz="1200" spc="-30" noProof="0" dirty="0">
                <a:latin typeface="+mn-lt"/>
                <a:cs typeface="Segoe UI"/>
              </a:rPr>
              <a:t> </a:t>
            </a:r>
            <a:r>
              <a:rPr lang="en-GB" sz="1200" spc="-20" noProof="0" dirty="0">
                <a:latin typeface="+mn-lt"/>
                <a:cs typeface="Segoe UI"/>
              </a:rPr>
              <a:t>command </a:t>
            </a:r>
            <a:r>
              <a:rPr lang="en-GB" sz="1200" spc="-260" noProof="0" dirty="0">
                <a:latin typeface="+mn-lt"/>
                <a:cs typeface="Segoe UI"/>
              </a:rPr>
              <a:t> </a:t>
            </a:r>
            <a:r>
              <a:rPr lang="en-GB" sz="1200" spc="-20" noProof="0" dirty="0">
                <a:latin typeface="+mn-lt"/>
                <a:cs typeface="Segoe UI"/>
              </a:rPr>
              <a:t>line</a:t>
            </a:r>
            <a:r>
              <a:rPr lang="en-GB" sz="1200" spc="-85" noProof="0" dirty="0">
                <a:latin typeface="+mn-lt"/>
                <a:cs typeface="Segoe UI"/>
              </a:rPr>
              <a:t> </a:t>
            </a:r>
            <a:r>
              <a:rPr lang="en-GB" sz="1200" spc="-25" noProof="0" dirty="0">
                <a:latin typeface="+mn-lt"/>
                <a:cs typeface="Segoe UI"/>
              </a:rPr>
              <a:t>switches,</a:t>
            </a:r>
            <a:r>
              <a:rPr lang="en-GB" sz="1200" spc="-10" noProof="0" dirty="0">
                <a:latin typeface="+mn-lt"/>
                <a:cs typeface="Segoe UI"/>
              </a:rPr>
              <a:t> but</a:t>
            </a:r>
            <a:r>
              <a:rPr lang="en-GB" sz="1200" spc="-60" noProof="0" dirty="0">
                <a:latin typeface="+mn-lt"/>
                <a:cs typeface="Segoe UI"/>
              </a:rPr>
              <a:t> </a:t>
            </a:r>
            <a:r>
              <a:rPr lang="en-GB" sz="1200" spc="-20" noProof="0" dirty="0">
                <a:latin typeface="+mn-lt"/>
                <a:cs typeface="Segoe UI"/>
              </a:rPr>
              <a:t>other</a:t>
            </a:r>
            <a:r>
              <a:rPr lang="en-GB" sz="1200" spc="-45" noProof="0" dirty="0">
                <a:latin typeface="+mn-lt"/>
                <a:cs typeface="Segoe UI"/>
              </a:rPr>
              <a:t> </a:t>
            </a:r>
            <a:r>
              <a:rPr lang="en-GB" sz="1200" spc="-20" noProof="0" dirty="0">
                <a:latin typeface="+mn-lt"/>
                <a:cs typeface="Segoe UI"/>
              </a:rPr>
              <a:t>programs</a:t>
            </a:r>
            <a:r>
              <a:rPr lang="en-GB" sz="1200" spc="-80" noProof="0" dirty="0">
                <a:latin typeface="+mn-lt"/>
                <a:cs typeface="Segoe UI"/>
              </a:rPr>
              <a:t> </a:t>
            </a:r>
            <a:r>
              <a:rPr lang="en-GB" sz="1200" spc="-20" noProof="0" dirty="0">
                <a:latin typeface="+mn-lt"/>
                <a:cs typeface="Segoe UI"/>
              </a:rPr>
              <a:t>can</a:t>
            </a:r>
            <a:r>
              <a:rPr lang="en-GB" sz="1200" spc="-25" noProof="0" dirty="0">
                <a:latin typeface="+mn-lt"/>
                <a:cs typeface="Segoe UI"/>
              </a:rPr>
              <a:t> </a:t>
            </a:r>
            <a:r>
              <a:rPr lang="en-GB" sz="1200" spc="-10" noProof="0" dirty="0">
                <a:latin typeface="+mn-lt"/>
                <a:cs typeface="Segoe UI"/>
              </a:rPr>
              <a:t>be</a:t>
            </a:r>
            <a:r>
              <a:rPr lang="en-GB" sz="1200" spc="-30" noProof="0" dirty="0">
                <a:latin typeface="+mn-lt"/>
                <a:cs typeface="Segoe UI"/>
              </a:rPr>
              <a:t> </a:t>
            </a:r>
            <a:r>
              <a:rPr lang="en-GB" sz="1200" spc="-25" noProof="0" dirty="0">
                <a:latin typeface="+mn-lt"/>
                <a:cs typeface="Segoe UI"/>
              </a:rPr>
              <a:t>called </a:t>
            </a:r>
            <a:r>
              <a:rPr lang="en-GB" sz="1200" spc="-20" noProof="0" dirty="0">
                <a:latin typeface="+mn-lt"/>
                <a:cs typeface="Segoe UI"/>
              </a:rPr>
              <a:t>instead.</a:t>
            </a:r>
            <a:endParaRPr lang="en-GB" sz="1200" spc="204" noProof="0" dirty="0">
              <a:latin typeface="+mn-lt"/>
              <a:cs typeface="Segoe UI"/>
            </a:endParaRPr>
          </a:p>
          <a:p>
            <a:pPr marL="12700" marR="205740">
              <a:lnSpc>
                <a:spcPct val="100000"/>
              </a:lnSpc>
              <a:spcBef>
                <a:spcPts val="605"/>
              </a:spcBef>
            </a:pPr>
            <a:r>
              <a:rPr lang="en-GB" sz="1200" spc="5" noProof="0" dirty="0">
                <a:latin typeface="+mn-lt"/>
                <a:cs typeface="Segoe UI"/>
              </a:rPr>
              <a:t>A</a:t>
            </a:r>
            <a:r>
              <a:rPr lang="en-GB" sz="1200" spc="-35" noProof="0" dirty="0">
                <a:latin typeface="+mn-lt"/>
                <a:cs typeface="Segoe UI"/>
              </a:rPr>
              <a:t> </a:t>
            </a:r>
            <a:r>
              <a:rPr lang="en-GB" sz="1200" spc="-20" noProof="0" dirty="0">
                <a:latin typeface="+mn-lt"/>
                <a:cs typeface="Segoe UI"/>
              </a:rPr>
              <a:t>zipped</a:t>
            </a:r>
            <a:r>
              <a:rPr lang="en-GB" sz="1200" spc="-50" noProof="0" dirty="0">
                <a:latin typeface="+mn-lt"/>
                <a:cs typeface="Segoe UI"/>
              </a:rPr>
              <a:t> </a:t>
            </a:r>
            <a:r>
              <a:rPr lang="en-GB" sz="1200" spc="-20" noProof="0" dirty="0">
                <a:latin typeface="+mn-lt"/>
                <a:cs typeface="Segoe UI"/>
              </a:rPr>
              <a:t>tar</a:t>
            </a:r>
            <a:r>
              <a:rPr lang="en-GB" sz="1200" spc="-25" noProof="0" dirty="0">
                <a:latin typeface="+mn-lt"/>
                <a:cs typeface="Segoe UI"/>
              </a:rPr>
              <a:t> </a:t>
            </a:r>
            <a:r>
              <a:rPr lang="en-GB" sz="1200" spc="-20" noProof="0" dirty="0">
                <a:latin typeface="+mn-lt"/>
                <a:cs typeface="Segoe UI"/>
              </a:rPr>
              <a:t>file</a:t>
            </a:r>
            <a:r>
              <a:rPr lang="en-GB" sz="1200" spc="-30" noProof="0" dirty="0">
                <a:latin typeface="+mn-lt"/>
                <a:cs typeface="Segoe UI"/>
              </a:rPr>
              <a:t> </a:t>
            </a:r>
            <a:r>
              <a:rPr lang="en-GB" sz="1200" spc="-15" noProof="0" dirty="0">
                <a:latin typeface="+mn-lt"/>
                <a:cs typeface="Segoe UI"/>
              </a:rPr>
              <a:t>is</a:t>
            </a:r>
            <a:r>
              <a:rPr lang="en-GB" sz="1200" spc="-50" noProof="0" dirty="0">
                <a:latin typeface="+mn-lt"/>
                <a:cs typeface="Segoe UI"/>
              </a:rPr>
              <a:t> </a:t>
            </a:r>
            <a:r>
              <a:rPr lang="en-GB" sz="1200" spc="-20" noProof="0" dirty="0">
                <a:latin typeface="+mn-lt"/>
                <a:cs typeface="Segoe UI"/>
              </a:rPr>
              <a:t>known</a:t>
            </a:r>
            <a:r>
              <a:rPr lang="en-GB" sz="1200" spc="-50" noProof="0" dirty="0">
                <a:latin typeface="+mn-lt"/>
                <a:cs typeface="Segoe UI"/>
              </a:rPr>
              <a:t> </a:t>
            </a:r>
            <a:r>
              <a:rPr lang="en-GB" sz="1200" spc="-15" noProof="0" dirty="0">
                <a:latin typeface="+mn-lt"/>
                <a:cs typeface="Segoe UI"/>
              </a:rPr>
              <a:t>as</a:t>
            </a:r>
            <a:r>
              <a:rPr lang="en-GB" sz="1200" spc="-25" noProof="0" dirty="0">
                <a:latin typeface="+mn-lt"/>
                <a:cs typeface="Segoe UI"/>
              </a:rPr>
              <a:t> </a:t>
            </a:r>
            <a:r>
              <a:rPr lang="en-GB" sz="1200" noProof="0" dirty="0">
                <a:latin typeface="+mn-lt"/>
                <a:cs typeface="Segoe UI"/>
              </a:rPr>
              <a:t>a</a:t>
            </a:r>
            <a:r>
              <a:rPr lang="en-GB" sz="1200" spc="-45" noProof="0" dirty="0">
                <a:latin typeface="+mn-lt"/>
                <a:cs typeface="Segoe UI"/>
              </a:rPr>
              <a:t> </a:t>
            </a:r>
            <a:r>
              <a:rPr lang="en-GB" sz="1200" spc="-20" noProof="0" dirty="0">
                <a:latin typeface="+mn-lt"/>
                <a:cs typeface="Segoe UI"/>
              </a:rPr>
              <a:t>tar-ball.</a:t>
            </a:r>
            <a:endParaRPr lang="en-GB" sz="1200" noProof="0" dirty="0">
              <a:latin typeface="+mn-lt"/>
              <a:cs typeface="Segoe UI"/>
            </a:endParaRPr>
          </a:p>
          <a:p>
            <a:pPr marL="12700" marR="5080">
              <a:lnSpc>
                <a:spcPct val="100000"/>
              </a:lnSpc>
              <a:spcBef>
                <a:spcPts val="600"/>
              </a:spcBef>
            </a:pPr>
            <a:r>
              <a:rPr lang="en-GB" sz="1200" spc="-25" noProof="0" dirty="0">
                <a:latin typeface="+mn-lt"/>
                <a:cs typeface="Segoe UI"/>
              </a:rPr>
              <a:t>Earlier </a:t>
            </a:r>
            <a:r>
              <a:rPr lang="en-GB" sz="1200" spc="-20" noProof="0" dirty="0">
                <a:latin typeface="+mn-lt"/>
                <a:cs typeface="Segoe UI"/>
              </a:rPr>
              <a:t>UNIX versions </a:t>
            </a:r>
            <a:r>
              <a:rPr lang="en-GB" sz="1200" spc="-10" noProof="0" dirty="0">
                <a:latin typeface="+mn-lt"/>
                <a:cs typeface="Segoe UI"/>
              </a:rPr>
              <a:t>of </a:t>
            </a:r>
            <a:r>
              <a:rPr lang="en-GB" sz="1200" spc="-20" noProof="0" dirty="0">
                <a:latin typeface="+mn-lt"/>
                <a:cs typeface="Segoe UI"/>
              </a:rPr>
              <a:t>tar </a:t>
            </a:r>
            <a:r>
              <a:rPr lang="en-GB" sz="1200" spc="-15" noProof="0" dirty="0">
                <a:latin typeface="+mn-lt"/>
                <a:cs typeface="Segoe UI"/>
              </a:rPr>
              <a:t>didn’t support the </a:t>
            </a:r>
            <a:r>
              <a:rPr lang="en-GB" sz="1200" spc="-20" noProof="0" dirty="0">
                <a:latin typeface="+mn-lt"/>
                <a:cs typeface="Segoe UI"/>
              </a:rPr>
              <a:t>options requesting compression, consequently </a:t>
            </a:r>
            <a:r>
              <a:rPr lang="en-GB" sz="1200" spc="-15" noProof="0" dirty="0">
                <a:latin typeface="+mn-lt"/>
                <a:cs typeface="Segoe UI"/>
              </a:rPr>
              <a:t>the </a:t>
            </a:r>
            <a:r>
              <a:rPr lang="en-GB" sz="1200" spc="-20" noProof="0" dirty="0">
                <a:latin typeface="+mn-lt"/>
                <a:cs typeface="Segoe UI"/>
              </a:rPr>
              <a:t>tar </a:t>
            </a:r>
            <a:r>
              <a:rPr lang="en-GB" sz="1200" spc="-15" noProof="0" dirty="0">
                <a:latin typeface="+mn-lt"/>
                <a:cs typeface="Segoe UI"/>
              </a:rPr>
              <a:t> </a:t>
            </a:r>
            <a:r>
              <a:rPr lang="en-GB" sz="1200" spc="-20" noProof="0" dirty="0">
                <a:latin typeface="+mn-lt"/>
                <a:cs typeface="Segoe UI"/>
              </a:rPr>
              <a:t>backup</a:t>
            </a:r>
            <a:r>
              <a:rPr lang="en-GB" sz="1200" spc="-80" noProof="0" dirty="0">
                <a:latin typeface="+mn-lt"/>
                <a:cs typeface="Segoe UI"/>
              </a:rPr>
              <a:t> </a:t>
            </a:r>
            <a:r>
              <a:rPr lang="en-GB" sz="1200" spc="-15" noProof="0" dirty="0">
                <a:latin typeface="+mn-lt"/>
                <a:cs typeface="Segoe UI"/>
              </a:rPr>
              <a:t>had</a:t>
            </a:r>
            <a:r>
              <a:rPr lang="en-GB" sz="1200" spc="-20" noProof="0" dirty="0">
                <a:latin typeface="+mn-lt"/>
                <a:cs typeface="Segoe UI"/>
              </a:rPr>
              <a:t> </a:t>
            </a:r>
            <a:r>
              <a:rPr lang="en-GB" sz="1200" spc="-15" noProof="0" dirty="0">
                <a:latin typeface="+mn-lt"/>
                <a:cs typeface="Segoe UI"/>
              </a:rPr>
              <a:t>to</a:t>
            </a:r>
            <a:r>
              <a:rPr lang="en-GB" sz="1200" spc="-45" noProof="0" dirty="0">
                <a:latin typeface="+mn-lt"/>
                <a:cs typeface="Segoe UI"/>
              </a:rPr>
              <a:t> </a:t>
            </a:r>
            <a:r>
              <a:rPr lang="en-GB" sz="1200" spc="-10" noProof="0" dirty="0">
                <a:latin typeface="+mn-lt"/>
                <a:cs typeface="Segoe UI"/>
              </a:rPr>
              <a:t>be</a:t>
            </a:r>
            <a:r>
              <a:rPr lang="en-GB" sz="1200" spc="-30" noProof="0" dirty="0">
                <a:latin typeface="+mn-lt"/>
                <a:cs typeface="Segoe UI"/>
              </a:rPr>
              <a:t> </a:t>
            </a:r>
            <a:r>
              <a:rPr lang="en-GB" sz="1200" spc="-25" noProof="0" dirty="0">
                <a:latin typeface="+mn-lt"/>
                <a:cs typeface="Segoe UI"/>
              </a:rPr>
              <a:t>‘manually’</a:t>
            </a:r>
            <a:r>
              <a:rPr lang="en-GB" sz="1200" spc="-45" noProof="0" dirty="0">
                <a:latin typeface="+mn-lt"/>
                <a:cs typeface="Segoe UI"/>
              </a:rPr>
              <a:t> </a:t>
            </a:r>
            <a:r>
              <a:rPr lang="en-GB" sz="1200" spc="-20" noProof="0" dirty="0">
                <a:latin typeface="+mn-lt"/>
                <a:cs typeface="Segoe UI"/>
              </a:rPr>
              <a:t>compressed.</a:t>
            </a:r>
            <a:r>
              <a:rPr lang="en-GB" sz="1200" spc="-60" noProof="0" dirty="0">
                <a:latin typeface="+mn-lt"/>
                <a:cs typeface="Segoe UI"/>
              </a:rPr>
              <a:t> </a:t>
            </a:r>
          </a:p>
          <a:p>
            <a:pPr marL="12700" marR="5080">
              <a:lnSpc>
                <a:spcPct val="100000"/>
              </a:lnSpc>
              <a:spcBef>
                <a:spcPts val="600"/>
              </a:spcBef>
            </a:pPr>
            <a:r>
              <a:rPr lang="en-GB" sz="1200" spc="-15" noProof="0" dirty="0">
                <a:latin typeface="+mn-lt"/>
                <a:cs typeface="Segoe UI"/>
              </a:rPr>
              <a:t>The</a:t>
            </a:r>
            <a:r>
              <a:rPr lang="en-GB" sz="1200" spc="-40" noProof="0" dirty="0">
                <a:latin typeface="+mn-lt"/>
                <a:cs typeface="Segoe UI"/>
              </a:rPr>
              <a:t> </a:t>
            </a:r>
            <a:r>
              <a:rPr lang="en-GB" sz="1200" spc="-15" noProof="0" dirty="0" err="1">
                <a:latin typeface="+mn-lt"/>
                <a:cs typeface="Segoe UI"/>
              </a:rPr>
              <a:t>stdout</a:t>
            </a:r>
            <a:r>
              <a:rPr lang="en-GB" sz="1200" spc="-60" noProof="0" dirty="0">
                <a:latin typeface="+mn-lt"/>
                <a:cs typeface="Segoe UI"/>
              </a:rPr>
              <a:t> </a:t>
            </a:r>
            <a:r>
              <a:rPr lang="en-GB" sz="1200" spc="-15" noProof="0" dirty="0">
                <a:latin typeface="+mn-lt"/>
                <a:cs typeface="Segoe UI"/>
              </a:rPr>
              <a:t>and</a:t>
            </a:r>
            <a:r>
              <a:rPr lang="en-GB" sz="1200" spc="-20" noProof="0" dirty="0">
                <a:latin typeface="+mn-lt"/>
                <a:cs typeface="Segoe UI"/>
              </a:rPr>
              <a:t> stdin</a:t>
            </a:r>
            <a:r>
              <a:rPr lang="en-GB" sz="1200" spc="-50" noProof="0" dirty="0">
                <a:latin typeface="+mn-lt"/>
                <a:cs typeface="Segoe UI"/>
              </a:rPr>
              <a:t> </a:t>
            </a:r>
            <a:r>
              <a:rPr lang="en-GB" sz="1200" spc="-20" noProof="0" dirty="0">
                <a:latin typeface="+mn-lt"/>
                <a:cs typeface="Segoe UI"/>
              </a:rPr>
              <a:t>could</a:t>
            </a:r>
            <a:r>
              <a:rPr lang="en-GB" sz="1200" spc="-50" noProof="0" dirty="0">
                <a:latin typeface="+mn-lt"/>
                <a:cs typeface="Segoe UI"/>
              </a:rPr>
              <a:t> </a:t>
            </a:r>
            <a:r>
              <a:rPr lang="en-GB" sz="1200" spc="-10" noProof="0" dirty="0">
                <a:latin typeface="+mn-lt"/>
                <a:cs typeface="Segoe UI"/>
              </a:rPr>
              <a:t>be</a:t>
            </a:r>
            <a:r>
              <a:rPr lang="en-GB" sz="1200" spc="-55" noProof="0" dirty="0">
                <a:latin typeface="+mn-lt"/>
                <a:cs typeface="Segoe UI"/>
              </a:rPr>
              <a:t> </a:t>
            </a:r>
            <a:r>
              <a:rPr lang="en-GB" sz="1200" spc="-15" noProof="0" dirty="0">
                <a:latin typeface="+mn-lt"/>
                <a:cs typeface="Segoe UI"/>
              </a:rPr>
              <a:t>used</a:t>
            </a:r>
            <a:r>
              <a:rPr lang="en-GB" sz="1200" spc="-50" noProof="0" dirty="0">
                <a:latin typeface="+mn-lt"/>
                <a:cs typeface="Segoe UI"/>
              </a:rPr>
              <a:t> </a:t>
            </a:r>
            <a:r>
              <a:rPr lang="en-GB" sz="1200" spc="-15" noProof="0" dirty="0">
                <a:latin typeface="+mn-lt"/>
                <a:cs typeface="Segoe UI"/>
              </a:rPr>
              <a:t>to</a:t>
            </a:r>
            <a:r>
              <a:rPr lang="en-GB" sz="1200" spc="-45" noProof="0" dirty="0">
                <a:latin typeface="+mn-lt"/>
                <a:cs typeface="Segoe UI"/>
              </a:rPr>
              <a:t> </a:t>
            </a:r>
            <a:r>
              <a:rPr lang="en-GB" sz="1200" spc="-15" noProof="0" dirty="0">
                <a:latin typeface="+mn-lt"/>
                <a:cs typeface="Segoe UI"/>
              </a:rPr>
              <a:t>pass</a:t>
            </a:r>
            <a:r>
              <a:rPr lang="en-GB" sz="1200" spc="-25" noProof="0" dirty="0">
                <a:latin typeface="+mn-lt"/>
                <a:cs typeface="Segoe UI"/>
              </a:rPr>
              <a:t> </a:t>
            </a:r>
            <a:r>
              <a:rPr lang="en-GB" sz="1200" spc="-15" noProof="0" dirty="0">
                <a:latin typeface="+mn-lt"/>
                <a:cs typeface="Segoe UI"/>
              </a:rPr>
              <a:t>the</a:t>
            </a:r>
            <a:r>
              <a:rPr lang="en-GB" sz="1200" spc="-55" noProof="0" dirty="0">
                <a:latin typeface="+mn-lt"/>
                <a:cs typeface="Segoe UI"/>
              </a:rPr>
              <a:t> </a:t>
            </a:r>
            <a:r>
              <a:rPr lang="en-GB" sz="1200" spc="-20" noProof="0" dirty="0">
                <a:latin typeface="+mn-lt"/>
                <a:cs typeface="Segoe UI"/>
              </a:rPr>
              <a:t>data</a:t>
            </a:r>
            <a:r>
              <a:rPr lang="en-GB" sz="1200" spc="-10" noProof="0" dirty="0">
                <a:latin typeface="+mn-lt"/>
                <a:cs typeface="Segoe UI"/>
              </a:rPr>
              <a:t> </a:t>
            </a:r>
            <a:r>
              <a:rPr lang="en-GB" sz="1200" spc="-20" noProof="0" dirty="0">
                <a:latin typeface="+mn-lt"/>
                <a:cs typeface="Segoe UI"/>
              </a:rPr>
              <a:t>between</a:t>
            </a:r>
            <a:r>
              <a:rPr lang="en-GB" sz="1200" spc="-50" noProof="0" dirty="0">
                <a:latin typeface="+mn-lt"/>
                <a:cs typeface="Segoe UI"/>
              </a:rPr>
              <a:t> </a:t>
            </a:r>
            <a:r>
              <a:rPr lang="en-GB" sz="1200" spc="-20" noProof="0" dirty="0">
                <a:latin typeface="+mn-lt"/>
                <a:cs typeface="Segoe UI"/>
              </a:rPr>
              <a:t>tar </a:t>
            </a:r>
            <a:r>
              <a:rPr lang="en-GB" sz="1200" spc="-260" noProof="0" dirty="0">
                <a:latin typeface="+mn-lt"/>
                <a:cs typeface="Segoe UI"/>
              </a:rPr>
              <a:t> </a:t>
            </a:r>
            <a:r>
              <a:rPr lang="en-GB" sz="1200" spc="-15" noProof="0" dirty="0">
                <a:latin typeface="+mn-lt"/>
                <a:cs typeface="Segoe UI"/>
              </a:rPr>
              <a:t>and the </a:t>
            </a:r>
            <a:r>
              <a:rPr lang="en-GB" sz="1200" spc="-20" noProof="0" dirty="0">
                <a:latin typeface="+mn-lt"/>
                <a:cs typeface="Segoe UI"/>
              </a:rPr>
              <a:t>compression tool.</a:t>
            </a:r>
          </a:p>
          <a:p>
            <a:pPr marL="12700" marR="5080">
              <a:lnSpc>
                <a:spcPct val="100000"/>
              </a:lnSpc>
              <a:spcBef>
                <a:spcPts val="600"/>
              </a:spcBef>
            </a:pPr>
            <a:r>
              <a:rPr lang="en-GB" sz="1200" spc="-15" noProof="0" dirty="0">
                <a:latin typeface="+mn-lt"/>
                <a:cs typeface="Segoe UI"/>
              </a:rPr>
              <a:t>As you </a:t>
            </a:r>
            <a:r>
              <a:rPr lang="en-GB" sz="1200" spc="-20" noProof="0" dirty="0">
                <a:latin typeface="+mn-lt"/>
                <a:cs typeface="Segoe UI"/>
              </a:rPr>
              <a:t>can </a:t>
            </a:r>
            <a:r>
              <a:rPr lang="en-GB" sz="1200" spc="-15" noProof="0" dirty="0">
                <a:latin typeface="+mn-lt"/>
                <a:cs typeface="Segoe UI"/>
              </a:rPr>
              <a:t>see from the </a:t>
            </a:r>
            <a:r>
              <a:rPr lang="en-GB" sz="1200" spc="-25" noProof="0" dirty="0">
                <a:latin typeface="+mn-lt"/>
                <a:cs typeface="Segoe UI"/>
              </a:rPr>
              <a:t>examples, </a:t>
            </a:r>
            <a:r>
              <a:rPr lang="en-GB" sz="1200" spc="-15" noProof="0" dirty="0">
                <a:latin typeface="+mn-lt"/>
                <a:cs typeface="Segoe UI"/>
              </a:rPr>
              <a:t>we </a:t>
            </a:r>
            <a:r>
              <a:rPr lang="en-GB" sz="1200" spc="-20" noProof="0" dirty="0">
                <a:latin typeface="+mn-lt"/>
                <a:cs typeface="Segoe UI"/>
              </a:rPr>
              <a:t>have </a:t>
            </a:r>
            <a:r>
              <a:rPr lang="en-GB" sz="1200" spc="-15" noProof="0" dirty="0">
                <a:latin typeface="+mn-lt"/>
                <a:cs typeface="Segoe UI"/>
              </a:rPr>
              <a:t>used </a:t>
            </a:r>
            <a:r>
              <a:rPr lang="en-GB" sz="1200" noProof="0" dirty="0">
                <a:latin typeface="+mn-lt"/>
                <a:cs typeface="Segoe UI"/>
              </a:rPr>
              <a:t>a </a:t>
            </a:r>
            <a:r>
              <a:rPr lang="en-GB" sz="1200" spc="-20" noProof="0" dirty="0">
                <a:latin typeface="+mn-lt"/>
                <a:cs typeface="Segoe UI"/>
              </a:rPr>
              <a:t>useful feature </a:t>
            </a:r>
            <a:r>
              <a:rPr lang="en-GB" sz="1200" spc="-10" noProof="0" dirty="0">
                <a:latin typeface="+mn-lt"/>
                <a:cs typeface="Segoe UI"/>
              </a:rPr>
              <a:t>of </a:t>
            </a:r>
            <a:r>
              <a:rPr lang="en-GB" sz="1200" spc="-20" noProof="0" dirty="0">
                <a:latin typeface="+mn-lt"/>
                <a:cs typeface="Segoe UI"/>
              </a:rPr>
              <a:t>many </a:t>
            </a:r>
            <a:r>
              <a:rPr lang="en-GB" sz="1200" spc="-15" noProof="0" dirty="0">
                <a:latin typeface="+mn-lt"/>
                <a:cs typeface="Segoe UI"/>
              </a:rPr>
              <a:t> </a:t>
            </a:r>
            <a:r>
              <a:rPr lang="en-GB" sz="1200" spc="-20" noProof="0" dirty="0">
                <a:latin typeface="+mn-lt"/>
                <a:cs typeface="Segoe UI"/>
              </a:rPr>
              <a:t>programs, including tar, </a:t>
            </a:r>
            <a:r>
              <a:rPr lang="en-GB" sz="1200" spc="-10" noProof="0" dirty="0">
                <a:latin typeface="+mn-lt"/>
                <a:cs typeface="Segoe UI"/>
              </a:rPr>
              <a:t>of </a:t>
            </a:r>
            <a:r>
              <a:rPr lang="en-GB" sz="1200" spc="-25" noProof="0" dirty="0">
                <a:latin typeface="+mn-lt"/>
                <a:cs typeface="Segoe UI"/>
              </a:rPr>
              <a:t>accepting </a:t>
            </a:r>
            <a:r>
              <a:rPr lang="en-GB" sz="1200" noProof="0" dirty="0">
                <a:latin typeface="+mn-lt"/>
                <a:cs typeface="Segoe UI"/>
              </a:rPr>
              <a:t>a </a:t>
            </a:r>
            <a:r>
              <a:rPr lang="en-GB" sz="1200" spc="-20" noProof="0" dirty="0">
                <a:latin typeface="+mn-lt"/>
                <a:cs typeface="Segoe UI"/>
              </a:rPr>
              <a:t>hyphen </a:t>
            </a:r>
            <a:r>
              <a:rPr lang="en-GB" sz="1200" spc="-10" noProof="0" dirty="0">
                <a:latin typeface="+mn-lt"/>
                <a:cs typeface="Segoe UI"/>
              </a:rPr>
              <a:t>(-) </a:t>
            </a:r>
            <a:r>
              <a:rPr lang="en-GB" sz="1200" spc="-20" noProof="0" dirty="0">
                <a:latin typeface="+mn-lt"/>
                <a:cs typeface="Segoe UI"/>
              </a:rPr>
              <a:t>instead </a:t>
            </a:r>
            <a:r>
              <a:rPr lang="en-GB" sz="1200" spc="-10" noProof="0" dirty="0">
                <a:latin typeface="+mn-lt"/>
                <a:cs typeface="Segoe UI"/>
              </a:rPr>
              <a:t>of </a:t>
            </a:r>
            <a:r>
              <a:rPr lang="en-GB" sz="1200" noProof="0" dirty="0">
                <a:latin typeface="+mn-lt"/>
                <a:cs typeface="Segoe UI"/>
              </a:rPr>
              <a:t>a </a:t>
            </a:r>
            <a:r>
              <a:rPr lang="en-GB" sz="1200" spc="-20" noProof="0" dirty="0">
                <a:latin typeface="+mn-lt"/>
                <a:cs typeface="Segoe UI"/>
              </a:rPr>
              <a:t>file name </a:t>
            </a:r>
            <a:r>
              <a:rPr lang="en-GB" sz="1200" spc="-15" noProof="0" dirty="0">
                <a:latin typeface="+mn-lt"/>
                <a:cs typeface="Segoe UI"/>
              </a:rPr>
              <a:t>as </a:t>
            </a:r>
            <a:r>
              <a:rPr lang="en-GB" sz="1200" noProof="0" dirty="0">
                <a:latin typeface="+mn-lt"/>
                <a:cs typeface="Segoe UI"/>
              </a:rPr>
              <a:t>a </a:t>
            </a:r>
            <a:r>
              <a:rPr lang="en-GB" sz="1200" spc="-20" noProof="0" dirty="0">
                <a:latin typeface="+mn-lt"/>
                <a:cs typeface="Segoe UI"/>
              </a:rPr>
              <a:t>command line argument. </a:t>
            </a:r>
            <a:r>
              <a:rPr lang="en-GB" sz="1200" spc="-15" noProof="0" dirty="0">
                <a:latin typeface="+mn-lt"/>
                <a:cs typeface="Segoe UI"/>
              </a:rPr>
              <a:t>It </a:t>
            </a:r>
            <a:r>
              <a:rPr lang="en-GB" sz="1200" spc="-20" noProof="0" dirty="0">
                <a:latin typeface="+mn-lt"/>
                <a:cs typeface="Segoe UI"/>
              </a:rPr>
              <a:t>means</a:t>
            </a:r>
            <a:r>
              <a:rPr lang="en-GB" sz="1200" spc="-65" noProof="0" dirty="0">
                <a:latin typeface="+mn-lt"/>
                <a:cs typeface="Segoe UI"/>
              </a:rPr>
              <a:t> </a:t>
            </a:r>
            <a:r>
              <a:rPr lang="en-GB" sz="1200" spc="-10" noProof="0" dirty="0">
                <a:latin typeface="+mn-lt"/>
                <a:cs typeface="Segoe UI"/>
              </a:rPr>
              <a:t>use</a:t>
            </a:r>
            <a:r>
              <a:rPr lang="en-GB" sz="1200" spc="-60" noProof="0" dirty="0">
                <a:latin typeface="+mn-lt"/>
                <a:cs typeface="Segoe UI"/>
              </a:rPr>
              <a:t> </a:t>
            </a:r>
            <a:r>
              <a:rPr lang="en-GB" sz="1200" spc="-20" noProof="0" dirty="0">
                <a:latin typeface="+mn-lt"/>
                <a:cs typeface="Segoe UI"/>
              </a:rPr>
              <a:t>standard</a:t>
            </a:r>
            <a:r>
              <a:rPr lang="en-GB" sz="1200" spc="-55" noProof="0" dirty="0">
                <a:latin typeface="+mn-lt"/>
                <a:cs typeface="Segoe UI"/>
              </a:rPr>
              <a:t> </a:t>
            </a:r>
            <a:r>
              <a:rPr lang="en-GB" sz="1200" spc="-15" noProof="0" dirty="0">
                <a:latin typeface="+mn-lt"/>
                <a:cs typeface="Segoe UI"/>
              </a:rPr>
              <a:t>input</a:t>
            </a:r>
            <a:r>
              <a:rPr lang="en-GB" sz="1200" spc="-65" noProof="0" dirty="0">
                <a:latin typeface="+mn-lt"/>
                <a:cs typeface="Segoe UI"/>
              </a:rPr>
              <a:t> </a:t>
            </a:r>
            <a:r>
              <a:rPr lang="en-GB" sz="1200" spc="-15" noProof="0" dirty="0">
                <a:latin typeface="+mn-lt"/>
                <a:cs typeface="Segoe UI"/>
              </a:rPr>
              <a:t>if</a:t>
            </a:r>
            <a:r>
              <a:rPr lang="en-GB" sz="1200" spc="-40" noProof="0" dirty="0">
                <a:latin typeface="+mn-lt"/>
                <a:cs typeface="Segoe UI"/>
              </a:rPr>
              <a:t> </a:t>
            </a:r>
            <a:r>
              <a:rPr lang="en-GB" sz="1200" spc="-20" noProof="0" dirty="0">
                <a:latin typeface="+mn-lt"/>
                <a:cs typeface="Segoe UI"/>
              </a:rPr>
              <a:t>reading,</a:t>
            </a:r>
            <a:r>
              <a:rPr lang="en-GB" sz="1200" spc="-65" noProof="0" dirty="0">
                <a:latin typeface="+mn-lt"/>
                <a:cs typeface="Segoe UI"/>
              </a:rPr>
              <a:t> </a:t>
            </a:r>
            <a:r>
              <a:rPr lang="en-GB" sz="1200" spc="-10" noProof="0" dirty="0">
                <a:latin typeface="+mn-lt"/>
                <a:cs typeface="Segoe UI"/>
              </a:rPr>
              <a:t>or</a:t>
            </a:r>
            <a:r>
              <a:rPr lang="en-GB" sz="1200" spc="-50" noProof="0" dirty="0">
                <a:latin typeface="+mn-lt"/>
                <a:cs typeface="Segoe UI"/>
              </a:rPr>
              <a:t> </a:t>
            </a:r>
            <a:r>
              <a:rPr lang="en-GB" sz="1200" spc="-20" noProof="0" dirty="0">
                <a:latin typeface="+mn-lt"/>
                <a:cs typeface="Segoe UI"/>
              </a:rPr>
              <a:t>standard</a:t>
            </a:r>
            <a:r>
              <a:rPr lang="en-GB" sz="1200" spc="-55" noProof="0" dirty="0">
                <a:latin typeface="+mn-lt"/>
                <a:cs typeface="Segoe UI"/>
              </a:rPr>
              <a:t> </a:t>
            </a:r>
            <a:r>
              <a:rPr lang="en-GB" sz="1200" spc="-15" noProof="0" dirty="0">
                <a:latin typeface="+mn-lt"/>
                <a:cs typeface="Segoe UI"/>
              </a:rPr>
              <a:t>output</a:t>
            </a:r>
            <a:r>
              <a:rPr lang="en-GB" sz="1200" spc="-65" noProof="0" dirty="0">
                <a:latin typeface="+mn-lt"/>
                <a:cs typeface="Segoe UI"/>
              </a:rPr>
              <a:t> </a:t>
            </a:r>
            <a:r>
              <a:rPr lang="en-GB" sz="1200" spc="-15" noProof="0" dirty="0">
                <a:latin typeface="+mn-lt"/>
                <a:cs typeface="Segoe UI"/>
              </a:rPr>
              <a:t>if</a:t>
            </a:r>
            <a:r>
              <a:rPr lang="en-GB" sz="1200" spc="-40" noProof="0" dirty="0">
                <a:latin typeface="+mn-lt"/>
                <a:cs typeface="Segoe UI"/>
              </a:rPr>
              <a:t> </a:t>
            </a:r>
            <a:r>
              <a:rPr lang="en-GB" sz="1200" spc="-20" noProof="0" dirty="0">
                <a:latin typeface="+mn-lt"/>
                <a:cs typeface="Segoe UI"/>
              </a:rPr>
              <a:t>writing.</a:t>
            </a:r>
            <a:endParaRPr lang="en-GB" sz="1200" noProof="0" dirty="0">
              <a:latin typeface="+mn-lt"/>
              <a:cs typeface="Segoe UI"/>
            </a:endParaRPr>
          </a:p>
          <a:p>
            <a:endParaRPr lang="en-GB" noProof="0" dirty="0"/>
          </a:p>
        </p:txBody>
      </p:sp>
      <p:sp>
        <p:nvSpPr>
          <p:cNvPr id="4" name="Slide Number Placeholder 3"/>
          <p:cNvSpPr>
            <a:spLocks noGrp="1"/>
          </p:cNvSpPr>
          <p:nvPr>
            <p:ph type="sldNum" sz="quarter" idx="5"/>
          </p:nvPr>
        </p:nvSpPr>
        <p:spPr/>
        <p:txBody>
          <a:bodyPr/>
          <a:lstStyle/>
          <a:p>
            <a:fld id="{548901C6-1DA1-FB44-ABEE-06A0FEB7738E}" type="slidenum">
              <a:rPr lang="en-GB" smtClean="0"/>
              <a:pPr/>
              <a:t>24</a:t>
            </a:fld>
            <a:endParaRPr lang="en-GB"/>
          </a:p>
        </p:txBody>
      </p:sp>
      <p:sp>
        <p:nvSpPr>
          <p:cNvPr id="7" name="Slide Image Placeholder 6">
            <a:extLst>
              <a:ext uri="{FF2B5EF4-FFF2-40B4-BE49-F238E27FC236}">
                <a16:creationId xmlns:a16="http://schemas.microsoft.com/office/drawing/2014/main" id="{75FBD5F9-3F07-4319-B1E3-52795B990713}"/>
              </a:ext>
            </a:extLst>
          </p:cNvPr>
          <p:cNvSpPr>
            <a:spLocks noGrp="1" noRot="1" noChangeAspect="1"/>
          </p:cNvSpPr>
          <p:nvPr>
            <p:ph type="sldImg"/>
          </p:nvPr>
        </p:nvSpPr>
        <p:spPr/>
      </p:sp>
    </p:spTree>
    <p:extLst>
      <p:ext uri="{BB962C8B-B14F-4D97-AF65-F5344CB8AC3E}">
        <p14:creationId xmlns:p14="http://schemas.microsoft.com/office/powerpoint/2010/main" val="39866537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GB" noProof="0" dirty="0"/>
              <a:t>The z tools existed in UNIX, so the concept of reading files that are compressed is not new.</a:t>
            </a:r>
          </a:p>
          <a:p>
            <a:r>
              <a:rPr lang="en-GB" noProof="0" dirty="0"/>
              <a:t>The range of the commands, however, has increased with Linux.</a:t>
            </a:r>
          </a:p>
          <a:p>
            <a:r>
              <a:rPr lang="en-GB" noProof="0" dirty="0"/>
              <a:t>Some of the most obvious ones are </a:t>
            </a:r>
            <a:r>
              <a:rPr lang="en-GB" noProof="0" dirty="0" err="1"/>
              <a:t>zcat</a:t>
            </a:r>
            <a:r>
              <a:rPr lang="en-GB" noProof="0" dirty="0"/>
              <a:t>, </a:t>
            </a:r>
            <a:r>
              <a:rPr lang="en-GB" noProof="0" dirty="0" err="1"/>
              <a:t>zmore</a:t>
            </a:r>
            <a:r>
              <a:rPr lang="en-GB" noProof="0" dirty="0"/>
              <a:t>, </a:t>
            </a:r>
            <a:r>
              <a:rPr lang="en-GB" noProof="0" dirty="0" err="1"/>
              <a:t>zdiff</a:t>
            </a:r>
            <a:r>
              <a:rPr lang="en-GB" noProof="0" dirty="0"/>
              <a:t>, </a:t>
            </a:r>
            <a:r>
              <a:rPr lang="en-GB" noProof="0" dirty="0" err="1"/>
              <a:t>zcmp</a:t>
            </a:r>
            <a:r>
              <a:rPr lang="en-GB" noProof="0" dirty="0"/>
              <a:t> and all 'z'-greps.  The more obscure commands in</a:t>
            </a:r>
            <a:r>
              <a:rPr lang="en-GB" dirty="0"/>
              <a:t> </a:t>
            </a:r>
            <a:r>
              <a:rPr lang="en-GB" noProof="0" dirty="0"/>
              <a:t>the set are:</a:t>
            </a:r>
          </a:p>
          <a:p>
            <a:pPr marL="171450" indent="-171450">
              <a:buFont typeface="Arial" panose="020B0604020202020204" pitchFamily="34" charset="0"/>
              <a:buChar char="•"/>
            </a:pPr>
            <a:r>
              <a:rPr lang="en-GB" noProof="0" dirty="0" err="1"/>
              <a:t>zforce</a:t>
            </a:r>
            <a:r>
              <a:rPr lang="en-GB" noProof="0" dirty="0"/>
              <a:t>, which will assign a .</a:t>
            </a:r>
            <a:r>
              <a:rPr lang="en-GB" noProof="0" dirty="0" err="1"/>
              <a:t>gz</a:t>
            </a:r>
            <a:r>
              <a:rPr lang="en-GB" noProof="0" dirty="0"/>
              <a:t> extension to a compressed file (only if it doesn't have such an  extension already).</a:t>
            </a:r>
          </a:p>
          <a:p>
            <a:pPr marL="171450" indent="-171450">
              <a:buFont typeface="Arial" panose="020B0604020202020204" pitchFamily="34" charset="0"/>
              <a:buChar char="•"/>
            </a:pPr>
            <a:r>
              <a:rPr lang="en-GB" noProof="0" dirty="0" err="1"/>
              <a:t>zipsplit</a:t>
            </a:r>
            <a:r>
              <a:rPr lang="en-GB" noProof="0" dirty="0"/>
              <a:t>, which divides a large zip file into several smaller ones</a:t>
            </a:r>
          </a:p>
          <a:p>
            <a:pPr marL="171450" indent="-171450">
              <a:buFont typeface="Arial" panose="020B0604020202020204" pitchFamily="34" charset="0"/>
              <a:buChar char="•"/>
            </a:pPr>
            <a:r>
              <a:rPr lang="en-GB" noProof="0" dirty="0" err="1"/>
              <a:t>gzexe</a:t>
            </a:r>
            <a:r>
              <a:rPr lang="en-GB" noProof="0" dirty="0"/>
              <a:t>, which converts an executable file into a smaller, compressed (but still executable) version of it</a:t>
            </a:r>
          </a:p>
          <a:p>
            <a:pPr marL="171450" indent="-171450">
              <a:buFont typeface="Arial" panose="020B0604020202020204" pitchFamily="34" charset="0"/>
              <a:buChar char="•"/>
            </a:pPr>
            <a:r>
              <a:rPr lang="en-GB" noProof="0" dirty="0" err="1"/>
              <a:t>znew</a:t>
            </a:r>
            <a:r>
              <a:rPr lang="en-GB" noProof="0" dirty="0"/>
              <a:t>, which converts a file compressed with the compress tool into a </a:t>
            </a:r>
            <a:r>
              <a:rPr lang="en-GB" noProof="0" dirty="0" err="1"/>
              <a:t>gzip</a:t>
            </a:r>
            <a:r>
              <a:rPr lang="en-GB" noProof="0" dirty="0"/>
              <a:t> compression format  (recompressed a '.Z' file into a '.</a:t>
            </a:r>
            <a:r>
              <a:rPr lang="en-GB" noProof="0" dirty="0" err="1"/>
              <a:t>gz</a:t>
            </a:r>
            <a:r>
              <a:rPr lang="en-GB" noProof="0" dirty="0"/>
              <a:t>' one)</a:t>
            </a:r>
          </a:p>
          <a:p>
            <a:endParaRPr lang="en-GB" noProof="0" dirty="0"/>
          </a:p>
        </p:txBody>
      </p:sp>
      <p:sp>
        <p:nvSpPr>
          <p:cNvPr id="4" name="Slide Number Placeholder 3"/>
          <p:cNvSpPr>
            <a:spLocks noGrp="1"/>
          </p:cNvSpPr>
          <p:nvPr>
            <p:ph type="sldNum" sz="quarter" idx="5"/>
          </p:nvPr>
        </p:nvSpPr>
        <p:spPr/>
        <p:txBody>
          <a:bodyPr/>
          <a:lstStyle/>
          <a:p>
            <a:fld id="{548901C6-1DA1-FB44-ABEE-06A0FEB7738E}" type="slidenum">
              <a:rPr lang="en-GB" smtClean="0"/>
              <a:pPr/>
              <a:t>25</a:t>
            </a:fld>
            <a:endParaRPr lang="en-GB"/>
          </a:p>
        </p:txBody>
      </p:sp>
      <p:sp>
        <p:nvSpPr>
          <p:cNvPr id="9" name="Slide Image Placeholder 8">
            <a:extLst>
              <a:ext uri="{FF2B5EF4-FFF2-40B4-BE49-F238E27FC236}">
                <a16:creationId xmlns:a16="http://schemas.microsoft.com/office/drawing/2014/main" id="{0C1087F3-46F0-4A6B-9007-444B8ABEB0A7}"/>
              </a:ext>
            </a:extLst>
          </p:cNvPr>
          <p:cNvSpPr>
            <a:spLocks noGrp="1" noRot="1" noChangeAspect="1"/>
          </p:cNvSpPr>
          <p:nvPr>
            <p:ph type="sldImg"/>
          </p:nvPr>
        </p:nvSpPr>
        <p:spPr/>
      </p:sp>
    </p:spTree>
    <p:extLst>
      <p:ext uri="{BB962C8B-B14F-4D97-AF65-F5344CB8AC3E}">
        <p14:creationId xmlns:p14="http://schemas.microsoft.com/office/powerpoint/2010/main" val="256267316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35BE1F5F-BEC2-48D5-A890-C07C79853E26}" type="slidenum">
              <a:rPr lang="en-GB" smtClean="0"/>
              <a:t>26</a:t>
            </a:fld>
            <a:endParaRPr lang="en-GB" dirty="0"/>
          </a:p>
        </p:txBody>
      </p:sp>
    </p:spTree>
    <p:extLst>
      <p:ext uri="{BB962C8B-B14F-4D97-AF65-F5344CB8AC3E}">
        <p14:creationId xmlns:p14="http://schemas.microsoft.com/office/powerpoint/2010/main" val="420569960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marL="228600" indent="-228600">
              <a:buFont typeface="+mj-lt"/>
              <a:buAutoNum type="alphaLcParenR"/>
            </a:pPr>
            <a:r>
              <a:rPr lang="en-US" b="1" noProof="0" dirty="0">
                <a:latin typeface="Hack" panose="020B0609030202020204" pitchFamily="49" charset="0"/>
                <a:ea typeface="Hack" panose="020B0609030202020204" pitchFamily="49" charset="0"/>
                <a:cs typeface="Hack" panose="020B0609030202020204" pitchFamily="49" charset="0"/>
              </a:rPr>
              <a:t>dd</a:t>
            </a:r>
          </a:p>
          <a:p>
            <a:pPr marL="228600" indent="-228600">
              <a:buFont typeface="+mj-lt"/>
              <a:buAutoNum type="alphaLcParenR"/>
            </a:pPr>
            <a:r>
              <a:rPr lang="en-US" b="1" noProof="0" dirty="0">
                <a:latin typeface="Hack" panose="020B0609030202020204" pitchFamily="49" charset="0"/>
                <a:ea typeface="Hack" panose="020B0609030202020204" pitchFamily="49" charset="0"/>
                <a:cs typeface="Hack" panose="020B0609030202020204" pitchFamily="49" charset="0"/>
              </a:rPr>
              <a:t>xz</a:t>
            </a:r>
          </a:p>
          <a:p>
            <a:pPr marL="228600" indent="-228600">
              <a:buFont typeface="+mj-lt"/>
              <a:buAutoNum type="alphaLcParenR"/>
            </a:pPr>
            <a:r>
              <a:rPr lang="en-US" noProof="0" dirty="0">
                <a:latin typeface="+mn-lt"/>
              </a:rPr>
              <a:t>Both </a:t>
            </a:r>
            <a:r>
              <a:rPr lang="en-US" b="1" noProof="0" dirty="0">
                <a:latin typeface="Hack" panose="020B0609030202020204" pitchFamily="49" charset="0"/>
                <a:ea typeface="Hack" panose="020B0609030202020204" pitchFamily="49" charset="0"/>
                <a:cs typeface="Hack" panose="020B0609030202020204" pitchFamily="49" charset="0"/>
              </a:rPr>
              <a:t>dd</a:t>
            </a:r>
            <a:r>
              <a:rPr lang="en-US" noProof="0" dirty="0">
                <a:latin typeface="+mn-lt"/>
              </a:rPr>
              <a:t> and </a:t>
            </a:r>
            <a:r>
              <a:rPr lang="en-US" b="1" noProof="0" dirty="0">
                <a:latin typeface="Hack" panose="020B0609030202020204" pitchFamily="49" charset="0"/>
                <a:ea typeface="Hack" panose="020B0609030202020204" pitchFamily="49" charset="0"/>
                <a:cs typeface="Hack" panose="020B0609030202020204" pitchFamily="49" charset="0"/>
              </a:rPr>
              <a:t>dump</a:t>
            </a:r>
            <a:r>
              <a:rPr lang="en-US" noProof="0" dirty="0">
                <a:latin typeface="+mn-lt"/>
              </a:rPr>
              <a:t> (the latter not discussed in this course)</a:t>
            </a:r>
          </a:p>
          <a:p>
            <a:pPr marL="228600" indent="-228600">
              <a:buFont typeface="+mj-lt"/>
              <a:buAutoNum type="alphaLcParenR"/>
            </a:pPr>
            <a:r>
              <a:rPr lang="en-US" b="1" noProof="0" dirty="0">
                <a:latin typeface="Hack" panose="020B0609030202020204" pitchFamily="49" charset="0"/>
                <a:ea typeface="Hack" panose="020B0609030202020204" pitchFamily="49" charset="0"/>
                <a:cs typeface="Hack" panose="020B0609030202020204" pitchFamily="49" charset="0"/>
              </a:rPr>
              <a:t>tar –</a:t>
            </a:r>
            <a:r>
              <a:rPr lang="en-US" b="1" noProof="0" dirty="0" err="1">
                <a:latin typeface="Hack" panose="020B0609030202020204" pitchFamily="49" charset="0"/>
                <a:ea typeface="Hack" panose="020B0609030202020204" pitchFamily="49" charset="0"/>
                <a:cs typeface="Hack" panose="020B0609030202020204" pitchFamily="49" charset="0"/>
              </a:rPr>
              <a:t>tvf</a:t>
            </a:r>
            <a:r>
              <a:rPr lang="en-US" b="1" noProof="0" dirty="0">
                <a:latin typeface="Hack" panose="020B0609030202020204" pitchFamily="49" charset="0"/>
                <a:ea typeface="Hack" panose="020B0609030202020204" pitchFamily="49" charset="0"/>
                <a:cs typeface="Hack" panose="020B0609030202020204" pitchFamily="49" charset="0"/>
              </a:rPr>
              <a:t> </a:t>
            </a:r>
            <a:r>
              <a:rPr lang="en-US" noProof="0" dirty="0">
                <a:latin typeface="+mn-lt"/>
              </a:rPr>
              <a:t>&lt;file&gt;</a:t>
            </a:r>
          </a:p>
          <a:p>
            <a:pPr marL="228600" indent="-228600">
              <a:buFont typeface="+mj-lt"/>
              <a:buAutoNum type="alphaLcParenR"/>
            </a:pPr>
            <a:r>
              <a:rPr lang="en-US" b="1" noProof="0" dirty="0">
                <a:latin typeface="Hack" panose="020B0609030202020204" pitchFamily="49" charset="0"/>
                <a:ea typeface="Hack" panose="020B0609030202020204" pitchFamily="49" charset="0"/>
                <a:cs typeface="Hack" panose="020B0609030202020204" pitchFamily="49" charset="0"/>
              </a:rPr>
              <a:t>tar</a:t>
            </a:r>
            <a:r>
              <a:rPr lang="en-US" noProof="0" dirty="0">
                <a:latin typeface="+mn-lt"/>
              </a:rPr>
              <a:t> will extract the files into your current directory. That means you ought to change into the target directory before extracting </a:t>
            </a:r>
            <a:r>
              <a:rPr lang="en-US" noProof="0">
                <a:latin typeface="+mn-lt"/>
              </a:rPr>
              <a:t>tar files.</a:t>
            </a:r>
            <a:endParaRPr lang="en-US" noProof="0" dirty="0">
              <a:latin typeface="+mn-lt"/>
            </a:endParaRPr>
          </a:p>
          <a:p>
            <a:pPr marL="228600" indent="-228600">
              <a:buFont typeface="+mj-lt"/>
              <a:buAutoNum type="alphaLcParenR"/>
            </a:pPr>
            <a:r>
              <a:rPr lang="en-US" noProof="0" dirty="0">
                <a:latin typeface="+mn-lt"/>
              </a:rPr>
              <a:t>This is a reminder of bash command completion: type </a:t>
            </a:r>
            <a:r>
              <a:rPr lang="en-US" noProof="0" dirty="0">
                <a:latin typeface="Hack" panose="020B0609030202020204" pitchFamily="49" charset="0"/>
                <a:ea typeface="Hack" panose="020B0609030202020204" pitchFamily="49" charset="0"/>
                <a:cs typeface="Hack" panose="020B0609030202020204" pitchFamily="49" charset="0"/>
              </a:rPr>
              <a:t>z</a:t>
            </a:r>
            <a:r>
              <a:rPr lang="en-US" noProof="0" dirty="0">
                <a:latin typeface="+mn-lt"/>
              </a:rPr>
              <a:t> followed by a &lt;tab&gt; (twice).</a:t>
            </a:r>
          </a:p>
        </p:txBody>
      </p:sp>
      <p:sp>
        <p:nvSpPr>
          <p:cNvPr id="4" name="Slide Number Placeholder 3"/>
          <p:cNvSpPr>
            <a:spLocks noGrp="1"/>
          </p:cNvSpPr>
          <p:nvPr>
            <p:ph type="sldNum" sz="quarter" idx="5"/>
          </p:nvPr>
        </p:nvSpPr>
        <p:spPr/>
        <p:txBody>
          <a:bodyPr/>
          <a:lstStyle/>
          <a:p>
            <a:fld id="{548901C6-1DA1-FB44-ABEE-06A0FEB7738E}" type="slidenum">
              <a:rPr lang="en-GB" smtClean="0"/>
              <a:pPr/>
              <a:t>27</a:t>
            </a:fld>
            <a:endParaRPr lang="en-GB" dirty="0"/>
          </a:p>
        </p:txBody>
      </p:sp>
      <p:sp>
        <p:nvSpPr>
          <p:cNvPr id="7" name="Slide Image Placeholder 6">
            <a:extLst>
              <a:ext uri="{FF2B5EF4-FFF2-40B4-BE49-F238E27FC236}">
                <a16:creationId xmlns:a16="http://schemas.microsoft.com/office/drawing/2014/main" id="{99CF3CE9-CF30-4828-9BEB-5EB5CFE566AD}"/>
              </a:ext>
            </a:extLst>
          </p:cNvPr>
          <p:cNvSpPr>
            <a:spLocks noGrp="1" noRot="1" noChangeAspect="1"/>
          </p:cNvSpPr>
          <p:nvPr>
            <p:ph type="sldImg"/>
          </p:nvPr>
        </p:nvSpPr>
        <p:spPr/>
      </p:sp>
    </p:spTree>
    <p:extLst>
      <p:ext uri="{BB962C8B-B14F-4D97-AF65-F5344CB8AC3E}">
        <p14:creationId xmlns:p14="http://schemas.microsoft.com/office/powerpoint/2010/main" val="331881904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endParaRPr lang="en-GB" noProof="0" dirty="0"/>
          </a:p>
        </p:txBody>
      </p:sp>
      <p:sp>
        <p:nvSpPr>
          <p:cNvPr id="4" name="Slide Number Placeholder 3"/>
          <p:cNvSpPr>
            <a:spLocks noGrp="1"/>
          </p:cNvSpPr>
          <p:nvPr>
            <p:ph type="sldNum" sz="quarter" idx="5"/>
          </p:nvPr>
        </p:nvSpPr>
        <p:spPr/>
        <p:txBody>
          <a:bodyPr/>
          <a:lstStyle/>
          <a:p>
            <a:fld id="{548901C6-1DA1-FB44-ABEE-06A0FEB7738E}" type="slidenum">
              <a:rPr lang="en-GB" smtClean="0"/>
              <a:pPr/>
              <a:t>28</a:t>
            </a:fld>
            <a:endParaRPr lang="en-GB" dirty="0"/>
          </a:p>
        </p:txBody>
      </p:sp>
      <p:sp>
        <p:nvSpPr>
          <p:cNvPr id="7" name="Slide Image Placeholder 6">
            <a:extLst>
              <a:ext uri="{FF2B5EF4-FFF2-40B4-BE49-F238E27FC236}">
                <a16:creationId xmlns:a16="http://schemas.microsoft.com/office/drawing/2014/main" id="{99CF3CE9-CF30-4828-9BEB-5EB5CFE566AD}"/>
              </a:ext>
            </a:extLst>
          </p:cNvPr>
          <p:cNvSpPr>
            <a:spLocks noGrp="1" noRot="1" noChangeAspect="1"/>
          </p:cNvSpPr>
          <p:nvPr>
            <p:ph type="sldImg"/>
          </p:nvPr>
        </p:nvSpPr>
        <p:spPr/>
      </p:sp>
    </p:spTree>
    <p:extLst>
      <p:ext uri="{BB962C8B-B14F-4D97-AF65-F5344CB8AC3E}">
        <p14:creationId xmlns:p14="http://schemas.microsoft.com/office/powerpoint/2010/main" val="249942620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endParaRPr lang="en-GB" noProof="0" dirty="0"/>
          </a:p>
        </p:txBody>
      </p:sp>
      <p:sp>
        <p:nvSpPr>
          <p:cNvPr id="4" name="Slide Number Placeholder 3"/>
          <p:cNvSpPr>
            <a:spLocks noGrp="1"/>
          </p:cNvSpPr>
          <p:nvPr>
            <p:ph type="sldNum" sz="quarter" idx="5"/>
          </p:nvPr>
        </p:nvSpPr>
        <p:spPr/>
        <p:txBody>
          <a:bodyPr/>
          <a:lstStyle/>
          <a:p>
            <a:fld id="{548901C6-1DA1-FB44-ABEE-06A0FEB7738E}" type="slidenum">
              <a:rPr lang="en-GB" smtClean="0"/>
              <a:pPr/>
              <a:t>29</a:t>
            </a:fld>
            <a:endParaRPr lang="en-GB" dirty="0"/>
          </a:p>
        </p:txBody>
      </p:sp>
      <p:sp>
        <p:nvSpPr>
          <p:cNvPr id="7" name="Slide Image Placeholder 6">
            <a:extLst>
              <a:ext uri="{FF2B5EF4-FFF2-40B4-BE49-F238E27FC236}">
                <a16:creationId xmlns:a16="http://schemas.microsoft.com/office/drawing/2014/main" id="{37E3CDF4-8151-4C72-9D24-AEAE185BC411}"/>
              </a:ext>
            </a:extLst>
          </p:cNvPr>
          <p:cNvSpPr>
            <a:spLocks noGrp="1" noRot="1" noChangeAspect="1"/>
          </p:cNvSpPr>
          <p:nvPr>
            <p:ph type="sldImg"/>
          </p:nvPr>
        </p:nvSpPr>
        <p:spPr/>
      </p:sp>
    </p:spTree>
    <p:extLst>
      <p:ext uri="{BB962C8B-B14F-4D97-AF65-F5344CB8AC3E}">
        <p14:creationId xmlns:p14="http://schemas.microsoft.com/office/powerpoint/2010/main" val="243836005"/>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image" Target="../media/image7.png"/><Relationship Id="rId1" Type="http://schemas.openxmlformats.org/officeDocument/2006/relationships/slideMaster" Target="../slideMasters/slideMaster2.xml"/><Relationship Id="rId4" Type="http://schemas.openxmlformats.org/officeDocument/2006/relationships/image" Target="../media/image9.emf"/></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image" Target="../media/image10.png"/><Relationship Id="rId1" Type="http://schemas.openxmlformats.org/officeDocument/2006/relationships/slideMaster" Target="../slideMasters/slideMaster2.xml"/><Relationship Id="rId4" Type="http://schemas.openxmlformats.org/officeDocument/2006/relationships/image" Target="../media/image9.emf"/></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image" Target="../media/image12.png"/><Relationship Id="rId1" Type="http://schemas.openxmlformats.org/officeDocument/2006/relationships/slideMaster" Target="../slideMasters/slideMaster2.xml"/><Relationship Id="rId4" Type="http://schemas.openxmlformats.org/officeDocument/2006/relationships/image" Target="../media/image9.emf"/></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5.emf"/><Relationship Id="rId2" Type="http://schemas.openxmlformats.org/officeDocument/2006/relationships/image" Target="../media/image14.png"/><Relationship Id="rId1" Type="http://schemas.openxmlformats.org/officeDocument/2006/relationships/slideMaster" Target="../slideMasters/slideMaster2.xml"/><Relationship Id="rId4" Type="http://schemas.openxmlformats.org/officeDocument/2006/relationships/image" Target="../media/image9.emf"/></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7.emf"/><Relationship Id="rId2" Type="http://schemas.openxmlformats.org/officeDocument/2006/relationships/image" Target="../media/image16.png"/><Relationship Id="rId1" Type="http://schemas.openxmlformats.org/officeDocument/2006/relationships/slideMaster" Target="../slideMasters/slideMaster2.xml"/><Relationship Id="rId4" Type="http://schemas.openxmlformats.org/officeDocument/2006/relationships/image" Target="../media/image9.emf"/></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9.emf"/><Relationship Id="rId2" Type="http://schemas.openxmlformats.org/officeDocument/2006/relationships/image" Target="../media/image18.png"/><Relationship Id="rId1" Type="http://schemas.openxmlformats.org/officeDocument/2006/relationships/slideMaster" Target="../slideMasters/slideMaster2.xml"/><Relationship Id="rId4" Type="http://schemas.openxmlformats.org/officeDocument/2006/relationships/image" Target="../media/image9.emf"/></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1.emf"/><Relationship Id="rId2" Type="http://schemas.openxmlformats.org/officeDocument/2006/relationships/image" Target="../media/image20.png"/><Relationship Id="rId1" Type="http://schemas.openxmlformats.org/officeDocument/2006/relationships/slideMaster" Target="../slideMasters/slideMaster2.xml"/><Relationship Id="rId4" Type="http://schemas.openxmlformats.org/officeDocument/2006/relationships/image" Target="../media/image22.emf"/></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24.svg"/><Relationship Id="rId2" Type="http://schemas.openxmlformats.org/officeDocument/2006/relationships/image" Target="../media/image23.pn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24.svg"/><Relationship Id="rId2" Type="http://schemas.openxmlformats.org/officeDocument/2006/relationships/image" Target="../media/image23.pn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24.svg"/><Relationship Id="rId2" Type="http://schemas.openxmlformats.org/officeDocument/2006/relationships/image" Target="../media/image23.pn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24.svg"/><Relationship Id="rId2" Type="http://schemas.openxmlformats.org/officeDocument/2006/relationships/image" Target="../media/image23.pn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24.svg"/><Relationship Id="rId2" Type="http://schemas.openxmlformats.org/officeDocument/2006/relationships/image" Target="../media/image23.pn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26.svg"/><Relationship Id="rId2" Type="http://schemas.openxmlformats.org/officeDocument/2006/relationships/image" Target="../media/image25.pn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29.emf"/><Relationship Id="rId2" Type="http://schemas.openxmlformats.org/officeDocument/2006/relationships/image" Target="../media/image28.png"/><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31.emf"/><Relationship Id="rId2" Type="http://schemas.openxmlformats.org/officeDocument/2006/relationships/image" Target="../media/image30.png"/><Relationship Id="rId1" Type="http://schemas.openxmlformats.org/officeDocument/2006/relationships/slideMaster" Target="../slideMasters/slideMaster3.xml"/><Relationship Id="rId5" Type="http://schemas.openxmlformats.org/officeDocument/2006/relationships/image" Target="../media/image28.png"/><Relationship Id="rId4" Type="http://schemas.openxmlformats.org/officeDocument/2006/relationships/image" Target="../media/image32.emf"/></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33.png"/><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34.png"/><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35.png"/><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Master" Target="../slideMasters/slideMaster4.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29.emf"/><Relationship Id="rId2" Type="http://schemas.openxmlformats.org/officeDocument/2006/relationships/image" Target="../media/image28.png"/><Relationship Id="rId1" Type="http://schemas.openxmlformats.org/officeDocument/2006/relationships/slideMaster" Target="../slideMasters/slideMaster4.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Master" Target="../slideMasters/slideMaster4.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Master" Target="../slideMasters/slideMaster4.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37.emf"/><Relationship Id="rId2" Type="http://schemas.openxmlformats.org/officeDocument/2006/relationships/image" Target="../media/image36.png"/><Relationship Id="rId1" Type="http://schemas.openxmlformats.org/officeDocument/2006/relationships/slideMaster" Target="../slideMasters/slideMaster4.xml"/><Relationship Id="rId5" Type="http://schemas.openxmlformats.org/officeDocument/2006/relationships/image" Target="../media/image28.png"/><Relationship Id="rId4" Type="http://schemas.openxmlformats.org/officeDocument/2006/relationships/image" Target="../media/image38.emf"/></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39.png"/><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40.png"/><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41.png"/><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Master" Target="../slideMasters/slideMaster5.xml"/></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9.emf"/><Relationship Id="rId1" Type="http://schemas.openxmlformats.org/officeDocument/2006/relationships/slideMaster" Target="../slideMasters/slideMaster5.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Master" Target="../slideMasters/slideMaster5.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Master" Target="../slideMasters/slideMaster5.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Master" Target="../slideMasters/slideMaster5.xml"/></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43.emf"/><Relationship Id="rId2" Type="http://schemas.openxmlformats.org/officeDocument/2006/relationships/image" Target="../media/image42.png"/><Relationship Id="rId1" Type="http://schemas.openxmlformats.org/officeDocument/2006/relationships/slideMaster" Target="../slideMasters/slideMaster5.xml"/><Relationship Id="rId5" Type="http://schemas.openxmlformats.org/officeDocument/2006/relationships/image" Target="../media/image28.png"/><Relationship Id="rId4" Type="http://schemas.openxmlformats.org/officeDocument/2006/relationships/image" Target="../media/image44.emf"/></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45.png"/><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46.png"/><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47.png"/><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Master" Target="../slideMasters/slideMaster6.xml"/></Relationships>
</file>

<file path=ppt/slideLayouts/_rels/slideLayout5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9.emf"/><Relationship Id="rId1" Type="http://schemas.openxmlformats.org/officeDocument/2006/relationships/slideMaster" Target="../slideMasters/slideMaster6.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Master" Target="../slideMasters/slideMaster6.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Master" Target="../slideMasters/slideMaster6.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Master" Target="../slideMasters/slideMaster6.xml"/></Relationships>
</file>

<file path=ppt/slideLayouts/_rels/slideLayout55.xml.rels><?xml version="1.0" encoding="UTF-8" standalone="yes"?>
<Relationships xmlns="http://schemas.openxmlformats.org/package/2006/relationships"><Relationship Id="rId3" Type="http://schemas.openxmlformats.org/officeDocument/2006/relationships/image" Target="../media/image49.emf"/><Relationship Id="rId2" Type="http://schemas.openxmlformats.org/officeDocument/2006/relationships/image" Target="../media/image48.png"/><Relationship Id="rId1" Type="http://schemas.openxmlformats.org/officeDocument/2006/relationships/slideMaster" Target="../slideMasters/slideMaster6.xml"/><Relationship Id="rId5" Type="http://schemas.openxmlformats.org/officeDocument/2006/relationships/image" Target="../media/image28.png"/><Relationship Id="rId4" Type="http://schemas.openxmlformats.org/officeDocument/2006/relationships/image" Target="../media/image50.emf"/></Relationships>
</file>

<file path=ppt/slideLayouts/_rels/slideLayout56.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51.png"/><Relationship Id="rId1" Type="http://schemas.openxmlformats.org/officeDocument/2006/relationships/slideMaster" Target="../slideMasters/slideMaster6.xml"/></Relationships>
</file>

<file path=ppt/slideLayouts/_rels/slideLayout5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52.png"/><Relationship Id="rId1" Type="http://schemas.openxmlformats.org/officeDocument/2006/relationships/slideMaster" Target="../slideMasters/slideMaster6.xml"/></Relationships>
</file>

<file path=ppt/slideLayouts/_rels/slideLayout58.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Master" Target="../slideMasters/slideMaster6.xml"/></Relationships>
</file>

<file path=ppt/slideLayouts/_rels/slideLayout5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53.png"/><Relationship Id="rId1" Type="http://schemas.openxmlformats.org/officeDocument/2006/relationships/slideMaster" Target="../slideMasters/slideMaster6.xml"/></Relationships>
</file>

<file path=ppt/slideLayouts/_rels/slideLayout60.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Master" Target="../slideMasters/slideMaster7.xml"/></Relationships>
</file>

<file path=ppt/slideLayouts/_rels/slideLayout6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9.emf"/><Relationship Id="rId1" Type="http://schemas.openxmlformats.org/officeDocument/2006/relationships/slideMaster" Target="../slideMasters/slideMaster7.xml"/></Relationships>
</file>

<file path=ppt/slideLayouts/_rels/slideLayout62.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Master" Target="../slideMasters/slideMaster7.xml"/></Relationships>
</file>

<file path=ppt/slideLayouts/_rels/slideLayout63.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Master" Target="../slideMasters/slideMaster7.xml"/></Relationships>
</file>

<file path=ppt/slideLayouts/_rels/slideLayout64.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Master" Target="../slideMasters/slideMaster7.xml"/></Relationships>
</file>

<file path=ppt/slideLayouts/_rels/slideLayout65.xml.rels><?xml version="1.0" encoding="UTF-8" standalone="yes"?>
<Relationships xmlns="http://schemas.openxmlformats.org/package/2006/relationships"><Relationship Id="rId3" Type="http://schemas.openxmlformats.org/officeDocument/2006/relationships/image" Target="../media/image55.emf"/><Relationship Id="rId2" Type="http://schemas.openxmlformats.org/officeDocument/2006/relationships/image" Target="../media/image54.png"/><Relationship Id="rId1" Type="http://schemas.openxmlformats.org/officeDocument/2006/relationships/slideMaster" Target="../slideMasters/slideMaster7.xml"/><Relationship Id="rId5" Type="http://schemas.openxmlformats.org/officeDocument/2006/relationships/image" Target="../media/image28.png"/><Relationship Id="rId4" Type="http://schemas.openxmlformats.org/officeDocument/2006/relationships/image" Target="../media/image56.emf"/></Relationships>
</file>

<file path=ppt/slideLayouts/_rels/slideLayout66.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57.png"/><Relationship Id="rId1" Type="http://schemas.openxmlformats.org/officeDocument/2006/relationships/slideMaster" Target="../slideMasters/slideMaster7.xml"/></Relationships>
</file>

<file path=ppt/slideLayouts/_rels/slideLayout6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58.png"/><Relationship Id="rId1" Type="http://schemas.openxmlformats.org/officeDocument/2006/relationships/slideMaster" Target="../slideMasters/slideMaster7.xml"/></Relationships>
</file>

<file path=ppt/slideLayouts/_rels/slideLayout68.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Master" Target="../slideMasters/slideMaster7.xml"/></Relationships>
</file>

<file path=ppt/slideLayouts/_rels/slideLayout6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59.png"/><Relationship Id="rId1" Type="http://schemas.openxmlformats.org/officeDocument/2006/relationships/slideMaster" Target="../slideMasters/slideMaster7.xml"/></Relationships>
</file>

<file path=ppt/slideLayouts/_rels/slideLayout70.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Master" Target="../slideMasters/slideMaster8.xml"/></Relationships>
</file>

<file path=ppt/slideLayouts/_rels/slideLayout7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9.emf"/><Relationship Id="rId1" Type="http://schemas.openxmlformats.org/officeDocument/2006/relationships/slideMaster" Target="../slideMasters/slideMaster8.xml"/></Relationships>
</file>

<file path=ppt/slideLayouts/_rels/slideLayout72.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Master" Target="../slideMasters/slideMaster8.xml"/></Relationships>
</file>

<file path=ppt/slideLayouts/_rels/slideLayout73.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Master" Target="../slideMasters/slideMaster8.xml"/></Relationships>
</file>

<file path=ppt/slideLayouts/_rels/slideLayout74.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Master" Target="../slideMasters/slideMaster8.xml"/></Relationships>
</file>

<file path=ppt/slideLayouts/_rels/slideLayout75.xml.rels><?xml version="1.0" encoding="UTF-8" standalone="yes"?>
<Relationships xmlns="http://schemas.openxmlformats.org/package/2006/relationships"><Relationship Id="rId3" Type="http://schemas.openxmlformats.org/officeDocument/2006/relationships/image" Target="../media/image61.emf"/><Relationship Id="rId2" Type="http://schemas.openxmlformats.org/officeDocument/2006/relationships/image" Target="../media/image60.png"/><Relationship Id="rId1" Type="http://schemas.openxmlformats.org/officeDocument/2006/relationships/slideMaster" Target="../slideMasters/slideMaster8.xml"/><Relationship Id="rId5" Type="http://schemas.openxmlformats.org/officeDocument/2006/relationships/image" Target="../media/image28.png"/><Relationship Id="rId4" Type="http://schemas.openxmlformats.org/officeDocument/2006/relationships/image" Target="../media/image62.emf"/></Relationships>
</file>

<file path=ppt/slideLayouts/_rels/slideLayout76.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63.png"/><Relationship Id="rId1" Type="http://schemas.openxmlformats.org/officeDocument/2006/relationships/slideMaster" Target="../slideMasters/slideMaster8.xml"/></Relationships>
</file>

<file path=ppt/slideLayouts/_rels/slideLayout7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64.png"/><Relationship Id="rId1" Type="http://schemas.openxmlformats.org/officeDocument/2006/relationships/slideMaster" Target="../slideMasters/slideMaster8.xml"/></Relationships>
</file>

<file path=ppt/slideLayouts/_rels/slideLayout78.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Master" Target="../slideMasters/slideMaster8.xml"/></Relationships>
</file>

<file path=ppt/slideLayouts/_rels/slideLayout7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65.png"/><Relationship Id="rId1" Type="http://schemas.openxmlformats.org/officeDocument/2006/relationships/slideMaster" Target="../slideMasters/slideMaster8.xml"/></Relationships>
</file>

<file path=ppt/slideLayouts/_rels/slideLayout80.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Master" Target="../slideMasters/slideMaster9.xml"/></Relationships>
</file>

<file path=ppt/slideLayouts/_rels/slideLayout8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9.emf"/><Relationship Id="rId1" Type="http://schemas.openxmlformats.org/officeDocument/2006/relationships/slideMaster" Target="../slideMasters/slideMaster9.xml"/></Relationships>
</file>

<file path=ppt/slideLayouts/_rels/slideLayout82.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Master" Target="../slideMasters/slideMaster9.xml"/></Relationships>
</file>

<file path=ppt/slideLayouts/_rels/slideLayout83.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Master" Target="../slideMasters/slideMaster9.xml"/></Relationships>
</file>

<file path=ppt/slideLayouts/_rels/slideLayout84.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Master" Target="../slideMasters/slideMaster9.xml"/></Relationships>
</file>

<file path=ppt/slideLayouts/_rels/slideLayout85.xml.rels><?xml version="1.0" encoding="UTF-8" standalone="yes"?>
<Relationships xmlns="http://schemas.openxmlformats.org/package/2006/relationships"><Relationship Id="rId3" Type="http://schemas.openxmlformats.org/officeDocument/2006/relationships/image" Target="../media/image67.emf"/><Relationship Id="rId2" Type="http://schemas.openxmlformats.org/officeDocument/2006/relationships/image" Target="../media/image66.png"/><Relationship Id="rId1" Type="http://schemas.openxmlformats.org/officeDocument/2006/relationships/slideMaster" Target="../slideMasters/slideMaster9.xml"/><Relationship Id="rId5" Type="http://schemas.openxmlformats.org/officeDocument/2006/relationships/image" Target="../media/image28.png"/><Relationship Id="rId4" Type="http://schemas.openxmlformats.org/officeDocument/2006/relationships/image" Target="../media/image68.emf"/></Relationships>
</file>

<file path=ppt/slideLayouts/_rels/slideLayout86.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69.png"/><Relationship Id="rId1" Type="http://schemas.openxmlformats.org/officeDocument/2006/relationships/slideMaster" Target="../slideMasters/slideMaster9.xml"/></Relationships>
</file>

<file path=ppt/slideLayouts/_rels/slideLayout8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70.png"/><Relationship Id="rId1" Type="http://schemas.openxmlformats.org/officeDocument/2006/relationships/slideMaster" Target="../slideMasters/slideMaster9.xml"/></Relationships>
</file>

<file path=ppt/slideLayouts/_rels/slideLayout88.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Master" Target="../slideMasters/slideMaster9.xml"/></Relationships>
</file>

<file path=ppt/slideLayouts/_rels/slideLayout8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71.png"/><Relationship Id="rId1" Type="http://schemas.openxmlformats.org/officeDocument/2006/relationships/slideMaster" Target="../slideMasters/slideMaster9.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Business/Marketing - 1">
    <p:bg>
      <p:bgPr>
        <a:solidFill>
          <a:srgbClr val="00000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9D855A-1A49-ADBE-89C8-65ECAFD2AAB3}"/>
              </a:ext>
            </a:extLst>
          </p:cNvPr>
          <p:cNvSpPr>
            <a:spLocks noGrp="1"/>
          </p:cNvSpPr>
          <p:nvPr>
            <p:ph type="ctrTitle"/>
          </p:nvPr>
        </p:nvSpPr>
        <p:spPr>
          <a:xfrm>
            <a:off x="482900" y="1013077"/>
            <a:ext cx="5322477" cy="2027835"/>
          </a:xfrm>
          <a:prstGeom prst="rect">
            <a:avLst/>
          </a:prstGeom>
          <a:ln>
            <a:noFill/>
          </a:ln>
        </p:spPr>
        <p:txBody>
          <a:bodyPr lIns="0" rIns="0" anchor="ctr">
            <a:noAutofit/>
          </a:bodyPr>
          <a:lstStyle>
            <a:lvl1pPr algn="l">
              <a:lnSpc>
                <a:spcPct val="100000"/>
              </a:lnSpc>
              <a:defRPr sz="4200" b="1">
                <a:solidFill>
                  <a:schemeClr val="bg1"/>
                </a:solidFill>
                <a:latin typeface="+mn-lt"/>
              </a:defRPr>
            </a:lvl1pPr>
          </a:lstStyle>
          <a:p>
            <a:endParaRPr lang="en-GB" dirty="0"/>
          </a:p>
        </p:txBody>
      </p:sp>
      <p:sp>
        <p:nvSpPr>
          <p:cNvPr id="3" name="Subtitle 2">
            <a:extLst>
              <a:ext uri="{FF2B5EF4-FFF2-40B4-BE49-F238E27FC236}">
                <a16:creationId xmlns:a16="http://schemas.microsoft.com/office/drawing/2014/main" id="{994AF8D4-DACD-9AF9-364C-02C474BC62A5}"/>
              </a:ext>
            </a:extLst>
          </p:cNvPr>
          <p:cNvSpPr>
            <a:spLocks noGrp="1"/>
          </p:cNvSpPr>
          <p:nvPr>
            <p:ph type="subTitle" idx="1"/>
          </p:nvPr>
        </p:nvSpPr>
        <p:spPr>
          <a:xfrm>
            <a:off x="515938" y="3236157"/>
            <a:ext cx="5289439" cy="863600"/>
          </a:xfrm>
          <a:prstGeom prst="rect">
            <a:avLst/>
          </a:prstGeom>
          <a:ln>
            <a:noFill/>
          </a:ln>
        </p:spPr>
        <p:txBody>
          <a:bodyPr lIns="0" rIns="0" anchor="t">
            <a:noAutofit/>
          </a:bodyPr>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en-GB" dirty="0"/>
          </a:p>
        </p:txBody>
      </p:sp>
      <p:pic>
        <p:nvPicPr>
          <p:cNvPr id="10" name="Picture 9" descr="A person holding an orange paper&#10;&#10;Description automatically generated">
            <a:extLst>
              <a:ext uri="{FF2B5EF4-FFF2-40B4-BE49-F238E27FC236}">
                <a16:creationId xmlns:a16="http://schemas.microsoft.com/office/drawing/2014/main" id="{04697691-3082-2ECF-DAB8-FE29E8E66DDD}"/>
              </a:ext>
              <a:ext uri="{C183D7F6-B498-43B3-948B-1728B52AA6E4}">
                <adec:decorative xmlns:adec="http://schemas.microsoft.com/office/drawing/2017/decorative" val="0"/>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528390" y="0"/>
            <a:ext cx="5663609" cy="6849922"/>
          </a:xfrm>
          <a:prstGeom prst="rect">
            <a:avLst/>
          </a:prstGeom>
        </p:spPr>
      </p:pic>
      <p:pic>
        <p:nvPicPr>
          <p:cNvPr id="4" name="Picture 3">
            <a:extLst>
              <a:ext uri="{FF2B5EF4-FFF2-40B4-BE49-F238E27FC236}">
                <a16:creationId xmlns:a16="http://schemas.microsoft.com/office/drawing/2014/main" id="{D60A4229-1351-3FFE-81FC-8041CD7C210D}"/>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482900" y="5100968"/>
            <a:ext cx="2360758" cy="1199265"/>
          </a:xfrm>
          <a:prstGeom prst="rect">
            <a:avLst/>
          </a:prstGeom>
        </p:spPr>
      </p:pic>
    </p:spTree>
    <p:extLst>
      <p:ext uri="{BB962C8B-B14F-4D97-AF65-F5344CB8AC3E}">
        <p14:creationId xmlns:p14="http://schemas.microsoft.com/office/powerpoint/2010/main" val="2912373933"/>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Business/Marketing - 2">
    <p:bg>
      <p:bgPr>
        <a:solidFill>
          <a:srgbClr val="00000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9D855A-1A49-ADBE-89C8-65ECAFD2AAB3}"/>
              </a:ext>
            </a:extLst>
          </p:cNvPr>
          <p:cNvSpPr>
            <a:spLocks noGrp="1"/>
          </p:cNvSpPr>
          <p:nvPr>
            <p:ph type="ctrTitle"/>
          </p:nvPr>
        </p:nvSpPr>
        <p:spPr>
          <a:xfrm>
            <a:off x="482900" y="1013077"/>
            <a:ext cx="5322477" cy="2027835"/>
          </a:xfrm>
          <a:prstGeom prst="rect">
            <a:avLst/>
          </a:prstGeom>
          <a:ln>
            <a:noFill/>
          </a:ln>
        </p:spPr>
        <p:txBody>
          <a:bodyPr lIns="0" rIns="0" anchor="ctr">
            <a:noAutofit/>
          </a:bodyPr>
          <a:lstStyle>
            <a:lvl1pPr algn="l">
              <a:lnSpc>
                <a:spcPct val="100000"/>
              </a:lnSpc>
              <a:defRPr sz="4200" b="1">
                <a:solidFill>
                  <a:schemeClr val="bg1"/>
                </a:solidFill>
                <a:latin typeface="+mn-lt"/>
              </a:defRPr>
            </a:lvl1pPr>
          </a:lstStyle>
          <a:p>
            <a:endParaRPr lang="en-GB" dirty="0"/>
          </a:p>
        </p:txBody>
      </p:sp>
      <p:sp>
        <p:nvSpPr>
          <p:cNvPr id="3" name="Subtitle 2">
            <a:extLst>
              <a:ext uri="{FF2B5EF4-FFF2-40B4-BE49-F238E27FC236}">
                <a16:creationId xmlns:a16="http://schemas.microsoft.com/office/drawing/2014/main" id="{994AF8D4-DACD-9AF9-364C-02C474BC62A5}"/>
              </a:ext>
            </a:extLst>
          </p:cNvPr>
          <p:cNvSpPr>
            <a:spLocks noGrp="1"/>
          </p:cNvSpPr>
          <p:nvPr>
            <p:ph type="subTitle" idx="1"/>
          </p:nvPr>
        </p:nvSpPr>
        <p:spPr>
          <a:xfrm>
            <a:off x="515938" y="3236157"/>
            <a:ext cx="5289439" cy="863600"/>
          </a:xfrm>
          <a:prstGeom prst="rect">
            <a:avLst/>
          </a:prstGeom>
          <a:ln>
            <a:noFill/>
          </a:ln>
        </p:spPr>
        <p:txBody>
          <a:bodyPr lIns="0" rIns="0" anchor="t">
            <a:noAutofit/>
          </a:bodyPr>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en-GB" dirty="0"/>
          </a:p>
        </p:txBody>
      </p:sp>
      <p:pic>
        <p:nvPicPr>
          <p:cNvPr id="7" name="Picture 6" descr="A person talking to another person&#10;&#10;Description automatically generated">
            <a:extLst>
              <a:ext uri="{FF2B5EF4-FFF2-40B4-BE49-F238E27FC236}">
                <a16:creationId xmlns:a16="http://schemas.microsoft.com/office/drawing/2014/main" id="{BD578162-5FB4-6C6D-006A-D95E9BA25FAF}"/>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528390" y="0"/>
            <a:ext cx="5663609" cy="6859064"/>
          </a:xfrm>
          <a:prstGeom prst="rect">
            <a:avLst/>
          </a:prstGeom>
        </p:spPr>
      </p:pic>
      <p:pic>
        <p:nvPicPr>
          <p:cNvPr id="4" name="Picture 3">
            <a:extLst>
              <a:ext uri="{FF2B5EF4-FFF2-40B4-BE49-F238E27FC236}">
                <a16:creationId xmlns:a16="http://schemas.microsoft.com/office/drawing/2014/main" id="{D60A4229-1351-3FFE-81FC-8041CD7C210D}"/>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482900" y="5100968"/>
            <a:ext cx="2360758" cy="1199265"/>
          </a:xfrm>
          <a:prstGeom prst="rect">
            <a:avLst/>
          </a:prstGeom>
        </p:spPr>
      </p:pic>
    </p:spTree>
    <p:extLst>
      <p:ext uri="{BB962C8B-B14F-4D97-AF65-F5344CB8AC3E}">
        <p14:creationId xmlns:p14="http://schemas.microsoft.com/office/powerpoint/2010/main" val="154782600"/>
      </p:ext>
    </p:extLst>
  </p:cSld>
  <p:clrMapOvr>
    <a:masterClrMapping/>
  </p:clrMapOvr>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reserve="1">
  <p:cSld name="Business/Marketing - 3">
    <p:bg>
      <p:bgPr>
        <a:solidFill>
          <a:srgbClr val="00000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9D855A-1A49-ADBE-89C8-65ECAFD2AAB3}"/>
              </a:ext>
            </a:extLst>
          </p:cNvPr>
          <p:cNvSpPr>
            <a:spLocks noGrp="1"/>
          </p:cNvSpPr>
          <p:nvPr>
            <p:ph type="ctrTitle"/>
          </p:nvPr>
        </p:nvSpPr>
        <p:spPr>
          <a:xfrm>
            <a:off x="482900" y="1013077"/>
            <a:ext cx="5322477" cy="2027835"/>
          </a:xfrm>
          <a:prstGeom prst="rect">
            <a:avLst/>
          </a:prstGeom>
          <a:ln>
            <a:noFill/>
          </a:ln>
        </p:spPr>
        <p:txBody>
          <a:bodyPr lIns="0" rIns="0" anchor="ctr">
            <a:noAutofit/>
          </a:bodyPr>
          <a:lstStyle>
            <a:lvl1pPr algn="l">
              <a:lnSpc>
                <a:spcPct val="100000"/>
              </a:lnSpc>
              <a:defRPr sz="4200" b="1">
                <a:solidFill>
                  <a:schemeClr val="bg1"/>
                </a:solidFill>
                <a:latin typeface="+mn-lt"/>
              </a:defRPr>
            </a:lvl1pPr>
          </a:lstStyle>
          <a:p>
            <a:endParaRPr lang="en-GB" dirty="0"/>
          </a:p>
        </p:txBody>
      </p:sp>
      <p:sp>
        <p:nvSpPr>
          <p:cNvPr id="3" name="Subtitle 2">
            <a:extLst>
              <a:ext uri="{FF2B5EF4-FFF2-40B4-BE49-F238E27FC236}">
                <a16:creationId xmlns:a16="http://schemas.microsoft.com/office/drawing/2014/main" id="{994AF8D4-DACD-9AF9-364C-02C474BC62A5}"/>
              </a:ext>
            </a:extLst>
          </p:cNvPr>
          <p:cNvSpPr>
            <a:spLocks noGrp="1"/>
          </p:cNvSpPr>
          <p:nvPr>
            <p:ph type="subTitle" idx="1"/>
          </p:nvPr>
        </p:nvSpPr>
        <p:spPr>
          <a:xfrm>
            <a:off x="515938" y="3236157"/>
            <a:ext cx="5289439" cy="863600"/>
          </a:xfrm>
          <a:prstGeom prst="rect">
            <a:avLst/>
          </a:prstGeom>
          <a:ln>
            <a:noFill/>
          </a:ln>
        </p:spPr>
        <p:txBody>
          <a:bodyPr lIns="0" rIns="0" anchor="t">
            <a:noAutofit/>
          </a:bodyPr>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en-GB" dirty="0"/>
          </a:p>
        </p:txBody>
      </p:sp>
      <p:pic>
        <p:nvPicPr>
          <p:cNvPr id="8" name="Picture 7" descr="A person and person standing in an office&#10;&#10;Description automatically generated">
            <a:extLst>
              <a:ext uri="{FF2B5EF4-FFF2-40B4-BE49-F238E27FC236}">
                <a16:creationId xmlns:a16="http://schemas.microsoft.com/office/drawing/2014/main" id="{5A656440-781D-FF89-A173-6F135D6EB40D}"/>
              </a:ext>
            </a:extLst>
          </p:cNvPr>
          <p:cNvPicPr>
            <a:picLocks noChangeAspect="1"/>
          </p:cNvPicPr>
          <p:nvPr userDrawn="1"/>
        </p:nvPicPr>
        <p:blipFill>
          <a:blip r:embed="rId2">
            <a:extLst>
              <a:ext uri="{28A0092B-C50C-407E-A947-70E740481C1C}">
                <a14:useLocalDpi xmlns:a14="http://schemas.microsoft.com/office/drawing/2010/main" val="0"/>
              </a:ext>
            </a:extLst>
          </a:blip>
          <a:srcRect t="-118"/>
          <a:stretch/>
        </p:blipFill>
        <p:spPr>
          <a:xfrm>
            <a:off x="6528390" y="0"/>
            <a:ext cx="5663610" cy="6858000"/>
          </a:xfrm>
          <a:prstGeom prst="rect">
            <a:avLst/>
          </a:prstGeom>
        </p:spPr>
      </p:pic>
      <p:pic>
        <p:nvPicPr>
          <p:cNvPr id="4" name="Picture 3">
            <a:extLst>
              <a:ext uri="{FF2B5EF4-FFF2-40B4-BE49-F238E27FC236}">
                <a16:creationId xmlns:a16="http://schemas.microsoft.com/office/drawing/2014/main" id="{D60A4229-1351-3FFE-81FC-8041CD7C210D}"/>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482900" y="5100968"/>
            <a:ext cx="2360758" cy="1199265"/>
          </a:xfrm>
          <a:prstGeom prst="rect">
            <a:avLst/>
          </a:prstGeom>
        </p:spPr>
      </p:pic>
    </p:spTree>
    <p:extLst>
      <p:ext uri="{BB962C8B-B14F-4D97-AF65-F5344CB8AC3E}">
        <p14:creationId xmlns:p14="http://schemas.microsoft.com/office/powerpoint/2010/main" val="2814616556"/>
      </p:ext>
    </p:extLst>
  </p:cSld>
  <p:clrMapOvr>
    <a:masterClrMapping/>
  </p:clrMapOvr>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reserve="1">
  <p:cSld name="Business/Marketing - 4">
    <p:bg>
      <p:bgPr>
        <a:solidFill>
          <a:srgbClr val="00000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9D855A-1A49-ADBE-89C8-65ECAFD2AAB3}"/>
              </a:ext>
            </a:extLst>
          </p:cNvPr>
          <p:cNvSpPr>
            <a:spLocks noGrp="1"/>
          </p:cNvSpPr>
          <p:nvPr>
            <p:ph type="ctrTitle"/>
          </p:nvPr>
        </p:nvSpPr>
        <p:spPr>
          <a:xfrm>
            <a:off x="482900" y="1013077"/>
            <a:ext cx="5322477" cy="2027835"/>
          </a:xfrm>
          <a:prstGeom prst="rect">
            <a:avLst/>
          </a:prstGeom>
          <a:ln>
            <a:noFill/>
          </a:ln>
        </p:spPr>
        <p:txBody>
          <a:bodyPr lIns="0" rIns="0" anchor="ctr">
            <a:noAutofit/>
          </a:bodyPr>
          <a:lstStyle>
            <a:lvl1pPr algn="l">
              <a:lnSpc>
                <a:spcPct val="100000"/>
              </a:lnSpc>
              <a:defRPr sz="4200" b="1">
                <a:solidFill>
                  <a:schemeClr val="bg1"/>
                </a:solidFill>
                <a:latin typeface="+mn-lt"/>
              </a:defRPr>
            </a:lvl1pPr>
          </a:lstStyle>
          <a:p>
            <a:endParaRPr lang="en-GB" dirty="0"/>
          </a:p>
        </p:txBody>
      </p:sp>
      <p:sp>
        <p:nvSpPr>
          <p:cNvPr id="3" name="Subtitle 2">
            <a:extLst>
              <a:ext uri="{FF2B5EF4-FFF2-40B4-BE49-F238E27FC236}">
                <a16:creationId xmlns:a16="http://schemas.microsoft.com/office/drawing/2014/main" id="{994AF8D4-DACD-9AF9-364C-02C474BC62A5}"/>
              </a:ext>
            </a:extLst>
          </p:cNvPr>
          <p:cNvSpPr>
            <a:spLocks noGrp="1"/>
          </p:cNvSpPr>
          <p:nvPr>
            <p:ph type="subTitle" idx="1"/>
          </p:nvPr>
        </p:nvSpPr>
        <p:spPr>
          <a:xfrm>
            <a:off x="515938" y="3236157"/>
            <a:ext cx="5289439" cy="863600"/>
          </a:xfrm>
          <a:prstGeom prst="rect">
            <a:avLst/>
          </a:prstGeom>
          <a:ln>
            <a:noFill/>
          </a:ln>
        </p:spPr>
        <p:txBody>
          <a:bodyPr lIns="0" rIns="0" anchor="t">
            <a:noAutofit/>
          </a:bodyPr>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en-GB" dirty="0"/>
          </a:p>
        </p:txBody>
      </p:sp>
      <p:pic>
        <p:nvPicPr>
          <p:cNvPr id="7" name="Picture 6" descr="A person and person looking at a computer&#10;&#10;Description automatically generated">
            <a:extLst>
              <a:ext uri="{FF2B5EF4-FFF2-40B4-BE49-F238E27FC236}">
                <a16:creationId xmlns:a16="http://schemas.microsoft.com/office/drawing/2014/main" id="{67CEBF45-943F-B807-5DB4-2E9C2442F67F}"/>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528389" y="0"/>
            <a:ext cx="5663609" cy="6858000"/>
          </a:xfrm>
          <a:prstGeom prst="rect">
            <a:avLst/>
          </a:prstGeom>
        </p:spPr>
      </p:pic>
      <p:pic>
        <p:nvPicPr>
          <p:cNvPr id="4" name="Picture 3">
            <a:extLst>
              <a:ext uri="{FF2B5EF4-FFF2-40B4-BE49-F238E27FC236}">
                <a16:creationId xmlns:a16="http://schemas.microsoft.com/office/drawing/2014/main" id="{D60A4229-1351-3FFE-81FC-8041CD7C210D}"/>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482900" y="5100968"/>
            <a:ext cx="2360758" cy="1199265"/>
          </a:xfrm>
          <a:prstGeom prst="rect">
            <a:avLst/>
          </a:prstGeom>
        </p:spPr>
      </p:pic>
    </p:spTree>
    <p:extLst>
      <p:ext uri="{BB962C8B-B14F-4D97-AF65-F5344CB8AC3E}">
        <p14:creationId xmlns:p14="http://schemas.microsoft.com/office/powerpoint/2010/main" val="23220345"/>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Business/Marketing - 5">
    <p:bg>
      <p:bgPr>
        <a:solidFill>
          <a:srgbClr val="00000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9D855A-1A49-ADBE-89C8-65ECAFD2AAB3}"/>
              </a:ext>
            </a:extLst>
          </p:cNvPr>
          <p:cNvSpPr>
            <a:spLocks noGrp="1"/>
          </p:cNvSpPr>
          <p:nvPr>
            <p:ph type="ctrTitle"/>
          </p:nvPr>
        </p:nvSpPr>
        <p:spPr>
          <a:xfrm>
            <a:off x="482900" y="1013077"/>
            <a:ext cx="5322477" cy="2027835"/>
          </a:xfrm>
          <a:prstGeom prst="rect">
            <a:avLst/>
          </a:prstGeom>
          <a:ln>
            <a:noFill/>
          </a:ln>
        </p:spPr>
        <p:txBody>
          <a:bodyPr lIns="0" rIns="0" anchor="ctr">
            <a:noAutofit/>
          </a:bodyPr>
          <a:lstStyle>
            <a:lvl1pPr algn="l">
              <a:lnSpc>
                <a:spcPct val="100000"/>
              </a:lnSpc>
              <a:defRPr sz="4200" b="1">
                <a:solidFill>
                  <a:schemeClr val="bg1"/>
                </a:solidFill>
                <a:latin typeface="+mn-lt"/>
              </a:defRPr>
            </a:lvl1pPr>
          </a:lstStyle>
          <a:p>
            <a:endParaRPr lang="en-GB" dirty="0"/>
          </a:p>
        </p:txBody>
      </p:sp>
      <p:sp>
        <p:nvSpPr>
          <p:cNvPr id="3" name="Subtitle 2">
            <a:extLst>
              <a:ext uri="{FF2B5EF4-FFF2-40B4-BE49-F238E27FC236}">
                <a16:creationId xmlns:a16="http://schemas.microsoft.com/office/drawing/2014/main" id="{994AF8D4-DACD-9AF9-364C-02C474BC62A5}"/>
              </a:ext>
            </a:extLst>
          </p:cNvPr>
          <p:cNvSpPr>
            <a:spLocks noGrp="1"/>
          </p:cNvSpPr>
          <p:nvPr>
            <p:ph type="subTitle" idx="1"/>
          </p:nvPr>
        </p:nvSpPr>
        <p:spPr>
          <a:xfrm>
            <a:off x="515938" y="3236157"/>
            <a:ext cx="5289439" cy="863600"/>
          </a:xfrm>
          <a:prstGeom prst="rect">
            <a:avLst/>
          </a:prstGeom>
          <a:ln>
            <a:noFill/>
          </a:ln>
        </p:spPr>
        <p:txBody>
          <a:bodyPr lIns="0" rIns="0" anchor="t">
            <a:noAutofit/>
          </a:bodyPr>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en-GB" dirty="0"/>
          </a:p>
        </p:txBody>
      </p:sp>
      <p:pic>
        <p:nvPicPr>
          <p:cNvPr id="7" name="Picture 6" descr="A person and person looking at a computer&#10;&#10;Description automatically generated">
            <a:extLst>
              <a:ext uri="{FF2B5EF4-FFF2-40B4-BE49-F238E27FC236}">
                <a16:creationId xmlns:a16="http://schemas.microsoft.com/office/drawing/2014/main" id="{10FDA179-75B5-61CF-9CC0-8277D61F403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528390" y="0"/>
            <a:ext cx="5663610" cy="6858000"/>
          </a:xfrm>
          <a:prstGeom prst="rect">
            <a:avLst/>
          </a:prstGeom>
        </p:spPr>
      </p:pic>
      <p:pic>
        <p:nvPicPr>
          <p:cNvPr id="4" name="Picture 3">
            <a:extLst>
              <a:ext uri="{FF2B5EF4-FFF2-40B4-BE49-F238E27FC236}">
                <a16:creationId xmlns:a16="http://schemas.microsoft.com/office/drawing/2014/main" id="{D60A4229-1351-3FFE-81FC-8041CD7C210D}"/>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482900" y="5100968"/>
            <a:ext cx="2360758" cy="1199265"/>
          </a:xfrm>
          <a:prstGeom prst="rect">
            <a:avLst/>
          </a:prstGeom>
        </p:spPr>
      </p:pic>
    </p:spTree>
    <p:extLst>
      <p:ext uri="{BB962C8B-B14F-4D97-AF65-F5344CB8AC3E}">
        <p14:creationId xmlns:p14="http://schemas.microsoft.com/office/powerpoint/2010/main" val="1793710519"/>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reserve="1">
  <p:cSld name="Blue_divi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14" name="Picture 13">
            <a:extLst>
              <a:ext uri="{FF2B5EF4-FFF2-40B4-BE49-F238E27FC236}">
                <a16:creationId xmlns:a16="http://schemas.microsoft.com/office/drawing/2014/main" id="{5900B100-2687-1806-91A0-1745BAAE233C}"/>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0" y="898802"/>
            <a:ext cx="8062293" cy="1684800"/>
          </a:xfrm>
          <a:prstGeom prst="rect">
            <a:avLst/>
          </a:prstGeom>
        </p:spPr>
      </p:pic>
      <p:sp>
        <p:nvSpPr>
          <p:cNvPr id="2" name="Title 1">
            <a:extLst>
              <a:ext uri="{FF2B5EF4-FFF2-40B4-BE49-F238E27FC236}">
                <a16:creationId xmlns:a16="http://schemas.microsoft.com/office/drawing/2014/main" id="{909D855A-1A49-ADBE-89C8-65ECAFD2AAB3}"/>
              </a:ext>
            </a:extLst>
          </p:cNvPr>
          <p:cNvSpPr>
            <a:spLocks noGrp="1"/>
          </p:cNvSpPr>
          <p:nvPr>
            <p:ph type="ctrTitle"/>
          </p:nvPr>
        </p:nvSpPr>
        <p:spPr>
          <a:xfrm>
            <a:off x="473406" y="1118152"/>
            <a:ext cx="6777996" cy="1247916"/>
          </a:xfrm>
          <a:prstGeom prst="rect">
            <a:avLst/>
          </a:prstGeom>
          <a:ln>
            <a:noFill/>
          </a:ln>
        </p:spPr>
        <p:txBody>
          <a:bodyPr lIns="0" rIns="0" anchor="ctr"/>
          <a:lstStyle>
            <a:lvl1pPr algn="l">
              <a:lnSpc>
                <a:spcPct val="100000"/>
              </a:lnSpc>
              <a:defRPr sz="3600">
                <a:solidFill>
                  <a:schemeClr val="tx1"/>
                </a:solidFill>
              </a:defRPr>
            </a:lvl1pPr>
          </a:lstStyle>
          <a:p>
            <a:endParaRPr lang="en-GB" dirty="0"/>
          </a:p>
        </p:txBody>
      </p:sp>
      <p:sp>
        <p:nvSpPr>
          <p:cNvPr id="3" name="Subtitle 2">
            <a:extLst>
              <a:ext uri="{FF2B5EF4-FFF2-40B4-BE49-F238E27FC236}">
                <a16:creationId xmlns:a16="http://schemas.microsoft.com/office/drawing/2014/main" id="{994AF8D4-DACD-9AF9-364C-02C474BC62A5}"/>
              </a:ext>
            </a:extLst>
          </p:cNvPr>
          <p:cNvSpPr>
            <a:spLocks noGrp="1"/>
          </p:cNvSpPr>
          <p:nvPr>
            <p:ph type="subTitle" idx="1"/>
          </p:nvPr>
        </p:nvSpPr>
        <p:spPr>
          <a:xfrm>
            <a:off x="473406" y="2902689"/>
            <a:ext cx="6150678" cy="863600"/>
          </a:xfrm>
          <a:prstGeom prst="rect">
            <a:avLst/>
          </a:prstGeom>
          <a:ln>
            <a:noFill/>
          </a:ln>
        </p:spPr>
        <p:txBody>
          <a:bodyPr lIns="0" rIns="0" anchor="t"/>
          <a:lstStyle>
            <a:lvl1pPr marL="0" indent="0" algn="l">
              <a:buNone/>
              <a:defRPr sz="18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endParaRPr lang="en-GB" dirty="0"/>
          </a:p>
        </p:txBody>
      </p:sp>
      <p:pic>
        <p:nvPicPr>
          <p:cNvPr id="9" name="Picture 8">
            <a:extLst>
              <a:ext uri="{FF2B5EF4-FFF2-40B4-BE49-F238E27FC236}">
                <a16:creationId xmlns:a16="http://schemas.microsoft.com/office/drawing/2014/main" id="{ADC96ABF-C649-123E-FBF1-598689C3D553}"/>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473406" y="5650088"/>
            <a:ext cx="1972082" cy="650979"/>
          </a:xfrm>
          <a:prstGeom prst="rect">
            <a:avLst/>
          </a:prstGeom>
        </p:spPr>
      </p:pic>
    </p:spTree>
    <p:extLst>
      <p:ext uri="{BB962C8B-B14F-4D97-AF65-F5344CB8AC3E}">
        <p14:creationId xmlns:p14="http://schemas.microsoft.com/office/powerpoint/2010/main" val="3008113637"/>
      </p:ext>
    </p:extLst>
  </p:cSld>
  <p:clrMapOvr>
    <a:masterClrMapping/>
  </p:clrMapOvr>
  <p:extLst>
    <p:ext uri="{DCECCB84-F9BA-43D5-87BE-67443E8EF086}">
      <p15:sldGuideLst xmlns:p15="http://schemas.microsoft.com/office/powerpoint/2012/main"/>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type="title" preserve="1">
  <p:cSld name="Yellow_divi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7C85F22E-218E-4306-C170-579CCBF0BB8A}"/>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0" y="898802"/>
            <a:ext cx="8062294" cy="1684800"/>
          </a:xfrm>
          <a:prstGeom prst="rect">
            <a:avLst/>
          </a:prstGeom>
        </p:spPr>
      </p:pic>
      <p:sp>
        <p:nvSpPr>
          <p:cNvPr id="2" name="Title 1">
            <a:extLst>
              <a:ext uri="{FF2B5EF4-FFF2-40B4-BE49-F238E27FC236}">
                <a16:creationId xmlns:a16="http://schemas.microsoft.com/office/drawing/2014/main" id="{909D855A-1A49-ADBE-89C8-65ECAFD2AAB3}"/>
              </a:ext>
            </a:extLst>
          </p:cNvPr>
          <p:cNvSpPr>
            <a:spLocks noGrp="1"/>
          </p:cNvSpPr>
          <p:nvPr>
            <p:ph type="ctrTitle"/>
          </p:nvPr>
        </p:nvSpPr>
        <p:spPr>
          <a:xfrm>
            <a:off x="473406" y="1118152"/>
            <a:ext cx="6777996" cy="1247916"/>
          </a:xfrm>
          <a:prstGeom prst="rect">
            <a:avLst/>
          </a:prstGeom>
          <a:ln>
            <a:noFill/>
          </a:ln>
        </p:spPr>
        <p:txBody>
          <a:bodyPr lIns="0" rIns="0" anchor="ctr"/>
          <a:lstStyle>
            <a:lvl1pPr algn="l">
              <a:lnSpc>
                <a:spcPct val="100000"/>
              </a:lnSpc>
              <a:defRPr sz="3600">
                <a:solidFill>
                  <a:schemeClr val="tx1"/>
                </a:solidFill>
              </a:defRPr>
            </a:lvl1pPr>
          </a:lstStyle>
          <a:p>
            <a:endParaRPr lang="en-GB" dirty="0"/>
          </a:p>
        </p:txBody>
      </p:sp>
      <p:sp>
        <p:nvSpPr>
          <p:cNvPr id="3" name="Subtitle 2">
            <a:extLst>
              <a:ext uri="{FF2B5EF4-FFF2-40B4-BE49-F238E27FC236}">
                <a16:creationId xmlns:a16="http://schemas.microsoft.com/office/drawing/2014/main" id="{994AF8D4-DACD-9AF9-364C-02C474BC62A5}"/>
              </a:ext>
            </a:extLst>
          </p:cNvPr>
          <p:cNvSpPr>
            <a:spLocks noGrp="1"/>
          </p:cNvSpPr>
          <p:nvPr>
            <p:ph type="subTitle" idx="1"/>
          </p:nvPr>
        </p:nvSpPr>
        <p:spPr>
          <a:xfrm>
            <a:off x="473406" y="2902689"/>
            <a:ext cx="6150678" cy="863600"/>
          </a:xfrm>
          <a:prstGeom prst="rect">
            <a:avLst/>
          </a:prstGeom>
          <a:ln>
            <a:noFill/>
          </a:ln>
        </p:spPr>
        <p:txBody>
          <a:bodyPr lIns="0" rIns="0" anchor="t"/>
          <a:lstStyle>
            <a:lvl1pPr marL="0" indent="0" algn="l">
              <a:buNone/>
              <a:defRPr sz="18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endParaRPr lang="en-GB" dirty="0"/>
          </a:p>
        </p:txBody>
      </p:sp>
      <p:pic>
        <p:nvPicPr>
          <p:cNvPr id="9" name="Picture 8">
            <a:extLst>
              <a:ext uri="{FF2B5EF4-FFF2-40B4-BE49-F238E27FC236}">
                <a16:creationId xmlns:a16="http://schemas.microsoft.com/office/drawing/2014/main" id="{ADC96ABF-C649-123E-FBF1-598689C3D553}"/>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473406" y="5650088"/>
            <a:ext cx="1972082" cy="650979"/>
          </a:xfrm>
          <a:prstGeom prst="rect">
            <a:avLst/>
          </a:prstGeom>
        </p:spPr>
      </p:pic>
    </p:spTree>
    <p:extLst>
      <p:ext uri="{BB962C8B-B14F-4D97-AF65-F5344CB8AC3E}">
        <p14:creationId xmlns:p14="http://schemas.microsoft.com/office/powerpoint/2010/main" val="2549756122"/>
      </p:ext>
    </p:extLst>
  </p:cSld>
  <p:clrMapOvr>
    <a:masterClrMapping/>
  </p:clrMapOvr>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type="title" preserve="1">
  <p:cSld name="Red_divi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6217865-0F45-7305-80EA-583FC42047A2}"/>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0" y="898802"/>
            <a:ext cx="8062294" cy="1684800"/>
          </a:xfrm>
          <a:prstGeom prst="rect">
            <a:avLst/>
          </a:prstGeom>
        </p:spPr>
      </p:pic>
      <p:sp>
        <p:nvSpPr>
          <p:cNvPr id="2" name="Title 1">
            <a:extLst>
              <a:ext uri="{FF2B5EF4-FFF2-40B4-BE49-F238E27FC236}">
                <a16:creationId xmlns:a16="http://schemas.microsoft.com/office/drawing/2014/main" id="{909D855A-1A49-ADBE-89C8-65ECAFD2AAB3}"/>
              </a:ext>
            </a:extLst>
          </p:cNvPr>
          <p:cNvSpPr>
            <a:spLocks noGrp="1"/>
          </p:cNvSpPr>
          <p:nvPr>
            <p:ph type="ctrTitle"/>
          </p:nvPr>
        </p:nvSpPr>
        <p:spPr>
          <a:xfrm>
            <a:off x="473406" y="1118152"/>
            <a:ext cx="6777996" cy="1247916"/>
          </a:xfrm>
          <a:prstGeom prst="rect">
            <a:avLst/>
          </a:prstGeom>
          <a:ln>
            <a:noFill/>
          </a:ln>
        </p:spPr>
        <p:txBody>
          <a:bodyPr lIns="0" rIns="0" anchor="ctr"/>
          <a:lstStyle>
            <a:lvl1pPr algn="l">
              <a:lnSpc>
                <a:spcPct val="100000"/>
              </a:lnSpc>
              <a:defRPr sz="3600">
                <a:solidFill>
                  <a:schemeClr val="tx1"/>
                </a:solidFill>
              </a:defRPr>
            </a:lvl1pPr>
          </a:lstStyle>
          <a:p>
            <a:endParaRPr lang="en-GB" dirty="0"/>
          </a:p>
        </p:txBody>
      </p:sp>
      <p:sp>
        <p:nvSpPr>
          <p:cNvPr id="3" name="Subtitle 2">
            <a:extLst>
              <a:ext uri="{FF2B5EF4-FFF2-40B4-BE49-F238E27FC236}">
                <a16:creationId xmlns:a16="http://schemas.microsoft.com/office/drawing/2014/main" id="{994AF8D4-DACD-9AF9-364C-02C474BC62A5}"/>
              </a:ext>
            </a:extLst>
          </p:cNvPr>
          <p:cNvSpPr>
            <a:spLocks noGrp="1"/>
          </p:cNvSpPr>
          <p:nvPr>
            <p:ph type="subTitle" idx="1"/>
          </p:nvPr>
        </p:nvSpPr>
        <p:spPr>
          <a:xfrm>
            <a:off x="473406" y="2902689"/>
            <a:ext cx="6150678" cy="863600"/>
          </a:xfrm>
          <a:prstGeom prst="rect">
            <a:avLst/>
          </a:prstGeom>
          <a:ln>
            <a:noFill/>
          </a:ln>
        </p:spPr>
        <p:txBody>
          <a:bodyPr lIns="0" rIns="0" anchor="t"/>
          <a:lstStyle>
            <a:lvl1pPr marL="0" indent="0" algn="l">
              <a:buNone/>
              <a:defRPr sz="18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endParaRPr lang="en-GB" dirty="0"/>
          </a:p>
        </p:txBody>
      </p:sp>
      <p:pic>
        <p:nvPicPr>
          <p:cNvPr id="9" name="Picture 8">
            <a:extLst>
              <a:ext uri="{FF2B5EF4-FFF2-40B4-BE49-F238E27FC236}">
                <a16:creationId xmlns:a16="http://schemas.microsoft.com/office/drawing/2014/main" id="{ADC96ABF-C649-123E-FBF1-598689C3D553}"/>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473406" y="5650088"/>
            <a:ext cx="1972082" cy="650979"/>
          </a:xfrm>
          <a:prstGeom prst="rect">
            <a:avLst/>
          </a:prstGeom>
        </p:spPr>
      </p:pic>
    </p:spTree>
    <p:extLst>
      <p:ext uri="{BB962C8B-B14F-4D97-AF65-F5344CB8AC3E}">
        <p14:creationId xmlns:p14="http://schemas.microsoft.com/office/powerpoint/2010/main" val="1624750333"/>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type="title" preserve="1">
  <p:cSld name="Purple_divi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AB0B8D50-2C63-2F2E-599F-E921BF1F757F}"/>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0" y="898802"/>
            <a:ext cx="8062294" cy="1684800"/>
          </a:xfrm>
          <a:prstGeom prst="rect">
            <a:avLst/>
          </a:prstGeom>
        </p:spPr>
      </p:pic>
      <p:sp>
        <p:nvSpPr>
          <p:cNvPr id="2" name="Title 1">
            <a:extLst>
              <a:ext uri="{FF2B5EF4-FFF2-40B4-BE49-F238E27FC236}">
                <a16:creationId xmlns:a16="http://schemas.microsoft.com/office/drawing/2014/main" id="{909D855A-1A49-ADBE-89C8-65ECAFD2AAB3}"/>
              </a:ext>
            </a:extLst>
          </p:cNvPr>
          <p:cNvSpPr>
            <a:spLocks noGrp="1"/>
          </p:cNvSpPr>
          <p:nvPr>
            <p:ph type="ctrTitle"/>
          </p:nvPr>
        </p:nvSpPr>
        <p:spPr>
          <a:xfrm>
            <a:off x="473406" y="1118152"/>
            <a:ext cx="6777996" cy="1247916"/>
          </a:xfrm>
          <a:prstGeom prst="rect">
            <a:avLst/>
          </a:prstGeom>
          <a:ln>
            <a:noFill/>
          </a:ln>
        </p:spPr>
        <p:txBody>
          <a:bodyPr lIns="0" rIns="0" anchor="ctr"/>
          <a:lstStyle>
            <a:lvl1pPr algn="l">
              <a:lnSpc>
                <a:spcPct val="100000"/>
              </a:lnSpc>
              <a:defRPr sz="3600">
                <a:solidFill>
                  <a:schemeClr val="tx1"/>
                </a:solidFill>
              </a:defRPr>
            </a:lvl1pPr>
          </a:lstStyle>
          <a:p>
            <a:endParaRPr lang="en-GB" dirty="0"/>
          </a:p>
        </p:txBody>
      </p:sp>
      <p:sp>
        <p:nvSpPr>
          <p:cNvPr id="3" name="Subtitle 2">
            <a:extLst>
              <a:ext uri="{FF2B5EF4-FFF2-40B4-BE49-F238E27FC236}">
                <a16:creationId xmlns:a16="http://schemas.microsoft.com/office/drawing/2014/main" id="{994AF8D4-DACD-9AF9-364C-02C474BC62A5}"/>
              </a:ext>
            </a:extLst>
          </p:cNvPr>
          <p:cNvSpPr>
            <a:spLocks noGrp="1"/>
          </p:cNvSpPr>
          <p:nvPr>
            <p:ph type="subTitle" idx="1"/>
          </p:nvPr>
        </p:nvSpPr>
        <p:spPr>
          <a:xfrm>
            <a:off x="473406" y="2902689"/>
            <a:ext cx="6150678" cy="863600"/>
          </a:xfrm>
          <a:prstGeom prst="rect">
            <a:avLst/>
          </a:prstGeom>
          <a:ln>
            <a:noFill/>
          </a:ln>
        </p:spPr>
        <p:txBody>
          <a:bodyPr lIns="0" rIns="0" anchor="t"/>
          <a:lstStyle>
            <a:lvl1pPr marL="0" indent="0" algn="l">
              <a:buNone/>
              <a:defRPr sz="18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endParaRPr lang="en-GB" dirty="0"/>
          </a:p>
        </p:txBody>
      </p:sp>
      <p:pic>
        <p:nvPicPr>
          <p:cNvPr id="9" name="Picture 8">
            <a:extLst>
              <a:ext uri="{FF2B5EF4-FFF2-40B4-BE49-F238E27FC236}">
                <a16:creationId xmlns:a16="http://schemas.microsoft.com/office/drawing/2014/main" id="{ADC96ABF-C649-123E-FBF1-598689C3D553}"/>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473406" y="5650088"/>
            <a:ext cx="1972082" cy="650979"/>
          </a:xfrm>
          <a:prstGeom prst="rect">
            <a:avLst/>
          </a:prstGeom>
        </p:spPr>
      </p:pic>
    </p:spTree>
    <p:extLst>
      <p:ext uri="{BB962C8B-B14F-4D97-AF65-F5344CB8AC3E}">
        <p14:creationId xmlns:p14="http://schemas.microsoft.com/office/powerpoint/2010/main" val="52754516"/>
      </p:ext>
    </p:extLst>
  </p:cSld>
  <p:clrMapOvr>
    <a:masterClrMapping/>
  </p:clrMapOvr>
  <p:extLst>
    <p:ext uri="{DCECCB84-F9BA-43D5-87BE-67443E8EF086}">
      <p15:sldGuideLst xmlns:p15="http://schemas.microsoft.com/office/powerpoint/2012/main"/>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type="title" preserve="1">
  <p:cSld name="Orange_divi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BC7FB40-8E4C-9F3C-39E4-77F63BEB70F1}"/>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0" y="898802"/>
            <a:ext cx="8062294" cy="1684800"/>
          </a:xfrm>
          <a:prstGeom prst="rect">
            <a:avLst/>
          </a:prstGeom>
        </p:spPr>
      </p:pic>
      <p:sp>
        <p:nvSpPr>
          <p:cNvPr id="2" name="Title 1">
            <a:extLst>
              <a:ext uri="{FF2B5EF4-FFF2-40B4-BE49-F238E27FC236}">
                <a16:creationId xmlns:a16="http://schemas.microsoft.com/office/drawing/2014/main" id="{909D855A-1A49-ADBE-89C8-65ECAFD2AAB3}"/>
              </a:ext>
            </a:extLst>
          </p:cNvPr>
          <p:cNvSpPr>
            <a:spLocks noGrp="1"/>
          </p:cNvSpPr>
          <p:nvPr>
            <p:ph type="ctrTitle"/>
          </p:nvPr>
        </p:nvSpPr>
        <p:spPr>
          <a:xfrm>
            <a:off x="473406" y="1118152"/>
            <a:ext cx="6777996" cy="1247916"/>
          </a:xfrm>
          <a:prstGeom prst="rect">
            <a:avLst/>
          </a:prstGeom>
          <a:ln>
            <a:noFill/>
          </a:ln>
        </p:spPr>
        <p:txBody>
          <a:bodyPr lIns="0" rIns="0" anchor="ctr"/>
          <a:lstStyle>
            <a:lvl1pPr algn="l">
              <a:lnSpc>
                <a:spcPct val="100000"/>
              </a:lnSpc>
              <a:defRPr sz="3600">
                <a:solidFill>
                  <a:schemeClr val="tx1"/>
                </a:solidFill>
              </a:defRPr>
            </a:lvl1pPr>
          </a:lstStyle>
          <a:p>
            <a:endParaRPr lang="en-GB" dirty="0"/>
          </a:p>
        </p:txBody>
      </p:sp>
      <p:sp>
        <p:nvSpPr>
          <p:cNvPr id="3" name="Subtitle 2">
            <a:extLst>
              <a:ext uri="{FF2B5EF4-FFF2-40B4-BE49-F238E27FC236}">
                <a16:creationId xmlns:a16="http://schemas.microsoft.com/office/drawing/2014/main" id="{994AF8D4-DACD-9AF9-364C-02C474BC62A5}"/>
              </a:ext>
            </a:extLst>
          </p:cNvPr>
          <p:cNvSpPr>
            <a:spLocks noGrp="1"/>
          </p:cNvSpPr>
          <p:nvPr>
            <p:ph type="subTitle" idx="1"/>
          </p:nvPr>
        </p:nvSpPr>
        <p:spPr>
          <a:xfrm>
            <a:off x="473406" y="2902689"/>
            <a:ext cx="6150678" cy="863600"/>
          </a:xfrm>
          <a:prstGeom prst="rect">
            <a:avLst/>
          </a:prstGeom>
          <a:ln>
            <a:noFill/>
          </a:ln>
        </p:spPr>
        <p:txBody>
          <a:bodyPr lIns="0" rIns="0" anchor="t"/>
          <a:lstStyle>
            <a:lvl1pPr marL="0" indent="0" algn="l">
              <a:buNone/>
              <a:defRPr sz="18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endParaRPr lang="en-GB" dirty="0"/>
          </a:p>
        </p:txBody>
      </p:sp>
      <p:pic>
        <p:nvPicPr>
          <p:cNvPr id="9" name="Picture 8">
            <a:extLst>
              <a:ext uri="{FF2B5EF4-FFF2-40B4-BE49-F238E27FC236}">
                <a16:creationId xmlns:a16="http://schemas.microsoft.com/office/drawing/2014/main" id="{ADC96ABF-C649-123E-FBF1-598689C3D553}"/>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473406" y="5650088"/>
            <a:ext cx="1972082" cy="650979"/>
          </a:xfrm>
          <a:prstGeom prst="rect">
            <a:avLst/>
          </a:prstGeom>
        </p:spPr>
      </p:pic>
    </p:spTree>
    <p:extLst>
      <p:ext uri="{BB962C8B-B14F-4D97-AF65-F5344CB8AC3E}">
        <p14:creationId xmlns:p14="http://schemas.microsoft.com/office/powerpoint/2010/main" val="2174985879"/>
      </p:ext>
    </p:extLst>
  </p:cSld>
  <p:clrMapOvr>
    <a:masterClrMapping/>
  </p:clrMapOvr>
  <p:extLst>
    <p:ext uri="{DCECCB84-F9BA-43D5-87BE-67443E8EF086}">
      <p15:sldGuideLst xmlns:p15="http://schemas.microsoft.com/office/powerpoint/2012/main"/>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type="title" preserve="1">
  <p:cSld name="Green_divi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34CAA40E-1785-77D1-B497-23C4B7D0F1DB}"/>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0" y="898802"/>
            <a:ext cx="8062294" cy="1684800"/>
          </a:xfrm>
          <a:prstGeom prst="rect">
            <a:avLst/>
          </a:prstGeom>
        </p:spPr>
      </p:pic>
      <p:sp>
        <p:nvSpPr>
          <p:cNvPr id="2" name="Title 1">
            <a:extLst>
              <a:ext uri="{FF2B5EF4-FFF2-40B4-BE49-F238E27FC236}">
                <a16:creationId xmlns:a16="http://schemas.microsoft.com/office/drawing/2014/main" id="{909D855A-1A49-ADBE-89C8-65ECAFD2AAB3}"/>
              </a:ext>
            </a:extLst>
          </p:cNvPr>
          <p:cNvSpPr>
            <a:spLocks noGrp="1"/>
          </p:cNvSpPr>
          <p:nvPr>
            <p:ph type="ctrTitle"/>
          </p:nvPr>
        </p:nvSpPr>
        <p:spPr>
          <a:xfrm>
            <a:off x="473406" y="1118152"/>
            <a:ext cx="6777996" cy="1247916"/>
          </a:xfrm>
          <a:prstGeom prst="rect">
            <a:avLst/>
          </a:prstGeom>
          <a:ln>
            <a:noFill/>
          </a:ln>
        </p:spPr>
        <p:txBody>
          <a:bodyPr lIns="0" rIns="0" anchor="ctr"/>
          <a:lstStyle>
            <a:lvl1pPr algn="l">
              <a:lnSpc>
                <a:spcPct val="100000"/>
              </a:lnSpc>
              <a:defRPr sz="3600">
                <a:solidFill>
                  <a:schemeClr val="tx1"/>
                </a:solidFill>
              </a:defRPr>
            </a:lvl1pPr>
          </a:lstStyle>
          <a:p>
            <a:endParaRPr lang="en-GB" dirty="0"/>
          </a:p>
        </p:txBody>
      </p:sp>
      <p:sp>
        <p:nvSpPr>
          <p:cNvPr id="3" name="Subtitle 2">
            <a:extLst>
              <a:ext uri="{FF2B5EF4-FFF2-40B4-BE49-F238E27FC236}">
                <a16:creationId xmlns:a16="http://schemas.microsoft.com/office/drawing/2014/main" id="{994AF8D4-DACD-9AF9-364C-02C474BC62A5}"/>
              </a:ext>
            </a:extLst>
          </p:cNvPr>
          <p:cNvSpPr>
            <a:spLocks noGrp="1"/>
          </p:cNvSpPr>
          <p:nvPr>
            <p:ph type="subTitle" idx="1"/>
          </p:nvPr>
        </p:nvSpPr>
        <p:spPr>
          <a:xfrm>
            <a:off x="473406" y="2902689"/>
            <a:ext cx="6150678" cy="863600"/>
          </a:xfrm>
          <a:prstGeom prst="rect">
            <a:avLst/>
          </a:prstGeom>
          <a:ln>
            <a:noFill/>
          </a:ln>
        </p:spPr>
        <p:txBody>
          <a:bodyPr lIns="0" rIns="0" anchor="t"/>
          <a:lstStyle>
            <a:lvl1pPr marL="0" indent="0" algn="l">
              <a:buNone/>
              <a:defRPr sz="18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endParaRPr lang="en-GB" dirty="0"/>
          </a:p>
        </p:txBody>
      </p:sp>
      <p:pic>
        <p:nvPicPr>
          <p:cNvPr id="9" name="Picture 8">
            <a:extLst>
              <a:ext uri="{FF2B5EF4-FFF2-40B4-BE49-F238E27FC236}">
                <a16:creationId xmlns:a16="http://schemas.microsoft.com/office/drawing/2014/main" id="{ADC96ABF-C649-123E-FBF1-598689C3D553}"/>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473406" y="5650088"/>
            <a:ext cx="1972082" cy="650979"/>
          </a:xfrm>
          <a:prstGeom prst="rect">
            <a:avLst/>
          </a:prstGeom>
        </p:spPr>
      </p:pic>
    </p:spTree>
    <p:extLst>
      <p:ext uri="{BB962C8B-B14F-4D97-AF65-F5344CB8AC3E}">
        <p14:creationId xmlns:p14="http://schemas.microsoft.com/office/powerpoint/2010/main" val="300770208"/>
      </p:ext>
    </p:extLst>
  </p:cSld>
  <p:clrMapOvr>
    <a:masterClrMapping/>
  </p:clrMapOvr>
  <p:extLst>
    <p:ext uri="{DCECCB84-F9BA-43D5-87BE-67443E8EF086}">
      <p15:sldGuideLst xmlns:p15="http://schemas.microsoft.com/office/powerpoint/2012/main"/>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B/W_divi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B3CB853B-6666-2B54-6421-F982E0932E7D}"/>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1" y="898802"/>
            <a:ext cx="8062294" cy="1684800"/>
          </a:xfrm>
          <a:prstGeom prst="rect">
            <a:avLst/>
          </a:prstGeom>
        </p:spPr>
      </p:pic>
      <p:sp>
        <p:nvSpPr>
          <p:cNvPr id="2" name="Title 1">
            <a:extLst>
              <a:ext uri="{FF2B5EF4-FFF2-40B4-BE49-F238E27FC236}">
                <a16:creationId xmlns:a16="http://schemas.microsoft.com/office/drawing/2014/main" id="{909D855A-1A49-ADBE-89C8-65ECAFD2AAB3}"/>
              </a:ext>
            </a:extLst>
          </p:cNvPr>
          <p:cNvSpPr>
            <a:spLocks noGrp="1"/>
          </p:cNvSpPr>
          <p:nvPr>
            <p:ph type="ctrTitle"/>
          </p:nvPr>
        </p:nvSpPr>
        <p:spPr>
          <a:xfrm>
            <a:off x="473406" y="1118152"/>
            <a:ext cx="6777996" cy="1247916"/>
          </a:xfrm>
          <a:prstGeom prst="rect">
            <a:avLst/>
          </a:prstGeom>
          <a:ln>
            <a:noFill/>
          </a:ln>
        </p:spPr>
        <p:txBody>
          <a:bodyPr lIns="0" rIns="0" anchor="ctr"/>
          <a:lstStyle>
            <a:lvl1pPr algn="l">
              <a:lnSpc>
                <a:spcPct val="100000"/>
              </a:lnSpc>
              <a:defRPr sz="3600">
                <a:solidFill>
                  <a:schemeClr val="tx1"/>
                </a:solidFill>
              </a:defRPr>
            </a:lvl1pPr>
          </a:lstStyle>
          <a:p>
            <a:endParaRPr lang="en-GB" dirty="0"/>
          </a:p>
        </p:txBody>
      </p:sp>
      <p:sp>
        <p:nvSpPr>
          <p:cNvPr id="3" name="Subtitle 2">
            <a:extLst>
              <a:ext uri="{FF2B5EF4-FFF2-40B4-BE49-F238E27FC236}">
                <a16:creationId xmlns:a16="http://schemas.microsoft.com/office/drawing/2014/main" id="{994AF8D4-DACD-9AF9-364C-02C474BC62A5}"/>
              </a:ext>
            </a:extLst>
          </p:cNvPr>
          <p:cNvSpPr>
            <a:spLocks noGrp="1"/>
          </p:cNvSpPr>
          <p:nvPr>
            <p:ph type="subTitle" idx="1"/>
          </p:nvPr>
        </p:nvSpPr>
        <p:spPr>
          <a:xfrm>
            <a:off x="473406" y="2902689"/>
            <a:ext cx="6150678" cy="863600"/>
          </a:xfrm>
          <a:prstGeom prst="rect">
            <a:avLst/>
          </a:prstGeom>
          <a:ln>
            <a:noFill/>
          </a:ln>
        </p:spPr>
        <p:txBody>
          <a:bodyPr lIns="0" rIns="0" anchor="t"/>
          <a:lstStyle>
            <a:lvl1pPr marL="0" indent="0" algn="l">
              <a:buNone/>
              <a:defRPr sz="18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endParaRPr lang="en-GB" dirty="0"/>
          </a:p>
        </p:txBody>
      </p:sp>
      <p:pic>
        <p:nvPicPr>
          <p:cNvPr id="5" name="Picture 4">
            <a:extLst>
              <a:ext uri="{FF2B5EF4-FFF2-40B4-BE49-F238E27FC236}">
                <a16:creationId xmlns:a16="http://schemas.microsoft.com/office/drawing/2014/main" id="{D526B79A-062B-09A4-399F-9A4F4ABCAA85}"/>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473406" y="5650087"/>
            <a:ext cx="1972082" cy="650979"/>
          </a:xfrm>
          <a:prstGeom prst="rect">
            <a:avLst/>
          </a:prstGeom>
        </p:spPr>
      </p:pic>
    </p:spTree>
    <p:extLst>
      <p:ext uri="{BB962C8B-B14F-4D97-AF65-F5344CB8AC3E}">
        <p14:creationId xmlns:p14="http://schemas.microsoft.com/office/powerpoint/2010/main" val="3044249721"/>
      </p:ext>
    </p:extLst>
  </p:cSld>
  <p:clrMapOvr>
    <a:masterClrMapping/>
  </p:clrMapOvr>
  <p:extLst>
    <p:ext uri="{DCECCB84-F9BA-43D5-87BE-67443E8EF086}">
      <p15:sldGuideLst xmlns:p15="http://schemas.microsoft.com/office/powerpoint/2012/main"/>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Black_Agenda">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F923268F-18BB-EA9A-A601-DD97D746AC7D}"/>
              </a:ext>
            </a:extLst>
          </p:cNvPr>
          <p:cNvSpPr/>
          <p:nvPr userDrawn="1"/>
        </p:nvSpPr>
        <p:spPr>
          <a:xfrm flipH="1">
            <a:off x="0" y="512763"/>
            <a:ext cx="3863975" cy="6153213"/>
          </a:xfrm>
          <a:prstGeom prst="rect">
            <a:avLst/>
          </a:prstGeom>
          <a:solidFill>
            <a:srgbClr val="0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 name="Title 1">
            <a:extLst>
              <a:ext uri="{FF2B5EF4-FFF2-40B4-BE49-F238E27FC236}">
                <a16:creationId xmlns:a16="http://schemas.microsoft.com/office/drawing/2014/main" id="{573B24FD-F975-8AFC-9607-A7F61051FCED}"/>
              </a:ext>
            </a:extLst>
          </p:cNvPr>
          <p:cNvSpPr>
            <a:spLocks noGrp="1"/>
          </p:cNvSpPr>
          <p:nvPr>
            <p:ph type="title" hasCustomPrompt="1"/>
          </p:nvPr>
        </p:nvSpPr>
        <p:spPr>
          <a:xfrm>
            <a:off x="515940" y="1094400"/>
            <a:ext cx="2914134" cy="1166400"/>
          </a:xfrm>
          <a:ln>
            <a:noFill/>
          </a:ln>
        </p:spPr>
        <p:txBody>
          <a:bodyPr tIns="126000" bIns="46800" anchor="t"/>
          <a:lstStyle>
            <a:lvl1pPr algn="l">
              <a:defRPr>
                <a:solidFill>
                  <a:schemeClr val="bg1"/>
                </a:solidFill>
              </a:defRPr>
            </a:lvl1pPr>
          </a:lstStyle>
          <a:p>
            <a:r>
              <a:rPr lang="en-US" dirty="0"/>
              <a:t>Click to edit Agenda/ TOC title style</a:t>
            </a:r>
            <a:endParaRPr lang="en-GB" dirty="0"/>
          </a:p>
        </p:txBody>
      </p:sp>
      <p:sp>
        <p:nvSpPr>
          <p:cNvPr id="14" name="Text Placeholder 13">
            <a:extLst>
              <a:ext uri="{FF2B5EF4-FFF2-40B4-BE49-F238E27FC236}">
                <a16:creationId xmlns:a16="http://schemas.microsoft.com/office/drawing/2014/main" id="{8E7018EA-03DA-0C52-42A5-298818F40F63}"/>
              </a:ext>
            </a:extLst>
          </p:cNvPr>
          <p:cNvSpPr>
            <a:spLocks noGrp="1"/>
          </p:cNvSpPr>
          <p:nvPr>
            <p:ph type="body" sz="quarter" idx="10" hasCustomPrompt="1"/>
          </p:nvPr>
        </p:nvSpPr>
        <p:spPr>
          <a:xfrm>
            <a:off x="4403725" y="1093788"/>
            <a:ext cx="7272338" cy="5214937"/>
          </a:xfrm>
        </p:spPr>
        <p:txBody>
          <a:bodyPr/>
          <a:lstStyle>
            <a:lvl1pPr marL="0" indent="0">
              <a:lnSpc>
                <a:spcPct val="150000"/>
              </a:lnSpc>
              <a:buNone/>
              <a:tabLst>
                <a:tab pos="5740400" algn="l"/>
              </a:tabLst>
              <a:defRPr/>
            </a:lvl1pPr>
            <a:lvl2pPr marL="457200" indent="0">
              <a:buNone/>
              <a:tabLst/>
              <a:defRPr/>
            </a:lvl2pPr>
            <a:lvl3pPr marL="914400" indent="0">
              <a:buNone/>
              <a:tabLst/>
              <a:defRPr/>
            </a:lvl3pPr>
            <a:lvl4pPr marL="1371600" indent="0">
              <a:buNone/>
              <a:tabLst/>
              <a:defRPr/>
            </a:lvl4pPr>
          </a:lstStyle>
          <a:p>
            <a:pPr lvl="0"/>
            <a:r>
              <a:rPr lang="en-US" dirty="0"/>
              <a:t>Click to edit Agenda/TOC styles</a:t>
            </a:r>
          </a:p>
        </p:txBody>
      </p:sp>
    </p:spTree>
    <p:extLst>
      <p:ext uri="{BB962C8B-B14F-4D97-AF65-F5344CB8AC3E}">
        <p14:creationId xmlns:p14="http://schemas.microsoft.com/office/powerpoint/2010/main" val="113625269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Orange - Plain">
    <p:bg>
      <p:bgPr>
        <a:blipFill dpi="0" rotWithShape="1">
          <a:blip r:embed="rId2">
            <a:lum/>
            <a:extLst>
              <a:ext uri="{96DAC541-7B7A-43D3-8B79-37D633B846F1}">
                <asvg:svgBlip xmlns:asvg="http://schemas.microsoft.com/office/drawing/2016/SVG/main" r:embed="rId3"/>
              </a:ext>
            </a:extLst>
          </a:blip>
          <a:srcRect/>
          <a:stretch>
            <a:fillRect/>
          </a:stretch>
        </a:blipFill>
        <a:effectLst/>
      </p:bgPr>
    </p: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3C671A99-398C-22FD-2BEF-6BB91DC23B26}"/>
              </a:ext>
            </a:extLst>
          </p:cNvPr>
          <p:cNvSpPr>
            <a:spLocks noGrp="1"/>
          </p:cNvSpPr>
          <p:nvPr>
            <p:ph type="body" sz="quarter" idx="10"/>
          </p:nvPr>
        </p:nvSpPr>
        <p:spPr>
          <a:xfrm>
            <a:off x="514350" y="1979999"/>
            <a:ext cx="11161713" cy="4328725"/>
          </a:xfrm>
          <a:prstGeom prst="rect">
            <a:avLst/>
          </a:prstGeom>
        </p:spPr>
        <p:txBody>
          <a:bodyPr/>
          <a:lstStyle>
            <a:lvl5pPr>
              <a:defRPr sz="16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2" name="Title 1">
            <a:extLst>
              <a:ext uri="{FF2B5EF4-FFF2-40B4-BE49-F238E27FC236}">
                <a16:creationId xmlns:a16="http://schemas.microsoft.com/office/drawing/2014/main" id="{0339C9C4-0A99-7B6F-643F-06022C89EDA3}"/>
              </a:ext>
            </a:extLst>
          </p:cNvPr>
          <p:cNvSpPr>
            <a:spLocks noGrp="1"/>
          </p:cNvSpPr>
          <p:nvPr>
            <p:ph type="title"/>
          </p:nvPr>
        </p:nvSpPr>
        <p:spPr>
          <a:xfrm>
            <a:off x="514799" y="972000"/>
            <a:ext cx="11161263" cy="720000"/>
          </a:xfrm>
          <a:prstGeom prst="rect">
            <a:avLst/>
          </a:prstGeom>
        </p:spPr>
        <p:txBody>
          <a:bodyPr anchor="t"/>
          <a:lstStyle/>
          <a:p>
            <a:r>
              <a:rPr lang="en-US"/>
              <a:t>Click to edit Master title style</a:t>
            </a:r>
            <a:endParaRPr lang="en-GB"/>
          </a:p>
        </p:txBody>
      </p:sp>
      <p:sp>
        <p:nvSpPr>
          <p:cNvPr id="3" name="Rectangle 2">
            <a:extLst>
              <a:ext uri="{FF2B5EF4-FFF2-40B4-BE49-F238E27FC236}">
                <a16:creationId xmlns:a16="http://schemas.microsoft.com/office/drawing/2014/main" id="{7D72711D-C1D3-A4A4-66F7-B70A1F3906BE}"/>
              </a:ext>
            </a:extLst>
          </p:cNvPr>
          <p:cNvSpPr/>
          <p:nvPr userDrawn="1"/>
        </p:nvSpPr>
        <p:spPr>
          <a:xfrm>
            <a:off x="0" y="6663189"/>
            <a:ext cx="12192000" cy="194811"/>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Tree>
    <p:extLst>
      <p:ext uri="{BB962C8B-B14F-4D97-AF65-F5344CB8AC3E}">
        <p14:creationId xmlns:p14="http://schemas.microsoft.com/office/powerpoint/2010/main" val="113927766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Yellow - Plain">
    <p:bg>
      <p:bgPr>
        <a:blipFill dpi="0" rotWithShape="1">
          <a:blip r:embed="rId2">
            <a:lum/>
            <a:extLst>
              <a:ext uri="{96DAC541-7B7A-43D3-8B79-37D633B846F1}">
                <asvg:svgBlip xmlns:asvg="http://schemas.microsoft.com/office/drawing/2016/SVG/main" r:embed="rId3"/>
              </a:ext>
            </a:extLst>
          </a:blip>
          <a:srcRect/>
          <a:stretch>
            <a:fillRect/>
          </a:stretch>
        </a:blipFill>
        <a:effectLst/>
      </p:bgPr>
    </p: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3C671A99-398C-22FD-2BEF-6BB91DC23B26}"/>
              </a:ext>
            </a:extLst>
          </p:cNvPr>
          <p:cNvSpPr>
            <a:spLocks noGrp="1"/>
          </p:cNvSpPr>
          <p:nvPr>
            <p:ph type="body" sz="quarter" idx="10"/>
          </p:nvPr>
        </p:nvSpPr>
        <p:spPr>
          <a:xfrm>
            <a:off x="514350" y="1979999"/>
            <a:ext cx="11161713" cy="4328725"/>
          </a:xfrm>
          <a:prstGeom prst="rect">
            <a:avLst/>
          </a:prstGeom>
        </p:spPr>
        <p:txBody>
          <a:bodyPr/>
          <a:lstStyle>
            <a:lvl5pPr>
              <a:defRPr sz="16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2" name="Title 1">
            <a:extLst>
              <a:ext uri="{FF2B5EF4-FFF2-40B4-BE49-F238E27FC236}">
                <a16:creationId xmlns:a16="http://schemas.microsoft.com/office/drawing/2014/main" id="{0339C9C4-0A99-7B6F-643F-06022C89EDA3}"/>
              </a:ext>
            </a:extLst>
          </p:cNvPr>
          <p:cNvSpPr>
            <a:spLocks noGrp="1"/>
          </p:cNvSpPr>
          <p:nvPr>
            <p:ph type="title"/>
          </p:nvPr>
        </p:nvSpPr>
        <p:spPr>
          <a:xfrm>
            <a:off x="514799" y="972000"/>
            <a:ext cx="11161263" cy="720000"/>
          </a:xfrm>
          <a:prstGeom prst="rect">
            <a:avLst/>
          </a:prstGeom>
        </p:spPr>
        <p:txBody>
          <a:bodyPr anchor="t"/>
          <a:lstStyle/>
          <a:p>
            <a:r>
              <a:rPr lang="en-US" dirty="0"/>
              <a:t>Click to edit Master title style</a:t>
            </a:r>
            <a:endParaRPr lang="en-GB" dirty="0"/>
          </a:p>
        </p:txBody>
      </p:sp>
      <p:sp>
        <p:nvSpPr>
          <p:cNvPr id="3" name="Rectangle 2">
            <a:extLst>
              <a:ext uri="{FF2B5EF4-FFF2-40B4-BE49-F238E27FC236}">
                <a16:creationId xmlns:a16="http://schemas.microsoft.com/office/drawing/2014/main" id="{7D72711D-C1D3-A4A4-66F7-B70A1F3906BE}"/>
              </a:ext>
            </a:extLst>
          </p:cNvPr>
          <p:cNvSpPr/>
          <p:nvPr userDrawn="1"/>
        </p:nvSpPr>
        <p:spPr>
          <a:xfrm>
            <a:off x="0" y="6663189"/>
            <a:ext cx="12192000" cy="194811"/>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Tree>
    <p:extLst>
      <p:ext uri="{BB962C8B-B14F-4D97-AF65-F5344CB8AC3E}">
        <p14:creationId xmlns:p14="http://schemas.microsoft.com/office/powerpoint/2010/main" val="239780141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Green - Plain">
    <p:bg>
      <p:bgPr>
        <a:blipFill dpi="0" rotWithShape="1">
          <a:blip r:embed="rId2">
            <a:lum/>
            <a:extLst>
              <a:ext uri="{96DAC541-7B7A-43D3-8B79-37D633B846F1}">
                <asvg:svgBlip xmlns:asvg="http://schemas.microsoft.com/office/drawing/2016/SVG/main" r:embed="rId3"/>
              </a:ext>
            </a:extLst>
          </a:blip>
          <a:srcRect/>
          <a:stretch>
            <a:fillRect/>
          </a:stretch>
        </a:blipFill>
        <a:effectLst/>
      </p:bgPr>
    </p: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3C671A99-398C-22FD-2BEF-6BB91DC23B26}"/>
              </a:ext>
            </a:extLst>
          </p:cNvPr>
          <p:cNvSpPr>
            <a:spLocks noGrp="1"/>
          </p:cNvSpPr>
          <p:nvPr>
            <p:ph type="body" sz="quarter" idx="10"/>
          </p:nvPr>
        </p:nvSpPr>
        <p:spPr>
          <a:xfrm>
            <a:off x="514350" y="1979999"/>
            <a:ext cx="11161713" cy="4328725"/>
          </a:xfrm>
          <a:prstGeom prst="rect">
            <a:avLst/>
          </a:prstGeom>
        </p:spPr>
        <p:txBody>
          <a:bodyPr/>
          <a:lstStyle>
            <a:lvl3pPr>
              <a:defRPr/>
            </a:lvl3pPr>
            <a:lvl5pPr>
              <a:defRPr sz="16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2" name="Title 1">
            <a:extLst>
              <a:ext uri="{FF2B5EF4-FFF2-40B4-BE49-F238E27FC236}">
                <a16:creationId xmlns:a16="http://schemas.microsoft.com/office/drawing/2014/main" id="{0339C9C4-0A99-7B6F-643F-06022C89EDA3}"/>
              </a:ext>
            </a:extLst>
          </p:cNvPr>
          <p:cNvSpPr>
            <a:spLocks noGrp="1"/>
          </p:cNvSpPr>
          <p:nvPr>
            <p:ph type="title"/>
          </p:nvPr>
        </p:nvSpPr>
        <p:spPr>
          <a:xfrm>
            <a:off x="514799" y="972000"/>
            <a:ext cx="11161263" cy="720000"/>
          </a:xfrm>
          <a:prstGeom prst="rect">
            <a:avLst/>
          </a:prstGeom>
        </p:spPr>
        <p:txBody>
          <a:bodyPr anchor="t"/>
          <a:lstStyle/>
          <a:p>
            <a:r>
              <a:rPr lang="en-US"/>
              <a:t>Click to edit Master title style</a:t>
            </a:r>
            <a:endParaRPr lang="en-GB"/>
          </a:p>
        </p:txBody>
      </p:sp>
      <p:sp>
        <p:nvSpPr>
          <p:cNvPr id="3" name="Rectangle 2">
            <a:extLst>
              <a:ext uri="{FF2B5EF4-FFF2-40B4-BE49-F238E27FC236}">
                <a16:creationId xmlns:a16="http://schemas.microsoft.com/office/drawing/2014/main" id="{7D72711D-C1D3-A4A4-66F7-B70A1F3906BE}"/>
              </a:ext>
            </a:extLst>
          </p:cNvPr>
          <p:cNvSpPr/>
          <p:nvPr userDrawn="1"/>
        </p:nvSpPr>
        <p:spPr>
          <a:xfrm>
            <a:off x="0" y="6663189"/>
            <a:ext cx="12192000" cy="194811"/>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Tree>
    <p:extLst>
      <p:ext uri="{BB962C8B-B14F-4D97-AF65-F5344CB8AC3E}">
        <p14:creationId xmlns:p14="http://schemas.microsoft.com/office/powerpoint/2010/main" val="357223325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Blue - Plain">
    <p:bg>
      <p:bgPr>
        <a:blipFill dpi="0" rotWithShape="1">
          <a:blip r:embed="rId2">
            <a:lum/>
            <a:extLst>
              <a:ext uri="{96DAC541-7B7A-43D3-8B79-37D633B846F1}">
                <asvg:svgBlip xmlns:asvg="http://schemas.microsoft.com/office/drawing/2016/SVG/main" r:embed="rId3"/>
              </a:ext>
            </a:extLst>
          </a:blip>
          <a:srcRect/>
          <a:stretch>
            <a:fillRect/>
          </a:stretch>
        </a:blipFill>
        <a:effectLst/>
      </p:bgPr>
    </p: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3C671A99-398C-22FD-2BEF-6BB91DC23B26}"/>
              </a:ext>
            </a:extLst>
          </p:cNvPr>
          <p:cNvSpPr>
            <a:spLocks noGrp="1"/>
          </p:cNvSpPr>
          <p:nvPr>
            <p:ph type="body" sz="quarter" idx="10"/>
          </p:nvPr>
        </p:nvSpPr>
        <p:spPr>
          <a:xfrm>
            <a:off x="514350" y="1979999"/>
            <a:ext cx="11161713" cy="4328725"/>
          </a:xfrm>
          <a:prstGeom prst="rect">
            <a:avLst/>
          </a:prstGeom>
        </p:spPr>
        <p:txBody>
          <a:bodyPr/>
          <a:lstStyle>
            <a:lvl5pPr>
              <a:defRPr sz="16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2" name="Title 1">
            <a:extLst>
              <a:ext uri="{FF2B5EF4-FFF2-40B4-BE49-F238E27FC236}">
                <a16:creationId xmlns:a16="http://schemas.microsoft.com/office/drawing/2014/main" id="{0339C9C4-0A99-7B6F-643F-06022C89EDA3}"/>
              </a:ext>
            </a:extLst>
          </p:cNvPr>
          <p:cNvSpPr>
            <a:spLocks noGrp="1"/>
          </p:cNvSpPr>
          <p:nvPr>
            <p:ph type="title"/>
          </p:nvPr>
        </p:nvSpPr>
        <p:spPr>
          <a:xfrm>
            <a:off x="514799" y="972000"/>
            <a:ext cx="11161263" cy="720000"/>
          </a:xfrm>
          <a:prstGeom prst="rect">
            <a:avLst/>
          </a:prstGeom>
        </p:spPr>
        <p:txBody>
          <a:bodyPr anchor="t"/>
          <a:lstStyle/>
          <a:p>
            <a:r>
              <a:rPr lang="en-US"/>
              <a:t>Click to edit Master title style</a:t>
            </a:r>
            <a:endParaRPr lang="en-GB"/>
          </a:p>
        </p:txBody>
      </p:sp>
      <p:sp>
        <p:nvSpPr>
          <p:cNvPr id="3" name="Rectangle 2">
            <a:extLst>
              <a:ext uri="{FF2B5EF4-FFF2-40B4-BE49-F238E27FC236}">
                <a16:creationId xmlns:a16="http://schemas.microsoft.com/office/drawing/2014/main" id="{7D72711D-C1D3-A4A4-66F7-B70A1F3906BE}"/>
              </a:ext>
            </a:extLst>
          </p:cNvPr>
          <p:cNvSpPr/>
          <p:nvPr userDrawn="1"/>
        </p:nvSpPr>
        <p:spPr>
          <a:xfrm>
            <a:off x="0" y="6663189"/>
            <a:ext cx="12192000" cy="194811"/>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Tree>
    <p:extLst>
      <p:ext uri="{BB962C8B-B14F-4D97-AF65-F5344CB8AC3E}">
        <p14:creationId xmlns:p14="http://schemas.microsoft.com/office/powerpoint/2010/main" val="156012174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Red - Plain">
    <p:bg>
      <p:bgPr>
        <a:blipFill dpi="0" rotWithShape="1">
          <a:blip r:embed="rId2">
            <a:lum/>
            <a:extLst>
              <a:ext uri="{96DAC541-7B7A-43D3-8B79-37D633B846F1}">
                <asvg:svgBlip xmlns:asvg="http://schemas.microsoft.com/office/drawing/2016/SVG/main" r:embed="rId3"/>
              </a:ext>
            </a:extLst>
          </a:blip>
          <a:srcRect/>
          <a:stretch>
            <a:fillRect/>
          </a:stretch>
        </a:blipFill>
        <a:effectLst/>
      </p:bgPr>
    </p: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3C671A99-398C-22FD-2BEF-6BB91DC23B26}"/>
              </a:ext>
            </a:extLst>
          </p:cNvPr>
          <p:cNvSpPr>
            <a:spLocks noGrp="1"/>
          </p:cNvSpPr>
          <p:nvPr>
            <p:ph type="body" sz="quarter" idx="10"/>
          </p:nvPr>
        </p:nvSpPr>
        <p:spPr>
          <a:xfrm>
            <a:off x="514350" y="1979999"/>
            <a:ext cx="11161713" cy="4328725"/>
          </a:xfrm>
          <a:prstGeom prst="rect">
            <a:avLst/>
          </a:prstGeom>
        </p:spPr>
        <p:txBody>
          <a:bodyPr/>
          <a:lstStyle>
            <a:lvl5pPr>
              <a:defRPr sz="16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2" name="Title 1">
            <a:extLst>
              <a:ext uri="{FF2B5EF4-FFF2-40B4-BE49-F238E27FC236}">
                <a16:creationId xmlns:a16="http://schemas.microsoft.com/office/drawing/2014/main" id="{0339C9C4-0A99-7B6F-643F-06022C89EDA3}"/>
              </a:ext>
            </a:extLst>
          </p:cNvPr>
          <p:cNvSpPr>
            <a:spLocks noGrp="1"/>
          </p:cNvSpPr>
          <p:nvPr>
            <p:ph type="title"/>
          </p:nvPr>
        </p:nvSpPr>
        <p:spPr>
          <a:xfrm>
            <a:off x="514799" y="972000"/>
            <a:ext cx="11161263" cy="720000"/>
          </a:xfrm>
          <a:prstGeom prst="rect">
            <a:avLst/>
          </a:prstGeom>
        </p:spPr>
        <p:txBody>
          <a:bodyPr anchor="t"/>
          <a:lstStyle/>
          <a:p>
            <a:r>
              <a:rPr lang="en-US"/>
              <a:t>Click to edit Master title style</a:t>
            </a:r>
            <a:endParaRPr lang="en-GB"/>
          </a:p>
        </p:txBody>
      </p:sp>
      <p:sp>
        <p:nvSpPr>
          <p:cNvPr id="3" name="Rectangle 2">
            <a:extLst>
              <a:ext uri="{FF2B5EF4-FFF2-40B4-BE49-F238E27FC236}">
                <a16:creationId xmlns:a16="http://schemas.microsoft.com/office/drawing/2014/main" id="{7D72711D-C1D3-A4A4-66F7-B70A1F3906BE}"/>
              </a:ext>
            </a:extLst>
          </p:cNvPr>
          <p:cNvSpPr/>
          <p:nvPr userDrawn="1"/>
        </p:nvSpPr>
        <p:spPr>
          <a:xfrm>
            <a:off x="0" y="6663189"/>
            <a:ext cx="12192000" cy="194811"/>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Tree>
    <p:extLst>
      <p:ext uri="{BB962C8B-B14F-4D97-AF65-F5344CB8AC3E}">
        <p14:creationId xmlns:p14="http://schemas.microsoft.com/office/powerpoint/2010/main" val="34267342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Orange - Plus Symbol">
    <p:bg>
      <p:bgPr>
        <a:blipFill dpi="0" rotWithShape="1">
          <a:blip r:embed="rId2">
            <a:lum/>
            <a:extLst>
              <a:ext uri="{96DAC541-7B7A-43D3-8B79-37D633B846F1}">
                <asvg:svgBlip xmlns:asvg="http://schemas.microsoft.com/office/drawing/2016/SVG/main" r:embed="rId3"/>
              </a:ext>
            </a:extLst>
          </a:blip>
          <a:srcRect/>
          <a:stretch>
            <a:fillRect/>
          </a:stretch>
        </a:blipFill>
        <a:effectLst/>
      </p:bgPr>
    </p: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3C671A99-398C-22FD-2BEF-6BB91DC23B26}"/>
              </a:ext>
            </a:extLst>
          </p:cNvPr>
          <p:cNvSpPr>
            <a:spLocks noGrp="1"/>
          </p:cNvSpPr>
          <p:nvPr>
            <p:ph type="body" sz="quarter" idx="10"/>
          </p:nvPr>
        </p:nvSpPr>
        <p:spPr>
          <a:xfrm>
            <a:off x="514350" y="1979999"/>
            <a:ext cx="11161713" cy="4328725"/>
          </a:xfrm>
          <a:prstGeom prst="rect">
            <a:avLst/>
          </a:prstGeom>
        </p:spPr>
        <p:txBody>
          <a:bodyPr/>
          <a:lstStyle>
            <a:lvl4pPr>
              <a:defRPr/>
            </a:lvl4pPr>
            <a:lvl5pPr>
              <a:defRPr sz="16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2" name="Title 1">
            <a:extLst>
              <a:ext uri="{FF2B5EF4-FFF2-40B4-BE49-F238E27FC236}">
                <a16:creationId xmlns:a16="http://schemas.microsoft.com/office/drawing/2014/main" id="{0339C9C4-0A99-7B6F-643F-06022C89EDA3}"/>
              </a:ext>
            </a:extLst>
          </p:cNvPr>
          <p:cNvSpPr>
            <a:spLocks noGrp="1"/>
          </p:cNvSpPr>
          <p:nvPr>
            <p:ph type="title"/>
          </p:nvPr>
        </p:nvSpPr>
        <p:spPr>
          <a:xfrm>
            <a:off x="514799" y="972000"/>
            <a:ext cx="11161263" cy="720000"/>
          </a:xfrm>
          <a:prstGeom prst="rect">
            <a:avLst/>
          </a:prstGeom>
        </p:spPr>
        <p:txBody>
          <a:bodyPr anchor="t"/>
          <a:lstStyle/>
          <a:p>
            <a:r>
              <a:rPr lang="en-US"/>
              <a:t>Click to edit Master title style</a:t>
            </a:r>
            <a:endParaRPr lang="en-GB"/>
          </a:p>
        </p:txBody>
      </p:sp>
      <p:sp>
        <p:nvSpPr>
          <p:cNvPr id="3" name="Rectangle 2">
            <a:extLst>
              <a:ext uri="{FF2B5EF4-FFF2-40B4-BE49-F238E27FC236}">
                <a16:creationId xmlns:a16="http://schemas.microsoft.com/office/drawing/2014/main" id="{1F750EB8-8B5E-27BB-F5B5-15E38895D8B5}"/>
              </a:ext>
            </a:extLst>
          </p:cNvPr>
          <p:cNvSpPr/>
          <p:nvPr userDrawn="1"/>
        </p:nvSpPr>
        <p:spPr>
          <a:xfrm>
            <a:off x="0" y="6663189"/>
            <a:ext cx="12192000" cy="194811"/>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Tree>
    <p:extLst>
      <p:ext uri="{BB962C8B-B14F-4D97-AF65-F5344CB8AC3E}">
        <p14:creationId xmlns:p14="http://schemas.microsoft.com/office/powerpoint/2010/main" val="325080168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Blue_text+imag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EB320CCE-0666-0F0C-7744-F081564DDA42}"/>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1">
            <a:extLst>
              <a:ext uri="{FF2B5EF4-FFF2-40B4-BE49-F238E27FC236}">
                <a16:creationId xmlns:a16="http://schemas.microsoft.com/office/drawing/2014/main" id="{CB52ED4D-1FD8-8A85-D9F2-130947E58313}"/>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3" name="Text Placeholder 6">
            <a:extLst>
              <a:ext uri="{FF2B5EF4-FFF2-40B4-BE49-F238E27FC236}">
                <a16:creationId xmlns:a16="http://schemas.microsoft.com/office/drawing/2014/main" id="{EA2B2ADB-E9C2-46B9-217D-95C46BD1C9B0}"/>
              </a:ext>
            </a:extLst>
          </p:cNvPr>
          <p:cNvSpPr>
            <a:spLocks noGrp="1"/>
          </p:cNvSpPr>
          <p:nvPr>
            <p:ph type="body" sz="quarter" idx="13"/>
          </p:nvPr>
        </p:nvSpPr>
        <p:spPr>
          <a:xfrm>
            <a:off x="443922" y="1733108"/>
            <a:ext cx="5744228" cy="4348715"/>
          </a:xfrm>
          <a:prstGeom prst="rect">
            <a:avLst/>
          </a:prstGeom>
        </p:spPr>
        <p:txBody>
          <a:bodyPr>
            <a:noAutofit/>
          </a:bodyPr>
          <a:lstStyle>
            <a:lvl1pPr marL="0" indent="0">
              <a:lnSpc>
                <a:spcPct val="100000"/>
              </a:lnSpc>
              <a:buNone/>
              <a:defRPr sz="1800"/>
            </a:lvl1pPr>
          </a:lstStyle>
          <a:p>
            <a:pPr lvl="0"/>
            <a:endParaRPr lang="en-US" dirty="0"/>
          </a:p>
        </p:txBody>
      </p:sp>
      <p:sp>
        <p:nvSpPr>
          <p:cNvPr id="13" name="Content Placeholder 5">
            <a:extLst>
              <a:ext uri="{FF2B5EF4-FFF2-40B4-BE49-F238E27FC236}">
                <a16:creationId xmlns:a16="http://schemas.microsoft.com/office/drawing/2014/main" id="{FC2D1BDC-8F98-CD0B-F342-F69276C053CA}"/>
              </a:ext>
            </a:extLst>
          </p:cNvPr>
          <p:cNvSpPr>
            <a:spLocks noGrp="1"/>
          </p:cNvSpPr>
          <p:nvPr>
            <p:ph sz="quarter" idx="4"/>
          </p:nvPr>
        </p:nvSpPr>
        <p:spPr>
          <a:xfrm>
            <a:off x="6659426" y="1733108"/>
            <a:ext cx="5532574" cy="4348715"/>
          </a:xfrm>
          <a:prstGeom prst="rect">
            <a:avLst/>
          </a:prstGeom>
        </p:spPr>
        <p:txBody>
          <a:bodyPr/>
          <a:lstStyle>
            <a:lvl1pPr>
              <a:defRPr>
                <a:noFill/>
              </a:defRPr>
            </a:lvl1pPr>
          </a:lstStyle>
          <a:p>
            <a:pPr lvl="0"/>
            <a:endParaRPr lang="en-US" dirty="0"/>
          </a:p>
        </p:txBody>
      </p:sp>
      <p:sp>
        <p:nvSpPr>
          <p:cNvPr id="2" name="Slide Number Placeholder 5">
            <a:extLst>
              <a:ext uri="{FF2B5EF4-FFF2-40B4-BE49-F238E27FC236}">
                <a16:creationId xmlns:a16="http://schemas.microsoft.com/office/drawing/2014/main" id="{8FBBDBF5-DBEB-9C3A-AA84-C6013F704FC0}"/>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1D2F0620-6E87-D078-F005-280481B46EF7}"/>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178523078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Blue_tex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365470D-A001-7E84-A761-67044DBA0BE6}"/>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52966104-3DE6-F072-0A88-D9D6777CD744}"/>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A94CA626-3C65-B748-140A-844B79E46FC4}"/>
              </a:ext>
            </a:extLst>
          </p:cNvPr>
          <p:cNvSpPr>
            <a:spLocks noGrp="1"/>
          </p:cNvSpPr>
          <p:nvPr>
            <p:ph type="body" sz="quarter" idx="14"/>
          </p:nvPr>
        </p:nvSpPr>
        <p:spPr>
          <a:xfrm>
            <a:off x="443921" y="1733108"/>
            <a:ext cx="7686287" cy="4061405"/>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8" name="Picture 7">
            <a:extLst>
              <a:ext uri="{FF2B5EF4-FFF2-40B4-BE49-F238E27FC236}">
                <a16:creationId xmlns:a16="http://schemas.microsoft.com/office/drawing/2014/main" id="{95D8961C-132F-4F5B-9513-3BEEB7EC7409}"/>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pic>
        <p:nvPicPr>
          <p:cNvPr id="4" name="Picture 3">
            <a:extLst>
              <a:ext uri="{FF2B5EF4-FFF2-40B4-BE49-F238E27FC236}">
                <a16:creationId xmlns:a16="http://schemas.microsoft.com/office/drawing/2014/main" id="{AB2C07A9-8BAB-F929-717A-24BD0BCB0D31}"/>
              </a:ext>
              <a:ext uri="{C183D7F6-B498-43B3-948B-1728B52AA6E4}">
                <adec:decorative xmlns:adec="http://schemas.microsoft.com/office/drawing/2017/decorative" val="1"/>
              </a:ext>
            </a:extLst>
          </p:cNvPr>
          <p:cNvPicPr>
            <a:picLocks noChangeAspect="1"/>
          </p:cNvPicPr>
          <p:nvPr userDrawn="1"/>
        </p:nvPicPr>
        <p:blipFill>
          <a:blip r:embed="rId3"/>
          <a:srcRect r="11695"/>
          <a:stretch/>
        </p:blipFill>
        <p:spPr>
          <a:xfrm>
            <a:off x="8961679" y="1733108"/>
            <a:ext cx="3230321" cy="4061405"/>
          </a:xfrm>
          <a:prstGeom prst="rect">
            <a:avLst/>
          </a:prstGeom>
        </p:spPr>
      </p:pic>
    </p:spTree>
    <p:extLst>
      <p:ext uri="{BB962C8B-B14F-4D97-AF65-F5344CB8AC3E}">
        <p14:creationId xmlns:p14="http://schemas.microsoft.com/office/powerpoint/2010/main" val="223807202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Blue_text_columns">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365470D-A001-7E84-A761-67044DBA0BE6}"/>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52966104-3DE6-F072-0A88-D9D6777CD744}"/>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A94CA626-3C65-B748-140A-844B79E46FC4}"/>
              </a:ext>
            </a:extLst>
          </p:cNvPr>
          <p:cNvSpPr>
            <a:spLocks noGrp="1"/>
          </p:cNvSpPr>
          <p:nvPr>
            <p:ph type="body" sz="quarter" idx="14"/>
          </p:nvPr>
        </p:nvSpPr>
        <p:spPr>
          <a:xfrm>
            <a:off x="443921" y="1733108"/>
            <a:ext cx="5135800" cy="4061405"/>
          </a:xfrm>
          <a:prstGeom prst="rect">
            <a:avLst/>
          </a:prstGeom>
        </p:spPr>
        <p:txBody>
          <a:bodyPr>
            <a:noAutofit/>
          </a:bodyPr>
          <a:lstStyle>
            <a:lvl1pPr marL="0" indent="0">
              <a:lnSpc>
                <a:spcPct val="100000"/>
              </a:lnSpc>
              <a:buNone/>
              <a:defRPr sz="1800"/>
            </a:lvl1pPr>
          </a:lstStyle>
          <a:p>
            <a:pPr lvl="0"/>
            <a:endParaRPr lang="en-US" dirty="0"/>
          </a:p>
        </p:txBody>
      </p:sp>
      <p:sp>
        <p:nvSpPr>
          <p:cNvPr id="13" name="Text Placeholder 6">
            <a:extLst>
              <a:ext uri="{FF2B5EF4-FFF2-40B4-BE49-F238E27FC236}">
                <a16:creationId xmlns:a16="http://schemas.microsoft.com/office/drawing/2014/main" id="{68E43A38-C814-1ECB-B0C2-350BCC4A5CC1}"/>
              </a:ext>
            </a:extLst>
          </p:cNvPr>
          <p:cNvSpPr>
            <a:spLocks noGrp="1"/>
          </p:cNvSpPr>
          <p:nvPr>
            <p:ph type="body" sz="quarter" idx="15"/>
          </p:nvPr>
        </p:nvSpPr>
        <p:spPr>
          <a:xfrm>
            <a:off x="6108121" y="1733108"/>
            <a:ext cx="5135800" cy="4061405"/>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FB3C30AB-4BD7-1BEE-D547-04278C77F57B}"/>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315109111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Blue_image+tex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1">
            <a:extLst>
              <a:ext uri="{FF2B5EF4-FFF2-40B4-BE49-F238E27FC236}">
                <a16:creationId xmlns:a16="http://schemas.microsoft.com/office/drawing/2014/main" id="{592DAE0C-368F-9ED6-A0CD-43A480EF7AC2}"/>
              </a:ext>
            </a:extLst>
          </p:cNvPr>
          <p:cNvSpPr>
            <a:spLocks noGrp="1"/>
          </p:cNvSpPr>
          <p:nvPr>
            <p:ph type="ctrTitle"/>
          </p:nvPr>
        </p:nvSpPr>
        <p:spPr>
          <a:xfrm>
            <a:off x="443923" y="500194"/>
            <a:ext cx="10146106"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Content Placeholder 5">
            <a:extLst>
              <a:ext uri="{FF2B5EF4-FFF2-40B4-BE49-F238E27FC236}">
                <a16:creationId xmlns:a16="http://schemas.microsoft.com/office/drawing/2014/main" id="{DA4A0AF7-E60F-D26C-223A-64972B70308F}"/>
              </a:ext>
            </a:extLst>
          </p:cNvPr>
          <p:cNvSpPr>
            <a:spLocks noGrp="1"/>
          </p:cNvSpPr>
          <p:nvPr>
            <p:ph sz="quarter" idx="4"/>
          </p:nvPr>
        </p:nvSpPr>
        <p:spPr>
          <a:xfrm>
            <a:off x="443922" y="1788393"/>
            <a:ext cx="8062124" cy="4238146"/>
          </a:xfrm>
          <a:prstGeom prst="rect">
            <a:avLst/>
          </a:prstGeom>
        </p:spPr>
        <p:txBody>
          <a:bodyPr/>
          <a:lstStyle>
            <a:lvl1pPr>
              <a:defRPr>
                <a:noFill/>
              </a:defRPr>
            </a:lvl1pPr>
          </a:lstStyle>
          <a:p>
            <a:pPr lvl="0"/>
            <a:endParaRPr lang="en-US" dirty="0"/>
          </a:p>
        </p:txBody>
      </p:sp>
      <p:sp>
        <p:nvSpPr>
          <p:cNvPr id="7" name="Text Placeholder 6">
            <a:extLst>
              <a:ext uri="{FF2B5EF4-FFF2-40B4-BE49-F238E27FC236}">
                <a16:creationId xmlns:a16="http://schemas.microsoft.com/office/drawing/2014/main" id="{E784AA55-C870-2115-4570-2D8A771D8E82}"/>
              </a:ext>
            </a:extLst>
          </p:cNvPr>
          <p:cNvSpPr>
            <a:spLocks noGrp="1"/>
          </p:cNvSpPr>
          <p:nvPr>
            <p:ph type="body" sz="quarter" idx="14"/>
          </p:nvPr>
        </p:nvSpPr>
        <p:spPr>
          <a:xfrm>
            <a:off x="8506047" y="3514506"/>
            <a:ext cx="3685953" cy="785919"/>
          </a:xfrm>
          <a:prstGeom prst="rect">
            <a:avLst/>
          </a:prstGeom>
          <a:solidFill>
            <a:srgbClr val="5F5F5F"/>
          </a:solidFill>
        </p:spPr>
        <p:txBody>
          <a:bodyPr lIns="288000" tIns="251999" rIns="288000" bIns="251999" anchor="ctr">
            <a:spAutoFit/>
          </a:bodyPr>
          <a:lstStyle>
            <a:lvl1pPr marL="0" indent="0">
              <a:lnSpc>
                <a:spcPct val="100000"/>
              </a:lnSpc>
              <a:buNone/>
              <a:defRPr sz="1800">
                <a:solidFill>
                  <a:schemeClr val="bg1"/>
                </a:solidFill>
              </a:defRPr>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33E9731A-D775-7881-2ADE-9A501C24649A}"/>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267042205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Blue_icons+tex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a:extLst>
              <a:ext uri="{FF2B5EF4-FFF2-40B4-BE49-F238E27FC236}">
                <a16:creationId xmlns:a16="http://schemas.microsoft.com/office/drawing/2014/main" id="{B4F93977-4867-A718-5684-B7AE0372295F}"/>
              </a:ext>
              <a:ext uri="{C183D7F6-B498-43B3-948B-1728B52AA6E4}">
                <adec:decorative xmlns:adec="http://schemas.microsoft.com/office/drawing/2017/decorative" val="1"/>
              </a:ext>
            </a:extLst>
          </p:cNvPr>
          <p:cNvSpPr/>
          <p:nvPr userDrawn="1"/>
        </p:nvSpPr>
        <p:spPr>
          <a:xfrm>
            <a:off x="0" y="1892300"/>
            <a:ext cx="12192000" cy="3810000"/>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1">
            <a:extLst>
              <a:ext uri="{FF2B5EF4-FFF2-40B4-BE49-F238E27FC236}">
                <a16:creationId xmlns:a16="http://schemas.microsoft.com/office/drawing/2014/main" id="{592DAE0C-368F-9ED6-A0CD-43A480EF7AC2}"/>
              </a:ext>
            </a:extLst>
          </p:cNvPr>
          <p:cNvSpPr>
            <a:spLocks noGrp="1"/>
          </p:cNvSpPr>
          <p:nvPr>
            <p:ph type="ctrTitle"/>
          </p:nvPr>
        </p:nvSpPr>
        <p:spPr>
          <a:xfrm>
            <a:off x="443923" y="500194"/>
            <a:ext cx="10146106"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15" name="Content Placeholder 5">
            <a:extLst>
              <a:ext uri="{FF2B5EF4-FFF2-40B4-BE49-F238E27FC236}">
                <a16:creationId xmlns:a16="http://schemas.microsoft.com/office/drawing/2014/main" id="{C8650218-E8C4-B267-B89C-CD94E6AC1DF7}"/>
              </a:ext>
            </a:extLst>
          </p:cNvPr>
          <p:cNvSpPr>
            <a:spLocks noGrp="1"/>
          </p:cNvSpPr>
          <p:nvPr>
            <p:ph sz="quarter" idx="4"/>
          </p:nvPr>
        </p:nvSpPr>
        <p:spPr>
          <a:xfrm>
            <a:off x="698499" y="2336800"/>
            <a:ext cx="927102" cy="838201"/>
          </a:xfrm>
          <a:prstGeom prst="rect">
            <a:avLst/>
          </a:prstGeom>
        </p:spPr>
        <p:txBody>
          <a:bodyPr/>
          <a:lstStyle>
            <a:lvl1pPr>
              <a:defRPr>
                <a:noFill/>
              </a:defRPr>
            </a:lvl1pPr>
          </a:lstStyle>
          <a:p>
            <a:pPr lvl="0"/>
            <a:endParaRPr lang="en-US" dirty="0"/>
          </a:p>
        </p:txBody>
      </p:sp>
      <p:sp>
        <p:nvSpPr>
          <p:cNvPr id="12" name="Text Placeholder 6">
            <a:extLst>
              <a:ext uri="{FF2B5EF4-FFF2-40B4-BE49-F238E27FC236}">
                <a16:creationId xmlns:a16="http://schemas.microsoft.com/office/drawing/2014/main" id="{2BFAE9F9-5429-CFF8-597C-34C1D92EB77C}"/>
              </a:ext>
            </a:extLst>
          </p:cNvPr>
          <p:cNvSpPr>
            <a:spLocks noGrp="1"/>
          </p:cNvSpPr>
          <p:nvPr>
            <p:ph type="body" sz="quarter" idx="14"/>
          </p:nvPr>
        </p:nvSpPr>
        <p:spPr>
          <a:xfrm>
            <a:off x="6984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23" name="Content Placeholder 5">
            <a:extLst>
              <a:ext uri="{FF2B5EF4-FFF2-40B4-BE49-F238E27FC236}">
                <a16:creationId xmlns:a16="http://schemas.microsoft.com/office/drawing/2014/main" id="{2ECB421E-ABC7-A07A-7FBD-08786784AF10}"/>
              </a:ext>
            </a:extLst>
          </p:cNvPr>
          <p:cNvSpPr>
            <a:spLocks noGrp="1"/>
          </p:cNvSpPr>
          <p:nvPr>
            <p:ph sz="quarter" idx="16"/>
          </p:nvPr>
        </p:nvSpPr>
        <p:spPr>
          <a:xfrm>
            <a:off x="4432299" y="2336800"/>
            <a:ext cx="927102" cy="838201"/>
          </a:xfrm>
          <a:prstGeom prst="rect">
            <a:avLst/>
          </a:prstGeom>
        </p:spPr>
        <p:txBody>
          <a:bodyPr/>
          <a:lstStyle>
            <a:lvl1pPr>
              <a:defRPr>
                <a:noFill/>
              </a:defRPr>
            </a:lvl1pPr>
          </a:lstStyle>
          <a:p>
            <a:pPr lvl="0"/>
            <a:endParaRPr lang="en-US" dirty="0"/>
          </a:p>
        </p:txBody>
      </p:sp>
      <p:sp>
        <p:nvSpPr>
          <p:cNvPr id="22" name="Text Placeholder 6">
            <a:extLst>
              <a:ext uri="{FF2B5EF4-FFF2-40B4-BE49-F238E27FC236}">
                <a16:creationId xmlns:a16="http://schemas.microsoft.com/office/drawing/2014/main" id="{C9428658-31AB-5478-AB9C-2332ED08CF85}"/>
              </a:ext>
            </a:extLst>
          </p:cNvPr>
          <p:cNvSpPr>
            <a:spLocks noGrp="1"/>
          </p:cNvSpPr>
          <p:nvPr>
            <p:ph type="body" sz="quarter" idx="15"/>
          </p:nvPr>
        </p:nvSpPr>
        <p:spPr>
          <a:xfrm>
            <a:off x="44322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25" name="Content Placeholder 5">
            <a:extLst>
              <a:ext uri="{FF2B5EF4-FFF2-40B4-BE49-F238E27FC236}">
                <a16:creationId xmlns:a16="http://schemas.microsoft.com/office/drawing/2014/main" id="{58E79EAA-5AB5-1EC9-B4AE-C198BEE38B2F}"/>
              </a:ext>
            </a:extLst>
          </p:cNvPr>
          <p:cNvSpPr>
            <a:spLocks noGrp="1"/>
          </p:cNvSpPr>
          <p:nvPr>
            <p:ph sz="quarter" idx="18"/>
          </p:nvPr>
        </p:nvSpPr>
        <p:spPr>
          <a:xfrm>
            <a:off x="8178799" y="2336800"/>
            <a:ext cx="927102" cy="838201"/>
          </a:xfrm>
          <a:prstGeom prst="rect">
            <a:avLst/>
          </a:prstGeom>
        </p:spPr>
        <p:txBody>
          <a:bodyPr/>
          <a:lstStyle>
            <a:lvl1pPr>
              <a:defRPr>
                <a:noFill/>
              </a:defRPr>
            </a:lvl1pPr>
          </a:lstStyle>
          <a:p>
            <a:pPr lvl="0"/>
            <a:endParaRPr lang="en-US" dirty="0"/>
          </a:p>
        </p:txBody>
      </p:sp>
      <p:sp>
        <p:nvSpPr>
          <p:cNvPr id="24" name="Text Placeholder 6">
            <a:extLst>
              <a:ext uri="{FF2B5EF4-FFF2-40B4-BE49-F238E27FC236}">
                <a16:creationId xmlns:a16="http://schemas.microsoft.com/office/drawing/2014/main" id="{CE4CF326-14CF-E04A-03AF-3867D47E3BBA}"/>
              </a:ext>
            </a:extLst>
          </p:cNvPr>
          <p:cNvSpPr>
            <a:spLocks noGrp="1"/>
          </p:cNvSpPr>
          <p:nvPr>
            <p:ph type="body" sz="quarter" idx="17"/>
          </p:nvPr>
        </p:nvSpPr>
        <p:spPr>
          <a:xfrm>
            <a:off x="81787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D2A10433-18F2-F019-2A4C-866AA14AE49B}"/>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2785161596"/>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Blue_quot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Text Placeholder 6">
            <a:extLst>
              <a:ext uri="{FF2B5EF4-FFF2-40B4-BE49-F238E27FC236}">
                <a16:creationId xmlns:a16="http://schemas.microsoft.com/office/drawing/2014/main" id="{F7391170-BBCB-B41E-7EF3-11552AE09343}"/>
              </a:ext>
            </a:extLst>
          </p:cNvPr>
          <p:cNvSpPr>
            <a:spLocks noGrp="1"/>
          </p:cNvSpPr>
          <p:nvPr>
            <p:ph type="body" sz="quarter" idx="13"/>
          </p:nvPr>
        </p:nvSpPr>
        <p:spPr>
          <a:xfrm>
            <a:off x="952500" y="1130300"/>
            <a:ext cx="6756400" cy="2832100"/>
          </a:xfrm>
          <a:prstGeom prst="rect">
            <a:avLst/>
          </a:prstGeom>
        </p:spPr>
        <p:txBody>
          <a:bodyPr>
            <a:noAutofit/>
          </a:bodyPr>
          <a:lstStyle>
            <a:lvl1pPr marL="0" indent="0">
              <a:lnSpc>
                <a:spcPct val="100000"/>
              </a:lnSpc>
              <a:buNone/>
              <a:defRPr sz="2400" b="0"/>
            </a:lvl1pPr>
          </a:lstStyle>
          <a:p>
            <a:pPr lvl="0"/>
            <a:endParaRPr lang="en-US" dirty="0"/>
          </a:p>
        </p:txBody>
      </p:sp>
      <p:sp>
        <p:nvSpPr>
          <p:cNvPr id="11" name="Text Placeholder 6">
            <a:extLst>
              <a:ext uri="{FF2B5EF4-FFF2-40B4-BE49-F238E27FC236}">
                <a16:creationId xmlns:a16="http://schemas.microsoft.com/office/drawing/2014/main" id="{CC7E116B-D2FE-8029-F102-28482CED59B0}"/>
              </a:ext>
            </a:extLst>
          </p:cNvPr>
          <p:cNvSpPr>
            <a:spLocks noGrp="1"/>
          </p:cNvSpPr>
          <p:nvPr>
            <p:ph type="body" sz="quarter" idx="14" hasCustomPrompt="1"/>
          </p:nvPr>
        </p:nvSpPr>
        <p:spPr>
          <a:xfrm>
            <a:off x="952500" y="4759618"/>
            <a:ext cx="4686300" cy="622300"/>
          </a:xfrm>
          <a:prstGeom prst="rect">
            <a:avLst/>
          </a:prstGeom>
        </p:spPr>
        <p:txBody>
          <a:bodyPr anchor="ctr">
            <a:noAutofit/>
          </a:bodyPr>
          <a:lstStyle>
            <a:lvl1pPr marL="0" indent="0">
              <a:lnSpc>
                <a:spcPct val="100000"/>
              </a:lnSpc>
              <a:buNone/>
              <a:defRPr sz="1800" b="0" i="1">
                <a:latin typeface="+mn-lt"/>
              </a:defRPr>
            </a:lvl1pPr>
          </a:lstStyle>
          <a:p>
            <a:pPr lvl="0"/>
            <a:r>
              <a:rPr lang="en-US" dirty="0"/>
              <a:t>Click to add the author’s name</a:t>
            </a:r>
          </a:p>
        </p:txBody>
      </p:sp>
      <p:pic>
        <p:nvPicPr>
          <p:cNvPr id="8" name="Picture 7">
            <a:extLst>
              <a:ext uri="{FF2B5EF4-FFF2-40B4-BE49-F238E27FC236}">
                <a16:creationId xmlns:a16="http://schemas.microsoft.com/office/drawing/2014/main" id="{5C022282-7C40-5A57-692E-44D409C5BFA4}"/>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0" y="4629819"/>
            <a:ext cx="6134100" cy="881899"/>
          </a:xfrm>
          <a:prstGeom prst="rect">
            <a:avLst/>
          </a:prstGeom>
        </p:spPr>
      </p:pic>
      <p:pic>
        <p:nvPicPr>
          <p:cNvPr id="12" name="Picture 11">
            <a:extLst>
              <a:ext uri="{FF2B5EF4-FFF2-40B4-BE49-F238E27FC236}">
                <a16:creationId xmlns:a16="http://schemas.microsoft.com/office/drawing/2014/main" id="{2BCAA29C-63B0-9448-5C14-96920038F1B5}"/>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519112" y="613607"/>
            <a:ext cx="7772400" cy="3819361"/>
          </a:xfrm>
          <a:prstGeom prst="rect">
            <a:avLst/>
          </a:prstGeom>
        </p:spPr>
      </p:pic>
      <p:pic>
        <p:nvPicPr>
          <p:cNvPr id="3" name="Picture 2">
            <a:extLst>
              <a:ext uri="{FF2B5EF4-FFF2-40B4-BE49-F238E27FC236}">
                <a16:creationId xmlns:a16="http://schemas.microsoft.com/office/drawing/2014/main" id="{022344C5-2C6A-6968-FC4F-D7A4F001B0B7}"/>
              </a:ext>
              <a:ext uri="{C183D7F6-B498-43B3-948B-1728B52AA6E4}">
                <adec:decorative xmlns:adec="http://schemas.microsoft.com/office/drawing/2017/decorative" val="1"/>
              </a:ext>
            </a:extLst>
          </p:cNvPr>
          <p:cNvPicPr>
            <a:picLocks noChangeAspect="1"/>
          </p:cNvPicPr>
          <p:nvPr userDrawn="1"/>
        </p:nvPicPr>
        <p:blipFill>
          <a:blip r:embed="rId5">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1958520897"/>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Blue_highlighted tex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276029AD-1D32-685F-3152-0516E45BE45D}"/>
              </a:ext>
            </a:extLst>
          </p:cNvPr>
          <p:cNvSpPr>
            <a:spLocks noGrp="1"/>
          </p:cNvSpPr>
          <p:nvPr>
            <p:ph type="body" sz="quarter" idx="13"/>
          </p:nvPr>
        </p:nvSpPr>
        <p:spPr>
          <a:xfrm>
            <a:off x="443921" y="1297173"/>
            <a:ext cx="6683265" cy="2131828"/>
          </a:xfrm>
          <a:prstGeom prst="rect">
            <a:avLst/>
          </a:prstGeom>
        </p:spPr>
        <p:txBody>
          <a:bodyPr>
            <a:noAutofit/>
          </a:bodyPr>
          <a:lstStyle>
            <a:lvl1pPr marL="0" indent="0">
              <a:lnSpc>
                <a:spcPct val="100000"/>
              </a:lnSpc>
              <a:buNone/>
              <a:defRPr sz="3600" b="1"/>
            </a:lvl1pPr>
          </a:lstStyle>
          <a:p>
            <a:pPr lvl="0"/>
            <a:endParaRPr lang="en-US" dirty="0"/>
          </a:p>
        </p:txBody>
      </p:sp>
      <p:pic>
        <p:nvPicPr>
          <p:cNvPr id="3" name="Picture 2">
            <a:extLst>
              <a:ext uri="{FF2B5EF4-FFF2-40B4-BE49-F238E27FC236}">
                <a16:creationId xmlns:a16="http://schemas.microsoft.com/office/drawing/2014/main" id="{F4AB0FA7-2EA8-46CD-3DD8-9A8AB864529F}"/>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3910812132"/>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Blue_lab">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3FD92BA1-52B2-AA53-5B3D-C6CCD294C7CB}"/>
              </a:ext>
            </a:extLst>
          </p:cNvPr>
          <p:cNvSpPr>
            <a:spLocks noGrp="1"/>
          </p:cNvSpPr>
          <p:nvPr>
            <p:ph type="ctrTitle"/>
          </p:nvPr>
        </p:nvSpPr>
        <p:spPr>
          <a:xfrm>
            <a:off x="443921" y="500194"/>
            <a:ext cx="6679721"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B4D0FF90-1989-0773-3311-86B459E9F2EA}"/>
              </a:ext>
            </a:extLst>
          </p:cNvPr>
          <p:cNvSpPr>
            <a:spLocks noGrp="1"/>
          </p:cNvSpPr>
          <p:nvPr>
            <p:ph type="body" sz="quarter" idx="13"/>
          </p:nvPr>
        </p:nvSpPr>
        <p:spPr>
          <a:xfrm>
            <a:off x="443921" y="1733108"/>
            <a:ext cx="6679721" cy="4061405"/>
          </a:xfrm>
          <a:prstGeom prst="rect">
            <a:avLst/>
          </a:prstGeom>
        </p:spPr>
        <p:txBody>
          <a:bodyPr>
            <a:noAutofit/>
          </a:bodyPr>
          <a:lstStyle>
            <a:lvl1pPr marL="0" indent="0">
              <a:lnSpc>
                <a:spcPct val="100000"/>
              </a:lnSpc>
              <a:buNone/>
              <a:defRPr sz="1800"/>
            </a:lvl1pPr>
          </a:lstStyle>
          <a:p>
            <a:pPr lvl="0"/>
            <a:endParaRPr lang="en-US" dirty="0"/>
          </a:p>
        </p:txBody>
      </p:sp>
      <p:pic>
        <p:nvPicPr>
          <p:cNvPr id="3" name="Picture 2">
            <a:extLst>
              <a:ext uri="{FF2B5EF4-FFF2-40B4-BE49-F238E27FC236}">
                <a16:creationId xmlns:a16="http://schemas.microsoft.com/office/drawing/2014/main" id="{696AA4DE-F380-3C2D-4A19-3FFC6A6A4971}"/>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3389854272"/>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Blue_blank">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1">
            <a:extLst>
              <a:ext uri="{FF2B5EF4-FFF2-40B4-BE49-F238E27FC236}">
                <a16:creationId xmlns:a16="http://schemas.microsoft.com/office/drawing/2014/main" id="{592DAE0C-368F-9ED6-A0CD-43A480EF7AC2}"/>
              </a:ext>
              <a:ext uri="{C183D7F6-B498-43B3-948B-1728B52AA6E4}">
                <adec:decorative xmlns:adec="http://schemas.microsoft.com/office/drawing/2017/decorative" val="0"/>
              </a:ext>
            </a:extLst>
          </p:cNvPr>
          <p:cNvSpPr>
            <a:spLocks noGrp="1"/>
          </p:cNvSpPr>
          <p:nvPr>
            <p:ph type="ctrTitle"/>
          </p:nvPr>
        </p:nvSpPr>
        <p:spPr>
          <a:xfrm>
            <a:off x="443922" y="500194"/>
            <a:ext cx="11303577"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11" name="Content Placeholder 5">
            <a:extLst>
              <a:ext uri="{FF2B5EF4-FFF2-40B4-BE49-F238E27FC236}">
                <a16:creationId xmlns:a16="http://schemas.microsoft.com/office/drawing/2014/main" id="{36AE348E-DBD9-C0BD-924D-E8F93B34792E}"/>
              </a:ext>
            </a:extLst>
          </p:cNvPr>
          <p:cNvSpPr>
            <a:spLocks noGrp="1"/>
          </p:cNvSpPr>
          <p:nvPr>
            <p:ph sz="quarter" idx="4"/>
          </p:nvPr>
        </p:nvSpPr>
        <p:spPr>
          <a:xfrm>
            <a:off x="443922" y="1733108"/>
            <a:ext cx="11303578" cy="4348715"/>
          </a:xfrm>
          <a:prstGeom prst="rect">
            <a:avLst/>
          </a:prstGeom>
        </p:spPr>
        <p:txBody>
          <a:bodyPr/>
          <a:lstStyle>
            <a:lvl1pPr>
              <a:defRPr>
                <a:noFill/>
              </a:defRPr>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E39219E7-A5DF-DCFC-ECD4-D3B7C5883387}"/>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472251335"/>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Blue_break_final">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7DCAF6C-3019-6F70-2286-C5792C4363E8}"/>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Text Placeholder 6">
            <a:extLst>
              <a:ext uri="{FF2B5EF4-FFF2-40B4-BE49-F238E27FC236}">
                <a16:creationId xmlns:a16="http://schemas.microsoft.com/office/drawing/2014/main" id="{830D3FB5-8605-FDB1-1ABD-F61723E1CA2F}"/>
              </a:ext>
            </a:extLst>
          </p:cNvPr>
          <p:cNvSpPr>
            <a:spLocks noGrp="1"/>
          </p:cNvSpPr>
          <p:nvPr>
            <p:ph type="body" sz="quarter" idx="13"/>
          </p:nvPr>
        </p:nvSpPr>
        <p:spPr>
          <a:xfrm>
            <a:off x="1201479" y="1711845"/>
            <a:ext cx="5819073" cy="691114"/>
          </a:xfrm>
          <a:prstGeom prst="rect">
            <a:avLst/>
          </a:prstGeom>
        </p:spPr>
        <p:txBody>
          <a:bodyPr anchor="ctr">
            <a:noAutofit/>
          </a:bodyPr>
          <a:lstStyle>
            <a:lvl1pPr marL="0" indent="0">
              <a:lnSpc>
                <a:spcPct val="100000"/>
              </a:lnSpc>
              <a:buNone/>
              <a:defRPr sz="4400"/>
            </a:lvl1pPr>
          </a:lstStyle>
          <a:p>
            <a:pPr lvl="0"/>
            <a:endParaRPr lang="en-US" dirty="0"/>
          </a:p>
        </p:txBody>
      </p:sp>
      <p:sp>
        <p:nvSpPr>
          <p:cNvPr id="10" name="Text Placeholder 6">
            <a:extLst>
              <a:ext uri="{FF2B5EF4-FFF2-40B4-BE49-F238E27FC236}">
                <a16:creationId xmlns:a16="http://schemas.microsoft.com/office/drawing/2014/main" id="{D60CAB47-BCE7-4DDF-B78D-31A001A2F500}"/>
              </a:ext>
            </a:extLst>
          </p:cNvPr>
          <p:cNvSpPr>
            <a:spLocks noGrp="1"/>
          </p:cNvSpPr>
          <p:nvPr>
            <p:ph type="body" sz="quarter" idx="14"/>
          </p:nvPr>
        </p:nvSpPr>
        <p:spPr>
          <a:xfrm>
            <a:off x="1201479" y="2445487"/>
            <a:ext cx="7166344" cy="855189"/>
          </a:xfrm>
          <a:prstGeom prst="rect">
            <a:avLst/>
          </a:prstGeom>
        </p:spPr>
        <p:txBody>
          <a:bodyPr anchor="ctr">
            <a:noAutofit/>
          </a:bodyPr>
          <a:lstStyle>
            <a:lvl1pPr marL="0" indent="0">
              <a:lnSpc>
                <a:spcPct val="100000"/>
              </a:lnSpc>
              <a:buNone/>
              <a:defRPr sz="7200" b="1"/>
            </a:lvl1pPr>
          </a:lstStyle>
          <a:p>
            <a:pPr lvl="0"/>
            <a:endParaRPr lang="en-US" dirty="0"/>
          </a:p>
        </p:txBody>
      </p:sp>
      <p:pic>
        <p:nvPicPr>
          <p:cNvPr id="5" name="Picture 4">
            <a:extLst>
              <a:ext uri="{FF2B5EF4-FFF2-40B4-BE49-F238E27FC236}">
                <a16:creationId xmlns:a16="http://schemas.microsoft.com/office/drawing/2014/main" id="{C8E707AA-EFC2-FC0D-980D-5A04483F54CB}"/>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844404885"/>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Yellow_text+imag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EB320CCE-0666-0F0C-7744-F081564DDA42}"/>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1">
            <a:extLst>
              <a:ext uri="{FF2B5EF4-FFF2-40B4-BE49-F238E27FC236}">
                <a16:creationId xmlns:a16="http://schemas.microsoft.com/office/drawing/2014/main" id="{CB52ED4D-1FD8-8A85-D9F2-130947E58313}"/>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3" name="Text Placeholder 6">
            <a:extLst>
              <a:ext uri="{FF2B5EF4-FFF2-40B4-BE49-F238E27FC236}">
                <a16:creationId xmlns:a16="http://schemas.microsoft.com/office/drawing/2014/main" id="{EA2B2ADB-E9C2-46B9-217D-95C46BD1C9B0}"/>
              </a:ext>
            </a:extLst>
          </p:cNvPr>
          <p:cNvSpPr>
            <a:spLocks noGrp="1"/>
          </p:cNvSpPr>
          <p:nvPr>
            <p:ph type="body" sz="quarter" idx="13"/>
          </p:nvPr>
        </p:nvSpPr>
        <p:spPr>
          <a:xfrm>
            <a:off x="443922" y="1733108"/>
            <a:ext cx="5744228" cy="4348715"/>
          </a:xfrm>
          <a:prstGeom prst="rect">
            <a:avLst/>
          </a:prstGeom>
        </p:spPr>
        <p:txBody>
          <a:bodyPr>
            <a:noAutofit/>
          </a:bodyPr>
          <a:lstStyle>
            <a:lvl1pPr marL="0" indent="0">
              <a:lnSpc>
                <a:spcPct val="100000"/>
              </a:lnSpc>
              <a:buNone/>
              <a:defRPr sz="1800"/>
            </a:lvl1pPr>
          </a:lstStyle>
          <a:p>
            <a:pPr lvl="0"/>
            <a:endParaRPr lang="en-US" dirty="0"/>
          </a:p>
        </p:txBody>
      </p:sp>
      <p:sp>
        <p:nvSpPr>
          <p:cNvPr id="13" name="Content Placeholder 5">
            <a:extLst>
              <a:ext uri="{FF2B5EF4-FFF2-40B4-BE49-F238E27FC236}">
                <a16:creationId xmlns:a16="http://schemas.microsoft.com/office/drawing/2014/main" id="{FC2D1BDC-8F98-CD0B-F342-F69276C053CA}"/>
              </a:ext>
            </a:extLst>
          </p:cNvPr>
          <p:cNvSpPr>
            <a:spLocks noGrp="1"/>
          </p:cNvSpPr>
          <p:nvPr>
            <p:ph sz="quarter" idx="4"/>
          </p:nvPr>
        </p:nvSpPr>
        <p:spPr>
          <a:xfrm>
            <a:off x="6659426" y="1733108"/>
            <a:ext cx="5532574" cy="4348715"/>
          </a:xfrm>
          <a:prstGeom prst="rect">
            <a:avLst/>
          </a:prstGeom>
        </p:spPr>
        <p:txBody>
          <a:bodyPr/>
          <a:lstStyle>
            <a:lvl1pPr>
              <a:defRPr>
                <a:noFill/>
              </a:defRPr>
            </a:lvl1pPr>
          </a:lstStyle>
          <a:p>
            <a:pPr lvl="0"/>
            <a:endParaRPr lang="en-US" dirty="0"/>
          </a:p>
        </p:txBody>
      </p:sp>
      <p:sp>
        <p:nvSpPr>
          <p:cNvPr id="2" name="Slide Number Placeholder 5">
            <a:extLst>
              <a:ext uri="{FF2B5EF4-FFF2-40B4-BE49-F238E27FC236}">
                <a16:creationId xmlns:a16="http://schemas.microsoft.com/office/drawing/2014/main" id="{8FBBDBF5-DBEB-9C3A-AA84-C6013F704FC0}"/>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C19CFEDB-1653-0EED-46D8-475B98465B49}"/>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3235119156"/>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Yellow_tex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365470D-A001-7E84-A761-67044DBA0BE6}"/>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52966104-3DE6-F072-0A88-D9D6777CD744}"/>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A94CA626-3C65-B748-140A-844B79E46FC4}"/>
              </a:ext>
            </a:extLst>
          </p:cNvPr>
          <p:cNvSpPr>
            <a:spLocks noGrp="1"/>
          </p:cNvSpPr>
          <p:nvPr>
            <p:ph type="body" sz="quarter" idx="14"/>
          </p:nvPr>
        </p:nvSpPr>
        <p:spPr>
          <a:xfrm>
            <a:off x="443921" y="1733108"/>
            <a:ext cx="7686287" cy="4061405"/>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0C3730F2-6DEC-D896-1430-33605078FC79}"/>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pic>
        <p:nvPicPr>
          <p:cNvPr id="4" name="Picture 3">
            <a:extLst>
              <a:ext uri="{FF2B5EF4-FFF2-40B4-BE49-F238E27FC236}">
                <a16:creationId xmlns:a16="http://schemas.microsoft.com/office/drawing/2014/main" id="{AB2C07A9-8BAB-F929-717A-24BD0BCB0D31}"/>
              </a:ext>
              <a:ext uri="{C183D7F6-B498-43B3-948B-1728B52AA6E4}">
                <adec:decorative xmlns:adec="http://schemas.microsoft.com/office/drawing/2017/decorative" val="1"/>
              </a:ext>
            </a:extLst>
          </p:cNvPr>
          <p:cNvPicPr>
            <a:picLocks noChangeAspect="1"/>
          </p:cNvPicPr>
          <p:nvPr userDrawn="1"/>
        </p:nvPicPr>
        <p:blipFill>
          <a:blip r:embed="rId3"/>
          <a:srcRect r="11695"/>
          <a:stretch/>
        </p:blipFill>
        <p:spPr>
          <a:xfrm>
            <a:off x="8961679" y="1733108"/>
            <a:ext cx="3230321" cy="4061405"/>
          </a:xfrm>
          <a:prstGeom prst="rect">
            <a:avLst/>
          </a:prstGeom>
        </p:spPr>
      </p:pic>
    </p:spTree>
    <p:extLst>
      <p:ext uri="{BB962C8B-B14F-4D97-AF65-F5344CB8AC3E}">
        <p14:creationId xmlns:p14="http://schemas.microsoft.com/office/powerpoint/2010/main" val="802947842"/>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Yellow_text_columns">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365470D-A001-7E84-A761-67044DBA0BE6}"/>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52966104-3DE6-F072-0A88-D9D6777CD744}"/>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A94CA626-3C65-B748-140A-844B79E46FC4}"/>
              </a:ext>
            </a:extLst>
          </p:cNvPr>
          <p:cNvSpPr>
            <a:spLocks noGrp="1"/>
          </p:cNvSpPr>
          <p:nvPr>
            <p:ph type="body" sz="quarter" idx="14"/>
          </p:nvPr>
        </p:nvSpPr>
        <p:spPr>
          <a:xfrm>
            <a:off x="443921" y="1733108"/>
            <a:ext cx="5135800" cy="4061405"/>
          </a:xfrm>
          <a:prstGeom prst="rect">
            <a:avLst/>
          </a:prstGeom>
        </p:spPr>
        <p:txBody>
          <a:bodyPr>
            <a:noAutofit/>
          </a:bodyPr>
          <a:lstStyle>
            <a:lvl1pPr marL="0" indent="0">
              <a:lnSpc>
                <a:spcPct val="100000"/>
              </a:lnSpc>
              <a:buNone/>
              <a:defRPr sz="1800"/>
            </a:lvl1pPr>
          </a:lstStyle>
          <a:p>
            <a:pPr lvl="0"/>
            <a:endParaRPr lang="en-US" dirty="0"/>
          </a:p>
        </p:txBody>
      </p:sp>
      <p:sp>
        <p:nvSpPr>
          <p:cNvPr id="13" name="Text Placeholder 6">
            <a:extLst>
              <a:ext uri="{FF2B5EF4-FFF2-40B4-BE49-F238E27FC236}">
                <a16:creationId xmlns:a16="http://schemas.microsoft.com/office/drawing/2014/main" id="{68E43A38-C814-1ECB-B0C2-350BCC4A5CC1}"/>
              </a:ext>
            </a:extLst>
          </p:cNvPr>
          <p:cNvSpPr>
            <a:spLocks noGrp="1"/>
          </p:cNvSpPr>
          <p:nvPr>
            <p:ph type="body" sz="quarter" idx="15"/>
          </p:nvPr>
        </p:nvSpPr>
        <p:spPr>
          <a:xfrm>
            <a:off x="6108121" y="1733108"/>
            <a:ext cx="5135800" cy="4061405"/>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2E2A2D6B-ABC5-BCE1-3725-0A105BCE6E1E}"/>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2274568752"/>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Yellow_image+text_v2">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D302858F-B20D-C124-765A-91E5E5C49166}"/>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Title 1">
            <a:extLst>
              <a:ext uri="{FF2B5EF4-FFF2-40B4-BE49-F238E27FC236}">
                <a16:creationId xmlns:a16="http://schemas.microsoft.com/office/drawing/2014/main" id="{75DA1C70-139A-A7C6-8271-6F38BBB4B959}"/>
              </a:ext>
            </a:extLst>
          </p:cNvPr>
          <p:cNvSpPr>
            <a:spLocks noGrp="1"/>
          </p:cNvSpPr>
          <p:nvPr>
            <p:ph type="ctrTitle"/>
          </p:nvPr>
        </p:nvSpPr>
        <p:spPr>
          <a:xfrm>
            <a:off x="443923" y="500194"/>
            <a:ext cx="10146106"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7" name="Content Placeholder 5">
            <a:extLst>
              <a:ext uri="{FF2B5EF4-FFF2-40B4-BE49-F238E27FC236}">
                <a16:creationId xmlns:a16="http://schemas.microsoft.com/office/drawing/2014/main" id="{080A5B11-85BD-B494-600D-3402BBF9D8B0}"/>
              </a:ext>
            </a:extLst>
          </p:cNvPr>
          <p:cNvSpPr>
            <a:spLocks noGrp="1"/>
          </p:cNvSpPr>
          <p:nvPr>
            <p:ph sz="quarter" idx="4"/>
          </p:nvPr>
        </p:nvSpPr>
        <p:spPr>
          <a:xfrm>
            <a:off x="443922" y="1788393"/>
            <a:ext cx="8062124" cy="4238146"/>
          </a:xfrm>
          <a:prstGeom prst="rect">
            <a:avLst/>
          </a:prstGeom>
        </p:spPr>
        <p:txBody>
          <a:bodyPr/>
          <a:lstStyle>
            <a:lvl1pPr>
              <a:defRPr>
                <a:noFill/>
              </a:defRPr>
            </a:lvl1pPr>
          </a:lstStyle>
          <a:p>
            <a:pPr lvl="0"/>
            <a:endParaRPr lang="en-US" dirty="0"/>
          </a:p>
        </p:txBody>
      </p:sp>
      <p:sp>
        <p:nvSpPr>
          <p:cNvPr id="2" name="Text Placeholder 6">
            <a:extLst>
              <a:ext uri="{FF2B5EF4-FFF2-40B4-BE49-F238E27FC236}">
                <a16:creationId xmlns:a16="http://schemas.microsoft.com/office/drawing/2014/main" id="{0EA56FB2-667C-DAC6-0BC5-0F43E110DB83}"/>
              </a:ext>
            </a:extLst>
          </p:cNvPr>
          <p:cNvSpPr>
            <a:spLocks noGrp="1"/>
          </p:cNvSpPr>
          <p:nvPr>
            <p:ph type="body" sz="quarter" idx="14"/>
          </p:nvPr>
        </p:nvSpPr>
        <p:spPr>
          <a:xfrm>
            <a:off x="8506047" y="3514506"/>
            <a:ext cx="3685953" cy="785919"/>
          </a:xfrm>
          <a:prstGeom prst="rect">
            <a:avLst/>
          </a:prstGeom>
          <a:solidFill>
            <a:srgbClr val="5F5F5F"/>
          </a:solidFill>
        </p:spPr>
        <p:txBody>
          <a:bodyPr lIns="288000" tIns="251999" rIns="288000" bIns="251999" anchor="ctr">
            <a:spAutoFit/>
          </a:bodyPr>
          <a:lstStyle>
            <a:lvl1pPr marL="0" indent="0">
              <a:lnSpc>
                <a:spcPct val="100000"/>
              </a:lnSpc>
              <a:buNone/>
              <a:defRPr sz="1800">
                <a:solidFill>
                  <a:schemeClr val="bg1"/>
                </a:solidFill>
              </a:defRPr>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92FD56FE-21A4-046E-1FD0-FA742B41035F}"/>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4096566144"/>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Yellow_icons+tex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a:extLst>
              <a:ext uri="{FF2B5EF4-FFF2-40B4-BE49-F238E27FC236}">
                <a16:creationId xmlns:a16="http://schemas.microsoft.com/office/drawing/2014/main" id="{B4F93977-4867-A718-5684-B7AE0372295F}"/>
              </a:ext>
              <a:ext uri="{C183D7F6-B498-43B3-948B-1728B52AA6E4}">
                <adec:decorative xmlns:adec="http://schemas.microsoft.com/office/drawing/2017/decorative" val="1"/>
              </a:ext>
            </a:extLst>
          </p:cNvPr>
          <p:cNvSpPr/>
          <p:nvPr userDrawn="1"/>
        </p:nvSpPr>
        <p:spPr>
          <a:xfrm>
            <a:off x="0" y="1892300"/>
            <a:ext cx="12192000" cy="3810000"/>
          </a:xfrm>
          <a:prstGeom prst="rect">
            <a:avLst/>
          </a:prstGeom>
          <a:solidFill>
            <a:schemeClr val="accent6">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1">
            <a:extLst>
              <a:ext uri="{FF2B5EF4-FFF2-40B4-BE49-F238E27FC236}">
                <a16:creationId xmlns:a16="http://schemas.microsoft.com/office/drawing/2014/main" id="{592DAE0C-368F-9ED6-A0CD-43A480EF7AC2}"/>
              </a:ext>
            </a:extLst>
          </p:cNvPr>
          <p:cNvSpPr>
            <a:spLocks noGrp="1"/>
          </p:cNvSpPr>
          <p:nvPr>
            <p:ph type="ctrTitle"/>
          </p:nvPr>
        </p:nvSpPr>
        <p:spPr>
          <a:xfrm>
            <a:off x="443923" y="500194"/>
            <a:ext cx="10146106"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15" name="Content Placeholder 5">
            <a:extLst>
              <a:ext uri="{FF2B5EF4-FFF2-40B4-BE49-F238E27FC236}">
                <a16:creationId xmlns:a16="http://schemas.microsoft.com/office/drawing/2014/main" id="{C8650218-E8C4-B267-B89C-CD94E6AC1DF7}"/>
              </a:ext>
            </a:extLst>
          </p:cNvPr>
          <p:cNvSpPr>
            <a:spLocks noGrp="1"/>
          </p:cNvSpPr>
          <p:nvPr>
            <p:ph sz="quarter" idx="4"/>
          </p:nvPr>
        </p:nvSpPr>
        <p:spPr>
          <a:xfrm>
            <a:off x="698499" y="2336800"/>
            <a:ext cx="927102" cy="838201"/>
          </a:xfrm>
          <a:prstGeom prst="rect">
            <a:avLst/>
          </a:prstGeom>
        </p:spPr>
        <p:txBody>
          <a:bodyPr/>
          <a:lstStyle>
            <a:lvl1pPr>
              <a:defRPr>
                <a:noFill/>
              </a:defRPr>
            </a:lvl1pPr>
          </a:lstStyle>
          <a:p>
            <a:pPr lvl="0"/>
            <a:endParaRPr lang="en-US" dirty="0"/>
          </a:p>
        </p:txBody>
      </p:sp>
      <p:sp>
        <p:nvSpPr>
          <p:cNvPr id="12" name="Text Placeholder 6">
            <a:extLst>
              <a:ext uri="{FF2B5EF4-FFF2-40B4-BE49-F238E27FC236}">
                <a16:creationId xmlns:a16="http://schemas.microsoft.com/office/drawing/2014/main" id="{2BFAE9F9-5429-CFF8-597C-34C1D92EB77C}"/>
              </a:ext>
            </a:extLst>
          </p:cNvPr>
          <p:cNvSpPr>
            <a:spLocks noGrp="1"/>
          </p:cNvSpPr>
          <p:nvPr>
            <p:ph type="body" sz="quarter" idx="14"/>
          </p:nvPr>
        </p:nvSpPr>
        <p:spPr>
          <a:xfrm>
            <a:off x="6984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23" name="Content Placeholder 5">
            <a:extLst>
              <a:ext uri="{FF2B5EF4-FFF2-40B4-BE49-F238E27FC236}">
                <a16:creationId xmlns:a16="http://schemas.microsoft.com/office/drawing/2014/main" id="{2ECB421E-ABC7-A07A-7FBD-08786784AF10}"/>
              </a:ext>
            </a:extLst>
          </p:cNvPr>
          <p:cNvSpPr>
            <a:spLocks noGrp="1"/>
          </p:cNvSpPr>
          <p:nvPr>
            <p:ph sz="quarter" idx="16"/>
          </p:nvPr>
        </p:nvSpPr>
        <p:spPr>
          <a:xfrm>
            <a:off x="4432299" y="2336800"/>
            <a:ext cx="927102" cy="838201"/>
          </a:xfrm>
          <a:prstGeom prst="rect">
            <a:avLst/>
          </a:prstGeom>
        </p:spPr>
        <p:txBody>
          <a:bodyPr/>
          <a:lstStyle>
            <a:lvl1pPr>
              <a:defRPr>
                <a:noFill/>
              </a:defRPr>
            </a:lvl1pPr>
          </a:lstStyle>
          <a:p>
            <a:pPr lvl="0"/>
            <a:endParaRPr lang="en-US" dirty="0"/>
          </a:p>
        </p:txBody>
      </p:sp>
      <p:sp>
        <p:nvSpPr>
          <p:cNvPr id="22" name="Text Placeholder 6">
            <a:extLst>
              <a:ext uri="{FF2B5EF4-FFF2-40B4-BE49-F238E27FC236}">
                <a16:creationId xmlns:a16="http://schemas.microsoft.com/office/drawing/2014/main" id="{C9428658-31AB-5478-AB9C-2332ED08CF85}"/>
              </a:ext>
            </a:extLst>
          </p:cNvPr>
          <p:cNvSpPr>
            <a:spLocks noGrp="1"/>
          </p:cNvSpPr>
          <p:nvPr>
            <p:ph type="body" sz="quarter" idx="15"/>
          </p:nvPr>
        </p:nvSpPr>
        <p:spPr>
          <a:xfrm>
            <a:off x="44322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25" name="Content Placeholder 5">
            <a:extLst>
              <a:ext uri="{FF2B5EF4-FFF2-40B4-BE49-F238E27FC236}">
                <a16:creationId xmlns:a16="http://schemas.microsoft.com/office/drawing/2014/main" id="{58E79EAA-5AB5-1EC9-B4AE-C198BEE38B2F}"/>
              </a:ext>
            </a:extLst>
          </p:cNvPr>
          <p:cNvSpPr>
            <a:spLocks noGrp="1"/>
          </p:cNvSpPr>
          <p:nvPr>
            <p:ph sz="quarter" idx="18"/>
          </p:nvPr>
        </p:nvSpPr>
        <p:spPr>
          <a:xfrm>
            <a:off x="8178799" y="2336800"/>
            <a:ext cx="927102" cy="838201"/>
          </a:xfrm>
          <a:prstGeom prst="rect">
            <a:avLst/>
          </a:prstGeom>
        </p:spPr>
        <p:txBody>
          <a:bodyPr/>
          <a:lstStyle>
            <a:lvl1pPr>
              <a:defRPr>
                <a:noFill/>
              </a:defRPr>
            </a:lvl1pPr>
          </a:lstStyle>
          <a:p>
            <a:pPr lvl="0"/>
            <a:endParaRPr lang="en-US" dirty="0"/>
          </a:p>
        </p:txBody>
      </p:sp>
      <p:sp>
        <p:nvSpPr>
          <p:cNvPr id="24" name="Text Placeholder 6">
            <a:extLst>
              <a:ext uri="{FF2B5EF4-FFF2-40B4-BE49-F238E27FC236}">
                <a16:creationId xmlns:a16="http://schemas.microsoft.com/office/drawing/2014/main" id="{CE4CF326-14CF-E04A-03AF-3867D47E3BBA}"/>
              </a:ext>
            </a:extLst>
          </p:cNvPr>
          <p:cNvSpPr>
            <a:spLocks noGrp="1"/>
          </p:cNvSpPr>
          <p:nvPr>
            <p:ph type="body" sz="quarter" idx="17"/>
          </p:nvPr>
        </p:nvSpPr>
        <p:spPr>
          <a:xfrm>
            <a:off x="81787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938B625F-2939-0076-EE39-F5E9774F09E2}"/>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3994819066"/>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Yellow_quot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Text Placeholder 6">
            <a:extLst>
              <a:ext uri="{FF2B5EF4-FFF2-40B4-BE49-F238E27FC236}">
                <a16:creationId xmlns:a16="http://schemas.microsoft.com/office/drawing/2014/main" id="{F7391170-BBCB-B41E-7EF3-11552AE09343}"/>
              </a:ext>
            </a:extLst>
          </p:cNvPr>
          <p:cNvSpPr>
            <a:spLocks noGrp="1"/>
          </p:cNvSpPr>
          <p:nvPr>
            <p:ph type="body" sz="quarter" idx="13"/>
          </p:nvPr>
        </p:nvSpPr>
        <p:spPr>
          <a:xfrm>
            <a:off x="952500" y="1130300"/>
            <a:ext cx="6756400" cy="2832100"/>
          </a:xfrm>
          <a:prstGeom prst="rect">
            <a:avLst/>
          </a:prstGeom>
        </p:spPr>
        <p:txBody>
          <a:bodyPr>
            <a:noAutofit/>
          </a:bodyPr>
          <a:lstStyle>
            <a:lvl1pPr marL="0" indent="0">
              <a:lnSpc>
                <a:spcPct val="100000"/>
              </a:lnSpc>
              <a:buNone/>
              <a:defRPr sz="2400" b="0"/>
            </a:lvl1pPr>
          </a:lstStyle>
          <a:p>
            <a:pPr lvl="0"/>
            <a:endParaRPr lang="en-US" dirty="0"/>
          </a:p>
        </p:txBody>
      </p:sp>
      <p:sp>
        <p:nvSpPr>
          <p:cNvPr id="11" name="Text Placeholder 6">
            <a:extLst>
              <a:ext uri="{FF2B5EF4-FFF2-40B4-BE49-F238E27FC236}">
                <a16:creationId xmlns:a16="http://schemas.microsoft.com/office/drawing/2014/main" id="{CC7E116B-D2FE-8029-F102-28482CED59B0}"/>
              </a:ext>
            </a:extLst>
          </p:cNvPr>
          <p:cNvSpPr>
            <a:spLocks noGrp="1"/>
          </p:cNvSpPr>
          <p:nvPr>
            <p:ph type="body" sz="quarter" idx="14" hasCustomPrompt="1"/>
          </p:nvPr>
        </p:nvSpPr>
        <p:spPr>
          <a:xfrm>
            <a:off x="952500" y="4759618"/>
            <a:ext cx="4686300" cy="622300"/>
          </a:xfrm>
          <a:prstGeom prst="rect">
            <a:avLst/>
          </a:prstGeom>
        </p:spPr>
        <p:txBody>
          <a:bodyPr anchor="ctr">
            <a:noAutofit/>
          </a:bodyPr>
          <a:lstStyle>
            <a:lvl1pPr marL="0" indent="0">
              <a:lnSpc>
                <a:spcPct val="100000"/>
              </a:lnSpc>
              <a:buNone/>
              <a:defRPr sz="1800" b="0" i="1">
                <a:latin typeface="+mn-lt"/>
              </a:defRPr>
            </a:lvl1pPr>
          </a:lstStyle>
          <a:p>
            <a:pPr lvl="0"/>
            <a:r>
              <a:rPr lang="en-US" dirty="0"/>
              <a:t>Click to add the author’s name</a:t>
            </a:r>
          </a:p>
        </p:txBody>
      </p:sp>
      <p:pic>
        <p:nvPicPr>
          <p:cNvPr id="5" name="Picture 4">
            <a:extLst>
              <a:ext uri="{FF2B5EF4-FFF2-40B4-BE49-F238E27FC236}">
                <a16:creationId xmlns:a16="http://schemas.microsoft.com/office/drawing/2014/main" id="{03CEB9C0-B1BF-F2F0-CFBD-DBAA3B7E832F}"/>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519112" y="613607"/>
            <a:ext cx="7772400" cy="3819361"/>
          </a:xfrm>
          <a:prstGeom prst="rect">
            <a:avLst/>
          </a:prstGeom>
        </p:spPr>
      </p:pic>
      <p:pic>
        <p:nvPicPr>
          <p:cNvPr id="4" name="Picture 3">
            <a:extLst>
              <a:ext uri="{FF2B5EF4-FFF2-40B4-BE49-F238E27FC236}">
                <a16:creationId xmlns:a16="http://schemas.microsoft.com/office/drawing/2014/main" id="{351BCE8B-B415-2BED-F4E1-46E84CF60B18}"/>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0" y="4629819"/>
            <a:ext cx="6134101" cy="881899"/>
          </a:xfrm>
          <a:prstGeom prst="rect">
            <a:avLst/>
          </a:prstGeom>
        </p:spPr>
      </p:pic>
      <p:pic>
        <p:nvPicPr>
          <p:cNvPr id="3" name="Picture 2">
            <a:extLst>
              <a:ext uri="{FF2B5EF4-FFF2-40B4-BE49-F238E27FC236}">
                <a16:creationId xmlns:a16="http://schemas.microsoft.com/office/drawing/2014/main" id="{D96D993C-5A39-AF81-154F-95170C32DF08}"/>
              </a:ext>
              <a:ext uri="{C183D7F6-B498-43B3-948B-1728B52AA6E4}">
                <adec:decorative xmlns:adec="http://schemas.microsoft.com/office/drawing/2017/decorative" val="1"/>
              </a:ext>
            </a:extLst>
          </p:cNvPr>
          <p:cNvPicPr>
            <a:picLocks noChangeAspect="1"/>
          </p:cNvPicPr>
          <p:nvPr userDrawn="1"/>
        </p:nvPicPr>
        <p:blipFill>
          <a:blip r:embed="rId5">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2948798389"/>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Yellow_highlighted tex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276029AD-1D32-685F-3152-0516E45BE45D}"/>
              </a:ext>
            </a:extLst>
          </p:cNvPr>
          <p:cNvSpPr>
            <a:spLocks noGrp="1"/>
          </p:cNvSpPr>
          <p:nvPr>
            <p:ph type="body" sz="quarter" idx="13"/>
          </p:nvPr>
        </p:nvSpPr>
        <p:spPr>
          <a:xfrm>
            <a:off x="443921" y="1297173"/>
            <a:ext cx="6683265" cy="2131828"/>
          </a:xfrm>
          <a:prstGeom prst="rect">
            <a:avLst/>
          </a:prstGeom>
        </p:spPr>
        <p:txBody>
          <a:bodyPr>
            <a:noAutofit/>
          </a:bodyPr>
          <a:lstStyle>
            <a:lvl1pPr marL="0" indent="0">
              <a:lnSpc>
                <a:spcPct val="100000"/>
              </a:lnSpc>
              <a:buNone/>
              <a:defRPr sz="3600" b="1"/>
            </a:lvl1pPr>
          </a:lstStyle>
          <a:p>
            <a:pPr lvl="0"/>
            <a:endParaRPr lang="en-US" dirty="0"/>
          </a:p>
        </p:txBody>
      </p:sp>
      <p:pic>
        <p:nvPicPr>
          <p:cNvPr id="3" name="Picture 2">
            <a:extLst>
              <a:ext uri="{FF2B5EF4-FFF2-40B4-BE49-F238E27FC236}">
                <a16:creationId xmlns:a16="http://schemas.microsoft.com/office/drawing/2014/main" id="{4D6264FC-E45E-4A65-ECA6-F6E6C78FF5C5}"/>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321250633"/>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Yellow_lab">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3FD92BA1-52B2-AA53-5B3D-C6CCD294C7CB}"/>
              </a:ext>
            </a:extLst>
          </p:cNvPr>
          <p:cNvSpPr>
            <a:spLocks noGrp="1"/>
          </p:cNvSpPr>
          <p:nvPr>
            <p:ph type="ctrTitle"/>
          </p:nvPr>
        </p:nvSpPr>
        <p:spPr>
          <a:xfrm>
            <a:off x="443921" y="500194"/>
            <a:ext cx="6679721"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B4D0FF90-1989-0773-3311-86B459E9F2EA}"/>
              </a:ext>
            </a:extLst>
          </p:cNvPr>
          <p:cNvSpPr>
            <a:spLocks noGrp="1"/>
          </p:cNvSpPr>
          <p:nvPr>
            <p:ph type="body" sz="quarter" idx="13"/>
          </p:nvPr>
        </p:nvSpPr>
        <p:spPr>
          <a:xfrm>
            <a:off x="443921" y="1733108"/>
            <a:ext cx="6679721" cy="4061405"/>
          </a:xfrm>
          <a:prstGeom prst="rect">
            <a:avLst/>
          </a:prstGeom>
        </p:spPr>
        <p:txBody>
          <a:bodyPr>
            <a:noAutofit/>
          </a:bodyPr>
          <a:lstStyle>
            <a:lvl1pPr marL="0" indent="0">
              <a:lnSpc>
                <a:spcPct val="100000"/>
              </a:lnSpc>
              <a:buNone/>
              <a:defRPr sz="1800"/>
            </a:lvl1pPr>
          </a:lstStyle>
          <a:p>
            <a:pPr lvl="0"/>
            <a:endParaRPr lang="en-US" dirty="0"/>
          </a:p>
        </p:txBody>
      </p:sp>
      <p:pic>
        <p:nvPicPr>
          <p:cNvPr id="3" name="Picture 2">
            <a:extLst>
              <a:ext uri="{FF2B5EF4-FFF2-40B4-BE49-F238E27FC236}">
                <a16:creationId xmlns:a16="http://schemas.microsoft.com/office/drawing/2014/main" id="{5DBBE13A-E1A6-9F15-F402-BD17E71929A8}"/>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2227355211"/>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Yellow_blank">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1">
            <a:extLst>
              <a:ext uri="{FF2B5EF4-FFF2-40B4-BE49-F238E27FC236}">
                <a16:creationId xmlns:a16="http://schemas.microsoft.com/office/drawing/2014/main" id="{592DAE0C-368F-9ED6-A0CD-43A480EF7AC2}"/>
              </a:ext>
            </a:extLst>
          </p:cNvPr>
          <p:cNvSpPr>
            <a:spLocks noGrp="1"/>
          </p:cNvSpPr>
          <p:nvPr>
            <p:ph type="ctrTitle"/>
          </p:nvPr>
        </p:nvSpPr>
        <p:spPr>
          <a:xfrm>
            <a:off x="443922" y="500194"/>
            <a:ext cx="11303577"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11" name="Content Placeholder 5">
            <a:extLst>
              <a:ext uri="{FF2B5EF4-FFF2-40B4-BE49-F238E27FC236}">
                <a16:creationId xmlns:a16="http://schemas.microsoft.com/office/drawing/2014/main" id="{36AE348E-DBD9-C0BD-924D-E8F93B34792E}"/>
              </a:ext>
            </a:extLst>
          </p:cNvPr>
          <p:cNvSpPr>
            <a:spLocks noGrp="1"/>
          </p:cNvSpPr>
          <p:nvPr>
            <p:ph sz="quarter" idx="4"/>
          </p:nvPr>
        </p:nvSpPr>
        <p:spPr>
          <a:xfrm>
            <a:off x="443922" y="1733108"/>
            <a:ext cx="11303578" cy="4348715"/>
          </a:xfrm>
          <a:prstGeom prst="rect">
            <a:avLst/>
          </a:prstGeom>
        </p:spPr>
        <p:txBody>
          <a:bodyPr/>
          <a:lstStyle>
            <a:lvl1pPr>
              <a:defRPr>
                <a:noFill/>
              </a:defRPr>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AA86B467-B6E6-07FD-82C2-C8A720A2FAA4}"/>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3084302693"/>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Yellow_break_final">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7DCAF6C-3019-6F70-2286-C5792C4363E8}"/>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Text Placeholder 6">
            <a:extLst>
              <a:ext uri="{FF2B5EF4-FFF2-40B4-BE49-F238E27FC236}">
                <a16:creationId xmlns:a16="http://schemas.microsoft.com/office/drawing/2014/main" id="{830D3FB5-8605-FDB1-1ABD-F61723E1CA2F}"/>
              </a:ext>
            </a:extLst>
          </p:cNvPr>
          <p:cNvSpPr>
            <a:spLocks noGrp="1"/>
          </p:cNvSpPr>
          <p:nvPr>
            <p:ph type="body" sz="quarter" idx="13"/>
          </p:nvPr>
        </p:nvSpPr>
        <p:spPr>
          <a:xfrm>
            <a:off x="1201479" y="1711845"/>
            <a:ext cx="5819073" cy="691114"/>
          </a:xfrm>
          <a:prstGeom prst="rect">
            <a:avLst/>
          </a:prstGeom>
        </p:spPr>
        <p:txBody>
          <a:bodyPr anchor="ctr">
            <a:noAutofit/>
          </a:bodyPr>
          <a:lstStyle>
            <a:lvl1pPr marL="0" indent="0">
              <a:lnSpc>
                <a:spcPct val="100000"/>
              </a:lnSpc>
              <a:buNone/>
              <a:defRPr sz="4400"/>
            </a:lvl1pPr>
          </a:lstStyle>
          <a:p>
            <a:pPr lvl="0"/>
            <a:endParaRPr lang="en-US" dirty="0"/>
          </a:p>
        </p:txBody>
      </p:sp>
      <p:sp>
        <p:nvSpPr>
          <p:cNvPr id="10" name="Text Placeholder 6">
            <a:extLst>
              <a:ext uri="{FF2B5EF4-FFF2-40B4-BE49-F238E27FC236}">
                <a16:creationId xmlns:a16="http://schemas.microsoft.com/office/drawing/2014/main" id="{D60CAB47-BCE7-4DDF-B78D-31A001A2F500}"/>
              </a:ext>
            </a:extLst>
          </p:cNvPr>
          <p:cNvSpPr>
            <a:spLocks noGrp="1"/>
          </p:cNvSpPr>
          <p:nvPr>
            <p:ph type="body" sz="quarter" idx="14"/>
          </p:nvPr>
        </p:nvSpPr>
        <p:spPr>
          <a:xfrm>
            <a:off x="1201479" y="2445487"/>
            <a:ext cx="7166344" cy="855189"/>
          </a:xfrm>
          <a:prstGeom prst="rect">
            <a:avLst/>
          </a:prstGeom>
        </p:spPr>
        <p:txBody>
          <a:bodyPr anchor="ctr">
            <a:noAutofit/>
          </a:bodyPr>
          <a:lstStyle>
            <a:lvl1pPr marL="0" indent="0">
              <a:lnSpc>
                <a:spcPct val="100000"/>
              </a:lnSpc>
              <a:buNone/>
              <a:defRPr sz="7200" b="1"/>
            </a:lvl1pPr>
          </a:lstStyle>
          <a:p>
            <a:pPr lvl="0"/>
            <a:endParaRPr lang="en-US" dirty="0"/>
          </a:p>
        </p:txBody>
      </p:sp>
      <p:pic>
        <p:nvPicPr>
          <p:cNvPr id="4" name="Picture 3">
            <a:extLst>
              <a:ext uri="{FF2B5EF4-FFF2-40B4-BE49-F238E27FC236}">
                <a16:creationId xmlns:a16="http://schemas.microsoft.com/office/drawing/2014/main" id="{FE50924B-6CC7-5CA4-2459-E85A3EB990A7}"/>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4231280216"/>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Red_text+imag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EB320CCE-0666-0F0C-7744-F081564DDA42}"/>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1">
            <a:extLst>
              <a:ext uri="{FF2B5EF4-FFF2-40B4-BE49-F238E27FC236}">
                <a16:creationId xmlns:a16="http://schemas.microsoft.com/office/drawing/2014/main" id="{CB52ED4D-1FD8-8A85-D9F2-130947E58313}"/>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3" name="Text Placeholder 6">
            <a:extLst>
              <a:ext uri="{FF2B5EF4-FFF2-40B4-BE49-F238E27FC236}">
                <a16:creationId xmlns:a16="http://schemas.microsoft.com/office/drawing/2014/main" id="{EA2B2ADB-E9C2-46B9-217D-95C46BD1C9B0}"/>
              </a:ext>
            </a:extLst>
          </p:cNvPr>
          <p:cNvSpPr>
            <a:spLocks noGrp="1"/>
          </p:cNvSpPr>
          <p:nvPr>
            <p:ph type="body" sz="quarter" idx="13"/>
          </p:nvPr>
        </p:nvSpPr>
        <p:spPr>
          <a:xfrm>
            <a:off x="443922" y="1733108"/>
            <a:ext cx="5744228" cy="4348715"/>
          </a:xfrm>
          <a:prstGeom prst="rect">
            <a:avLst/>
          </a:prstGeom>
        </p:spPr>
        <p:txBody>
          <a:bodyPr>
            <a:noAutofit/>
          </a:bodyPr>
          <a:lstStyle>
            <a:lvl1pPr marL="0" indent="0">
              <a:lnSpc>
                <a:spcPct val="100000"/>
              </a:lnSpc>
              <a:buNone/>
              <a:defRPr sz="1800"/>
            </a:lvl1pPr>
          </a:lstStyle>
          <a:p>
            <a:pPr lvl="0"/>
            <a:endParaRPr lang="en-US" dirty="0"/>
          </a:p>
        </p:txBody>
      </p:sp>
      <p:sp>
        <p:nvSpPr>
          <p:cNvPr id="13" name="Content Placeholder 5">
            <a:extLst>
              <a:ext uri="{FF2B5EF4-FFF2-40B4-BE49-F238E27FC236}">
                <a16:creationId xmlns:a16="http://schemas.microsoft.com/office/drawing/2014/main" id="{FC2D1BDC-8F98-CD0B-F342-F69276C053CA}"/>
              </a:ext>
            </a:extLst>
          </p:cNvPr>
          <p:cNvSpPr>
            <a:spLocks noGrp="1"/>
          </p:cNvSpPr>
          <p:nvPr>
            <p:ph sz="quarter" idx="4"/>
          </p:nvPr>
        </p:nvSpPr>
        <p:spPr>
          <a:xfrm>
            <a:off x="6659426" y="1733108"/>
            <a:ext cx="5532574" cy="4348715"/>
          </a:xfrm>
          <a:prstGeom prst="rect">
            <a:avLst/>
          </a:prstGeom>
        </p:spPr>
        <p:txBody>
          <a:bodyPr/>
          <a:lstStyle>
            <a:lvl1pPr>
              <a:defRPr>
                <a:noFill/>
              </a:defRPr>
            </a:lvl1pPr>
          </a:lstStyle>
          <a:p>
            <a:pPr lvl="0"/>
            <a:endParaRPr lang="en-US" dirty="0"/>
          </a:p>
        </p:txBody>
      </p:sp>
      <p:sp>
        <p:nvSpPr>
          <p:cNvPr id="2" name="Slide Number Placeholder 5">
            <a:extLst>
              <a:ext uri="{FF2B5EF4-FFF2-40B4-BE49-F238E27FC236}">
                <a16:creationId xmlns:a16="http://schemas.microsoft.com/office/drawing/2014/main" id="{8FBBDBF5-DBEB-9C3A-AA84-C6013F704FC0}"/>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B9174DD2-79E4-DA24-0FFC-AA922A467A24}"/>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2517542076"/>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Red_tex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365470D-A001-7E84-A761-67044DBA0BE6}"/>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52966104-3DE6-F072-0A88-D9D6777CD744}"/>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A94CA626-3C65-B748-140A-844B79E46FC4}"/>
              </a:ext>
            </a:extLst>
          </p:cNvPr>
          <p:cNvSpPr>
            <a:spLocks noGrp="1"/>
          </p:cNvSpPr>
          <p:nvPr>
            <p:ph type="body" sz="quarter" idx="14"/>
          </p:nvPr>
        </p:nvSpPr>
        <p:spPr>
          <a:xfrm>
            <a:off x="443921" y="1733108"/>
            <a:ext cx="7686287" cy="4061405"/>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4" name="Picture 3">
            <a:extLst>
              <a:ext uri="{FF2B5EF4-FFF2-40B4-BE49-F238E27FC236}">
                <a16:creationId xmlns:a16="http://schemas.microsoft.com/office/drawing/2014/main" id="{AB2C07A9-8BAB-F929-717A-24BD0BCB0D31}"/>
              </a:ext>
              <a:ext uri="{C183D7F6-B498-43B3-948B-1728B52AA6E4}">
                <adec:decorative xmlns:adec="http://schemas.microsoft.com/office/drawing/2017/decorative" val="1"/>
              </a:ext>
            </a:extLst>
          </p:cNvPr>
          <p:cNvPicPr>
            <a:picLocks noChangeAspect="1"/>
          </p:cNvPicPr>
          <p:nvPr userDrawn="1"/>
        </p:nvPicPr>
        <p:blipFill>
          <a:blip r:embed="rId2"/>
          <a:srcRect r="11695"/>
          <a:stretch/>
        </p:blipFill>
        <p:spPr>
          <a:xfrm>
            <a:off x="8961679" y="1733108"/>
            <a:ext cx="3230321" cy="4061405"/>
          </a:xfrm>
          <a:prstGeom prst="rect">
            <a:avLst/>
          </a:prstGeom>
        </p:spPr>
      </p:pic>
      <p:pic>
        <p:nvPicPr>
          <p:cNvPr id="6" name="Picture 5">
            <a:extLst>
              <a:ext uri="{FF2B5EF4-FFF2-40B4-BE49-F238E27FC236}">
                <a16:creationId xmlns:a16="http://schemas.microsoft.com/office/drawing/2014/main" id="{0DCA14C3-7ED5-46A2-17DF-41AE41BFC374}"/>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3294508917"/>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Red_text_columns">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365470D-A001-7E84-A761-67044DBA0BE6}"/>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52966104-3DE6-F072-0A88-D9D6777CD744}"/>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A94CA626-3C65-B748-140A-844B79E46FC4}"/>
              </a:ext>
            </a:extLst>
          </p:cNvPr>
          <p:cNvSpPr>
            <a:spLocks noGrp="1"/>
          </p:cNvSpPr>
          <p:nvPr>
            <p:ph type="body" sz="quarter" idx="14"/>
          </p:nvPr>
        </p:nvSpPr>
        <p:spPr>
          <a:xfrm>
            <a:off x="443921" y="1733108"/>
            <a:ext cx="5135800" cy="4061405"/>
          </a:xfrm>
          <a:prstGeom prst="rect">
            <a:avLst/>
          </a:prstGeom>
        </p:spPr>
        <p:txBody>
          <a:bodyPr>
            <a:noAutofit/>
          </a:bodyPr>
          <a:lstStyle>
            <a:lvl1pPr marL="0" indent="0">
              <a:lnSpc>
                <a:spcPct val="100000"/>
              </a:lnSpc>
              <a:buNone/>
              <a:defRPr sz="1800"/>
            </a:lvl1pPr>
          </a:lstStyle>
          <a:p>
            <a:pPr lvl="0"/>
            <a:endParaRPr lang="en-US" dirty="0"/>
          </a:p>
        </p:txBody>
      </p:sp>
      <p:sp>
        <p:nvSpPr>
          <p:cNvPr id="13" name="Text Placeholder 6">
            <a:extLst>
              <a:ext uri="{FF2B5EF4-FFF2-40B4-BE49-F238E27FC236}">
                <a16:creationId xmlns:a16="http://schemas.microsoft.com/office/drawing/2014/main" id="{68E43A38-C814-1ECB-B0C2-350BCC4A5CC1}"/>
              </a:ext>
            </a:extLst>
          </p:cNvPr>
          <p:cNvSpPr>
            <a:spLocks noGrp="1"/>
          </p:cNvSpPr>
          <p:nvPr>
            <p:ph type="body" sz="quarter" idx="15"/>
          </p:nvPr>
        </p:nvSpPr>
        <p:spPr>
          <a:xfrm>
            <a:off x="6108121" y="1733108"/>
            <a:ext cx="5135800" cy="4061405"/>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F41A2384-AB6C-1FB5-35F0-9F0E3D0A4E6D}"/>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1801908114"/>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Red_image+tex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1">
            <a:extLst>
              <a:ext uri="{FF2B5EF4-FFF2-40B4-BE49-F238E27FC236}">
                <a16:creationId xmlns:a16="http://schemas.microsoft.com/office/drawing/2014/main" id="{592DAE0C-368F-9ED6-A0CD-43A480EF7AC2}"/>
              </a:ext>
            </a:extLst>
          </p:cNvPr>
          <p:cNvSpPr>
            <a:spLocks noGrp="1"/>
          </p:cNvSpPr>
          <p:nvPr>
            <p:ph type="ctrTitle"/>
          </p:nvPr>
        </p:nvSpPr>
        <p:spPr>
          <a:xfrm>
            <a:off x="443923" y="500194"/>
            <a:ext cx="10146106"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Content Placeholder 5">
            <a:extLst>
              <a:ext uri="{FF2B5EF4-FFF2-40B4-BE49-F238E27FC236}">
                <a16:creationId xmlns:a16="http://schemas.microsoft.com/office/drawing/2014/main" id="{5E7C4392-7068-04E6-20E1-4BBCA1386C0A}"/>
              </a:ext>
            </a:extLst>
          </p:cNvPr>
          <p:cNvSpPr>
            <a:spLocks noGrp="1"/>
          </p:cNvSpPr>
          <p:nvPr>
            <p:ph sz="quarter" idx="4"/>
          </p:nvPr>
        </p:nvSpPr>
        <p:spPr>
          <a:xfrm>
            <a:off x="443922" y="1788393"/>
            <a:ext cx="8062124" cy="4238146"/>
          </a:xfrm>
          <a:prstGeom prst="rect">
            <a:avLst/>
          </a:prstGeom>
        </p:spPr>
        <p:txBody>
          <a:bodyPr/>
          <a:lstStyle>
            <a:lvl1pPr>
              <a:defRPr>
                <a:noFill/>
              </a:defRPr>
            </a:lvl1pPr>
          </a:lstStyle>
          <a:p>
            <a:pPr lvl="0"/>
            <a:endParaRPr lang="en-US" dirty="0"/>
          </a:p>
        </p:txBody>
      </p:sp>
      <p:sp>
        <p:nvSpPr>
          <p:cNvPr id="7" name="Text Placeholder 6">
            <a:extLst>
              <a:ext uri="{FF2B5EF4-FFF2-40B4-BE49-F238E27FC236}">
                <a16:creationId xmlns:a16="http://schemas.microsoft.com/office/drawing/2014/main" id="{55F91432-260F-83D5-486C-E3B551E2ACBF}"/>
              </a:ext>
            </a:extLst>
          </p:cNvPr>
          <p:cNvSpPr>
            <a:spLocks noGrp="1"/>
          </p:cNvSpPr>
          <p:nvPr>
            <p:ph type="body" sz="quarter" idx="14"/>
          </p:nvPr>
        </p:nvSpPr>
        <p:spPr>
          <a:xfrm>
            <a:off x="8506047" y="3514506"/>
            <a:ext cx="3685953" cy="785919"/>
          </a:xfrm>
          <a:prstGeom prst="rect">
            <a:avLst/>
          </a:prstGeom>
          <a:solidFill>
            <a:srgbClr val="5F5F5F"/>
          </a:solidFill>
        </p:spPr>
        <p:txBody>
          <a:bodyPr lIns="288000" tIns="251999" rIns="288000" bIns="251999" anchor="ctr">
            <a:spAutoFit/>
          </a:bodyPr>
          <a:lstStyle>
            <a:lvl1pPr marL="0" indent="0">
              <a:lnSpc>
                <a:spcPct val="100000"/>
              </a:lnSpc>
              <a:buNone/>
              <a:defRPr sz="1800">
                <a:solidFill>
                  <a:schemeClr val="bg1"/>
                </a:solidFill>
              </a:defRPr>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99FEABEF-5D6F-38BC-0E0A-DA96D9716CD3}"/>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24548405"/>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Red_icons+text">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B4F93977-4867-A718-5684-B7AE0372295F}"/>
              </a:ext>
              <a:ext uri="{C183D7F6-B498-43B3-948B-1728B52AA6E4}">
                <adec:decorative xmlns:adec="http://schemas.microsoft.com/office/drawing/2017/decorative" val="1"/>
              </a:ext>
            </a:extLst>
          </p:cNvPr>
          <p:cNvSpPr/>
          <p:nvPr userDrawn="1"/>
        </p:nvSpPr>
        <p:spPr>
          <a:xfrm>
            <a:off x="0" y="1892300"/>
            <a:ext cx="12192000" cy="3810000"/>
          </a:xfrm>
          <a:prstGeom prst="rect">
            <a:avLst/>
          </a:prstGeom>
          <a:solidFill>
            <a:schemeClr val="accent4">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1">
            <a:extLst>
              <a:ext uri="{FF2B5EF4-FFF2-40B4-BE49-F238E27FC236}">
                <a16:creationId xmlns:a16="http://schemas.microsoft.com/office/drawing/2014/main" id="{592DAE0C-368F-9ED6-A0CD-43A480EF7AC2}"/>
              </a:ext>
            </a:extLst>
          </p:cNvPr>
          <p:cNvSpPr>
            <a:spLocks noGrp="1"/>
          </p:cNvSpPr>
          <p:nvPr>
            <p:ph type="ctrTitle"/>
          </p:nvPr>
        </p:nvSpPr>
        <p:spPr>
          <a:xfrm>
            <a:off x="443923" y="500194"/>
            <a:ext cx="10146106"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15" name="Content Placeholder 5">
            <a:extLst>
              <a:ext uri="{FF2B5EF4-FFF2-40B4-BE49-F238E27FC236}">
                <a16:creationId xmlns:a16="http://schemas.microsoft.com/office/drawing/2014/main" id="{C8650218-E8C4-B267-B89C-CD94E6AC1DF7}"/>
              </a:ext>
            </a:extLst>
          </p:cNvPr>
          <p:cNvSpPr>
            <a:spLocks noGrp="1"/>
          </p:cNvSpPr>
          <p:nvPr>
            <p:ph sz="quarter" idx="4"/>
          </p:nvPr>
        </p:nvSpPr>
        <p:spPr>
          <a:xfrm>
            <a:off x="698499" y="2336800"/>
            <a:ext cx="927102" cy="838201"/>
          </a:xfrm>
          <a:prstGeom prst="rect">
            <a:avLst/>
          </a:prstGeom>
        </p:spPr>
        <p:txBody>
          <a:bodyPr/>
          <a:lstStyle>
            <a:lvl1pPr>
              <a:defRPr>
                <a:noFill/>
              </a:defRPr>
            </a:lvl1pPr>
          </a:lstStyle>
          <a:p>
            <a:pPr lvl="0"/>
            <a:endParaRPr lang="en-US" dirty="0"/>
          </a:p>
        </p:txBody>
      </p:sp>
      <p:sp>
        <p:nvSpPr>
          <p:cNvPr id="12" name="Text Placeholder 6">
            <a:extLst>
              <a:ext uri="{FF2B5EF4-FFF2-40B4-BE49-F238E27FC236}">
                <a16:creationId xmlns:a16="http://schemas.microsoft.com/office/drawing/2014/main" id="{2BFAE9F9-5429-CFF8-597C-34C1D92EB77C}"/>
              </a:ext>
            </a:extLst>
          </p:cNvPr>
          <p:cNvSpPr>
            <a:spLocks noGrp="1"/>
          </p:cNvSpPr>
          <p:nvPr>
            <p:ph type="body" sz="quarter" idx="14"/>
          </p:nvPr>
        </p:nvSpPr>
        <p:spPr>
          <a:xfrm>
            <a:off x="6984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23" name="Content Placeholder 5">
            <a:extLst>
              <a:ext uri="{FF2B5EF4-FFF2-40B4-BE49-F238E27FC236}">
                <a16:creationId xmlns:a16="http://schemas.microsoft.com/office/drawing/2014/main" id="{2ECB421E-ABC7-A07A-7FBD-08786784AF10}"/>
              </a:ext>
            </a:extLst>
          </p:cNvPr>
          <p:cNvSpPr>
            <a:spLocks noGrp="1"/>
          </p:cNvSpPr>
          <p:nvPr>
            <p:ph sz="quarter" idx="16"/>
          </p:nvPr>
        </p:nvSpPr>
        <p:spPr>
          <a:xfrm>
            <a:off x="4432299" y="2336800"/>
            <a:ext cx="927102" cy="838201"/>
          </a:xfrm>
          <a:prstGeom prst="rect">
            <a:avLst/>
          </a:prstGeom>
        </p:spPr>
        <p:txBody>
          <a:bodyPr/>
          <a:lstStyle>
            <a:lvl1pPr>
              <a:defRPr>
                <a:noFill/>
              </a:defRPr>
            </a:lvl1pPr>
          </a:lstStyle>
          <a:p>
            <a:pPr lvl="0"/>
            <a:endParaRPr lang="en-US" dirty="0"/>
          </a:p>
        </p:txBody>
      </p:sp>
      <p:sp>
        <p:nvSpPr>
          <p:cNvPr id="22" name="Text Placeholder 6">
            <a:extLst>
              <a:ext uri="{FF2B5EF4-FFF2-40B4-BE49-F238E27FC236}">
                <a16:creationId xmlns:a16="http://schemas.microsoft.com/office/drawing/2014/main" id="{C9428658-31AB-5478-AB9C-2332ED08CF85}"/>
              </a:ext>
            </a:extLst>
          </p:cNvPr>
          <p:cNvSpPr>
            <a:spLocks noGrp="1"/>
          </p:cNvSpPr>
          <p:nvPr>
            <p:ph type="body" sz="quarter" idx="15"/>
          </p:nvPr>
        </p:nvSpPr>
        <p:spPr>
          <a:xfrm>
            <a:off x="44322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25" name="Content Placeholder 5">
            <a:extLst>
              <a:ext uri="{FF2B5EF4-FFF2-40B4-BE49-F238E27FC236}">
                <a16:creationId xmlns:a16="http://schemas.microsoft.com/office/drawing/2014/main" id="{58E79EAA-5AB5-1EC9-B4AE-C198BEE38B2F}"/>
              </a:ext>
            </a:extLst>
          </p:cNvPr>
          <p:cNvSpPr>
            <a:spLocks noGrp="1"/>
          </p:cNvSpPr>
          <p:nvPr>
            <p:ph sz="quarter" idx="18"/>
          </p:nvPr>
        </p:nvSpPr>
        <p:spPr>
          <a:xfrm>
            <a:off x="8178799" y="2336800"/>
            <a:ext cx="927102" cy="838201"/>
          </a:xfrm>
          <a:prstGeom prst="rect">
            <a:avLst/>
          </a:prstGeom>
        </p:spPr>
        <p:txBody>
          <a:bodyPr/>
          <a:lstStyle>
            <a:lvl1pPr>
              <a:defRPr>
                <a:noFill/>
              </a:defRPr>
            </a:lvl1pPr>
          </a:lstStyle>
          <a:p>
            <a:pPr lvl="0"/>
            <a:endParaRPr lang="en-US" dirty="0"/>
          </a:p>
        </p:txBody>
      </p:sp>
      <p:sp>
        <p:nvSpPr>
          <p:cNvPr id="24" name="Text Placeholder 6">
            <a:extLst>
              <a:ext uri="{FF2B5EF4-FFF2-40B4-BE49-F238E27FC236}">
                <a16:creationId xmlns:a16="http://schemas.microsoft.com/office/drawing/2014/main" id="{CE4CF326-14CF-E04A-03AF-3867D47E3BBA}"/>
              </a:ext>
            </a:extLst>
          </p:cNvPr>
          <p:cNvSpPr>
            <a:spLocks noGrp="1"/>
          </p:cNvSpPr>
          <p:nvPr>
            <p:ph type="body" sz="quarter" idx="17"/>
          </p:nvPr>
        </p:nvSpPr>
        <p:spPr>
          <a:xfrm>
            <a:off x="81787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06063FAD-08EF-BC2C-950C-16B3F0DE1900}"/>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659826178"/>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Red_quot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896FEF6-B591-9B6F-F783-763A926B77EB}"/>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0" y="4629819"/>
            <a:ext cx="6134101" cy="881899"/>
          </a:xfrm>
          <a:prstGeom prst="rect">
            <a:avLst/>
          </a:prstGeom>
        </p:spPr>
      </p:pic>
      <p:pic>
        <p:nvPicPr>
          <p:cNvPr id="8" name="Picture 7">
            <a:extLst>
              <a:ext uri="{FF2B5EF4-FFF2-40B4-BE49-F238E27FC236}">
                <a16:creationId xmlns:a16="http://schemas.microsoft.com/office/drawing/2014/main" id="{5ADEBD8F-B578-3E5F-0F06-192614975472}"/>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519112" y="613607"/>
            <a:ext cx="7772400" cy="3819361"/>
          </a:xfrm>
          <a:prstGeom prst="rect">
            <a:avLst/>
          </a:prstGeom>
        </p:spPr>
      </p:pic>
      <p:sp>
        <p:nvSpPr>
          <p:cNvPr id="10" name="Text Placeholder 6">
            <a:extLst>
              <a:ext uri="{FF2B5EF4-FFF2-40B4-BE49-F238E27FC236}">
                <a16:creationId xmlns:a16="http://schemas.microsoft.com/office/drawing/2014/main" id="{F7391170-BBCB-B41E-7EF3-11552AE09343}"/>
              </a:ext>
            </a:extLst>
          </p:cNvPr>
          <p:cNvSpPr>
            <a:spLocks noGrp="1"/>
          </p:cNvSpPr>
          <p:nvPr>
            <p:ph type="body" sz="quarter" idx="13"/>
          </p:nvPr>
        </p:nvSpPr>
        <p:spPr>
          <a:xfrm>
            <a:off x="952500" y="1130300"/>
            <a:ext cx="6756400" cy="2832100"/>
          </a:xfrm>
          <a:prstGeom prst="rect">
            <a:avLst/>
          </a:prstGeom>
        </p:spPr>
        <p:txBody>
          <a:bodyPr>
            <a:noAutofit/>
          </a:bodyPr>
          <a:lstStyle>
            <a:lvl1pPr marL="0" indent="0">
              <a:lnSpc>
                <a:spcPct val="100000"/>
              </a:lnSpc>
              <a:buNone/>
              <a:defRPr sz="2400" b="0"/>
            </a:lvl1pPr>
          </a:lstStyle>
          <a:p>
            <a:pPr lvl="0"/>
            <a:endParaRPr lang="en-US" dirty="0"/>
          </a:p>
        </p:txBody>
      </p:sp>
      <p:sp>
        <p:nvSpPr>
          <p:cNvPr id="11" name="Text Placeholder 6">
            <a:extLst>
              <a:ext uri="{FF2B5EF4-FFF2-40B4-BE49-F238E27FC236}">
                <a16:creationId xmlns:a16="http://schemas.microsoft.com/office/drawing/2014/main" id="{CC7E116B-D2FE-8029-F102-28482CED59B0}"/>
              </a:ext>
            </a:extLst>
          </p:cNvPr>
          <p:cNvSpPr>
            <a:spLocks noGrp="1"/>
          </p:cNvSpPr>
          <p:nvPr>
            <p:ph type="body" sz="quarter" idx="14" hasCustomPrompt="1"/>
          </p:nvPr>
        </p:nvSpPr>
        <p:spPr>
          <a:xfrm>
            <a:off x="952500" y="4759618"/>
            <a:ext cx="4686300" cy="622300"/>
          </a:xfrm>
          <a:prstGeom prst="rect">
            <a:avLst/>
          </a:prstGeom>
        </p:spPr>
        <p:txBody>
          <a:bodyPr anchor="ctr">
            <a:noAutofit/>
          </a:bodyPr>
          <a:lstStyle>
            <a:lvl1pPr marL="0" indent="0">
              <a:lnSpc>
                <a:spcPct val="100000"/>
              </a:lnSpc>
              <a:buNone/>
              <a:defRPr sz="1800" b="0" i="1">
                <a:latin typeface="+mn-lt"/>
              </a:defRPr>
            </a:lvl1pPr>
          </a:lstStyle>
          <a:p>
            <a:pPr lvl="0"/>
            <a:r>
              <a:rPr lang="en-US" dirty="0"/>
              <a:t>Click to add the author’s name</a:t>
            </a:r>
          </a:p>
        </p:txBody>
      </p:sp>
      <p:pic>
        <p:nvPicPr>
          <p:cNvPr id="4" name="Picture 3">
            <a:extLst>
              <a:ext uri="{FF2B5EF4-FFF2-40B4-BE49-F238E27FC236}">
                <a16:creationId xmlns:a16="http://schemas.microsoft.com/office/drawing/2014/main" id="{581EE01A-23C2-F8D5-2384-023AC8FA97E0}"/>
              </a:ext>
              <a:ext uri="{C183D7F6-B498-43B3-948B-1728B52AA6E4}">
                <adec:decorative xmlns:adec="http://schemas.microsoft.com/office/drawing/2017/decorative" val="1"/>
              </a:ext>
            </a:extLst>
          </p:cNvPr>
          <p:cNvPicPr>
            <a:picLocks noChangeAspect="1"/>
          </p:cNvPicPr>
          <p:nvPr userDrawn="1"/>
        </p:nvPicPr>
        <p:blipFill>
          <a:blip r:embed="rId5">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1898485824"/>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Red_highlighted tex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276029AD-1D32-685F-3152-0516E45BE45D}"/>
              </a:ext>
            </a:extLst>
          </p:cNvPr>
          <p:cNvSpPr>
            <a:spLocks noGrp="1"/>
          </p:cNvSpPr>
          <p:nvPr>
            <p:ph type="body" sz="quarter" idx="13"/>
          </p:nvPr>
        </p:nvSpPr>
        <p:spPr>
          <a:xfrm>
            <a:off x="443921" y="1297173"/>
            <a:ext cx="6683265" cy="2131828"/>
          </a:xfrm>
          <a:prstGeom prst="rect">
            <a:avLst/>
          </a:prstGeom>
        </p:spPr>
        <p:txBody>
          <a:bodyPr>
            <a:noAutofit/>
          </a:bodyPr>
          <a:lstStyle>
            <a:lvl1pPr marL="0" indent="0">
              <a:lnSpc>
                <a:spcPct val="100000"/>
              </a:lnSpc>
              <a:buNone/>
              <a:defRPr sz="3600" b="1"/>
            </a:lvl1pPr>
          </a:lstStyle>
          <a:p>
            <a:pPr lvl="0"/>
            <a:endParaRPr lang="en-US" dirty="0"/>
          </a:p>
        </p:txBody>
      </p:sp>
      <p:pic>
        <p:nvPicPr>
          <p:cNvPr id="3" name="Picture 2">
            <a:extLst>
              <a:ext uri="{FF2B5EF4-FFF2-40B4-BE49-F238E27FC236}">
                <a16:creationId xmlns:a16="http://schemas.microsoft.com/office/drawing/2014/main" id="{85256DBB-84CC-C614-857B-C35C00C4AB17}"/>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1227198908"/>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Red_lab">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3FD92BA1-52B2-AA53-5B3D-C6CCD294C7CB}"/>
              </a:ext>
            </a:extLst>
          </p:cNvPr>
          <p:cNvSpPr>
            <a:spLocks noGrp="1"/>
          </p:cNvSpPr>
          <p:nvPr>
            <p:ph type="ctrTitle"/>
          </p:nvPr>
        </p:nvSpPr>
        <p:spPr>
          <a:xfrm>
            <a:off x="443921" y="500194"/>
            <a:ext cx="6679721"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B4D0FF90-1989-0773-3311-86B459E9F2EA}"/>
              </a:ext>
            </a:extLst>
          </p:cNvPr>
          <p:cNvSpPr>
            <a:spLocks noGrp="1"/>
          </p:cNvSpPr>
          <p:nvPr>
            <p:ph type="body" sz="quarter" idx="13"/>
          </p:nvPr>
        </p:nvSpPr>
        <p:spPr>
          <a:xfrm>
            <a:off x="443921" y="1733108"/>
            <a:ext cx="6679721" cy="4061405"/>
          </a:xfrm>
          <a:prstGeom prst="rect">
            <a:avLst/>
          </a:prstGeom>
        </p:spPr>
        <p:txBody>
          <a:bodyPr>
            <a:noAutofit/>
          </a:bodyPr>
          <a:lstStyle>
            <a:lvl1pPr marL="0" indent="0">
              <a:lnSpc>
                <a:spcPct val="100000"/>
              </a:lnSpc>
              <a:buNone/>
              <a:defRPr sz="1800"/>
            </a:lvl1pPr>
          </a:lstStyle>
          <a:p>
            <a:pPr lvl="0"/>
            <a:endParaRPr lang="en-US" dirty="0"/>
          </a:p>
        </p:txBody>
      </p:sp>
      <p:pic>
        <p:nvPicPr>
          <p:cNvPr id="3" name="Picture 2">
            <a:extLst>
              <a:ext uri="{FF2B5EF4-FFF2-40B4-BE49-F238E27FC236}">
                <a16:creationId xmlns:a16="http://schemas.microsoft.com/office/drawing/2014/main" id="{3D5CAE40-06A7-714E-722E-1EB095B8FE1B}"/>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333728339"/>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Red_blank">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1">
            <a:extLst>
              <a:ext uri="{FF2B5EF4-FFF2-40B4-BE49-F238E27FC236}">
                <a16:creationId xmlns:a16="http://schemas.microsoft.com/office/drawing/2014/main" id="{592DAE0C-368F-9ED6-A0CD-43A480EF7AC2}"/>
              </a:ext>
            </a:extLst>
          </p:cNvPr>
          <p:cNvSpPr>
            <a:spLocks noGrp="1"/>
          </p:cNvSpPr>
          <p:nvPr>
            <p:ph type="ctrTitle"/>
          </p:nvPr>
        </p:nvSpPr>
        <p:spPr>
          <a:xfrm>
            <a:off x="443922" y="500194"/>
            <a:ext cx="11303577"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11" name="Content Placeholder 5">
            <a:extLst>
              <a:ext uri="{FF2B5EF4-FFF2-40B4-BE49-F238E27FC236}">
                <a16:creationId xmlns:a16="http://schemas.microsoft.com/office/drawing/2014/main" id="{36AE348E-DBD9-C0BD-924D-E8F93B34792E}"/>
              </a:ext>
            </a:extLst>
          </p:cNvPr>
          <p:cNvSpPr>
            <a:spLocks noGrp="1"/>
          </p:cNvSpPr>
          <p:nvPr>
            <p:ph sz="quarter" idx="4"/>
          </p:nvPr>
        </p:nvSpPr>
        <p:spPr>
          <a:xfrm>
            <a:off x="443922" y="1733108"/>
            <a:ext cx="11303578" cy="4348715"/>
          </a:xfrm>
          <a:prstGeom prst="rect">
            <a:avLst/>
          </a:prstGeom>
        </p:spPr>
        <p:txBody>
          <a:bodyPr/>
          <a:lstStyle>
            <a:lvl1pPr>
              <a:defRPr>
                <a:noFill/>
              </a:defRPr>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86B6BAC1-D792-8826-2337-B6A97D9A6F6C}"/>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328199189"/>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Red_break_final">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7DCAF6C-3019-6F70-2286-C5792C4363E8}"/>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Text Placeholder 6">
            <a:extLst>
              <a:ext uri="{FF2B5EF4-FFF2-40B4-BE49-F238E27FC236}">
                <a16:creationId xmlns:a16="http://schemas.microsoft.com/office/drawing/2014/main" id="{830D3FB5-8605-FDB1-1ABD-F61723E1CA2F}"/>
              </a:ext>
            </a:extLst>
          </p:cNvPr>
          <p:cNvSpPr>
            <a:spLocks noGrp="1"/>
          </p:cNvSpPr>
          <p:nvPr>
            <p:ph type="body" sz="quarter" idx="13"/>
          </p:nvPr>
        </p:nvSpPr>
        <p:spPr>
          <a:xfrm>
            <a:off x="1201479" y="1711845"/>
            <a:ext cx="5819073" cy="691114"/>
          </a:xfrm>
          <a:prstGeom prst="rect">
            <a:avLst/>
          </a:prstGeom>
        </p:spPr>
        <p:txBody>
          <a:bodyPr anchor="ctr">
            <a:noAutofit/>
          </a:bodyPr>
          <a:lstStyle>
            <a:lvl1pPr marL="0" indent="0">
              <a:lnSpc>
                <a:spcPct val="100000"/>
              </a:lnSpc>
              <a:buNone/>
              <a:defRPr sz="4400"/>
            </a:lvl1pPr>
          </a:lstStyle>
          <a:p>
            <a:pPr lvl="0"/>
            <a:endParaRPr lang="en-US" dirty="0"/>
          </a:p>
        </p:txBody>
      </p:sp>
      <p:sp>
        <p:nvSpPr>
          <p:cNvPr id="10" name="Text Placeholder 6">
            <a:extLst>
              <a:ext uri="{FF2B5EF4-FFF2-40B4-BE49-F238E27FC236}">
                <a16:creationId xmlns:a16="http://schemas.microsoft.com/office/drawing/2014/main" id="{D60CAB47-BCE7-4DDF-B78D-31A001A2F500}"/>
              </a:ext>
            </a:extLst>
          </p:cNvPr>
          <p:cNvSpPr>
            <a:spLocks noGrp="1"/>
          </p:cNvSpPr>
          <p:nvPr>
            <p:ph type="body" sz="quarter" idx="14"/>
          </p:nvPr>
        </p:nvSpPr>
        <p:spPr>
          <a:xfrm>
            <a:off x="1201479" y="2445487"/>
            <a:ext cx="7166344" cy="855189"/>
          </a:xfrm>
          <a:prstGeom prst="rect">
            <a:avLst/>
          </a:prstGeom>
        </p:spPr>
        <p:txBody>
          <a:bodyPr anchor="ctr">
            <a:noAutofit/>
          </a:bodyPr>
          <a:lstStyle>
            <a:lvl1pPr marL="0" indent="0">
              <a:lnSpc>
                <a:spcPct val="100000"/>
              </a:lnSpc>
              <a:buNone/>
              <a:defRPr sz="7200" b="1"/>
            </a:lvl1pPr>
          </a:lstStyle>
          <a:p>
            <a:pPr lvl="0"/>
            <a:endParaRPr lang="en-US" dirty="0"/>
          </a:p>
        </p:txBody>
      </p:sp>
      <p:pic>
        <p:nvPicPr>
          <p:cNvPr id="4" name="Picture 3">
            <a:extLst>
              <a:ext uri="{FF2B5EF4-FFF2-40B4-BE49-F238E27FC236}">
                <a16:creationId xmlns:a16="http://schemas.microsoft.com/office/drawing/2014/main" id="{4B1F8BED-FE48-CDF0-DEFB-8F7954964A94}"/>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2974244346"/>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Purple_text+imag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EB320CCE-0666-0F0C-7744-F081564DDA42}"/>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1">
            <a:extLst>
              <a:ext uri="{FF2B5EF4-FFF2-40B4-BE49-F238E27FC236}">
                <a16:creationId xmlns:a16="http://schemas.microsoft.com/office/drawing/2014/main" id="{CB52ED4D-1FD8-8A85-D9F2-130947E58313}"/>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3" name="Text Placeholder 6">
            <a:extLst>
              <a:ext uri="{FF2B5EF4-FFF2-40B4-BE49-F238E27FC236}">
                <a16:creationId xmlns:a16="http://schemas.microsoft.com/office/drawing/2014/main" id="{EA2B2ADB-E9C2-46B9-217D-95C46BD1C9B0}"/>
              </a:ext>
            </a:extLst>
          </p:cNvPr>
          <p:cNvSpPr>
            <a:spLocks noGrp="1"/>
          </p:cNvSpPr>
          <p:nvPr>
            <p:ph type="body" sz="quarter" idx="13"/>
          </p:nvPr>
        </p:nvSpPr>
        <p:spPr>
          <a:xfrm>
            <a:off x="443922" y="1733108"/>
            <a:ext cx="5744228" cy="4348715"/>
          </a:xfrm>
          <a:prstGeom prst="rect">
            <a:avLst/>
          </a:prstGeom>
        </p:spPr>
        <p:txBody>
          <a:bodyPr>
            <a:noAutofit/>
          </a:bodyPr>
          <a:lstStyle>
            <a:lvl1pPr marL="0" indent="0">
              <a:lnSpc>
                <a:spcPct val="100000"/>
              </a:lnSpc>
              <a:buNone/>
              <a:defRPr sz="1800"/>
            </a:lvl1pPr>
          </a:lstStyle>
          <a:p>
            <a:pPr lvl="0"/>
            <a:endParaRPr lang="en-US" dirty="0"/>
          </a:p>
        </p:txBody>
      </p:sp>
      <p:sp>
        <p:nvSpPr>
          <p:cNvPr id="13" name="Content Placeholder 5">
            <a:extLst>
              <a:ext uri="{FF2B5EF4-FFF2-40B4-BE49-F238E27FC236}">
                <a16:creationId xmlns:a16="http://schemas.microsoft.com/office/drawing/2014/main" id="{FC2D1BDC-8F98-CD0B-F342-F69276C053CA}"/>
              </a:ext>
            </a:extLst>
          </p:cNvPr>
          <p:cNvSpPr>
            <a:spLocks noGrp="1"/>
          </p:cNvSpPr>
          <p:nvPr>
            <p:ph sz="quarter" idx="4"/>
          </p:nvPr>
        </p:nvSpPr>
        <p:spPr>
          <a:xfrm>
            <a:off x="6659426" y="1733108"/>
            <a:ext cx="5532574" cy="4348715"/>
          </a:xfrm>
          <a:prstGeom prst="rect">
            <a:avLst/>
          </a:prstGeom>
        </p:spPr>
        <p:txBody>
          <a:bodyPr/>
          <a:lstStyle>
            <a:lvl1pPr>
              <a:defRPr>
                <a:noFill/>
              </a:defRPr>
            </a:lvl1pPr>
          </a:lstStyle>
          <a:p>
            <a:pPr lvl="0"/>
            <a:endParaRPr lang="en-US" dirty="0"/>
          </a:p>
        </p:txBody>
      </p:sp>
      <p:sp>
        <p:nvSpPr>
          <p:cNvPr id="2" name="Slide Number Placeholder 5">
            <a:extLst>
              <a:ext uri="{FF2B5EF4-FFF2-40B4-BE49-F238E27FC236}">
                <a16:creationId xmlns:a16="http://schemas.microsoft.com/office/drawing/2014/main" id="{8FBBDBF5-DBEB-9C3A-AA84-C6013F704FC0}"/>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AAFAF83E-84C1-EB63-2AE6-A697F4B23147}"/>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3265297551"/>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Purple_tex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365470D-A001-7E84-A761-67044DBA0BE6}"/>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4" name="Picture 3">
            <a:extLst>
              <a:ext uri="{FF2B5EF4-FFF2-40B4-BE49-F238E27FC236}">
                <a16:creationId xmlns:a16="http://schemas.microsoft.com/office/drawing/2014/main" id="{AB2C07A9-8BAB-F929-717A-24BD0BCB0D31}"/>
              </a:ext>
              <a:ext uri="{C183D7F6-B498-43B3-948B-1728B52AA6E4}">
                <adec:decorative xmlns:adec="http://schemas.microsoft.com/office/drawing/2017/decorative" val="1"/>
              </a:ext>
            </a:extLst>
          </p:cNvPr>
          <p:cNvPicPr>
            <a:picLocks noChangeAspect="1"/>
          </p:cNvPicPr>
          <p:nvPr userDrawn="1"/>
        </p:nvPicPr>
        <p:blipFill>
          <a:blip r:embed="rId2"/>
          <a:srcRect r="11695"/>
          <a:stretch/>
        </p:blipFill>
        <p:spPr>
          <a:xfrm>
            <a:off x="8961679" y="1733108"/>
            <a:ext cx="3230321" cy="4061405"/>
          </a:xfrm>
          <a:prstGeom prst="rect">
            <a:avLst/>
          </a:prstGeom>
        </p:spPr>
      </p:pic>
      <p:sp>
        <p:nvSpPr>
          <p:cNvPr id="2" name="Title 1">
            <a:extLst>
              <a:ext uri="{FF2B5EF4-FFF2-40B4-BE49-F238E27FC236}">
                <a16:creationId xmlns:a16="http://schemas.microsoft.com/office/drawing/2014/main" id="{52966104-3DE6-F072-0A88-D9D6777CD744}"/>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A94CA626-3C65-B748-140A-844B79E46FC4}"/>
              </a:ext>
            </a:extLst>
          </p:cNvPr>
          <p:cNvSpPr>
            <a:spLocks noGrp="1"/>
          </p:cNvSpPr>
          <p:nvPr>
            <p:ph type="body" sz="quarter" idx="14"/>
          </p:nvPr>
        </p:nvSpPr>
        <p:spPr>
          <a:xfrm>
            <a:off x="443921" y="1733108"/>
            <a:ext cx="7686287" cy="4061405"/>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2A9F038F-3F25-E2F9-C87A-21E6BA0347E6}"/>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3991041670"/>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Purple_text_columns">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365470D-A001-7E84-A761-67044DBA0BE6}"/>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52966104-3DE6-F072-0A88-D9D6777CD744}"/>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A94CA626-3C65-B748-140A-844B79E46FC4}"/>
              </a:ext>
            </a:extLst>
          </p:cNvPr>
          <p:cNvSpPr>
            <a:spLocks noGrp="1"/>
          </p:cNvSpPr>
          <p:nvPr>
            <p:ph type="body" sz="quarter" idx="14"/>
          </p:nvPr>
        </p:nvSpPr>
        <p:spPr>
          <a:xfrm>
            <a:off x="443921" y="1733108"/>
            <a:ext cx="5135800" cy="4061405"/>
          </a:xfrm>
          <a:prstGeom prst="rect">
            <a:avLst/>
          </a:prstGeom>
        </p:spPr>
        <p:txBody>
          <a:bodyPr>
            <a:noAutofit/>
          </a:bodyPr>
          <a:lstStyle>
            <a:lvl1pPr marL="0" indent="0">
              <a:lnSpc>
                <a:spcPct val="100000"/>
              </a:lnSpc>
              <a:buNone/>
              <a:defRPr sz="1800"/>
            </a:lvl1pPr>
          </a:lstStyle>
          <a:p>
            <a:pPr lvl="0"/>
            <a:endParaRPr lang="en-US" dirty="0"/>
          </a:p>
        </p:txBody>
      </p:sp>
      <p:sp>
        <p:nvSpPr>
          <p:cNvPr id="13" name="Text Placeholder 6">
            <a:extLst>
              <a:ext uri="{FF2B5EF4-FFF2-40B4-BE49-F238E27FC236}">
                <a16:creationId xmlns:a16="http://schemas.microsoft.com/office/drawing/2014/main" id="{68E43A38-C814-1ECB-B0C2-350BCC4A5CC1}"/>
              </a:ext>
            </a:extLst>
          </p:cNvPr>
          <p:cNvSpPr>
            <a:spLocks noGrp="1"/>
          </p:cNvSpPr>
          <p:nvPr>
            <p:ph type="body" sz="quarter" idx="15"/>
          </p:nvPr>
        </p:nvSpPr>
        <p:spPr>
          <a:xfrm>
            <a:off x="6108121" y="1733108"/>
            <a:ext cx="5135800" cy="4061405"/>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0D058DBC-ECFC-992C-B787-CF026CF7FC21}"/>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2632637445"/>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Purple_image+tex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1">
            <a:extLst>
              <a:ext uri="{FF2B5EF4-FFF2-40B4-BE49-F238E27FC236}">
                <a16:creationId xmlns:a16="http://schemas.microsoft.com/office/drawing/2014/main" id="{592DAE0C-368F-9ED6-A0CD-43A480EF7AC2}"/>
              </a:ext>
            </a:extLst>
          </p:cNvPr>
          <p:cNvSpPr>
            <a:spLocks noGrp="1"/>
          </p:cNvSpPr>
          <p:nvPr>
            <p:ph type="ctrTitle"/>
          </p:nvPr>
        </p:nvSpPr>
        <p:spPr>
          <a:xfrm>
            <a:off x="443923" y="500194"/>
            <a:ext cx="10146106"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Content Placeholder 5">
            <a:extLst>
              <a:ext uri="{FF2B5EF4-FFF2-40B4-BE49-F238E27FC236}">
                <a16:creationId xmlns:a16="http://schemas.microsoft.com/office/drawing/2014/main" id="{63EADF05-6147-C359-65E0-0B6C167D1B0D}"/>
              </a:ext>
            </a:extLst>
          </p:cNvPr>
          <p:cNvSpPr>
            <a:spLocks noGrp="1"/>
          </p:cNvSpPr>
          <p:nvPr>
            <p:ph sz="quarter" idx="4"/>
          </p:nvPr>
        </p:nvSpPr>
        <p:spPr>
          <a:xfrm>
            <a:off x="443922" y="1788393"/>
            <a:ext cx="8062124" cy="4238146"/>
          </a:xfrm>
          <a:prstGeom prst="rect">
            <a:avLst/>
          </a:prstGeom>
        </p:spPr>
        <p:txBody>
          <a:bodyPr/>
          <a:lstStyle>
            <a:lvl1pPr>
              <a:defRPr>
                <a:noFill/>
              </a:defRPr>
            </a:lvl1pPr>
          </a:lstStyle>
          <a:p>
            <a:pPr lvl="0"/>
            <a:endParaRPr lang="en-US" dirty="0"/>
          </a:p>
        </p:txBody>
      </p:sp>
      <p:sp>
        <p:nvSpPr>
          <p:cNvPr id="7" name="Text Placeholder 6">
            <a:extLst>
              <a:ext uri="{FF2B5EF4-FFF2-40B4-BE49-F238E27FC236}">
                <a16:creationId xmlns:a16="http://schemas.microsoft.com/office/drawing/2014/main" id="{4A3EF1E2-21DA-1F1B-ED20-1E0CA1400869}"/>
              </a:ext>
            </a:extLst>
          </p:cNvPr>
          <p:cNvSpPr>
            <a:spLocks noGrp="1"/>
          </p:cNvSpPr>
          <p:nvPr>
            <p:ph type="body" sz="quarter" idx="14"/>
          </p:nvPr>
        </p:nvSpPr>
        <p:spPr>
          <a:xfrm>
            <a:off x="8506047" y="3514506"/>
            <a:ext cx="3685953" cy="785919"/>
          </a:xfrm>
          <a:prstGeom prst="rect">
            <a:avLst/>
          </a:prstGeom>
          <a:solidFill>
            <a:srgbClr val="5F5F5F"/>
          </a:solidFill>
        </p:spPr>
        <p:txBody>
          <a:bodyPr lIns="288000" tIns="251999" rIns="288000" bIns="251999" anchor="ctr">
            <a:spAutoFit/>
          </a:bodyPr>
          <a:lstStyle>
            <a:lvl1pPr marL="0" indent="0">
              <a:lnSpc>
                <a:spcPct val="100000"/>
              </a:lnSpc>
              <a:buNone/>
              <a:defRPr sz="1800">
                <a:solidFill>
                  <a:schemeClr val="bg1"/>
                </a:solidFill>
              </a:defRPr>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2FF1A10E-9321-C019-89DF-4455D5219056}"/>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2611431978"/>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Purple_icons+tex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a:extLst>
              <a:ext uri="{FF2B5EF4-FFF2-40B4-BE49-F238E27FC236}">
                <a16:creationId xmlns:a16="http://schemas.microsoft.com/office/drawing/2014/main" id="{B4F93977-4867-A718-5684-B7AE0372295F}"/>
              </a:ext>
              <a:ext uri="{C183D7F6-B498-43B3-948B-1728B52AA6E4}">
                <adec:decorative xmlns:adec="http://schemas.microsoft.com/office/drawing/2017/decorative" val="1"/>
              </a:ext>
            </a:extLst>
          </p:cNvPr>
          <p:cNvSpPr/>
          <p:nvPr userDrawn="1"/>
        </p:nvSpPr>
        <p:spPr>
          <a:xfrm>
            <a:off x="0" y="1892300"/>
            <a:ext cx="12192000" cy="3810000"/>
          </a:xfrm>
          <a:prstGeom prst="rect">
            <a:avLst/>
          </a:pr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1">
            <a:extLst>
              <a:ext uri="{FF2B5EF4-FFF2-40B4-BE49-F238E27FC236}">
                <a16:creationId xmlns:a16="http://schemas.microsoft.com/office/drawing/2014/main" id="{592DAE0C-368F-9ED6-A0CD-43A480EF7AC2}"/>
              </a:ext>
            </a:extLst>
          </p:cNvPr>
          <p:cNvSpPr>
            <a:spLocks noGrp="1"/>
          </p:cNvSpPr>
          <p:nvPr>
            <p:ph type="ctrTitle"/>
          </p:nvPr>
        </p:nvSpPr>
        <p:spPr>
          <a:xfrm>
            <a:off x="443923" y="500194"/>
            <a:ext cx="10146106"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15" name="Content Placeholder 5">
            <a:extLst>
              <a:ext uri="{FF2B5EF4-FFF2-40B4-BE49-F238E27FC236}">
                <a16:creationId xmlns:a16="http://schemas.microsoft.com/office/drawing/2014/main" id="{C8650218-E8C4-B267-B89C-CD94E6AC1DF7}"/>
              </a:ext>
            </a:extLst>
          </p:cNvPr>
          <p:cNvSpPr>
            <a:spLocks noGrp="1"/>
          </p:cNvSpPr>
          <p:nvPr>
            <p:ph sz="quarter" idx="4"/>
          </p:nvPr>
        </p:nvSpPr>
        <p:spPr>
          <a:xfrm>
            <a:off x="698499" y="2336800"/>
            <a:ext cx="927102" cy="838201"/>
          </a:xfrm>
          <a:prstGeom prst="rect">
            <a:avLst/>
          </a:prstGeom>
        </p:spPr>
        <p:txBody>
          <a:bodyPr/>
          <a:lstStyle>
            <a:lvl1pPr>
              <a:defRPr>
                <a:noFill/>
              </a:defRPr>
            </a:lvl1pPr>
          </a:lstStyle>
          <a:p>
            <a:pPr lvl="0"/>
            <a:endParaRPr lang="en-US" dirty="0"/>
          </a:p>
        </p:txBody>
      </p:sp>
      <p:sp>
        <p:nvSpPr>
          <p:cNvPr id="12" name="Text Placeholder 6">
            <a:extLst>
              <a:ext uri="{FF2B5EF4-FFF2-40B4-BE49-F238E27FC236}">
                <a16:creationId xmlns:a16="http://schemas.microsoft.com/office/drawing/2014/main" id="{2BFAE9F9-5429-CFF8-597C-34C1D92EB77C}"/>
              </a:ext>
            </a:extLst>
          </p:cNvPr>
          <p:cNvSpPr>
            <a:spLocks noGrp="1"/>
          </p:cNvSpPr>
          <p:nvPr>
            <p:ph type="body" sz="quarter" idx="14"/>
          </p:nvPr>
        </p:nvSpPr>
        <p:spPr>
          <a:xfrm>
            <a:off x="6984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23" name="Content Placeholder 5">
            <a:extLst>
              <a:ext uri="{FF2B5EF4-FFF2-40B4-BE49-F238E27FC236}">
                <a16:creationId xmlns:a16="http://schemas.microsoft.com/office/drawing/2014/main" id="{2ECB421E-ABC7-A07A-7FBD-08786784AF10}"/>
              </a:ext>
            </a:extLst>
          </p:cNvPr>
          <p:cNvSpPr>
            <a:spLocks noGrp="1"/>
          </p:cNvSpPr>
          <p:nvPr>
            <p:ph sz="quarter" idx="16"/>
          </p:nvPr>
        </p:nvSpPr>
        <p:spPr>
          <a:xfrm>
            <a:off x="4432299" y="2336800"/>
            <a:ext cx="927102" cy="838201"/>
          </a:xfrm>
          <a:prstGeom prst="rect">
            <a:avLst/>
          </a:prstGeom>
        </p:spPr>
        <p:txBody>
          <a:bodyPr/>
          <a:lstStyle>
            <a:lvl1pPr>
              <a:defRPr>
                <a:noFill/>
              </a:defRPr>
            </a:lvl1pPr>
          </a:lstStyle>
          <a:p>
            <a:pPr lvl="0"/>
            <a:endParaRPr lang="en-US" dirty="0"/>
          </a:p>
        </p:txBody>
      </p:sp>
      <p:sp>
        <p:nvSpPr>
          <p:cNvPr id="22" name="Text Placeholder 6">
            <a:extLst>
              <a:ext uri="{FF2B5EF4-FFF2-40B4-BE49-F238E27FC236}">
                <a16:creationId xmlns:a16="http://schemas.microsoft.com/office/drawing/2014/main" id="{C9428658-31AB-5478-AB9C-2332ED08CF85}"/>
              </a:ext>
            </a:extLst>
          </p:cNvPr>
          <p:cNvSpPr>
            <a:spLocks noGrp="1"/>
          </p:cNvSpPr>
          <p:nvPr>
            <p:ph type="body" sz="quarter" idx="15"/>
          </p:nvPr>
        </p:nvSpPr>
        <p:spPr>
          <a:xfrm>
            <a:off x="44322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25" name="Content Placeholder 5">
            <a:extLst>
              <a:ext uri="{FF2B5EF4-FFF2-40B4-BE49-F238E27FC236}">
                <a16:creationId xmlns:a16="http://schemas.microsoft.com/office/drawing/2014/main" id="{58E79EAA-5AB5-1EC9-B4AE-C198BEE38B2F}"/>
              </a:ext>
            </a:extLst>
          </p:cNvPr>
          <p:cNvSpPr>
            <a:spLocks noGrp="1"/>
          </p:cNvSpPr>
          <p:nvPr>
            <p:ph sz="quarter" idx="18"/>
          </p:nvPr>
        </p:nvSpPr>
        <p:spPr>
          <a:xfrm>
            <a:off x="8178799" y="2336800"/>
            <a:ext cx="927102" cy="838201"/>
          </a:xfrm>
          <a:prstGeom prst="rect">
            <a:avLst/>
          </a:prstGeom>
        </p:spPr>
        <p:txBody>
          <a:bodyPr/>
          <a:lstStyle>
            <a:lvl1pPr>
              <a:defRPr>
                <a:noFill/>
              </a:defRPr>
            </a:lvl1pPr>
          </a:lstStyle>
          <a:p>
            <a:pPr lvl="0"/>
            <a:endParaRPr lang="en-US" dirty="0"/>
          </a:p>
        </p:txBody>
      </p:sp>
      <p:sp>
        <p:nvSpPr>
          <p:cNvPr id="24" name="Text Placeholder 6">
            <a:extLst>
              <a:ext uri="{FF2B5EF4-FFF2-40B4-BE49-F238E27FC236}">
                <a16:creationId xmlns:a16="http://schemas.microsoft.com/office/drawing/2014/main" id="{CE4CF326-14CF-E04A-03AF-3867D47E3BBA}"/>
              </a:ext>
            </a:extLst>
          </p:cNvPr>
          <p:cNvSpPr>
            <a:spLocks noGrp="1"/>
          </p:cNvSpPr>
          <p:nvPr>
            <p:ph type="body" sz="quarter" idx="17"/>
          </p:nvPr>
        </p:nvSpPr>
        <p:spPr>
          <a:xfrm>
            <a:off x="81787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0E63F0D2-F250-3107-1483-DBDD26CD5D79}"/>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2285155211"/>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Purple_quot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310531E-8BB5-02D6-AFEC-E5A33795F5F0}"/>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519112" y="613607"/>
            <a:ext cx="7772400" cy="3819361"/>
          </a:xfrm>
          <a:prstGeom prst="rect">
            <a:avLst/>
          </a:prstGeom>
        </p:spPr>
      </p:pic>
      <p:pic>
        <p:nvPicPr>
          <p:cNvPr id="2" name="Picture 1">
            <a:extLst>
              <a:ext uri="{FF2B5EF4-FFF2-40B4-BE49-F238E27FC236}">
                <a16:creationId xmlns:a16="http://schemas.microsoft.com/office/drawing/2014/main" id="{56DA6B95-D3C8-78E5-07B4-FD97F67B4DA4}"/>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0" y="4629819"/>
            <a:ext cx="6134101" cy="881899"/>
          </a:xfrm>
          <a:prstGeom prst="rect">
            <a:avLst/>
          </a:prstGeom>
        </p:spPr>
      </p:pic>
      <p:sp>
        <p:nvSpPr>
          <p:cNvPr id="10" name="Text Placeholder 6">
            <a:extLst>
              <a:ext uri="{FF2B5EF4-FFF2-40B4-BE49-F238E27FC236}">
                <a16:creationId xmlns:a16="http://schemas.microsoft.com/office/drawing/2014/main" id="{F7391170-BBCB-B41E-7EF3-11552AE09343}"/>
              </a:ext>
            </a:extLst>
          </p:cNvPr>
          <p:cNvSpPr>
            <a:spLocks noGrp="1"/>
          </p:cNvSpPr>
          <p:nvPr>
            <p:ph type="body" sz="quarter" idx="13"/>
          </p:nvPr>
        </p:nvSpPr>
        <p:spPr>
          <a:xfrm>
            <a:off x="952500" y="1130300"/>
            <a:ext cx="6756400" cy="2832100"/>
          </a:xfrm>
          <a:prstGeom prst="rect">
            <a:avLst/>
          </a:prstGeom>
        </p:spPr>
        <p:txBody>
          <a:bodyPr>
            <a:noAutofit/>
          </a:bodyPr>
          <a:lstStyle>
            <a:lvl1pPr marL="0" indent="0">
              <a:lnSpc>
                <a:spcPct val="100000"/>
              </a:lnSpc>
              <a:buNone/>
              <a:defRPr sz="2400" b="0"/>
            </a:lvl1pPr>
          </a:lstStyle>
          <a:p>
            <a:pPr lvl="0"/>
            <a:endParaRPr lang="en-US" dirty="0"/>
          </a:p>
        </p:txBody>
      </p:sp>
      <p:sp>
        <p:nvSpPr>
          <p:cNvPr id="11" name="Text Placeholder 6">
            <a:extLst>
              <a:ext uri="{FF2B5EF4-FFF2-40B4-BE49-F238E27FC236}">
                <a16:creationId xmlns:a16="http://schemas.microsoft.com/office/drawing/2014/main" id="{CC7E116B-D2FE-8029-F102-28482CED59B0}"/>
              </a:ext>
            </a:extLst>
          </p:cNvPr>
          <p:cNvSpPr>
            <a:spLocks noGrp="1"/>
          </p:cNvSpPr>
          <p:nvPr>
            <p:ph type="body" sz="quarter" idx="14" hasCustomPrompt="1"/>
          </p:nvPr>
        </p:nvSpPr>
        <p:spPr>
          <a:xfrm>
            <a:off x="952500" y="4759618"/>
            <a:ext cx="4686300" cy="622300"/>
          </a:xfrm>
          <a:prstGeom prst="rect">
            <a:avLst/>
          </a:prstGeom>
        </p:spPr>
        <p:txBody>
          <a:bodyPr anchor="ctr">
            <a:noAutofit/>
          </a:bodyPr>
          <a:lstStyle>
            <a:lvl1pPr marL="0" indent="0">
              <a:lnSpc>
                <a:spcPct val="100000"/>
              </a:lnSpc>
              <a:buNone/>
              <a:defRPr sz="1800" b="0" i="1">
                <a:latin typeface="+mn-lt"/>
              </a:defRPr>
            </a:lvl1pPr>
          </a:lstStyle>
          <a:p>
            <a:pPr lvl="0"/>
            <a:r>
              <a:rPr lang="en-US" dirty="0"/>
              <a:t>Click to add the author’s name</a:t>
            </a:r>
          </a:p>
        </p:txBody>
      </p:sp>
      <p:pic>
        <p:nvPicPr>
          <p:cNvPr id="5" name="Picture 4">
            <a:extLst>
              <a:ext uri="{FF2B5EF4-FFF2-40B4-BE49-F238E27FC236}">
                <a16:creationId xmlns:a16="http://schemas.microsoft.com/office/drawing/2014/main" id="{D9A27BC2-2F18-5323-A182-B58E5988F647}"/>
              </a:ext>
              <a:ext uri="{C183D7F6-B498-43B3-948B-1728B52AA6E4}">
                <adec:decorative xmlns:adec="http://schemas.microsoft.com/office/drawing/2017/decorative" val="1"/>
              </a:ext>
            </a:extLst>
          </p:cNvPr>
          <p:cNvPicPr>
            <a:picLocks noChangeAspect="1"/>
          </p:cNvPicPr>
          <p:nvPr userDrawn="1"/>
        </p:nvPicPr>
        <p:blipFill>
          <a:blip r:embed="rId5">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3662927230"/>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Purple_highlighted tex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276029AD-1D32-685F-3152-0516E45BE45D}"/>
              </a:ext>
            </a:extLst>
          </p:cNvPr>
          <p:cNvSpPr>
            <a:spLocks noGrp="1"/>
          </p:cNvSpPr>
          <p:nvPr>
            <p:ph type="body" sz="quarter" idx="13"/>
          </p:nvPr>
        </p:nvSpPr>
        <p:spPr>
          <a:xfrm>
            <a:off x="443921" y="1297173"/>
            <a:ext cx="6683265" cy="2131828"/>
          </a:xfrm>
          <a:prstGeom prst="rect">
            <a:avLst/>
          </a:prstGeom>
        </p:spPr>
        <p:txBody>
          <a:bodyPr>
            <a:noAutofit/>
          </a:bodyPr>
          <a:lstStyle>
            <a:lvl1pPr marL="0" indent="0">
              <a:lnSpc>
                <a:spcPct val="100000"/>
              </a:lnSpc>
              <a:buNone/>
              <a:defRPr sz="3600" b="1"/>
            </a:lvl1pPr>
          </a:lstStyle>
          <a:p>
            <a:pPr lvl="0"/>
            <a:endParaRPr lang="en-US" dirty="0"/>
          </a:p>
        </p:txBody>
      </p:sp>
      <p:pic>
        <p:nvPicPr>
          <p:cNvPr id="3" name="Picture 2">
            <a:extLst>
              <a:ext uri="{FF2B5EF4-FFF2-40B4-BE49-F238E27FC236}">
                <a16:creationId xmlns:a16="http://schemas.microsoft.com/office/drawing/2014/main" id="{764599EA-33A9-714A-71F9-C9917BED559C}"/>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1968557072"/>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Purple_lab">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3FD92BA1-52B2-AA53-5B3D-C6CCD294C7CB}"/>
              </a:ext>
            </a:extLst>
          </p:cNvPr>
          <p:cNvSpPr>
            <a:spLocks noGrp="1"/>
          </p:cNvSpPr>
          <p:nvPr>
            <p:ph type="ctrTitle"/>
          </p:nvPr>
        </p:nvSpPr>
        <p:spPr>
          <a:xfrm>
            <a:off x="443921" y="500194"/>
            <a:ext cx="6679721"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B4D0FF90-1989-0773-3311-86B459E9F2EA}"/>
              </a:ext>
            </a:extLst>
          </p:cNvPr>
          <p:cNvSpPr>
            <a:spLocks noGrp="1"/>
          </p:cNvSpPr>
          <p:nvPr>
            <p:ph type="body" sz="quarter" idx="13"/>
          </p:nvPr>
        </p:nvSpPr>
        <p:spPr>
          <a:xfrm>
            <a:off x="443921" y="1733108"/>
            <a:ext cx="6679721" cy="4061405"/>
          </a:xfrm>
          <a:prstGeom prst="rect">
            <a:avLst/>
          </a:prstGeom>
        </p:spPr>
        <p:txBody>
          <a:bodyPr>
            <a:noAutofit/>
          </a:bodyPr>
          <a:lstStyle>
            <a:lvl1pPr marL="0" indent="0">
              <a:lnSpc>
                <a:spcPct val="100000"/>
              </a:lnSpc>
              <a:buNone/>
              <a:defRPr sz="1800"/>
            </a:lvl1pPr>
          </a:lstStyle>
          <a:p>
            <a:pPr lvl="0"/>
            <a:endParaRPr lang="en-US" dirty="0"/>
          </a:p>
        </p:txBody>
      </p:sp>
      <p:pic>
        <p:nvPicPr>
          <p:cNvPr id="3" name="Picture 2">
            <a:extLst>
              <a:ext uri="{FF2B5EF4-FFF2-40B4-BE49-F238E27FC236}">
                <a16:creationId xmlns:a16="http://schemas.microsoft.com/office/drawing/2014/main" id="{4ED66C63-7725-D0B5-A2BA-B83166EDE7E9}"/>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41028302"/>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Purple_blank">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1">
            <a:extLst>
              <a:ext uri="{FF2B5EF4-FFF2-40B4-BE49-F238E27FC236}">
                <a16:creationId xmlns:a16="http://schemas.microsoft.com/office/drawing/2014/main" id="{592DAE0C-368F-9ED6-A0CD-43A480EF7AC2}"/>
              </a:ext>
            </a:extLst>
          </p:cNvPr>
          <p:cNvSpPr>
            <a:spLocks noGrp="1"/>
          </p:cNvSpPr>
          <p:nvPr>
            <p:ph type="ctrTitle"/>
          </p:nvPr>
        </p:nvSpPr>
        <p:spPr>
          <a:xfrm>
            <a:off x="443922" y="500194"/>
            <a:ext cx="11303577"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11" name="Content Placeholder 5">
            <a:extLst>
              <a:ext uri="{FF2B5EF4-FFF2-40B4-BE49-F238E27FC236}">
                <a16:creationId xmlns:a16="http://schemas.microsoft.com/office/drawing/2014/main" id="{36AE348E-DBD9-C0BD-924D-E8F93B34792E}"/>
              </a:ext>
            </a:extLst>
          </p:cNvPr>
          <p:cNvSpPr>
            <a:spLocks noGrp="1"/>
          </p:cNvSpPr>
          <p:nvPr>
            <p:ph sz="quarter" idx="4"/>
          </p:nvPr>
        </p:nvSpPr>
        <p:spPr>
          <a:xfrm>
            <a:off x="443922" y="1733108"/>
            <a:ext cx="11303578" cy="4348715"/>
          </a:xfrm>
          <a:prstGeom prst="rect">
            <a:avLst/>
          </a:prstGeom>
        </p:spPr>
        <p:txBody>
          <a:bodyPr/>
          <a:lstStyle>
            <a:lvl1pPr>
              <a:defRPr>
                <a:noFill/>
              </a:defRPr>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FB325625-45A1-4974-9E2F-ACF1457967F9}"/>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2312751237"/>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Purple_break_final">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7DCAF6C-3019-6F70-2286-C5792C4363E8}"/>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Text Placeholder 6">
            <a:extLst>
              <a:ext uri="{FF2B5EF4-FFF2-40B4-BE49-F238E27FC236}">
                <a16:creationId xmlns:a16="http://schemas.microsoft.com/office/drawing/2014/main" id="{830D3FB5-8605-FDB1-1ABD-F61723E1CA2F}"/>
              </a:ext>
            </a:extLst>
          </p:cNvPr>
          <p:cNvSpPr>
            <a:spLocks noGrp="1"/>
          </p:cNvSpPr>
          <p:nvPr>
            <p:ph type="body" sz="quarter" idx="13"/>
          </p:nvPr>
        </p:nvSpPr>
        <p:spPr>
          <a:xfrm>
            <a:off x="1201479" y="1711845"/>
            <a:ext cx="5819073" cy="691114"/>
          </a:xfrm>
          <a:prstGeom prst="rect">
            <a:avLst/>
          </a:prstGeom>
        </p:spPr>
        <p:txBody>
          <a:bodyPr anchor="ctr">
            <a:noAutofit/>
          </a:bodyPr>
          <a:lstStyle>
            <a:lvl1pPr marL="0" indent="0">
              <a:lnSpc>
                <a:spcPct val="100000"/>
              </a:lnSpc>
              <a:buNone/>
              <a:defRPr sz="4400"/>
            </a:lvl1pPr>
          </a:lstStyle>
          <a:p>
            <a:pPr lvl="0"/>
            <a:endParaRPr lang="en-US" dirty="0"/>
          </a:p>
        </p:txBody>
      </p:sp>
      <p:sp>
        <p:nvSpPr>
          <p:cNvPr id="10" name="Text Placeholder 6">
            <a:extLst>
              <a:ext uri="{FF2B5EF4-FFF2-40B4-BE49-F238E27FC236}">
                <a16:creationId xmlns:a16="http://schemas.microsoft.com/office/drawing/2014/main" id="{D60CAB47-BCE7-4DDF-B78D-31A001A2F500}"/>
              </a:ext>
            </a:extLst>
          </p:cNvPr>
          <p:cNvSpPr>
            <a:spLocks noGrp="1"/>
          </p:cNvSpPr>
          <p:nvPr>
            <p:ph type="body" sz="quarter" idx="14"/>
          </p:nvPr>
        </p:nvSpPr>
        <p:spPr>
          <a:xfrm>
            <a:off x="1201479" y="2445487"/>
            <a:ext cx="7166344" cy="855189"/>
          </a:xfrm>
          <a:prstGeom prst="rect">
            <a:avLst/>
          </a:prstGeom>
        </p:spPr>
        <p:txBody>
          <a:bodyPr anchor="ctr">
            <a:noAutofit/>
          </a:bodyPr>
          <a:lstStyle>
            <a:lvl1pPr marL="0" indent="0">
              <a:lnSpc>
                <a:spcPct val="100000"/>
              </a:lnSpc>
              <a:buNone/>
              <a:defRPr sz="7200" b="1"/>
            </a:lvl1pPr>
          </a:lstStyle>
          <a:p>
            <a:pPr lvl="0"/>
            <a:endParaRPr lang="en-US" dirty="0"/>
          </a:p>
        </p:txBody>
      </p:sp>
      <p:pic>
        <p:nvPicPr>
          <p:cNvPr id="4" name="Picture 3">
            <a:extLst>
              <a:ext uri="{FF2B5EF4-FFF2-40B4-BE49-F238E27FC236}">
                <a16:creationId xmlns:a16="http://schemas.microsoft.com/office/drawing/2014/main" id="{8A974466-2D86-293F-6B05-5E0EFB384302}"/>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557095359"/>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Orange_text+imag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EB320CCE-0666-0F0C-7744-F081564DDA42}"/>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1">
            <a:extLst>
              <a:ext uri="{FF2B5EF4-FFF2-40B4-BE49-F238E27FC236}">
                <a16:creationId xmlns:a16="http://schemas.microsoft.com/office/drawing/2014/main" id="{CB52ED4D-1FD8-8A85-D9F2-130947E58313}"/>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3" name="Text Placeholder 6">
            <a:extLst>
              <a:ext uri="{FF2B5EF4-FFF2-40B4-BE49-F238E27FC236}">
                <a16:creationId xmlns:a16="http://schemas.microsoft.com/office/drawing/2014/main" id="{EA2B2ADB-E9C2-46B9-217D-95C46BD1C9B0}"/>
              </a:ext>
            </a:extLst>
          </p:cNvPr>
          <p:cNvSpPr>
            <a:spLocks noGrp="1"/>
          </p:cNvSpPr>
          <p:nvPr>
            <p:ph type="body" sz="quarter" idx="13"/>
          </p:nvPr>
        </p:nvSpPr>
        <p:spPr>
          <a:xfrm>
            <a:off x="443922" y="1733108"/>
            <a:ext cx="5744228" cy="4348715"/>
          </a:xfrm>
          <a:prstGeom prst="rect">
            <a:avLst/>
          </a:prstGeom>
        </p:spPr>
        <p:txBody>
          <a:bodyPr>
            <a:noAutofit/>
          </a:bodyPr>
          <a:lstStyle>
            <a:lvl1pPr marL="0" indent="0">
              <a:lnSpc>
                <a:spcPct val="100000"/>
              </a:lnSpc>
              <a:buNone/>
              <a:defRPr sz="1800"/>
            </a:lvl1pPr>
          </a:lstStyle>
          <a:p>
            <a:pPr lvl="0"/>
            <a:endParaRPr lang="en-US" dirty="0"/>
          </a:p>
        </p:txBody>
      </p:sp>
      <p:sp>
        <p:nvSpPr>
          <p:cNvPr id="13" name="Content Placeholder 5">
            <a:extLst>
              <a:ext uri="{FF2B5EF4-FFF2-40B4-BE49-F238E27FC236}">
                <a16:creationId xmlns:a16="http://schemas.microsoft.com/office/drawing/2014/main" id="{FC2D1BDC-8F98-CD0B-F342-F69276C053CA}"/>
              </a:ext>
            </a:extLst>
          </p:cNvPr>
          <p:cNvSpPr>
            <a:spLocks noGrp="1"/>
          </p:cNvSpPr>
          <p:nvPr>
            <p:ph sz="quarter" idx="4"/>
          </p:nvPr>
        </p:nvSpPr>
        <p:spPr>
          <a:xfrm>
            <a:off x="6659426" y="1733108"/>
            <a:ext cx="5532574" cy="4348715"/>
          </a:xfrm>
          <a:prstGeom prst="rect">
            <a:avLst/>
          </a:prstGeom>
        </p:spPr>
        <p:txBody>
          <a:bodyPr/>
          <a:lstStyle>
            <a:lvl1pPr>
              <a:defRPr>
                <a:noFill/>
              </a:defRPr>
            </a:lvl1pPr>
          </a:lstStyle>
          <a:p>
            <a:pPr lvl="0"/>
            <a:endParaRPr lang="en-US" dirty="0"/>
          </a:p>
        </p:txBody>
      </p:sp>
      <p:sp>
        <p:nvSpPr>
          <p:cNvPr id="2" name="Slide Number Placeholder 5">
            <a:extLst>
              <a:ext uri="{FF2B5EF4-FFF2-40B4-BE49-F238E27FC236}">
                <a16:creationId xmlns:a16="http://schemas.microsoft.com/office/drawing/2014/main" id="{8FBBDBF5-DBEB-9C3A-AA84-C6013F704FC0}"/>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A2A780B5-8449-24E7-03B6-02AD7F4CFFAA}"/>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3375000662"/>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Orange_tex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365470D-A001-7E84-A761-67044DBA0BE6}"/>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4" name="Picture 3">
            <a:extLst>
              <a:ext uri="{FF2B5EF4-FFF2-40B4-BE49-F238E27FC236}">
                <a16:creationId xmlns:a16="http://schemas.microsoft.com/office/drawing/2014/main" id="{AB2C07A9-8BAB-F929-717A-24BD0BCB0D31}"/>
              </a:ext>
              <a:ext uri="{C183D7F6-B498-43B3-948B-1728B52AA6E4}">
                <adec:decorative xmlns:adec="http://schemas.microsoft.com/office/drawing/2017/decorative" val="1"/>
              </a:ext>
            </a:extLst>
          </p:cNvPr>
          <p:cNvPicPr>
            <a:picLocks noChangeAspect="1"/>
          </p:cNvPicPr>
          <p:nvPr userDrawn="1"/>
        </p:nvPicPr>
        <p:blipFill>
          <a:blip r:embed="rId2"/>
          <a:srcRect r="11695"/>
          <a:stretch/>
        </p:blipFill>
        <p:spPr>
          <a:xfrm>
            <a:off x="8961679" y="1733108"/>
            <a:ext cx="3230321" cy="4061405"/>
          </a:xfrm>
          <a:prstGeom prst="rect">
            <a:avLst/>
          </a:prstGeom>
        </p:spPr>
      </p:pic>
      <p:sp>
        <p:nvSpPr>
          <p:cNvPr id="2" name="Title 1">
            <a:extLst>
              <a:ext uri="{FF2B5EF4-FFF2-40B4-BE49-F238E27FC236}">
                <a16:creationId xmlns:a16="http://schemas.microsoft.com/office/drawing/2014/main" id="{52966104-3DE6-F072-0A88-D9D6777CD744}"/>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A94CA626-3C65-B748-140A-844B79E46FC4}"/>
              </a:ext>
            </a:extLst>
          </p:cNvPr>
          <p:cNvSpPr>
            <a:spLocks noGrp="1"/>
          </p:cNvSpPr>
          <p:nvPr>
            <p:ph type="body" sz="quarter" idx="14"/>
          </p:nvPr>
        </p:nvSpPr>
        <p:spPr>
          <a:xfrm>
            <a:off x="443921" y="1733108"/>
            <a:ext cx="7686287" cy="4061405"/>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89824F45-9A75-4C9D-D15D-D057CCC9F3C4}"/>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3170572682"/>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Orange_text_columns">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365470D-A001-7E84-A761-67044DBA0BE6}"/>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52966104-3DE6-F072-0A88-D9D6777CD744}"/>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A94CA626-3C65-B748-140A-844B79E46FC4}"/>
              </a:ext>
            </a:extLst>
          </p:cNvPr>
          <p:cNvSpPr>
            <a:spLocks noGrp="1"/>
          </p:cNvSpPr>
          <p:nvPr>
            <p:ph type="body" sz="quarter" idx="14"/>
          </p:nvPr>
        </p:nvSpPr>
        <p:spPr>
          <a:xfrm>
            <a:off x="443921" y="1733108"/>
            <a:ext cx="5135800" cy="4061405"/>
          </a:xfrm>
          <a:prstGeom prst="rect">
            <a:avLst/>
          </a:prstGeom>
        </p:spPr>
        <p:txBody>
          <a:bodyPr>
            <a:noAutofit/>
          </a:bodyPr>
          <a:lstStyle>
            <a:lvl1pPr marL="0" indent="0">
              <a:lnSpc>
                <a:spcPct val="100000"/>
              </a:lnSpc>
              <a:buNone/>
              <a:defRPr sz="1800"/>
            </a:lvl1pPr>
          </a:lstStyle>
          <a:p>
            <a:pPr lvl="0"/>
            <a:endParaRPr lang="en-US" dirty="0"/>
          </a:p>
        </p:txBody>
      </p:sp>
      <p:sp>
        <p:nvSpPr>
          <p:cNvPr id="13" name="Text Placeholder 6">
            <a:extLst>
              <a:ext uri="{FF2B5EF4-FFF2-40B4-BE49-F238E27FC236}">
                <a16:creationId xmlns:a16="http://schemas.microsoft.com/office/drawing/2014/main" id="{68E43A38-C814-1ECB-B0C2-350BCC4A5CC1}"/>
              </a:ext>
            </a:extLst>
          </p:cNvPr>
          <p:cNvSpPr>
            <a:spLocks noGrp="1"/>
          </p:cNvSpPr>
          <p:nvPr>
            <p:ph type="body" sz="quarter" idx="15"/>
          </p:nvPr>
        </p:nvSpPr>
        <p:spPr>
          <a:xfrm>
            <a:off x="6108121" y="1733108"/>
            <a:ext cx="5135800" cy="4061405"/>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5FE87028-CAF7-F5B7-4CB1-0D4C0319BEA7}"/>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4075806154"/>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Orange_image+tex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1">
            <a:extLst>
              <a:ext uri="{FF2B5EF4-FFF2-40B4-BE49-F238E27FC236}">
                <a16:creationId xmlns:a16="http://schemas.microsoft.com/office/drawing/2014/main" id="{592DAE0C-368F-9ED6-A0CD-43A480EF7AC2}"/>
              </a:ext>
            </a:extLst>
          </p:cNvPr>
          <p:cNvSpPr>
            <a:spLocks noGrp="1"/>
          </p:cNvSpPr>
          <p:nvPr>
            <p:ph type="ctrTitle"/>
          </p:nvPr>
        </p:nvSpPr>
        <p:spPr>
          <a:xfrm>
            <a:off x="443923" y="500194"/>
            <a:ext cx="10146106"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Content Placeholder 5">
            <a:extLst>
              <a:ext uri="{FF2B5EF4-FFF2-40B4-BE49-F238E27FC236}">
                <a16:creationId xmlns:a16="http://schemas.microsoft.com/office/drawing/2014/main" id="{655AB4C9-59BC-E224-FFFD-9DB88A07DD68}"/>
              </a:ext>
            </a:extLst>
          </p:cNvPr>
          <p:cNvSpPr>
            <a:spLocks noGrp="1"/>
          </p:cNvSpPr>
          <p:nvPr>
            <p:ph sz="quarter" idx="4"/>
          </p:nvPr>
        </p:nvSpPr>
        <p:spPr>
          <a:xfrm>
            <a:off x="443922" y="1788393"/>
            <a:ext cx="8062124" cy="4238146"/>
          </a:xfrm>
          <a:prstGeom prst="rect">
            <a:avLst/>
          </a:prstGeom>
        </p:spPr>
        <p:txBody>
          <a:bodyPr/>
          <a:lstStyle>
            <a:lvl1pPr>
              <a:defRPr>
                <a:noFill/>
              </a:defRPr>
            </a:lvl1pPr>
          </a:lstStyle>
          <a:p>
            <a:pPr lvl="0"/>
            <a:endParaRPr lang="en-US" dirty="0"/>
          </a:p>
        </p:txBody>
      </p:sp>
      <p:sp>
        <p:nvSpPr>
          <p:cNvPr id="7" name="Text Placeholder 6">
            <a:extLst>
              <a:ext uri="{FF2B5EF4-FFF2-40B4-BE49-F238E27FC236}">
                <a16:creationId xmlns:a16="http://schemas.microsoft.com/office/drawing/2014/main" id="{9D352A76-8A6F-211C-DD74-EAF5EB388BEA}"/>
              </a:ext>
            </a:extLst>
          </p:cNvPr>
          <p:cNvSpPr>
            <a:spLocks noGrp="1"/>
          </p:cNvSpPr>
          <p:nvPr>
            <p:ph type="body" sz="quarter" idx="14"/>
          </p:nvPr>
        </p:nvSpPr>
        <p:spPr>
          <a:xfrm>
            <a:off x="8506047" y="3514506"/>
            <a:ext cx="3685953" cy="785919"/>
          </a:xfrm>
          <a:prstGeom prst="rect">
            <a:avLst/>
          </a:prstGeom>
          <a:solidFill>
            <a:srgbClr val="5F5F5F"/>
          </a:solidFill>
        </p:spPr>
        <p:txBody>
          <a:bodyPr lIns="288000" tIns="251999" rIns="288000" bIns="251999" anchor="ctr">
            <a:spAutoFit/>
          </a:bodyPr>
          <a:lstStyle>
            <a:lvl1pPr marL="0" indent="0">
              <a:lnSpc>
                <a:spcPct val="100000"/>
              </a:lnSpc>
              <a:buNone/>
              <a:defRPr sz="1800">
                <a:solidFill>
                  <a:schemeClr val="bg1"/>
                </a:solidFill>
              </a:defRPr>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25754DA5-0BF1-D01C-3093-2696272DADE0}"/>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572188986"/>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Orange_icons+text">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B4F93977-4867-A718-5684-B7AE0372295F}"/>
              </a:ext>
              <a:ext uri="{C183D7F6-B498-43B3-948B-1728B52AA6E4}">
                <adec:decorative xmlns:adec="http://schemas.microsoft.com/office/drawing/2017/decorative" val="1"/>
              </a:ext>
            </a:extLst>
          </p:cNvPr>
          <p:cNvSpPr/>
          <p:nvPr userDrawn="1"/>
        </p:nvSpPr>
        <p:spPr>
          <a:xfrm>
            <a:off x="0" y="1892300"/>
            <a:ext cx="12192000" cy="3810000"/>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1">
            <a:extLst>
              <a:ext uri="{FF2B5EF4-FFF2-40B4-BE49-F238E27FC236}">
                <a16:creationId xmlns:a16="http://schemas.microsoft.com/office/drawing/2014/main" id="{592DAE0C-368F-9ED6-A0CD-43A480EF7AC2}"/>
              </a:ext>
            </a:extLst>
          </p:cNvPr>
          <p:cNvSpPr>
            <a:spLocks noGrp="1"/>
          </p:cNvSpPr>
          <p:nvPr>
            <p:ph type="ctrTitle"/>
          </p:nvPr>
        </p:nvSpPr>
        <p:spPr>
          <a:xfrm>
            <a:off x="443923" y="500194"/>
            <a:ext cx="10146106"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15" name="Content Placeholder 5">
            <a:extLst>
              <a:ext uri="{FF2B5EF4-FFF2-40B4-BE49-F238E27FC236}">
                <a16:creationId xmlns:a16="http://schemas.microsoft.com/office/drawing/2014/main" id="{C8650218-E8C4-B267-B89C-CD94E6AC1DF7}"/>
              </a:ext>
            </a:extLst>
          </p:cNvPr>
          <p:cNvSpPr>
            <a:spLocks noGrp="1"/>
          </p:cNvSpPr>
          <p:nvPr>
            <p:ph sz="quarter" idx="4"/>
          </p:nvPr>
        </p:nvSpPr>
        <p:spPr>
          <a:xfrm>
            <a:off x="698499" y="2336800"/>
            <a:ext cx="927102" cy="838201"/>
          </a:xfrm>
          <a:prstGeom prst="rect">
            <a:avLst/>
          </a:prstGeom>
        </p:spPr>
        <p:txBody>
          <a:bodyPr/>
          <a:lstStyle>
            <a:lvl1pPr>
              <a:defRPr>
                <a:noFill/>
              </a:defRPr>
            </a:lvl1pPr>
          </a:lstStyle>
          <a:p>
            <a:pPr lvl="0"/>
            <a:endParaRPr lang="en-US" dirty="0"/>
          </a:p>
        </p:txBody>
      </p:sp>
      <p:sp>
        <p:nvSpPr>
          <p:cNvPr id="12" name="Text Placeholder 6">
            <a:extLst>
              <a:ext uri="{FF2B5EF4-FFF2-40B4-BE49-F238E27FC236}">
                <a16:creationId xmlns:a16="http://schemas.microsoft.com/office/drawing/2014/main" id="{2BFAE9F9-5429-CFF8-597C-34C1D92EB77C}"/>
              </a:ext>
            </a:extLst>
          </p:cNvPr>
          <p:cNvSpPr>
            <a:spLocks noGrp="1"/>
          </p:cNvSpPr>
          <p:nvPr>
            <p:ph type="body" sz="quarter" idx="14"/>
          </p:nvPr>
        </p:nvSpPr>
        <p:spPr>
          <a:xfrm>
            <a:off x="6984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23" name="Content Placeholder 5">
            <a:extLst>
              <a:ext uri="{FF2B5EF4-FFF2-40B4-BE49-F238E27FC236}">
                <a16:creationId xmlns:a16="http://schemas.microsoft.com/office/drawing/2014/main" id="{2ECB421E-ABC7-A07A-7FBD-08786784AF10}"/>
              </a:ext>
            </a:extLst>
          </p:cNvPr>
          <p:cNvSpPr>
            <a:spLocks noGrp="1"/>
          </p:cNvSpPr>
          <p:nvPr>
            <p:ph sz="quarter" idx="16"/>
          </p:nvPr>
        </p:nvSpPr>
        <p:spPr>
          <a:xfrm>
            <a:off x="4432299" y="2336800"/>
            <a:ext cx="927102" cy="838201"/>
          </a:xfrm>
          <a:prstGeom prst="rect">
            <a:avLst/>
          </a:prstGeom>
        </p:spPr>
        <p:txBody>
          <a:bodyPr/>
          <a:lstStyle>
            <a:lvl1pPr>
              <a:defRPr>
                <a:noFill/>
              </a:defRPr>
            </a:lvl1pPr>
          </a:lstStyle>
          <a:p>
            <a:pPr lvl="0"/>
            <a:endParaRPr lang="en-US" dirty="0"/>
          </a:p>
        </p:txBody>
      </p:sp>
      <p:sp>
        <p:nvSpPr>
          <p:cNvPr id="22" name="Text Placeholder 6">
            <a:extLst>
              <a:ext uri="{FF2B5EF4-FFF2-40B4-BE49-F238E27FC236}">
                <a16:creationId xmlns:a16="http://schemas.microsoft.com/office/drawing/2014/main" id="{C9428658-31AB-5478-AB9C-2332ED08CF85}"/>
              </a:ext>
            </a:extLst>
          </p:cNvPr>
          <p:cNvSpPr>
            <a:spLocks noGrp="1"/>
          </p:cNvSpPr>
          <p:nvPr>
            <p:ph type="body" sz="quarter" idx="15"/>
          </p:nvPr>
        </p:nvSpPr>
        <p:spPr>
          <a:xfrm>
            <a:off x="44322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25" name="Content Placeholder 5">
            <a:extLst>
              <a:ext uri="{FF2B5EF4-FFF2-40B4-BE49-F238E27FC236}">
                <a16:creationId xmlns:a16="http://schemas.microsoft.com/office/drawing/2014/main" id="{58E79EAA-5AB5-1EC9-B4AE-C198BEE38B2F}"/>
              </a:ext>
            </a:extLst>
          </p:cNvPr>
          <p:cNvSpPr>
            <a:spLocks noGrp="1"/>
          </p:cNvSpPr>
          <p:nvPr>
            <p:ph sz="quarter" idx="18"/>
          </p:nvPr>
        </p:nvSpPr>
        <p:spPr>
          <a:xfrm>
            <a:off x="8178799" y="2336800"/>
            <a:ext cx="927102" cy="838201"/>
          </a:xfrm>
          <a:prstGeom prst="rect">
            <a:avLst/>
          </a:prstGeom>
        </p:spPr>
        <p:txBody>
          <a:bodyPr/>
          <a:lstStyle>
            <a:lvl1pPr>
              <a:defRPr>
                <a:noFill/>
              </a:defRPr>
            </a:lvl1pPr>
          </a:lstStyle>
          <a:p>
            <a:pPr lvl="0"/>
            <a:endParaRPr lang="en-US" dirty="0"/>
          </a:p>
        </p:txBody>
      </p:sp>
      <p:sp>
        <p:nvSpPr>
          <p:cNvPr id="24" name="Text Placeholder 6">
            <a:extLst>
              <a:ext uri="{FF2B5EF4-FFF2-40B4-BE49-F238E27FC236}">
                <a16:creationId xmlns:a16="http://schemas.microsoft.com/office/drawing/2014/main" id="{CE4CF326-14CF-E04A-03AF-3867D47E3BBA}"/>
              </a:ext>
            </a:extLst>
          </p:cNvPr>
          <p:cNvSpPr>
            <a:spLocks noGrp="1"/>
          </p:cNvSpPr>
          <p:nvPr>
            <p:ph type="body" sz="quarter" idx="17"/>
          </p:nvPr>
        </p:nvSpPr>
        <p:spPr>
          <a:xfrm>
            <a:off x="81787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0BB01192-B93C-B441-2C51-0090D44614C6}"/>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3207332113"/>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Orange_quot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3A9F417E-049D-9F48-46F8-DD8F31C8E55F}"/>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0" y="4629819"/>
            <a:ext cx="6134101" cy="881899"/>
          </a:xfrm>
          <a:prstGeom prst="rect">
            <a:avLst/>
          </a:prstGeom>
        </p:spPr>
      </p:pic>
      <p:pic>
        <p:nvPicPr>
          <p:cNvPr id="3" name="Picture 2">
            <a:extLst>
              <a:ext uri="{FF2B5EF4-FFF2-40B4-BE49-F238E27FC236}">
                <a16:creationId xmlns:a16="http://schemas.microsoft.com/office/drawing/2014/main" id="{662826E8-5ACA-BF47-3E86-1B0C693CACAE}"/>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519112" y="613607"/>
            <a:ext cx="7772400" cy="3819361"/>
          </a:xfrm>
          <a:prstGeom prst="rect">
            <a:avLst/>
          </a:prstGeom>
        </p:spPr>
      </p:pic>
      <p:sp>
        <p:nvSpPr>
          <p:cNvPr id="10" name="Text Placeholder 6">
            <a:extLst>
              <a:ext uri="{FF2B5EF4-FFF2-40B4-BE49-F238E27FC236}">
                <a16:creationId xmlns:a16="http://schemas.microsoft.com/office/drawing/2014/main" id="{F7391170-BBCB-B41E-7EF3-11552AE09343}"/>
              </a:ext>
            </a:extLst>
          </p:cNvPr>
          <p:cNvSpPr>
            <a:spLocks noGrp="1"/>
          </p:cNvSpPr>
          <p:nvPr>
            <p:ph type="body" sz="quarter" idx="13"/>
          </p:nvPr>
        </p:nvSpPr>
        <p:spPr>
          <a:xfrm>
            <a:off x="952500" y="1130300"/>
            <a:ext cx="6756400" cy="2832100"/>
          </a:xfrm>
          <a:prstGeom prst="rect">
            <a:avLst/>
          </a:prstGeom>
        </p:spPr>
        <p:txBody>
          <a:bodyPr>
            <a:noAutofit/>
          </a:bodyPr>
          <a:lstStyle>
            <a:lvl1pPr marL="0" indent="0">
              <a:lnSpc>
                <a:spcPct val="100000"/>
              </a:lnSpc>
              <a:buNone/>
              <a:defRPr sz="2400" b="0"/>
            </a:lvl1pPr>
          </a:lstStyle>
          <a:p>
            <a:pPr lvl="0"/>
            <a:endParaRPr lang="en-US" dirty="0"/>
          </a:p>
        </p:txBody>
      </p:sp>
      <p:sp>
        <p:nvSpPr>
          <p:cNvPr id="11" name="Text Placeholder 6">
            <a:extLst>
              <a:ext uri="{FF2B5EF4-FFF2-40B4-BE49-F238E27FC236}">
                <a16:creationId xmlns:a16="http://schemas.microsoft.com/office/drawing/2014/main" id="{CC7E116B-D2FE-8029-F102-28482CED59B0}"/>
              </a:ext>
            </a:extLst>
          </p:cNvPr>
          <p:cNvSpPr>
            <a:spLocks noGrp="1"/>
          </p:cNvSpPr>
          <p:nvPr>
            <p:ph type="body" sz="quarter" idx="14" hasCustomPrompt="1"/>
          </p:nvPr>
        </p:nvSpPr>
        <p:spPr>
          <a:xfrm>
            <a:off x="952500" y="4759618"/>
            <a:ext cx="4686300" cy="622300"/>
          </a:xfrm>
          <a:prstGeom prst="rect">
            <a:avLst/>
          </a:prstGeom>
        </p:spPr>
        <p:txBody>
          <a:bodyPr anchor="ctr">
            <a:noAutofit/>
          </a:bodyPr>
          <a:lstStyle>
            <a:lvl1pPr marL="0" indent="0">
              <a:lnSpc>
                <a:spcPct val="100000"/>
              </a:lnSpc>
              <a:buNone/>
              <a:defRPr sz="1800" b="0" i="1">
                <a:latin typeface="+mn-lt"/>
              </a:defRPr>
            </a:lvl1pPr>
          </a:lstStyle>
          <a:p>
            <a:pPr lvl="0"/>
            <a:r>
              <a:rPr lang="en-US" dirty="0"/>
              <a:t>Click to add the author’s name</a:t>
            </a:r>
          </a:p>
        </p:txBody>
      </p:sp>
      <p:pic>
        <p:nvPicPr>
          <p:cNvPr id="4" name="Picture 3">
            <a:extLst>
              <a:ext uri="{FF2B5EF4-FFF2-40B4-BE49-F238E27FC236}">
                <a16:creationId xmlns:a16="http://schemas.microsoft.com/office/drawing/2014/main" id="{57D9F0EF-0BC7-6322-F985-33B73069575D}"/>
              </a:ext>
              <a:ext uri="{C183D7F6-B498-43B3-948B-1728B52AA6E4}">
                <adec:decorative xmlns:adec="http://schemas.microsoft.com/office/drawing/2017/decorative" val="1"/>
              </a:ext>
            </a:extLst>
          </p:cNvPr>
          <p:cNvPicPr>
            <a:picLocks noChangeAspect="1"/>
          </p:cNvPicPr>
          <p:nvPr userDrawn="1"/>
        </p:nvPicPr>
        <p:blipFill>
          <a:blip r:embed="rId5">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1460219817"/>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Orange_highlighted tex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276029AD-1D32-685F-3152-0516E45BE45D}"/>
              </a:ext>
            </a:extLst>
          </p:cNvPr>
          <p:cNvSpPr>
            <a:spLocks noGrp="1"/>
          </p:cNvSpPr>
          <p:nvPr>
            <p:ph type="body" sz="quarter" idx="13"/>
          </p:nvPr>
        </p:nvSpPr>
        <p:spPr>
          <a:xfrm>
            <a:off x="443921" y="1297173"/>
            <a:ext cx="6683265" cy="2131828"/>
          </a:xfrm>
          <a:prstGeom prst="rect">
            <a:avLst/>
          </a:prstGeom>
        </p:spPr>
        <p:txBody>
          <a:bodyPr>
            <a:noAutofit/>
          </a:bodyPr>
          <a:lstStyle>
            <a:lvl1pPr marL="0" indent="0">
              <a:lnSpc>
                <a:spcPct val="100000"/>
              </a:lnSpc>
              <a:buNone/>
              <a:defRPr sz="3600" b="1"/>
            </a:lvl1pPr>
          </a:lstStyle>
          <a:p>
            <a:pPr lvl="0"/>
            <a:endParaRPr lang="en-US" dirty="0"/>
          </a:p>
        </p:txBody>
      </p:sp>
      <p:pic>
        <p:nvPicPr>
          <p:cNvPr id="3" name="Picture 2">
            <a:extLst>
              <a:ext uri="{FF2B5EF4-FFF2-40B4-BE49-F238E27FC236}">
                <a16:creationId xmlns:a16="http://schemas.microsoft.com/office/drawing/2014/main" id="{986A2FB5-0ABC-A1F1-BCBB-0E5B880F38D6}"/>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994855307"/>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Orange_lab">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3FD92BA1-52B2-AA53-5B3D-C6CCD294C7CB}"/>
              </a:ext>
            </a:extLst>
          </p:cNvPr>
          <p:cNvSpPr>
            <a:spLocks noGrp="1"/>
          </p:cNvSpPr>
          <p:nvPr>
            <p:ph type="ctrTitle"/>
          </p:nvPr>
        </p:nvSpPr>
        <p:spPr>
          <a:xfrm>
            <a:off x="443921" y="500194"/>
            <a:ext cx="6679721"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B4D0FF90-1989-0773-3311-86B459E9F2EA}"/>
              </a:ext>
            </a:extLst>
          </p:cNvPr>
          <p:cNvSpPr>
            <a:spLocks noGrp="1"/>
          </p:cNvSpPr>
          <p:nvPr>
            <p:ph type="body" sz="quarter" idx="13"/>
          </p:nvPr>
        </p:nvSpPr>
        <p:spPr>
          <a:xfrm>
            <a:off x="443921" y="1733108"/>
            <a:ext cx="6679721" cy="4061405"/>
          </a:xfrm>
          <a:prstGeom prst="rect">
            <a:avLst/>
          </a:prstGeom>
        </p:spPr>
        <p:txBody>
          <a:bodyPr>
            <a:noAutofit/>
          </a:bodyPr>
          <a:lstStyle>
            <a:lvl1pPr marL="0" indent="0">
              <a:lnSpc>
                <a:spcPct val="100000"/>
              </a:lnSpc>
              <a:buNone/>
              <a:defRPr sz="1800"/>
            </a:lvl1pPr>
          </a:lstStyle>
          <a:p>
            <a:pPr lvl="0"/>
            <a:endParaRPr lang="en-US" dirty="0"/>
          </a:p>
        </p:txBody>
      </p:sp>
      <p:pic>
        <p:nvPicPr>
          <p:cNvPr id="3" name="Picture 2">
            <a:extLst>
              <a:ext uri="{FF2B5EF4-FFF2-40B4-BE49-F238E27FC236}">
                <a16:creationId xmlns:a16="http://schemas.microsoft.com/office/drawing/2014/main" id="{0C81A4E5-3F16-939E-5F18-58B9992D59EC}"/>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1060909352"/>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Orange_blank">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1">
            <a:extLst>
              <a:ext uri="{FF2B5EF4-FFF2-40B4-BE49-F238E27FC236}">
                <a16:creationId xmlns:a16="http://schemas.microsoft.com/office/drawing/2014/main" id="{592DAE0C-368F-9ED6-A0CD-43A480EF7AC2}"/>
              </a:ext>
            </a:extLst>
          </p:cNvPr>
          <p:cNvSpPr>
            <a:spLocks noGrp="1"/>
          </p:cNvSpPr>
          <p:nvPr>
            <p:ph type="ctrTitle"/>
          </p:nvPr>
        </p:nvSpPr>
        <p:spPr>
          <a:xfrm>
            <a:off x="443922" y="500194"/>
            <a:ext cx="11303577"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11" name="Content Placeholder 5">
            <a:extLst>
              <a:ext uri="{FF2B5EF4-FFF2-40B4-BE49-F238E27FC236}">
                <a16:creationId xmlns:a16="http://schemas.microsoft.com/office/drawing/2014/main" id="{36AE348E-DBD9-C0BD-924D-E8F93B34792E}"/>
              </a:ext>
            </a:extLst>
          </p:cNvPr>
          <p:cNvSpPr>
            <a:spLocks noGrp="1"/>
          </p:cNvSpPr>
          <p:nvPr>
            <p:ph sz="quarter" idx="4"/>
          </p:nvPr>
        </p:nvSpPr>
        <p:spPr>
          <a:xfrm>
            <a:off x="443922" y="1733108"/>
            <a:ext cx="11303578" cy="4348715"/>
          </a:xfrm>
          <a:prstGeom prst="rect">
            <a:avLst/>
          </a:prstGeom>
        </p:spPr>
        <p:txBody>
          <a:bodyPr/>
          <a:lstStyle>
            <a:lvl1pPr>
              <a:defRPr>
                <a:noFill/>
              </a:defRPr>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9330F107-C548-1F71-0328-0C05847A32EA}"/>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2650676527"/>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Orange_break_final">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7DCAF6C-3019-6F70-2286-C5792C4363E8}"/>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Text Placeholder 6">
            <a:extLst>
              <a:ext uri="{FF2B5EF4-FFF2-40B4-BE49-F238E27FC236}">
                <a16:creationId xmlns:a16="http://schemas.microsoft.com/office/drawing/2014/main" id="{830D3FB5-8605-FDB1-1ABD-F61723E1CA2F}"/>
              </a:ext>
            </a:extLst>
          </p:cNvPr>
          <p:cNvSpPr>
            <a:spLocks noGrp="1"/>
          </p:cNvSpPr>
          <p:nvPr>
            <p:ph type="body" sz="quarter" idx="13"/>
          </p:nvPr>
        </p:nvSpPr>
        <p:spPr>
          <a:xfrm>
            <a:off x="1201479" y="1711845"/>
            <a:ext cx="5819073" cy="691114"/>
          </a:xfrm>
          <a:prstGeom prst="rect">
            <a:avLst/>
          </a:prstGeom>
        </p:spPr>
        <p:txBody>
          <a:bodyPr anchor="ctr">
            <a:noAutofit/>
          </a:bodyPr>
          <a:lstStyle>
            <a:lvl1pPr marL="0" indent="0">
              <a:lnSpc>
                <a:spcPct val="100000"/>
              </a:lnSpc>
              <a:buNone/>
              <a:defRPr sz="4400"/>
            </a:lvl1pPr>
          </a:lstStyle>
          <a:p>
            <a:pPr lvl="0"/>
            <a:endParaRPr lang="en-US" dirty="0"/>
          </a:p>
        </p:txBody>
      </p:sp>
      <p:sp>
        <p:nvSpPr>
          <p:cNvPr id="10" name="Text Placeholder 6">
            <a:extLst>
              <a:ext uri="{FF2B5EF4-FFF2-40B4-BE49-F238E27FC236}">
                <a16:creationId xmlns:a16="http://schemas.microsoft.com/office/drawing/2014/main" id="{D60CAB47-BCE7-4DDF-B78D-31A001A2F500}"/>
              </a:ext>
            </a:extLst>
          </p:cNvPr>
          <p:cNvSpPr>
            <a:spLocks noGrp="1"/>
          </p:cNvSpPr>
          <p:nvPr>
            <p:ph type="body" sz="quarter" idx="14"/>
          </p:nvPr>
        </p:nvSpPr>
        <p:spPr>
          <a:xfrm>
            <a:off x="1201479" y="2445487"/>
            <a:ext cx="7166344" cy="855189"/>
          </a:xfrm>
          <a:prstGeom prst="rect">
            <a:avLst/>
          </a:prstGeom>
        </p:spPr>
        <p:txBody>
          <a:bodyPr anchor="ctr">
            <a:noAutofit/>
          </a:bodyPr>
          <a:lstStyle>
            <a:lvl1pPr marL="0" indent="0">
              <a:lnSpc>
                <a:spcPct val="100000"/>
              </a:lnSpc>
              <a:buNone/>
              <a:defRPr sz="7200" b="1"/>
            </a:lvl1pPr>
          </a:lstStyle>
          <a:p>
            <a:pPr lvl="0"/>
            <a:endParaRPr lang="en-US" dirty="0"/>
          </a:p>
        </p:txBody>
      </p:sp>
      <p:pic>
        <p:nvPicPr>
          <p:cNvPr id="4" name="Picture 3">
            <a:extLst>
              <a:ext uri="{FF2B5EF4-FFF2-40B4-BE49-F238E27FC236}">
                <a16:creationId xmlns:a16="http://schemas.microsoft.com/office/drawing/2014/main" id="{3A6BC58F-7098-6ED6-8197-0183DE87C741}"/>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787982011"/>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Green_text+imag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EB320CCE-0666-0F0C-7744-F081564DDA42}"/>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1">
            <a:extLst>
              <a:ext uri="{FF2B5EF4-FFF2-40B4-BE49-F238E27FC236}">
                <a16:creationId xmlns:a16="http://schemas.microsoft.com/office/drawing/2014/main" id="{CB52ED4D-1FD8-8A85-D9F2-130947E58313}"/>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3" name="Text Placeholder 6">
            <a:extLst>
              <a:ext uri="{FF2B5EF4-FFF2-40B4-BE49-F238E27FC236}">
                <a16:creationId xmlns:a16="http://schemas.microsoft.com/office/drawing/2014/main" id="{EA2B2ADB-E9C2-46B9-217D-95C46BD1C9B0}"/>
              </a:ext>
            </a:extLst>
          </p:cNvPr>
          <p:cNvSpPr>
            <a:spLocks noGrp="1"/>
          </p:cNvSpPr>
          <p:nvPr>
            <p:ph type="body" sz="quarter" idx="13"/>
          </p:nvPr>
        </p:nvSpPr>
        <p:spPr>
          <a:xfrm>
            <a:off x="443922" y="1733108"/>
            <a:ext cx="5744228" cy="4348715"/>
          </a:xfrm>
          <a:prstGeom prst="rect">
            <a:avLst/>
          </a:prstGeom>
        </p:spPr>
        <p:txBody>
          <a:bodyPr>
            <a:noAutofit/>
          </a:bodyPr>
          <a:lstStyle>
            <a:lvl1pPr marL="0" indent="0">
              <a:lnSpc>
                <a:spcPct val="100000"/>
              </a:lnSpc>
              <a:buNone/>
              <a:defRPr sz="1800"/>
            </a:lvl1pPr>
          </a:lstStyle>
          <a:p>
            <a:pPr lvl="0"/>
            <a:endParaRPr lang="en-US" dirty="0"/>
          </a:p>
        </p:txBody>
      </p:sp>
      <p:sp>
        <p:nvSpPr>
          <p:cNvPr id="13" name="Content Placeholder 5">
            <a:extLst>
              <a:ext uri="{FF2B5EF4-FFF2-40B4-BE49-F238E27FC236}">
                <a16:creationId xmlns:a16="http://schemas.microsoft.com/office/drawing/2014/main" id="{FC2D1BDC-8F98-CD0B-F342-F69276C053CA}"/>
              </a:ext>
            </a:extLst>
          </p:cNvPr>
          <p:cNvSpPr>
            <a:spLocks noGrp="1"/>
          </p:cNvSpPr>
          <p:nvPr>
            <p:ph sz="quarter" idx="4"/>
          </p:nvPr>
        </p:nvSpPr>
        <p:spPr>
          <a:xfrm>
            <a:off x="6659426" y="1733108"/>
            <a:ext cx="5532574" cy="4348715"/>
          </a:xfrm>
          <a:prstGeom prst="rect">
            <a:avLst/>
          </a:prstGeom>
        </p:spPr>
        <p:txBody>
          <a:bodyPr/>
          <a:lstStyle>
            <a:lvl1pPr>
              <a:defRPr>
                <a:noFill/>
              </a:defRPr>
            </a:lvl1pPr>
          </a:lstStyle>
          <a:p>
            <a:pPr lvl="0"/>
            <a:endParaRPr lang="en-US" dirty="0"/>
          </a:p>
        </p:txBody>
      </p:sp>
      <p:sp>
        <p:nvSpPr>
          <p:cNvPr id="2" name="Slide Number Placeholder 5">
            <a:extLst>
              <a:ext uri="{FF2B5EF4-FFF2-40B4-BE49-F238E27FC236}">
                <a16:creationId xmlns:a16="http://schemas.microsoft.com/office/drawing/2014/main" id="{8FBBDBF5-DBEB-9C3A-AA84-C6013F704FC0}"/>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DD630461-FF09-AE3A-830B-60852F9A8363}"/>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2893047665"/>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Green_tex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365470D-A001-7E84-A761-67044DBA0BE6}"/>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4" name="Picture 3">
            <a:extLst>
              <a:ext uri="{FF2B5EF4-FFF2-40B4-BE49-F238E27FC236}">
                <a16:creationId xmlns:a16="http://schemas.microsoft.com/office/drawing/2014/main" id="{AB2C07A9-8BAB-F929-717A-24BD0BCB0D31}"/>
              </a:ext>
              <a:ext uri="{C183D7F6-B498-43B3-948B-1728B52AA6E4}">
                <adec:decorative xmlns:adec="http://schemas.microsoft.com/office/drawing/2017/decorative" val="1"/>
              </a:ext>
            </a:extLst>
          </p:cNvPr>
          <p:cNvPicPr>
            <a:picLocks noChangeAspect="1"/>
          </p:cNvPicPr>
          <p:nvPr userDrawn="1"/>
        </p:nvPicPr>
        <p:blipFill>
          <a:blip r:embed="rId2"/>
          <a:srcRect r="11695"/>
          <a:stretch/>
        </p:blipFill>
        <p:spPr>
          <a:xfrm>
            <a:off x="8961679" y="1733108"/>
            <a:ext cx="3230321" cy="4061405"/>
          </a:xfrm>
          <a:prstGeom prst="rect">
            <a:avLst/>
          </a:prstGeom>
        </p:spPr>
      </p:pic>
      <p:sp>
        <p:nvSpPr>
          <p:cNvPr id="2" name="Title 1">
            <a:extLst>
              <a:ext uri="{FF2B5EF4-FFF2-40B4-BE49-F238E27FC236}">
                <a16:creationId xmlns:a16="http://schemas.microsoft.com/office/drawing/2014/main" id="{52966104-3DE6-F072-0A88-D9D6777CD744}"/>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A94CA626-3C65-B748-140A-844B79E46FC4}"/>
              </a:ext>
            </a:extLst>
          </p:cNvPr>
          <p:cNvSpPr>
            <a:spLocks noGrp="1"/>
          </p:cNvSpPr>
          <p:nvPr>
            <p:ph type="body" sz="quarter" idx="14"/>
          </p:nvPr>
        </p:nvSpPr>
        <p:spPr>
          <a:xfrm>
            <a:off x="443921" y="1733108"/>
            <a:ext cx="7686287" cy="4061405"/>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83BBDAFE-3463-2F49-E910-428222427573}"/>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2311018602"/>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Green_text_columns">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365470D-A001-7E84-A761-67044DBA0BE6}"/>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52966104-3DE6-F072-0A88-D9D6777CD744}"/>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A94CA626-3C65-B748-140A-844B79E46FC4}"/>
              </a:ext>
            </a:extLst>
          </p:cNvPr>
          <p:cNvSpPr>
            <a:spLocks noGrp="1"/>
          </p:cNvSpPr>
          <p:nvPr>
            <p:ph type="body" sz="quarter" idx="14"/>
          </p:nvPr>
        </p:nvSpPr>
        <p:spPr>
          <a:xfrm>
            <a:off x="443921" y="1733108"/>
            <a:ext cx="5135800" cy="4061405"/>
          </a:xfrm>
          <a:prstGeom prst="rect">
            <a:avLst/>
          </a:prstGeom>
        </p:spPr>
        <p:txBody>
          <a:bodyPr>
            <a:noAutofit/>
          </a:bodyPr>
          <a:lstStyle>
            <a:lvl1pPr marL="0" indent="0">
              <a:lnSpc>
                <a:spcPct val="100000"/>
              </a:lnSpc>
              <a:buNone/>
              <a:defRPr sz="1800"/>
            </a:lvl1pPr>
          </a:lstStyle>
          <a:p>
            <a:pPr lvl="0"/>
            <a:endParaRPr lang="en-US" dirty="0"/>
          </a:p>
        </p:txBody>
      </p:sp>
      <p:sp>
        <p:nvSpPr>
          <p:cNvPr id="13" name="Text Placeholder 6">
            <a:extLst>
              <a:ext uri="{FF2B5EF4-FFF2-40B4-BE49-F238E27FC236}">
                <a16:creationId xmlns:a16="http://schemas.microsoft.com/office/drawing/2014/main" id="{68E43A38-C814-1ECB-B0C2-350BCC4A5CC1}"/>
              </a:ext>
            </a:extLst>
          </p:cNvPr>
          <p:cNvSpPr>
            <a:spLocks noGrp="1"/>
          </p:cNvSpPr>
          <p:nvPr>
            <p:ph type="body" sz="quarter" idx="15"/>
          </p:nvPr>
        </p:nvSpPr>
        <p:spPr>
          <a:xfrm>
            <a:off x="6108121" y="1733108"/>
            <a:ext cx="5135800" cy="4061405"/>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1F5DD92F-2C07-73B9-B390-73B00479653D}"/>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409655489"/>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Green_image+tex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1">
            <a:extLst>
              <a:ext uri="{FF2B5EF4-FFF2-40B4-BE49-F238E27FC236}">
                <a16:creationId xmlns:a16="http://schemas.microsoft.com/office/drawing/2014/main" id="{592DAE0C-368F-9ED6-A0CD-43A480EF7AC2}"/>
              </a:ext>
            </a:extLst>
          </p:cNvPr>
          <p:cNvSpPr>
            <a:spLocks noGrp="1"/>
          </p:cNvSpPr>
          <p:nvPr>
            <p:ph type="ctrTitle"/>
          </p:nvPr>
        </p:nvSpPr>
        <p:spPr>
          <a:xfrm>
            <a:off x="443923" y="500194"/>
            <a:ext cx="10146106"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Content Placeholder 5">
            <a:extLst>
              <a:ext uri="{FF2B5EF4-FFF2-40B4-BE49-F238E27FC236}">
                <a16:creationId xmlns:a16="http://schemas.microsoft.com/office/drawing/2014/main" id="{F8C62C48-B4FC-0C92-2FD2-2D4AACC4DD15}"/>
              </a:ext>
            </a:extLst>
          </p:cNvPr>
          <p:cNvSpPr>
            <a:spLocks noGrp="1"/>
          </p:cNvSpPr>
          <p:nvPr>
            <p:ph sz="quarter" idx="4"/>
          </p:nvPr>
        </p:nvSpPr>
        <p:spPr>
          <a:xfrm>
            <a:off x="443922" y="1788393"/>
            <a:ext cx="8062124" cy="4238146"/>
          </a:xfrm>
          <a:prstGeom prst="rect">
            <a:avLst/>
          </a:prstGeom>
        </p:spPr>
        <p:txBody>
          <a:bodyPr/>
          <a:lstStyle>
            <a:lvl1pPr>
              <a:defRPr>
                <a:noFill/>
              </a:defRPr>
            </a:lvl1pPr>
          </a:lstStyle>
          <a:p>
            <a:pPr lvl="0"/>
            <a:endParaRPr lang="en-US" dirty="0"/>
          </a:p>
        </p:txBody>
      </p:sp>
      <p:sp>
        <p:nvSpPr>
          <p:cNvPr id="7" name="Text Placeholder 6">
            <a:extLst>
              <a:ext uri="{FF2B5EF4-FFF2-40B4-BE49-F238E27FC236}">
                <a16:creationId xmlns:a16="http://schemas.microsoft.com/office/drawing/2014/main" id="{0AD711B9-F295-7F9C-3A4F-1116B45B62C9}"/>
              </a:ext>
            </a:extLst>
          </p:cNvPr>
          <p:cNvSpPr>
            <a:spLocks noGrp="1"/>
          </p:cNvSpPr>
          <p:nvPr>
            <p:ph type="body" sz="quarter" idx="14"/>
          </p:nvPr>
        </p:nvSpPr>
        <p:spPr>
          <a:xfrm>
            <a:off x="8506047" y="3514506"/>
            <a:ext cx="3685953" cy="785919"/>
          </a:xfrm>
          <a:prstGeom prst="rect">
            <a:avLst/>
          </a:prstGeom>
          <a:solidFill>
            <a:srgbClr val="5F5F5F"/>
          </a:solidFill>
        </p:spPr>
        <p:txBody>
          <a:bodyPr lIns="288000" tIns="251999" rIns="288000" bIns="251999" anchor="ctr">
            <a:spAutoFit/>
          </a:bodyPr>
          <a:lstStyle>
            <a:lvl1pPr marL="0" indent="0">
              <a:lnSpc>
                <a:spcPct val="100000"/>
              </a:lnSpc>
              <a:buNone/>
              <a:defRPr sz="1800">
                <a:solidFill>
                  <a:schemeClr val="bg1"/>
                </a:solidFill>
              </a:defRPr>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555278A0-C5E7-0F91-FA5D-B53388E5F65C}"/>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1924027665"/>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Green_icons+tex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a:extLst>
              <a:ext uri="{FF2B5EF4-FFF2-40B4-BE49-F238E27FC236}">
                <a16:creationId xmlns:a16="http://schemas.microsoft.com/office/drawing/2014/main" id="{B4F93977-4867-A718-5684-B7AE0372295F}"/>
              </a:ext>
              <a:ext uri="{C183D7F6-B498-43B3-948B-1728B52AA6E4}">
                <adec:decorative xmlns:adec="http://schemas.microsoft.com/office/drawing/2017/decorative" val="1"/>
              </a:ext>
            </a:extLst>
          </p:cNvPr>
          <p:cNvSpPr/>
          <p:nvPr userDrawn="1"/>
        </p:nvSpPr>
        <p:spPr>
          <a:xfrm>
            <a:off x="0" y="1892300"/>
            <a:ext cx="12192000" cy="3810000"/>
          </a:xfrm>
          <a:prstGeom prst="rect">
            <a:avLst/>
          </a:prstGeom>
          <a:solidFill>
            <a:schemeClr val="accent5">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1">
            <a:extLst>
              <a:ext uri="{FF2B5EF4-FFF2-40B4-BE49-F238E27FC236}">
                <a16:creationId xmlns:a16="http://schemas.microsoft.com/office/drawing/2014/main" id="{592DAE0C-368F-9ED6-A0CD-43A480EF7AC2}"/>
              </a:ext>
            </a:extLst>
          </p:cNvPr>
          <p:cNvSpPr>
            <a:spLocks noGrp="1"/>
          </p:cNvSpPr>
          <p:nvPr>
            <p:ph type="ctrTitle"/>
          </p:nvPr>
        </p:nvSpPr>
        <p:spPr>
          <a:xfrm>
            <a:off x="443923" y="500194"/>
            <a:ext cx="10146106"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15" name="Content Placeholder 5">
            <a:extLst>
              <a:ext uri="{FF2B5EF4-FFF2-40B4-BE49-F238E27FC236}">
                <a16:creationId xmlns:a16="http://schemas.microsoft.com/office/drawing/2014/main" id="{C8650218-E8C4-B267-B89C-CD94E6AC1DF7}"/>
              </a:ext>
            </a:extLst>
          </p:cNvPr>
          <p:cNvSpPr>
            <a:spLocks noGrp="1"/>
          </p:cNvSpPr>
          <p:nvPr>
            <p:ph sz="quarter" idx="4"/>
          </p:nvPr>
        </p:nvSpPr>
        <p:spPr>
          <a:xfrm>
            <a:off x="698499" y="2336800"/>
            <a:ext cx="927102" cy="838201"/>
          </a:xfrm>
          <a:prstGeom prst="rect">
            <a:avLst/>
          </a:prstGeom>
        </p:spPr>
        <p:txBody>
          <a:bodyPr/>
          <a:lstStyle>
            <a:lvl1pPr>
              <a:defRPr>
                <a:noFill/>
              </a:defRPr>
            </a:lvl1pPr>
          </a:lstStyle>
          <a:p>
            <a:pPr lvl="0"/>
            <a:endParaRPr lang="en-US" dirty="0"/>
          </a:p>
        </p:txBody>
      </p:sp>
      <p:sp>
        <p:nvSpPr>
          <p:cNvPr id="12" name="Text Placeholder 6">
            <a:extLst>
              <a:ext uri="{FF2B5EF4-FFF2-40B4-BE49-F238E27FC236}">
                <a16:creationId xmlns:a16="http://schemas.microsoft.com/office/drawing/2014/main" id="{2BFAE9F9-5429-CFF8-597C-34C1D92EB77C}"/>
              </a:ext>
            </a:extLst>
          </p:cNvPr>
          <p:cNvSpPr>
            <a:spLocks noGrp="1"/>
          </p:cNvSpPr>
          <p:nvPr>
            <p:ph type="body" sz="quarter" idx="14"/>
          </p:nvPr>
        </p:nvSpPr>
        <p:spPr>
          <a:xfrm>
            <a:off x="6984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23" name="Content Placeholder 5">
            <a:extLst>
              <a:ext uri="{FF2B5EF4-FFF2-40B4-BE49-F238E27FC236}">
                <a16:creationId xmlns:a16="http://schemas.microsoft.com/office/drawing/2014/main" id="{2ECB421E-ABC7-A07A-7FBD-08786784AF10}"/>
              </a:ext>
            </a:extLst>
          </p:cNvPr>
          <p:cNvSpPr>
            <a:spLocks noGrp="1"/>
          </p:cNvSpPr>
          <p:nvPr>
            <p:ph sz="quarter" idx="16"/>
          </p:nvPr>
        </p:nvSpPr>
        <p:spPr>
          <a:xfrm>
            <a:off x="4432299" y="2336800"/>
            <a:ext cx="927102" cy="838201"/>
          </a:xfrm>
          <a:prstGeom prst="rect">
            <a:avLst/>
          </a:prstGeom>
        </p:spPr>
        <p:txBody>
          <a:bodyPr/>
          <a:lstStyle>
            <a:lvl1pPr>
              <a:defRPr>
                <a:noFill/>
              </a:defRPr>
            </a:lvl1pPr>
          </a:lstStyle>
          <a:p>
            <a:pPr lvl="0"/>
            <a:endParaRPr lang="en-US" dirty="0"/>
          </a:p>
        </p:txBody>
      </p:sp>
      <p:sp>
        <p:nvSpPr>
          <p:cNvPr id="22" name="Text Placeholder 6">
            <a:extLst>
              <a:ext uri="{FF2B5EF4-FFF2-40B4-BE49-F238E27FC236}">
                <a16:creationId xmlns:a16="http://schemas.microsoft.com/office/drawing/2014/main" id="{C9428658-31AB-5478-AB9C-2332ED08CF85}"/>
              </a:ext>
            </a:extLst>
          </p:cNvPr>
          <p:cNvSpPr>
            <a:spLocks noGrp="1"/>
          </p:cNvSpPr>
          <p:nvPr>
            <p:ph type="body" sz="quarter" idx="15"/>
          </p:nvPr>
        </p:nvSpPr>
        <p:spPr>
          <a:xfrm>
            <a:off x="44322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25" name="Content Placeholder 5">
            <a:extLst>
              <a:ext uri="{FF2B5EF4-FFF2-40B4-BE49-F238E27FC236}">
                <a16:creationId xmlns:a16="http://schemas.microsoft.com/office/drawing/2014/main" id="{58E79EAA-5AB5-1EC9-B4AE-C198BEE38B2F}"/>
              </a:ext>
            </a:extLst>
          </p:cNvPr>
          <p:cNvSpPr>
            <a:spLocks noGrp="1"/>
          </p:cNvSpPr>
          <p:nvPr>
            <p:ph sz="quarter" idx="18"/>
          </p:nvPr>
        </p:nvSpPr>
        <p:spPr>
          <a:xfrm>
            <a:off x="8178799" y="2336800"/>
            <a:ext cx="927102" cy="838201"/>
          </a:xfrm>
          <a:prstGeom prst="rect">
            <a:avLst/>
          </a:prstGeom>
        </p:spPr>
        <p:txBody>
          <a:bodyPr/>
          <a:lstStyle>
            <a:lvl1pPr>
              <a:defRPr>
                <a:noFill/>
              </a:defRPr>
            </a:lvl1pPr>
          </a:lstStyle>
          <a:p>
            <a:pPr lvl="0"/>
            <a:endParaRPr lang="en-US" dirty="0"/>
          </a:p>
        </p:txBody>
      </p:sp>
      <p:sp>
        <p:nvSpPr>
          <p:cNvPr id="24" name="Text Placeholder 6">
            <a:extLst>
              <a:ext uri="{FF2B5EF4-FFF2-40B4-BE49-F238E27FC236}">
                <a16:creationId xmlns:a16="http://schemas.microsoft.com/office/drawing/2014/main" id="{CE4CF326-14CF-E04A-03AF-3867D47E3BBA}"/>
              </a:ext>
            </a:extLst>
          </p:cNvPr>
          <p:cNvSpPr>
            <a:spLocks noGrp="1"/>
          </p:cNvSpPr>
          <p:nvPr>
            <p:ph type="body" sz="quarter" idx="17"/>
          </p:nvPr>
        </p:nvSpPr>
        <p:spPr>
          <a:xfrm>
            <a:off x="81787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DC364825-0C99-1A6F-72FE-EBD3B38BDD14}"/>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1365561193"/>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Green_quot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EC243CC-3824-5807-3C69-6EEB0749E735}"/>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0" y="4629819"/>
            <a:ext cx="6134101" cy="881899"/>
          </a:xfrm>
          <a:prstGeom prst="rect">
            <a:avLst/>
          </a:prstGeom>
        </p:spPr>
      </p:pic>
      <p:pic>
        <p:nvPicPr>
          <p:cNvPr id="2" name="Picture 1">
            <a:extLst>
              <a:ext uri="{FF2B5EF4-FFF2-40B4-BE49-F238E27FC236}">
                <a16:creationId xmlns:a16="http://schemas.microsoft.com/office/drawing/2014/main" id="{480F448F-030F-0DD7-92C5-68D5DB7D0C9F}"/>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519112" y="613607"/>
            <a:ext cx="7772400" cy="3819361"/>
          </a:xfrm>
          <a:prstGeom prst="rect">
            <a:avLst/>
          </a:prstGeom>
        </p:spPr>
      </p:pic>
      <p:sp>
        <p:nvSpPr>
          <p:cNvPr id="10" name="Text Placeholder 6">
            <a:extLst>
              <a:ext uri="{FF2B5EF4-FFF2-40B4-BE49-F238E27FC236}">
                <a16:creationId xmlns:a16="http://schemas.microsoft.com/office/drawing/2014/main" id="{F7391170-BBCB-B41E-7EF3-11552AE09343}"/>
              </a:ext>
            </a:extLst>
          </p:cNvPr>
          <p:cNvSpPr>
            <a:spLocks noGrp="1"/>
          </p:cNvSpPr>
          <p:nvPr>
            <p:ph type="body" sz="quarter" idx="13"/>
          </p:nvPr>
        </p:nvSpPr>
        <p:spPr>
          <a:xfrm>
            <a:off x="952500" y="1130300"/>
            <a:ext cx="6756400" cy="2832100"/>
          </a:xfrm>
          <a:prstGeom prst="rect">
            <a:avLst/>
          </a:prstGeom>
        </p:spPr>
        <p:txBody>
          <a:bodyPr>
            <a:noAutofit/>
          </a:bodyPr>
          <a:lstStyle>
            <a:lvl1pPr marL="0" indent="0">
              <a:lnSpc>
                <a:spcPct val="100000"/>
              </a:lnSpc>
              <a:buNone/>
              <a:defRPr sz="2400" b="0"/>
            </a:lvl1pPr>
          </a:lstStyle>
          <a:p>
            <a:pPr lvl="0"/>
            <a:endParaRPr lang="en-US" dirty="0"/>
          </a:p>
        </p:txBody>
      </p:sp>
      <p:sp>
        <p:nvSpPr>
          <p:cNvPr id="11" name="Text Placeholder 6">
            <a:extLst>
              <a:ext uri="{FF2B5EF4-FFF2-40B4-BE49-F238E27FC236}">
                <a16:creationId xmlns:a16="http://schemas.microsoft.com/office/drawing/2014/main" id="{CC7E116B-D2FE-8029-F102-28482CED59B0}"/>
              </a:ext>
            </a:extLst>
          </p:cNvPr>
          <p:cNvSpPr>
            <a:spLocks noGrp="1"/>
          </p:cNvSpPr>
          <p:nvPr>
            <p:ph type="body" sz="quarter" idx="14" hasCustomPrompt="1"/>
          </p:nvPr>
        </p:nvSpPr>
        <p:spPr>
          <a:xfrm>
            <a:off x="952500" y="4759618"/>
            <a:ext cx="4686300" cy="622300"/>
          </a:xfrm>
          <a:prstGeom prst="rect">
            <a:avLst/>
          </a:prstGeom>
        </p:spPr>
        <p:txBody>
          <a:bodyPr anchor="ctr">
            <a:noAutofit/>
          </a:bodyPr>
          <a:lstStyle>
            <a:lvl1pPr marL="0" indent="0">
              <a:lnSpc>
                <a:spcPct val="100000"/>
              </a:lnSpc>
              <a:buNone/>
              <a:defRPr sz="1800" b="0" i="1">
                <a:latin typeface="+mn-lt"/>
              </a:defRPr>
            </a:lvl1pPr>
          </a:lstStyle>
          <a:p>
            <a:pPr lvl="0"/>
            <a:r>
              <a:rPr lang="en-US" dirty="0"/>
              <a:t>Click to add the author’s name</a:t>
            </a:r>
          </a:p>
        </p:txBody>
      </p:sp>
      <p:pic>
        <p:nvPicPr>
          <p:cNvPr id="5" name="Picture 4">
            <a:extLst>
              <a:ext uri="{FF2B5EF4-FFF2-40B4-BE49-F238E27FC236}">
                <a16:creationId xmlns:a16="http://schemas.microsoft.com/office/drawing/2014/main" id="{36002736-0B0C-97D2-6858-41E62A667891}"/>
              </a:ext>
              <a:ext uri="{C183D7F6-B498-43B3-948B-1728B52AA6E4}">
                <adec:decorative xmlns:adec="http://schemas.microsoft.com/office/drawing/2017/decorative" val="1"/>
              </a:ext>
            </a:extLst>
          </p:cNvPr>
          <p:cNvPicPr>
            <a:picLocks noChangeAspect="1"/>
          </p:cNvPicPr>
          <p:nvPr userDrawn="1"/>
        </p:nvPicPr>
        <p:blipFill>
          <a:blip r:embed="rId5">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2092895715"/>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Green_highlighted tex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276029AD-1D32-685F-3152-0516E45BE45D}"/>
              </a:ext>
            </a:extLst>
          </p:cNvPr>
          <p:cNvSpPr>
            <a:spLocks noGrp="1"/>
          </p:cNvSpPr>
          <p:nvPr>
            <p:ph type="body" sz="quarter" idx="13"/>
          </p:nvPr>
        </p:nvSpPr>
        <p:spPr>
          <a:xfrm>
            <a:off x="443921" y="1297173"/>
            <a:ext cx="6683265" cy="2131828"/>
          </a:xfrm>
          <a:prstGeom prst="rect">
            <a:avLst/>
          </a:prstGeom>
        </p:spPr>
        <p:txBody>
          <a:bodyPr>
            <a:noAutofit/>
          </a:bodyPr>
          <a:lstStyle>
            <a:lvl1pPr marL="0" indent="0">
              <a:lnSpc>
                <a:spcPct val="100000"/>
              </a:lnSpc>
              <a:buNone/>
              <a:defRPr sz="3600" b="1"/>
            </a:lvl1pPr>
          </a:lstStyle>
          <a:p>
            <a:pPr lvl="0"/>
            <a:endParaRPr lang="en-US" dirty="0"/>
          </a:p>
        </p:txBody>
      </p:sp>
      <p:pic>
        <p:nvPicPr>
          <p:cNvPr id="3" name="Picture 2">
            <a:extLst>
              <a:ext uri="{FF2B5EF4-FFF2-40B4-BE49-F238E27FC236}">
                <a16:creationId xmlns:a16="http://schemas.microsoft.com/office/drawing/2014/main" id="{34FE57C0-8EB6-2F8A-9E5B-3DC9F8E1DE5B}"/>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3044172282"/>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Green_lab">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3FD92BA1-52B2-AA53-5B3D-C6CCD294C7CB}"/>
              </a:ext>
            </a:extLst>
          </p:cNvPr>
          <p:cNvSpPr>
            <a:spLocks noGrp="1"/>
          </p:cNvSpPr>
          <p:nvPr>
            <p:ph type="ctrTitle"/>
          </p:nvPr>
        </p:nvSpPr>
        <p:spPr>
          <a:xfrm>
            <a:off x="443921" y="500194"/>
            <a:ext cx="6679721"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B4D0FF90-1989-0773-3311-86B459E9F2EA}"/>
              </a:ext>
            </a:extLst>
          </p:cNvPr>
          <p:cNvSpPr>
            <a:spLocks noGrp="1"/>
          </p:cNvSpPr>
          <p:nvPr>
            <p:ph type="body" sz="quarter" idx="13"/>
          </p:nvPr>
        </p:nvSpPr>
        <p:spPr>
          <a:xfrm>
            <a:off x="443921" y="1733108"/>
            <a:ext cx="6679721" cy="4061405"/>
          </a:xfrm>
          <a:prstGeom prst="rect">
            <a:avLst/>
          </a:prstGeom>
        </p:spPr>
        <p:txBody>
          <a:bodyPr>
            <a:noAutofit/>
          </a:bodyPr>
          <a:lstStyle>
            <a:lvl1pPr marL="0" indent="0">
              <a:lnSpc>
                <a:spcPct val="100000"/>
              </a:lnSpc>
              <a:buNone/>
              <a:defRPr sz="1800"/>
            </a:lvl1pPr>
          </a:lstStyle>
          <a:p>
            <a:pPr lvl="0"/>
            <a:endParaRPr lang="en-US" dirty="0"/>
          </a:p>
        </p:txBody>
      </p:sp>
      <p:pic>
        <p:nvPicPr>
          <p:cNvPr id="3" name="Picture 2">
            <a:extLst>
              <a:ext uri="{FF2B5EF4-FFF2-40B4-BE49-F238E27FC236}">
                <a16:creationId xmlns:a16="http://schemas.microsoft.com/office/drawing/2014/main" id="{14E64E92-AD3E-BA76-4490-B706C44AC3C4}"/>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3760372723"/>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Green_blank">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1">
            <a:extLst>
              <a:ext uri="{FF2B5EF4-FFF2-40B4-BE49-F238E27FC236}">
                <a16:creationId xmlns:a16="http://schemas.microsoft.com/office/drawing/2014/main" id="{592DAE0C-368F-9ED6-A0CD-43A480EF7AC2}"/>
              </a:ext>
            </a:extLst>
          </p:cNvPr>
          <p:cNvSpPr>
            <a:spLocks noGrp="1"/>
          </p:cNvSpPr>
          <p:nvPr>
            <p:ph type="ctrTitle"/>
          </p:nvPr>
        </p:nvSpPr>
        <p:spPr>
          <a:xfrm>
            <a:off x="443922" y="500194"/>
            <a:ext cx="11303577"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11" name="Content Placeholder 5">
            <a:extLst>
              <a:ext uri="{FF2B5EF4-FFF2-40B4-BE49-F238E27FC236}">
                <a16:creationId xmlns:a16="http://schemas.microsoft.com/office/drawing/2014/main" id="{36AE348E-DBD9-C0BD-924D-E8F93B34792E}"/>
              </a:ext>
            </a:extLst>
          </p:cNvPr>
          <p:cNvSpPr>
            <a:spLocks noGrp="1"/>
          </p:cNvSpPr>
          <p:nvPr>
            <p:ph sz="quarter" idx="4"/>
          </p:nvPr>
        </p:nvSpPr>
        <p:spPr>
          <a:xfrm>
            <a:off x="443922" y="1733108"/>
            <a:ext cx="11303578" cy="4348715"/>
          </a:xfrm>
          <a:prstGeom prst="rect">
            <a:avLst/>
          </a:prstGeom>
        </p:spPr>
        <p:txBody>
          <a:bodyPr/>
          <a:lstStyle>
            <a:lvl1pPr>
              <a:defRPr>
                <a:noFill/>
              </a:defRPr>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E5363842-446F-A21D-AB60-B1E5997B0E0C}"/>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62625303"/>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Green_break_final">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7DCAF6C-3019-6F70-2286-C5792C4363E8}"/>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Text Placeholder 6">
            <a:extLst>
              <a:ext uri="{FF2B5EF4-FFF2-40B4-BE49-F238E27FC236}">
                <a16:creationId xmlns:a16="http://schemas.microsoft.com/office/drawing/2014/main" id="{830D3FB5-8605-FDB1-1ABD-F61723E1CA2F}"/>
              </a:ext>
            </a:extLst>
          </p:cNvPr>
          <p:cNvSpPr>
            <a:spLocks noGrp="1"/>
          </p:cNvSpPr>
          <p:nvPr>
            <p:ph type="body" sz="quarter" idx="13"/>
          </p:nvPr>
        </p:nvSpPr>
        <p:spPr>
          <a:xfrm>
            <a:off x="1201479" y="1711845"/>
            <a:ext cx="5819073" cy="691114"/>
          </a:xfrm>
          <a:prstGeom prst="rect">
            <a:avLst/>
          </a:prstGeom>
        </p:spPr>
        <p:txBody>
          <a:bodyPr anchor="ctr">
            <a:noAutofit/>
          </a:bodyPr>
          <a:lstStyle>
            <a:lvl1pPr marL="0" indent="0">
              <a:lnSpc>
                <a:spcPct val="100000"/>
              </a:lnSpc>
              <a:buNone/>
              <a:defRPr sz="4400"/>
            </a:lvl1pPr>
          </a:lstStyle>
          <a:p>
            <a:pPr lvl="0"/>
            <a:endParaRPr lang="en-US" dirty="0"/>
          </a:p>
        </p:txBody>
      </p:sp>
      <p:sp>
        <p:nvSpPr>
          <p:cNvPr id="10" name="Text Placeholder 6">
            <a:extLst>
              <a:ext uri="{FF2B5EF4-FFF2-40B4-BE49-F238E27FC236}">
                <a16:creationId xmlns:a16="http://schemas.microsoft.com/office/drawing/2014/main" id="{D60CAB47-BCE7-4DDF-B78D-31A001A2F500}"/>
              </a:ext>
            </a:extLst>
          </p:cNvPr>
          <p:cNvSpPr>
            <a:spLocks noGrp="1"/>
          </p:cNvSpPr>
          <p:nvPr>
            <p:ph type="body" sz="quarter" idx="14"/>
          </p:nvPr>
        </p:nvSpPr>
        <p:spPr>
          <a:xfrm>
            <a:off x="1201479" y="2445487"/>
            <a:ext cx="7166344" cy="855189"/>
          </a:xfrm>
          <a:prstGeom prst="rect">
            <a:avLst/>
          </a:prstGeom>
        </p:spPr>
        <p:txBody>
          <a:bodyPr anchor="ctr">
            <a:noAutofit/>
          </a:bodyPr>
          <a:lstStyle>
            <a:lvl1pPr marL="0" indent="0">
              <a:lnSpc>
                <a:spcPct val="100000"/>
              </a:lnSpc>
              <a:buNone/>
              <a:defRPr sz="7200" b="1"/>
            </a:lvl1pPr>
          </a:lstStyle>
          <a:p>
            <a:pPr lvl="0"/>
            <a:endParaRPr lang="en-US" dirty="0"/>
          </a:p>
        </p:txBody>
      </p:sp>
      <p:pic>
        <p:nvPicPr>
          <p:cNvPr id="4" name="Picture 3">
            <a:extLst>
              <a:ext uri="{FF2B5EF4-FFF2-40B4-BE49-F238E27FC236}">
                <a16:creationId xmlns:a16="http://schemas.microsoft.com/office/drawing/2014/main" id="{C4EBBC7E-E4F7-506B-BF90-CAA82E820410}"/>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641472249"/>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B/W_text+imag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EB320CCE-0666-0F0C-7744-F081564DDA42}"/>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1">
            <a:extLst>
              <a:ext uri="{FF2B5EF4-FFF2-40B4-BE49-F238E27FC236}">
                <a16:creationId xmlns:a16="http://schemas.microsoft.com/office/drawing/2014/main" id="{CB52ED4D-1FD8-8A85-D9F2-130947E58313}"/>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3" name="Text Placeholder 6">
            <a:extLst>
              <a:ext uri="{FF2B5EF4-FFF2-40B4-BE49-F238E27FC236}">
                <a16:creationId xmlns:a16="http://schemas.microsoft.com/office/drawing/2014/main" id="{EA2B2ADB-E9C2-46B9-217D-95C46BD1C9B0}"/>
              </a:ext>
            </a:extLst>
          </p:cNvPr>
          <p:cNvSpPr>
            <a:spLocks noGrp="1"/>
          </p:cNvSpPr>
          <p:nvPr>
            <p:ph type="body" sz="quarter" idx="13"/>
          </p:nvPr>
        </p:nvSpPr>
        <p:spPr>
          <a:xfrm>
            <a:off x="443922" y="1733108"/>
            <a:ext cx="5744228" cy="4348715"/>
          </a:xfrm>
          <a:prstGeom prst="rect">
            <a:avLst/>
          </a:prstGeom>
        </p:spPr>
        <p:txBody>
          <a:bodyPr>
            <a:noAutofit/>
          </a:bodyPr>
          <a:lstStyle>
            <a:lvl1pPr marL="0" indent="0">
              <a:lnSpc>
                <a:spcPct val="100000"/>
              </a:lnSpc>
              <a:buNone/>
              <a:defRPr sz="1800"/>
            </a:lvl1pPr>
          </a:lstStyle>
          <a:p>
            <a:pPr lvl="0"/>
            <a:endParaRPr lang="en-US" dirty="0"/>
          </a:p>
        </p:txBody>
      </p:sp>
      <p:sp>
        <p:nvSpPr>
          <p:cNvPr id="13" name="Content Placeholder 5">
            <a:extLst>
              <a:ext uri="{FF2B5EF4-FFF2-40B4-BE49-F238E27FC236}">
                <a16:creationId xmlns:a16="http://schemas.microsoft.com/office/drawing/2014/main" id="{FC2D1BDC-8F98-CD0B-F342-F69276C053CA}"/>
              </a:ext>
            </a:extLst>
          </p:cNvPr>
          <p:cNvSpPr>
            <a:spLocks noGrp="1"/>
          </p:cNvSpPr>
          <p:nvPr>
            <p:ph sz="quarter" idx="4"/>
          </p:nvPr>
        </p:nvSpPr>
        <p:spPr>
          <a:xfrm>
            <a:off x="6659426" y="1733108"/>
            <a:ext cx="5532574" cy="4348715"/>
          </a:xfrm>
          <a:prstGeom prst="rect">
            <a:avLst/>
          </a:prstGeom>
        </p:spPr>
        <p:txBody>
          <a:bodyPr/>
          <a:lstStyle>
            <a:lvl1pPr>
              <a:defRPr>
                <a:noFill/>
              </a:defRPr>
            </a:lvl1pPr>
          </a:lstStyle>
          <a:p>
            <a:pPr lvl="0"/>
            <a:endParaRPr lang="en-US" dirty="0"/>
          </a:p>
        </p:txBody>
      </p:sp>
      <p:sp>
        <p:nvSpPr>
          <p:cNvPr id="2" name="Slide Number Placeholder 5">
            <a:extLst>
              <a:ext uri="{FF2B5EF4-FFF2-40B4-BE49-F238E27FC236}">
                <a16:creationId xmlns:a16="http://schemas.microsoft.com/office/drawing/2014/main" id="{8FBBDBF5-DBEB-9C3A-AA84-C6013F704FC0}"/>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66FDA6DA-A09B-E661-C701-83631A4422D0}"/>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694752249"/>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B/W_tex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365470D-A001-7E84-A761-67044DBA0BE6}"/>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4" name="Picture 3">
            <a:extLst>
              <a:ext uri="{FF2B5EF4-FFF2-40B4-BE49-F238E27FC236}">
                <a16:creationId xmlns:a16="http://schemas.microsoft.com/office/drawing/2014/main" id="{AB2C07A9-8BAB-F929-717A-24BD0BCB0D31}"/>
              </a:ext>
              <a:ext uri="{C183D7F6-B498-43B3-948B-1728B52AA6E4}">
                <adec:decorative xmlns:adec="http://schemas.microsoft.com/office/drawing/2017/decorative" val="1"/>
              </a:ext>
            </a:extLst>
          </p:cNvPr>
          <p:cNvPicPr>
            <a:picLocks noChangeAspect="1"/>
          </p:cNvPicPr>
          <p:nvPr userDrawn="1"/>
        </p:nvPicPr>
        <p:blipFill>
          <a:blip r:embed="rId2"/>
          <a:srcRect r="11695"/>
          <a:stretch/>
        </p:blipFill>
        <p:spPr>
          <a:xfrm>
            <a:off x="8961679" y="1733108"/>
            <a:ext cx="3230321" cy="4061405"/>
          </a:xfrm>
          <a:prstGeom prst="rect">
            <a:avLst/>
          </a:prstGeom>
        </p:spPr>
      </p:pic>
      <p:sp>
        <p:nvSpPr>
          <p:cNvPr id="2" name="Title 1">
            <a:extLst>
              <a:ext uri="{FF2B5EF4-FFF2-40B4-BE49-F238E27FC236}">
                <a16:creationId xmlns:a16="http://schemas.microsoft.com/office/drawing/2014/main" id="{52966104-3DE6-F072-0A88-D9D6777CD744}"/>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A94CA626-3C65-B748-140A-844B79E46FC4}"/>
              </a:ext>
            </a:extLst>
          </p:cNvPr>
          <p:cNvSpPr>
            <a:spLocks noGrp="1"/>
          </p:cNvSpPr>
          <p:nvPr>
            <p:ph type="body" sz="quarter" idx="14"/>
          </p:nvPr>
        </p:nvSpPr>
        <p:spPr>
          <a:xfrm>
            <a:off x="443921" y="1733108"/>
            <a:ext cx="7686287" cy="4061405"/>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DFB6E4D2-0D65-2FC1-182E-9DA3C208A6B2}"/>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515327403"/>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B/W_text_columns">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365470D-A001-7E84-A761-67044DBA0BE6}"/>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52966104-3DE6-F072-0A88-D9D6777CD744}"/>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A94CA626-3C65-B748-140A-844B79E46FC4}"/>
              </a:ext>
            </a:extLst>
          </p:cNvPr>
          <p:cNvSpPr>
            <a:spLocks noGrp="1"/>
          </p:cNvSpPr>
          <p:nvPr>
            <p:ph type="body" sz="quarter" idx="14"/>
          </p:nvPr>
        </p:nvSpPr>
        <p:spPr>
          <a:xfrm>
            <a:off x="443921" y="1733108"/>
            <a:ext cx="5135800" cy="4061405"/>
          </a:xfrm>
          <a:prstGeom prst="rect">
            <a:avLst/>
          </a:prstGeom>
        </p:spPr>
        <p:txBody>
          <a:bodyPr>
            <a:noAutofit/>
          </a:bodyPr>
          <a:lstStyle>
            <a:lvl1pPr marL="0" indent="0">
              <a:lnSpc>
                <a:spcPct val="100000"/>
              </a:lnSpc>
              <a:buNone/>
              <a:defRPr sz="1800"/>
            </a:lvl1pPr>
          </a:lstStyle>
          <a:p>
            <a:pPr lvl="0"/>
            <a:endParaRPr lang="en-US" dirty="0"/>
          </a:p>
        </p:txBody>
      </p:sp>
      <p:sp>
        <p:nvSpPr>
          <p:cNvPr id="13" name="Text Placeholder 6">
            <a:extLst>
              <a:ext uri="{FF2B5EF4-FFF2-40B4-BE49-F238E27FC236}">
                <a16:creationId xmlns:a16="http://schemas.microsoft.com/office/drawing/2014/main" id="{68E43A38-C814-1ECB-B0C2-350BCC4A5CC1}"/>
              </a:ext>
            </a:extLst>
          </p:cNvPr>
          <p:cNvSpPr>
            <a:spLocks noGrp="1"/>
          </p:cNvSpPr>
          <p:nvPr>
            <p:ph type="body" sz="quarter" idx="15"/>
          </p:nvPr>
        </p:nvSpPr>
        <p:spPr>
          <a:xfrm>
            <a:off x="6108121" y="1733108"/>
            <a:ext cx="5135800" cy="4061405"/>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F1008DA0-5295-D75C-0FE0-632E0C11E415}"/>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2281279855"/>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B/W_image+tex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ysClr val="windowText" lastClr="000000"/>
              </a:solidFill>
            </a:endParaRPr>
          </a:p>
        </p:txBody>
      </p:sp>
      <p:sp>
        <p:nvSpPr>
          <p:cNvPr id="4" name="Title 1">
            <a:extLst>
              <a:ext uri="{FF2B5EF4-FFF2-40B4-BE49-F238E27FC236}">
                <a16:creationId xmlns:a16="http://schemas.microsoft.com/office/drawing/2014/main" id="{592DAE0C-368F-9ED6-A0CD-43A480EF7AC2}"/>
              </a:ext>
            </a:extLst>
          </p:cNvPr>
          <p:cNvSpPr>
            <a:spLocks noGrp="1"/>
          </p:cNvSpPr>
          <p:nvPr>
            <p:ph type="ctrTitle"/>
          </p:nvPr>
        </p:nvSpPr>
        <p:spPr>
          <a:xfrm>
            <a:off x="443923" y="500194"/>
            <a:ext cx="10146106"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Content Placeholder 5">
            <a:extLst>
              <a:ext uri="{FF2B5EF4-FFF2-40B4-BE49-F238E27FC236}">
                <a16:creationId xmlns:a16="http://schemas.microsoft.com/office/drawing/2014/main" id="{D6AB3388-802E-7B9B-7386-5AF80CDF16CF}"/>
              </a:ext>
            </a:extLst>
          </p:cNvPr>
          <p:cNvSpPr>
            <a:spLocks noGrp="1"/>
          </p:cNvSpPr>
          <p:nvPr>
            <p:ph sz="quarter" idx="4"/>
          </p:nvPr>
        </p:nvSpPr>
        <p:spPr>
          <a:xfrm>
            <a:off x="443922" y="1788393"/>
            <a:ext cx="8062124" cy="4238146"/>
          </a:xfrm>
          <a:prstGeom prst="rect">
            <a:avLst/>
          </a:prstGeom>
        </p:spPr>
        <p:txBody>
          <a:bodyPr/>
          <a:lstStyle>
            <a:lvl1pPr>
              <a:defRPr>
                <a:noFill/>
              </a:defRPr>
            </a:lvl1pPr>
          </a:lstStyle>
          <a:p>
            <a:pPr lvl="0"/>
            <a:endParaRPr lang="en-US" dirty="0"/>
          </a:p>
        </p:txBody>
      </p:sp>
      <p:sp>
        <p:nvSpPr>
          <p:cNvPr id="7" name="Text Placeholder 6">
            <a:extLst>
              <a:ext uri="{FF2B5EF4-FFF2-40B4-BE49-F238E27FC236}">
                <a16:creationId xmlns:a16="http://schemas.microsoft.com/office/drawing/2014/main" id="{5473B3AC-AF7F-86D1-5DB4-7B53B835C9BE}"/>
              </a:ext>
            </a:extLst>
          </p:cNvPr>
          <p:cNvSpPr>
            <a:spLocks noGrp="1"/>
          </p:cNvSpPr>
          <p:nvPr>
            <p:ph type="body" sz="quarter" idx="14"/>
          </p:nvPr>
        </p:nvSpPr>
        <p:spPr>
          <a:xfrm>
            <a:off x="8506047" y="3514506"/>
            <a:ext cx="3685953" cy="785919"/>
          </a:xfrm>
          <a:prstGeom prst="rect">
            <a:avLst/>
          </a:prstGeom>
          <a:solidFill>
            <a:srgbClr val="5F5F5F"/>
          </a:solidFill>
        </p:spPr>
        <p:txBody>
          <a:bodyPr lIns="288000" tIns="251999" rIns="288000" bIns="251999" anchor="ctr">
            <a:spAutoFit/>
          </a:bodyPr>
          <a:lstStyle>
            <a:lvl1pPr marL="0" indent="0">
              <a:lnSpc>
                <a:spcPct val="100000"/>
              </a:lnSpc>
              <a:buNone/>
              <a:defRPr sz="1800">
                <a:solidFill>
                  <a:schemeClr val="bg1"/>
                </a:solidFill>
              </a:defRPr>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9B49F0CE-684B-DB8B-145F-C329BD62D358}"/>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3206381469"/>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userDrawn="1">
  <p:cSld name="B/W_icons+tex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a:extLst>
              <a:ext uri="{FF2B5EF4-FFF2-40B4-BE49-F238E27FC236}">
                <a16:creationId xmlns:a16="http://schemas.microsoft.com/office/drawing/2014/main" id="{B4F93977-4867-A718-5684-B7AE0372295F}"/>
              </a:ext>
              <a:ext uri="{C183D7F6-B498-43B3-948B-1728B52AA6E4}">
                <adec:decorative xmlns:adec="http://schemas.microsoft.com/office/drawing/2017/decorative" val="1"/>
              </a:ext>
            </a:extLst>
          </p:cNvPr>
          <p:cNvSpPr/>
          <p:nvPr userDrawn="1"/>
        </p:nvSpPr>
        <p:spPr>
          <a:xfrm>
            <a:off x="0" y="1892300"/>
            <a:ext cx="12192000" cy="3810000"/>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1">
            <a:extLst>
              <a:ext uri="{FF2B5EF4-FFF2-40B4-BE49-F238E27FC236}">
                <a16:creationId xmlns:a16="http://schemas.microsoft.com/office/drawing/2014/main" id="{592DAE0C-368F-9ED6-A0CD-43A480EF7AC2}"/>
              </a:ext>
            </a:extLst>
          </p:cNvPr>
          <p:cNvSpPr>
            <a:spLocks noGrp="1"/>
          </p:cNvSpPr>
          <p:nvPr>
            <p:ph type="ctrTitle"/>
          </p:nvPr>
        </p:nvSpPr>
        <p:spPr>
          <a:xfrm>
            <a:off x="443923" y="500194"/>
            <a:ext cx="10146106"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15" name="Content Placeholder 5">
            <a:extLst>
              <a:ext uri="{FF2B5EF4-FFF2-40B4-BE49-F238E27FC236}">
                <a16:creationId xmlns:a16="http://schemas.microsoft.com/office/drawing/2014/main" id="{C8650218-E8C4-B267-B89C-CD94E6AC1DF7}"/>
              </a:ext>
            </a:extLst>
          </p:cNvPr>
          <p:cNvSpPr>
            <a:spLocks noGrp="1"/>
          </p:cNvSpPr>
          <p:nvPr>
            <p:ph sz="quarter" idx="4"/>
          </p:nvPr>
        </p:nvSpPr>
        <p:spPr>
          <a:xfrm>
            <a:off x="698499" y="2336800"/>
            <a:ext cx="927102" cy="838201"/>
          </a:xfrm>
          <a:prstGeom prst="rect">
            <a:avLst/>
          </a:prstGeom>
        </p:spPr>
        <p:txBody>
          <a:bodyPr/>
          <a:lstStyle>
            <a:lvl1pPr>
              <a:defRPr>
                <a:noFill/>
              </a:defRPr>
            </a:lvl1pPr>
          </a:lstStyle>
          <a:p>
            <a:pPr lvl="0"/>
            <a:endParaRPr lang="en-US" dirty="0"/>
          </a:p>
        </p:txBody>
      </p:sp>
      <p:sp>
        <p:nvSpPr>
          <p:cNvPr id="12" name="Text Placeholder 6">
            <a:extLst>
              <a:ext uri="{FF2B5EF4-FFF2-40B4-BE49-F238E27FC236}">
                <a16:creationId xmlns:a16="http://schemas.microsoft.com/office/drawing/2014/main" id="{2BFAE9F9-5429-CFF8-597C-34C1D92EB77C}"/>
              </a:ext>
            </a:extLst>
          </p:cNvPr>
          <p:cNvSpPr>
            <a:spLocks noGrp="1"/>
          </p:cNvSpPr>
          <p:nvPr>
            <p:ph type="body" sz="quarter" idx="14"/>
          </p:nvPr>
        </p:nvSpPr>
        <p:spPr>
          <a:xfrm>
            <a:off x="6984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23" name="Content Placeholder 5">
            <a:extLst>
              <a:ext uri="{FF2B5EF4-FFF2-40B4-BE49-F238E27FC236}">
                <a16:creationId xmlns:a16="http://schemas.microsoft.com/office/drawing/2014/main" id="{2ECB421E-ABC7-A07A-7FBD-08786784AF10}"/>
              </a:ext>
            </a:extLst>
          </p:cNvPr>
          <p:cNvSpPr>
            <a:spLocks noGrp="1"/>
          </p:cNvSpPr>
          <p:nvPr>
            <p:ph sz="quarter" idx="16"/>
          </p:nvPr>
        </p:nvSpPr>
        <p:spPr>
          <a:xfrm>
            <a:off x="4432299" y="2336800"/>
            <a:ext cx="927102" cy="838201"/>
          </a:xfrm>
          <a:prstGeom prst="rect">
            <a:avLst/>
          </a:prstGeom>
        </p:spPr>
        <p:txBody>
          <a:bodyPr/>
          <a:lstStyle>
            <a:lvl1pPr>
              <a:defRPr>
                <a:noFill/>
              </a:defRPr>
            </a:lvl1pPr>
          </a:lstStyle>
          <a:p>
            <a:pPr lvl="0"/>
            <a:endParaRPr lang="en-US" dirty="0"/>
          </a:p>
        </p:txBody>
      </p:sp>
      <p:sp>
        <p:nvSpPr>
          <p:cNvPr id="22" name="Text Placeholder 6">
            <a:extLst>
              <a:ext uri="{FF2B5EF4-FFF2-40B4-BE49-F238E27FC236}">
                <a16:creationId xmlns:a16="http://schemas.microsoft.com/office/drawing/2014/main" id="{C9428658-31AB-5478-AB9C-2332ED08CF85}"/>
              </a:ext>
            </a:extLst>
          </p:cNvPr>
          <p:cNvSpPr>
            <a:spLocks noGrp="1"/>
          </p:cNvSpPr>
          <p:nvPr>
            <p:ph type="body" sz="quarter" idx="15"/>
          </p:nvPr>
        </p:nvSpPr>
        <p:spPr>
          <a:xfrm>
            <a:off x="44322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25" name="Content Placeholder 5">
            <a:extLst>
              <a:ext uri="{FF2B5EF4-FFF2-40B4-BE49-F238E27FC236}">
                <a16:creationId xmlns:a16="http://schemas.microsoft.com/office/drawing/2014/main" id="{58E79EAA-5AB5-1EC9-B4AE-C198BEE38B2F}"/>
              </a:ext>
            </a:extLst>
          </p:cNvPr>
          <p:cNvSpPr>
            <a:spLocks noGrp="1"/>
          </p:cNvSpPr>
          <p:nvPr>
            <p:ph sz="quarter" idx="18"/>
          </p:nvPr>
        </p:nvSpPr>
        <p:spPr>
          <a:xfrm>
            <a:off x="8178799" y="2336800"/>
            <a:ext cx="927102" cy="838201"/>
          </a:xfrm>
          <a:prstGeom prst="rect">
            <a:avLst/>
          </a:prstGeom>
        </p:spPr>
        <p:txBody>
          <a:bodyPr/>
          <a:lstStyle>
            <a:lvl1pPr>
              <a:defRPr>
                <a:noFill/>
              </a:defRPr>
            </a:lvl1pPr>
          </a:lstStyle>
          <a:p>
            <a:pPr lvl="0"/>
            <a:endParaRPr lang="en-US" dirty="0"/>
          </a:p>
        </p:txBody>
      </p:sp>
      <p:sp>
        <p:nvSpPr>
          <p:cNvPr id="24" name="Text Placeholder 6">
            <a:extLst>
              <a:ext uri="{FF2B5EF4-FFF2-40B4-BE49-F238E27FC236}">
                <a16:creationId xmlns:a16="http://schemas.microsoft.com/office/drawing/2014/main" id="{CE4CF326-14CF-E04A-03AF-3867D47E3BBA}"/>
              </a:ext>
            </a:extLst>
          </p:cNvPr>
          <p:cNvSpPr>
            <a:spLocks noGrp="1"/>
          </p:cNvSpPr>
          <p:nvPr>
            <p:ph type="body" sz="quarter" idx="17"/>
          </p:nvPr>
        </p:nvSpPr>
        <p:spPr>
          <a:xfrm>
            <a:off x="81787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24E39C6B-D41F-5AD8-64AA-312B1C2E4368}"/>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858242704"/>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userDrawn="1">
  <p:cSld name="B/W_quot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DCCA076-EDFD-D91F-15A9-688C5B091555}"/>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519112" y="613607"/>
            <a:ext cx="7772400" cy="3819361"/>
          </a:xfrm>
          <a:prstGeom prst="rect">
            <a:avLst/>
          </a:prstGeom>
        </p:spPr>
      </p:pic>
      <p:pic>
        <p:nvPicPr>
          <p:cNvPr id="3" name="Picture 2">
            <a:extLst>
              <a:ext uri="{FF2B5EF4-FFF2-40B4-BE49-F238E27FC236}">
                <a16:creationId xmlns:a16="http://schemas.microsoft.com/office/drawing/2014/main" id="{E343ED6A-BB5E-C793-4091-0F75D5BF67CD}"/>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0" y="4629819"/>
            <a:ext cx="6134101" cy="881899"/>
          </a:xfrm>
          <a:prstGeom prst="rect">
            <a:avLst/>
          </a:prstGeom>
        </p:spPr>
      </p:pic>
      <p:sp>
        <p:nvSpPr>
          <p:cNvPr id="10" name="Text Placeholder 6">
            <a:extLst>
              <a:ext uri="{FF2B5EF4-FFF2-40B4-BE49-F238E27FC236}">
                <a16:creationId xmlns:a16="http://schemas.microsoft.com/office/drawing/2014/main" id="{F7391170-BBCB-B41E-7EF3-11552AE09343}"/>
              </a:ext>
            </a:extLst>
          </p:cNvPr>
          <p:cNvSpPr>
            <a:spLocks noGrp="1"/>
          </p:cNvSpPr>
          <p:nvPr>
            <p:ph type="body" sz="quarter" idx="13"/>
          </p:nvPr>
        </p:nvSpPr>
        <p:spPr>
          <a:xfrm>
            <a:off x="952500" y="1130300"/>
            <a:ext cx="6756400" cy="2832100"/>
          </a:xfrm>
          <a:prstGeom prst="rect">
            <a:avLst/>
          </a:prstGeom>
        </p:spPr>
        <p:txBody>
          <a:bodyPr>
            <a:noAutofit/>
          </a:bodyPr>
          <a:lstStyle>
            <a:lvl1pPr marL="0" indent="0">
              <a:lnSpc>
                <a:spcPct val="100000"/>
              </a:lnSpc>
              <a:buNone/>
              <a:defRPr sz="2400" b="0"/>
            </a:lvl1pPr>
          </a:lstStyle>
          <a:p>
            <a:pPr lvl="0"/>
            <a:endParaRPr lang="en-US" dirty="0"/>
          </a:p>
        </p:txBody>
      </p:sp>
      <p:sp>
        <p:nvSpPr>
          <p:cNvPr id="11" name="Text Placeholder 6">
            <a:extLst>
              <a:ext uri="{FF2B5EF4-FFF2-40B4-BE49-F238E27FC236}">
                <a16:creationId xmlns:a16="http://schemas.microsoft.com/office/drawing/2014/main" id="{CC7E116B-D2FE-8029-F102-28482CED59B0}"/>
              </a:ext>
            </a:extLst>
          </p:cNvPr>
          <p:cNvSpPr>
            <a:spLocks noGrp="1"/>
          </p:cNvSpPr>
          <p:nvPr>
            <p:ph type="body" sz="quarter" idx="14" hasCustomPrompt="1"/>
          </p:nvPr>
        </p:nvSpPr>
        <p:spPr>
          <a:xfrm>
            <a:off x="952500" y="4759618"/>
            <a:ext cx="4686300" cy="622300"/>
          </a:xfrm>
          <a:prstGeom prst="rect">
            <a:avLst/>
          </a:prstGeom>
        </p:spPr>
        <p:txBody>
          <a:bodyPr anchor="ctr">
            <a:noAutofit/>
          </a:bodyPr>
          <a:lstStyle>
            <a:lvl1pPr marL="0" indent="0">
              <a:lnSpc>
                <a:spcPct val="100000"/>
              </a:lnSpc>
              <a:buNone/>
              <a:defRPr sz="1800" b="0" i="1">
                <a:latin typeface="+mn-lt"/>
              </a:defRPr>
            </a:lvl1pPr>
          </a:lstStyle>
          <a:p>
            <a:pPr lvl="0"/>
            <a:r>
              <a:rPr lang="en-US" dirty="0"/>
              <a:t>Click to add the author’s name</a:t>
            </a:r>
          </a:p>
        </p:txBody>
      </p:sp>
      <p:pic>
        <p:nvPicPr>
          <p:cNvPr id="4" name="Picture 3">
            <a:extLst>
              <a:ext uri="{FF2B5EF4-FFF2-40B4-BE49-F238E27FC236}">
                <a16:creationId xmlns:a16="http://schemas.microsoft.com/office/drawing/2014/main" id="{9638542B-692B-0B4A-EA75-7BC9459A2E46}"/>
              </a:ext>
              <a:ext uri="{C183D7F6-B498-43B3-948B-1728B52AA6E4}">
                <adec:decorative xmlns:adec="http://schemas.microsoft.com/office/drawing/2017/decorative" val="1"/>
              </a:ext>
            </a:extLst>
          </p:cNvPr>
          <p:cNvPicPr>
            <a:picLocks noChangeAspect="1"/>
          </p:cNvPicPr>
          <p:nvPr userDrawn="1"/>
        </p:nvPicPr>
        <p:blipFill>
          <a:blip r:embed="rId5">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566990121"/>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userDrawn="1">
  <p:cSld name="B/W_highlighted tex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276029AD-1D32-685F-3152-0516E45BE45D}"/>
              </a:ext>
            </a:extLst>
          </p:cNvPr>
          <p:cNvSpPr>
            <a:spLocks noGrp="1"/>
          </p:cNvSpPr>
          <p:nvPr>
            <p:ph type="body" sz="quarter" idx="13"/>
          </p:nvPr>
        </p:nvSpPr>
        <p:spPr>
          <a:xfrm>
            <a:off x="443921" y="1297173"/>
            <a:ext cx="6683265" cy="2131828"/>
          </a:xfrm>
          <a:prstGeom prst="rect">
            <a:avLst/>
          </a:prstGeom>
        </p:spPr>
        <p:txBody>
          <a:bodyPr>
            <a:noAutofit/>
          </a:bodyPr>
          <a:lstStyle>
            <a:lvl1pPr marL="0" indent="0">
              <a:lnSpc>
                <a:spcPct val="100000"/>
              </a:lnSpc>
              <a:buNone/>
              <a:defRPr sz="3600" b="1"/>
            </a:lvl1pPr>
          </a:lstStyle>
          <a:p>
            <a:pPr lvl="0"/>
            <a:endParaRPr lang="en-US" dirty="0"/>
          </a:p>
        </p:txBody>
      </p:sp>
      <p:pic>
        <p:nvPicPr>
          <p:cNvPr id="3" name="Picture 2">
            <a:extLst>
              <a:ext uri="{FF2B5EF4-FFF2-40B4-BE49-F238E27FC236}">
                <a16:creationId xmlns:a16="http://schemas.microsoft.com/office/drawing/2014/main" id="{A4F6843B-CBB4-1F01-0AEC-1BDA76C02CE0}"/>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1521418134"/>
      </p:ext>
    </p:extLst>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userDrawn="1">
  <p:cSld name="B/W_lab">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3FD92BA1-52B2-AA53-5B3D-C6CCD294C7CB}"/>
              </a:ext>
            </a:extLst>
          </p:cNvPr>
          <p:cNvSpPr>
            <a:spLocks noGrp="1"/>
          </p:cNvSpPr>
          <p:nvPr>
            <p:ph type="ctrTitle"/>
          </p:nvPr>
        </p:nvSpPr>
        <p:spPr>
          <a:xfrm>
            <a:off x="443921" y="500194"/>
            <a:ext cx="6679721"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B4D0FF90-1989-0773-3311-86B459E9F2EA}"/>
              </a:ext>
            </a:extLst>
          </p:cNvPr>
          <p:cNvSpPr>
            <a:spLocks noGrp="1"/>
          </p:cNvSpPr>
          <p:nvPr>
            <p:ph type="body" sz="quarter" idx="13"/>
          </p:nvPr>
        </p:nvSpPr>
        <p:spPr>
          <a:xfrm>
            <a:off x="443921" y="1733108"/>
            <a:ext cx="6679721" cy="4061405"/>
          </a:xfrm>
          <a:prstGeom prst="rect">
            <a:avLst/>
          </a:prstGeom>
        </p:spPr>
        <p:txBody>
          <a:bodyPr>
            <a:noAutofit/>
          </a:bodyPr>
          <a:lstStyle>
            <a:lvl1pPr marL="0" indent="0">
              <a:lnSpc>
                <a:spcPct val="100000"/>
              </a:lnSpc>
              <a:buNone/>
              <a:defRPr sz="1800"/>
            </a:lvl1pPr>
          </a:lstStyle>
          <a:p>
            <a:pPr lvl="0"/>
            <a:endParaRPr lang="en-US" dirty="0"/>
          </a:p>
        </p:txBody>
      </p:sp>
      <p:pic>
        <p:nvPicPr>
          <p:cNvPr id="3" name="Picture 2">
            <a:extLst>
              <a:ext uri="{FF2B5EF4-FFF2-40B4-BE49-F238E27FC236}">
                <a16:creationId xmlns:a16="http://schemas.microsoft.com/office/drawing/2014/main" id="{C6084BB7-FD33-E999-BB00-95C0B46F38A2}"/>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3554539864"/>
      </p:ext>
    </p:extLst>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userDrawn="1">
  <p:cSld name="B/W_blank">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1">
            <a:extLst>
              <a:ext uri="{FF2B5EF4-FFF2-40B4-BE49-F238E27FC236}">
                <a16:creationId xmlns:a16="http://schemas.microsoft.com/office/drawing/2014/main" id="{592DAE0C-368F-9ED6-A0CD-43A480EF7AC2}"/>
              </a:ext>
            </a:extLst>
          </p:cNvPr>
          <p:cNvSpPr>
            <a:spLocks noGrp="1"/>
          </p:cNvSpPr>
          <p:nvPr>
            <p:ph type="ctrTitle"/>
          </p:nvPr>
        </p:nvSpPr>
        <p:spPr>
          <a:xfrm>
            <a:off x="443922" y="500194"/>
            <a:ext cx="11303577"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11" name="Content Placeholder 5">
            <a:extLst>
              <a:ext uri="{FF2B5EF4-FFF2-40B4-BE49-F238E27FC236}">
                <a16:creationId xmlns:a16="http://schemas.microsoft.com/office/drawing/2014/main" id="{36AE348E-DBD9-C0BD-924D-E8F93B34792E}"/>
              </a:ext>
            </a:extLst>
          </p:cNvPr>
          <p:cNvSpPr>
            <a:spLocks noGrp="1"/>
          </p:cNvSpPr>
          <p:nvPr>
            <p:ph sz="quarter" idx="4"/>
          </p:nvPr>
        </p:nvSpPr>
        <p:spPr>
          <a:xfrm>
            <a:off x="443922" y="1733108"/>
            <a:ext cx="11303578" cy="4348715"/>
          </a:xfrm>
          <a:prstGeom prst="rect">
            <a:avLst/>
          </a:prstGeom>
        </p:spPr>
        <p:txBody>
          <a:bodyPr/>
          <a:lstStyle>
            <a:lvl1pPr>
              <a:defRPr>
                <a:noFill/>
              </a:defRPr>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F87CA38A-68D0-CAE1-B333-86E612110393}"/>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1535250739"/>
      </p:ext>
    </p:extLst>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userDrawn="1">
  <p:cSld name="B/W_break_final">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Text Placeholder 6">
            <a:extLst>
              <a:ext uri="{FF2B5EF4-FFF2-40B4-BE49-F238E27FC236}">
                <a16:creationId xmlns:a16="http://schemas.microsoft.com/office/drawing/2014/main" id="{830D3FB5-8605-FDB1-1ABD-F61723E1CA2F}"/>
              </a:ext>
            </a:extLst>
          </p:cNvPr>
          <p:cNvSpPr>
            <a:spLocks noGrp="1"/>
          </p:cNvSpPr>
          <p:nvPr>
            <p:ph type="body" sz="quarter" idx="13"/>
          </p:nvPr>
        </p:nvSpPr>
        <p:spPr>
          <a:xfrm>
            <a:off x="1201479" y="1711845"/>
            <a:ext cx="5819073" cy="691114"/>
          </a:xfrm>
          <a:prstGeom prst="rect">
            <a:avLst/>
          </a:prstGeom>
        </p:spPr>
        <p:txBody>
          <a:bodyPr anchor="ctr">
            <a:noAutofit/>
          </a:bodyPr>
          <a:lstStyle>
            <a:lvl1pPr marL="0" indent="0">
              <a:lnSpc>
                <a:spcPct val="100000"/>
              </a:lnSpc>
              <a:buNone/>
              <a:defRPr sz="4400"/>
            </a:lvl1pPr>
          </a:lstStyle>
          <a:p>
            <a:pPr lvl="0"/>
            <a:endParaRPr lang="en-US" dirty="0"/>
          </a:p>
        </p:txBody>
      </p:sp>
      <p:sp>
        <p:nvSpPr>
          <p:cNvPr id="10" name="Text Placeholder 6">
            <a:extLst>
              <a:ext uri="{FF2B5EF4-FFF2-40B4-BE49-F238E27FC236}">
                <a16:creationId xmlns:a16="http://schemas.microsoft.com/office/drawing/2014/main" id="{D60CAB47-BCE7-4DDF-B78D-31A001A2F500}"/>
              </a:ext>
            </a:extLst>
          </p:cNvPr>
          <p:cNvSpPr>
            <a:spLocks noGrp="1"/>
          </p:cNvSpPr>
          <p:nvPr>
            <p:ph type="body" sz="quarter" idx="14"/>
          </p:nvPr>
        </p:nvSpPr>
        <p:spPr>
          <a:xfrm>
            <a:off x="1201479" y="2445487"/>
            <a:ext cx="7166344" cy="855189"/>
          </a:xfrm>
          <a:prstGeom prst="rect">
            <a:avLst/>
          </a:prstGeom>
        </p:spPr>
        <p:txBody>
          <a:bodyPr anchor="ctr">
            <a:noAutofit/>
          </a:bodyPr>
          <a:lstStyle>
            <a:lvl1pPr marL="0" indent="0">
              <a:lnSpc>
                <a:spcPct val="100000"/>
              </a:lnSpc>
              <a:buNone/>
              <a:defRPr sz="7200" b="1"/>
            </a:lvl1pPr>
          </a:lstStyle>
          <a:p>
            <a:pPr lvl="0"/>
            <a:endParaRPr lang="en-US" dirty="0"/>
          </a:p>
        </p:txBody>
      </p:sp>
      <p:sp>
        <p:nvSpPr>
          <p:cNvPr id="2" name="Rectangle 1">
            <a:extLst>
              <a:ext uri="{FF2B5EF4-FFF2-40B4-BE49-F238E27FC236}">
                <a16:creationId xmlns:a16="http://schemas.microsoft.com/office/drawing/2014/main" id="{67DCAF6C-3019-6F70-2286-C5792C4363E8}"/>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4" name="Picture 3">
            <a:extLst>
              <a:ext uri="{FF2B5EF4-FFF2-40B4-BE49-F238E27FC236}">
                <a16:creationId xmlns:a16="http://schemas.microsoft.com/office/drawing/2014/main" id="{E21EB1F4-036A-EB96-EB90-23B4F28871BA}"/>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2421692947"/>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3.xml"/><Relationship Id="rId13" Type="http://schemas.openxmlformats.org/officeDocument/2006/relationships/slideLayout" Target="../slideLayouts/slideLayout18.xml"/><Relationship Id="rId3" Type="http://schemas.openxmlformats.org/officeDocument/2006/relationships/slideLayout" Target="../slideLayouts/slideLayout8.xml"/><Relationship Id="rId7" Type="http://schemas.openxmlformats.org/officeDocument/2006/relationships/slideLayout" Target="../slideLayouts/slideLayout12.xml"/><Relationship Id="rId12" Type="http://schemas.openxmlformats.org/officeDocument/2006/relationships/slideLayout" Target="../slideLayouts/slideLayout17.xml"/><Relationship Id="rId2" Type="http://schemas.openxmlformats.org/officeDocument/2006/relationships/slideLayout" Target="../slideLayouts/slideLayout7.xml"/><Relationship Id="rId1" Type="http://schemas.openxmlformats.org/officeDocument/2006/relationships/slideLayout" Target="../slideLayouts/slideLayout6.xml"/><Relationship Id="rId6" Type="http://schemas.openxmlformats.org/officeDocument/2006/relationships/slideLayout" Target="../slideLayouts/slideLayout11.xml"/><Relationship Id="rId11" Type="http://schemas.openxmlformats.org/officeDocument/2006/relationships/slideLayout" Target="../slideLayouts/slideLayout16.xml"/><Relationship Id="rId5" Type="http://schemas.openxmlformats.org/officeDocument/2006/relationships/slideLayout" Target="../slideLayouts/slideLayout10.xml"/><Relationship Id="rId15" Type="http://schemas.openxmlformats.org/officeDocument/2006/relationships/theme" Target="../theme/theme2.xml"/><Relationship Id="rId10" Type="http://schemas.openxmlformats.org/officeDocument/2006/relationships/slideLayout" Target="../slideLayouts/slideLayout15.xml"/><Relationship Id="rId4" Type="http://schemas.openxmlformats.org/officeDocument/2006/relationships/slideLayout" Target="../slideLayouts/slideLayout9.xml"/><Relationship Id="rId9" Type="http://schemas.openxmlformats.org/officeDocument/2006/relationships/slideLayout" Target="../slideLayouts/slideLayout14.xml"/><Relationship Id="rId14" Type="http://schemas.openxmlformats.org/officeDocument/2006/relationships/slideLayout" Target="../slideLayouts/slideLayout19.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7.xml"/><Relationship Id="rId3" Type="http://schemas.openxmlformats.org/officeDocument/2006/relationships/slideLayout" Target="../slideLayouts/slideLayout22.xml"/><Relationship Id="rId7" Type="http://schemas.openxmlformats.org/officeDocument/2006/relationships/slideLayout" Target="../slideLayouts/slideLayout26.xml"/><Relationship Id="rId12" Type="http://schemas.openxmlformats.org/officeDocument/2006/relationships/image" Target="../media/image27.png"/><Relationship Id="rId2" Type="http://schemas.openxmlformats.org/officeDocument/2006/relationships/slideLayout" Target="../slideLayouts/slideLayout21.xml"/><Relationship Id="rId1" Type="http://schemas.openxmlformats.org/officeDocument/2006/relationships/slideLayout" Target="../slideLayouts/slideLayout20.xml"/><Relationship Id="rId6" Type="http://schemas.openxmlformats.org/officeDocument/2006/relationships/slideLayout" Target="../slideLayouts/slideLayout25.xml"/><Relationship Id="rId11" Type="http://schemas.openxmlformats.org/officeDocument/2006/relationships/theme" Target="../theme/theme3.xml"/><Relationship Id="rId5" Type="http://schemas.openxmlformats.org/officeDocument/2006/relationships/slideLayout" Target="../slideLayouts/slideLayout24.xml"/><Relationship Id="rId10" Type="http://schemas.openxmlformats.org/officeDocument/2006/relationships/slideLayout" Target="../slideLayouts/slideLayout29.xml"/><Relationship Id="rId4" Type="http://schemas.openxmlformats.org/officeDocument/2006/relationships/slideLayout" Target="../slideLayouts/slideLayout23.xml"/><Relationship Id="rId9" Type="http://schemas.openxmlformats.org/officeDocument/2006/relationships/slideLayout" Target="../slideLayouts/slideLayout28.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37.xml"/><Relationship Id="rId3" Type="http://schemas.openxmlformats.org/officeDocument/2006/relationships/slideLayout" Target="../slideLayouts/slideLayout32.xml"/><Relationship Id="rId7" Type="http://schemas.openxmlformats.org/officeDocument/2006/relationships/slideLayout" Target="../slideLayouts/slideLayout36.xml"/><Relationship Id="rId12" Type="http://schemas.openxmlformats.org/officeDocument/2006/relationships/image" Target="../media/image27.png"/><Relationship Id="rId2" Type="http://schemas.openxmlformats.org/officeDocument/2006/relationships/slideLayout" Target="../slideLayouts/slideLayout31.xml"/><Relationship Id="rId1" Type="http://schemas.openxmlformats.org/officeDocument/2006/relationships/slideLayout" Target="../slideLayouts/slideLayout30.xml"/><Relationship Id="rId6" Type="http://schemas.openxmlformats.org/officeDocument/2006/relationships/slideLayout" Target="../slideLayouts/slideLayout35.xml"/><Relationship Id="rId11" Type="http://schemas.openxmlformats.org/officeDocument/2006/relationships/theme" Target="../theme/theme4.xml"/><Relationship Id="rId5" Type="http://schemas.openxmlformats.org/officeDocument/2006/relationships/slideLayout" Target="../slideLayouts/slideLayout34.xml"/><Relationship Id="rId10" Type="http://schemas.openxmlformats.org/officeDocument/2006/relationships/slideLayout" Target="../slideLayouts/slideLayout39.xml"/><Relationship Id="rId4" Type="http://schemas.openxmlformats.org/officeDocument/2006/relationships/slideLayout" Target="../slideLayouts/slideLayout33.xml"/><Relationship Id="rId9" Type="http://schemas.openxmlformats.org/officeDocument/2006/relationships/slideLayout" Target="../slideLayouts/slideLayout38.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47.xml"/><Relationship Id="rId3" Type="http://schemas.openxmlformats.org/officeDocument/2006/relationships/slideLayout" Target="../slideLayouts/slideLayout42.xml"/><Relationship Id="rId7" Type="http://schemas.openxmlformats.org/officeDocument/2006/relationships/slideLayout" Target="../slideLayouts/slideLayout46.xml"/><Relationship Id="rId12" Type="http://schemas.openxmlformats.org/officeDocument/2006/relationships/image" Target="../media/image27.png"/><Relationship Id="rId2" Type="http://schemas.openxmlformats.org/officeDocument/2006/relationships/slideLayout" Target="../slideLayouts/slideLayout41.xml"/><Relationship Id="rId1" Type="http://schemas.openxmlformats.org/officeDocument/2006/relationships/slideLayout" Target="../slideLayouts/slideLayout40.xml"/><Relationship Id="rId6" Type="http://schemas.openxmlformats.org/officeDocument/2006/relationships/slideLayout" Target="../slideLayouts/slideLayout45.xml"/><Relationship Id="rId11" Type="http://schemas.openxmlformats.org/officeDocument/2006/relationships/theme" Target="../theme/theme5.xml"/><Relationship Id="rId5" Type="http://schemas.openxmlformats.org/officeDocument/2006/relationships/slideLayout" Target="../slideLayouts/slideLayout44.xml"/><Relationship Id="rId10" Type="http://schemas.openxmlformats.org/officeDocument/2006/relationships/slideLayout" Target="../slideLayouts/slideLayout49.xml"/><Relationship Id="rId4" Type="http://schemas.openxmlformats.org/officeDocument/2006/relationships/slideLayout" Target="../slideLayouts/slideLayout43.xml"/><Relationship Id="rId9" Type="http://schemas.openxmlformats.org/officeDocument/2006/relationships/slideLayout" Target="../slideLayouts/slideLayout48.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57.xml"/><Relationship Id="rId3" Type="http://schemas.openxmlformats.org/officeDocument/2006/relationships/slideLayout" Target="../slideLayouts/slideLayout52.xml"/><Relationship Id="rId7" Type="http://schemas.openxmlformats.org/officeDocument/2006/relationships/slideLayout" Target="../slideLayouts/slideLayout56.xml"/><Relationship Id="rId12" Type="http://schemas.openxmlformats.org/officeDocument/2006/relationships/image" Target="../media/image27.png"/><Relationship Id="rId2" Type="http://schemas.openxmlformats.org/officeDocument/2006/relationships/slideLayout" Target="../slideLayouts/slideLayout51.xml"/><Relationship Id="rId1" Type="http://schemas.openxmlformats.org/officeDocument/2006/relationships/slideLayout" Target="../slideLayouts/slideLayout50.xml"/><Relationship Id="rId6" Type="http://schemas.openxmlformats.org/officeDocument/2006/relationships/slideLayout" Target="../slideLayouts/slideLayout55.xml"/><Relationship Id="rId11" Type="http://schemas.openxmlformats.org/officeDocument/2006/relationships/theme" Target="../theme/theme6.xml"/><Relationship Id="rId5" Type="http://schemas.openxmlformats.org/officeDocument/2006/relationships/slideLayout" Target="../slideLayouts/slideLayout54.xml"/><Relationship Id="rId10" Type="http://schemas.openxmlformats.org/officeDocument/2006/relationships/slideLayout" Target="../slideLayouts/slideLayout59.xml"/><Relationship Id="rId4" Type="http://schemas.openxmlformats.org/officeDocument/2006/relationships/slideLayout" Target="../slideLayouts/slideLayout53.xml"/><Relationship Id="rId9" Type="http://schemas.openxmlformats.org/officeDocument/2006/relationships/slideLayout" Target="../slideLayouts/slideLayout58.xml"/></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67.xml"/><Relationship Id="rId3" Type="http://schemas.openxmlformats.org/officeDocument/2006/relationships/slideLayout" Target="../slideLayouts/slideLayout62.xml"/><Relationship Id="rId7" Type="http://schemas.openxmlformats.org/officeDocument/2006/relationships/slideLayout" Target="../slideLayouts/slideLayout66.xml"/><Relationship Id="rId12" Type="http://schemas.openxmlformats.org/officeDocument/2006/relationships/image" Target="../media/image27.png"/><Relationship Id="rId2" Type="http://schemas.openxmlformats.org/officeDocument/2006/relationships/slideLayout" Target="../slideLayouts/slideLayout61.xml"/><Relationship Id="rId1" Type="http://schemas.openxmlformats.org/officeDocument/2006/relationships/slideLayout" Target="../slideLayouts/slideLayout60.xml"/><Relationship Id="rId6" Type="http://schemas.openxmlformats.org/officeDocument/2006/relationships/slideLayout" Target="../slideLayouts/slideLayout65.xml"/><Relationship Id="rId11" Type="http://schemas.openxmlformats.org/officeDocument/2006/relationships/theme" Target="../theme/theme7.xml"/><Relationship Id="rId5" Type="http://schemas.openxmlformats.org/officeDocument/2006/relationships/slideLayout" Target="../slideLayouts/slideLayout64.xml"/><Relationship Id="rId10" Type="http://schemas.openxmlformats.org/officeDocument/2006/relationships/slideLayout" Target="../slideLayouts/slideLayout69.xml"/><Relationship Id="rId4" Type="http://schemas.openxmlformats.org/officeDocument/2006/relationships/slideLayout" Target="../slideLayouts/slideLayout63.xml"/><Relationship Id="rId9" Type="http://schemas.openxmlformats.org/officeDocument/2006/relationships/slideLayout" Target="../slideLayouts/slideLayout68.xml"/></Relationships>
</file>

<file path=ppt/slideMasters/_rels/slideMaster8.xml.rels><?xml version="1.0" encoding="UTF-8" standalone="yes"?>
<Relationships xmlns="http://schemas.openxmlformats.org/package/2006/relationships"><Relationship Id="rId8" Type="http://schemas.openxmlformats.org/officeDocument/2006/relationships/slideLayout" Target="../slideLayouts/slideLayout77.xml"/><Relationship Id="rId3" Type="http://schemas.openxmlformats.org/officeDocument/2006/relationships/slideLayout" Target="../slideLayouts/slideLayout72.xml"/><Relationship Id="rId7" Type="http://schemas.openxmlformats.org/officeDocument/2006/relationships/slideLayout" Target="../slideLayouts/slideLayout76.xml"/><Relationship Id="rId12" Type="http://schemas.openxmlformats.org/officeDocument/2006/relationships/image" Target="../media/image27.png"/><Relationship Id="rId2" Type="http://schemas.openxmlformats.org/officeDocument/2006/relationships/slideLayout" Target="../slideLayouts/slideLayout71.xml"/><Relationship Id="rId1" Type="http://schemas.openxmlformats.org/officeDocument/2006/relationships/slideLayout" Target="../slideLayouts/slideLayout70.xml"/><Relationship Id="rId6" Type="http://schemas.openxmlformats.org/officeDocument/2006/relationships/slideLayout" Target="../slideLayouts/slideLayout75.xml"/><Relationship Id="rId11" Type="http://schemas.openxmlformats.org/officeDocument/2006/relationships/theme" Target="../theme/theme8.xml"/><Relationship Id="rId5" Type="http://schemas.openxmlformats.org/officeDocument/2006/relationships/slideLayout" Target="../slideLayouts/slideLayout74.xml"/><Relationship Id="rId10" Type="http://schemas.openxmlformats.org/officeDocument/2006/relationships/slideLayout" Target="../slideLayouts/slideLayout79.xml"/><Relationship Id="rId4" Type="http://schemas.openxmlformats.org/officeDocument/2006/relationships/slideLayout" Target="../slideLayouts/slideLayout73.xml"/><Relationship Id="rId9" Type="http://schemas.openxmlformats.org/officeDocument/2006/relationships/slideLayout" Target="../slideLayouts/slideLayout78.xml"/></Relationships>
</file>

<file path=ppt/slideMasters/_rels/slideMaster9.xml.rels><?xml version="1.0" encoding="UTF-8" standalone="yes"?>
<Relationships xmlns="http://schemas.openxmlformats.org/package/2006/relationships"><Relationship Id="rId8" Type="http://schemas.openxmlformats.org/officeDocument/2006/relationships/slideLayout" Target="../slideLayouts/slideLayout87.xml"/><Relationship Id="rId3" Type="http://schemas.openxmlformats.org/officeDocument/2006/relationships/slideLayout" Target="../slideLayouts/slideLayout82.xml"/><Relationship Id="rId7" Type="http://schemas.openxmlformats.org/officeDocument/2006/relationships/slideLayout" Target="../slideLayouts/slideLayout86.xml"/><Relationship Id="rId12" Type="http://schemas.openxmlformats.org/officeDocument/2006/relationships/image" Target="../media/image27.png"/><Relationship Id="rId2" Type="http://schemas.openxmlformats.org/officeDocument/2006/relationships/slideLayout" Target="../slideLayouts/slideLayout81.xml"/><Relationship Id="rId1" Type="http://schemas.openxmlformats.org/officeDocument/2006/relationships/slideLayout" Target="../slideLayouts/slideLayout80.xml"/><Relationship Id="rId6" Type="http://schemas.openxmlformats.org/officeDocument/2006/relationships/slideLayout" Target="../slideLayouts/slideLayout85.xml"/><Relationship Id="rId11" Type="http://schemas.openxmlformats.org/officeDocument/2006/relationships/theme" Target="../theme/theme9.xml"/><Relationship Id="rId5" Type="http://schemas.openxmlformats.org/officeDocument/2006/relationships/slideLayout" Target="../slideLayouts/slideLayout84.xml"/><Relationship Id="rId10" Type="http://schemas.openxmlformats.org/officeDocument/2006/relationships/slideLayout" Target="../slideLayouts/slideLayout89.xml"/><Relationship Id="rId4" Type="http://schemas.openxmlformats.org/officeDocument/2006/relationships/slideLayout" Target="../slideLayouts/slideLayout83.xml"/><Relationship Id="rId9" Type="http://schemas.openxmlformats.org/officeDocument/2006/relationships/slideLayout" Target="../slideLayouts/slideLayout88.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2371936"/>
      </p:ext>
    </p:extLst>
  </p:cSld>
  <p:clrMap bg1="lt1" tx1="dk1" bg2="lt2" tx2="dk2" accent1="accent1" accent2="accent2" accent3="accent3" accent4="accent4" accent5="accent5" accent6="accent6" hlink="hlink" folHlink="folHlink"/>
  <p:sldLayoutIdLst>
    <p:sldLayoutId id="2147483680" r:id="rId1"/>
    <p:sldLayoutId id="2147483681" r:id="rId2"/>
    <p:sldLayoutId id="2147483945" r:id="rId3"/>
    <p:sldLayoutId id="2147483946" r:id="rId4"/>
    <p:sldLayoutId id="2147483947" r:id="rId5"/>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23" userDrawn="1">
          <p15:clr>
            <a:srgbClr val="F26B43"/>
          </p15:clr>
        </p15:guide>
        <p15:guide id="3" pos="2434" userDrawn="1">
          <p15:clr>
            <a:srgbClr val="F26B43"/>
          </p15:clr>
        </p15:guide>
        <p15:guide id="4" pos="2774" userDrawn="1">
          <p15:clr>
            <a:srgbClr val="F26B43"/>
          </p15:clr>
        </p15:guide>
        <p15:guide id="5" pos="4906" userDrawn="1">
          <p15:clr>
            <a:srgbClr val="F26B43"/>
          </p15:clr>
        </p15:guide>
        <p15:guide id="6" pos="5246" userDrawn="1">
          <p15:clr>
            <a:srgbClr val="F26B43"/>
          </p15:clr>
        </p15:guide>
        <p15:guide id="7" pos="7355" userDrawn="1">
          <p15:clr>
            <a:srgbClr val="F26B43"/>
          </p15:clr>
        </p15:guide>
        <p15:guide id="8" orient="horz" pos="3997" userDrawn="1">
          <p15:clr>
            <a:srgbClr val="F26B43"/>
          </p15:clr>
        </p15:guide>
        <p15:guide id="9" pos="325" userDrawn="1">
          <p15:clr>
            <a:srgbClr val="F26B43"/>
          </p15:clr>
        </p15:guide>
        <p15:guide id="10" orient="horz" pos="2478" userDrawn="1">
          <p15:clr>
            <a:srgbClr val="F26B43"/>
          </p15:clr>
        </p15:guide>
        <p15:guide id="11" orient="horz" pos="3249"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87850972"/>
      </p:ext>
    </p:extLst>
  </p:cSld>
  <p:clrMap bg1="lt1" tx1="dk1" bg2="lt2" tx2="dk2" accent1="accent1" accent2="accent2" accent3="accent3" accent4="accent4" accent5="accent5" accent6="accent6" hlink="hlink" folHlink="folHlink"/>
  <p:sldLayoutIdLst>
    <p:sldLayoutId id="2147483811" r:id="rId1"/>
    <p:sldLayoutId id="2147483812" r:id="rId2"/>
    <p:sldLayoutId id="2147483813" r:id="rId3"/>
    <p:sldLayoutId id="2147483814" r:id="rId4"/>
    <p:sldLayoutId id="2147483815" r:id="rId5"/>
    <p:sldLayoutId id="2147483816" r:id="rId6"/>
    <p:sldLayoutId id="2147483817" r:id="rId7"/>
    <p:sldLayoutId id="2147483956" r:id="rId8"/>
    <p:sldLayoutId id="2147483957" r:id="rId9"/>
    <p:sldLayoutId id="2147483958" r:id="rId10"/>
    <p:sldLayoutId id="2147483959" r:id="rId11"/>
    <p:sldLayoutId id="2147483960" r:id="rId12"/>
    <p:sldLayoutId id="2147483961" r:id="rId13"/>
    <p:sldLayoutId id="2147483962" r:id="rId14"/>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23" userDrawn="1">
          <p15:clr>
            <a:srgbClr val="F26B43"/>
          </p15:clr>
        </p15:guide>
        <p15:guide id="2" pos="325" userDrawn="1">
          <p15:clr>
            <a:srgbClr val="F26B43"/>
          </p15:clr>
        </p15:guide>
        <p15:guide id="3" pos="2434" userDrawn="1">
          <p15:clr>
            <a:srgbClr val="F26B43"/>
          </p15:clr>
        </p15:guide>
        <p15:guide id="4" pos="2774" userDrawn="1">
          <p15:clr>
            <a:srgbClr val="F26B43"/>
          </p15:clr>
        </p15:guide>
        <p15:guide id="5" pos="4906" userDrawn="1">
          <p15:clr>
            <a:srgbClr val="F26B43"/>
          </p15:clr>
        </p15:guide>
        <p15:guide id="6" pos="5246" userDrawn="1">
          <p15:clr>
            <a:srgbClr val="F26B43"/>
          </p15:clr>
        </p15:guide>
        <p15:guide id="7" pos="7355" userDrawn="1">
          <p15:clr>
            <a:srgbClr val="F26B43"/>
          </p15:clr>
        </p15:guide>
        <p15:guide id="8" orient="horz" pos="3997" userDrawn="1">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2">
            <a:lum/>
          </a:blip>
          <a:srcRect/>
          <a:stretch>
            <a:fillRect/>
          </a:stretch>
        </a:blipFill>
        <a:effectLst/>
      </p:bgPr>
    </p:bg>
    <p:spTree>
      <p:nvGrpSpPr>
        <p:cNvPr id="1" name=""/>
        <p:cNvGrpSpPr/>
        <p:nvPr/>
      </p:nvGrpSpPr>
      <p:grpSpPr>
        <a:xfrm>
          <a:off x="0" y="0"/>
          <a:ext cx="0" cy="0"/>
          <a:chOff x="0" y="0"/>
          <a:chExt cx="0" cy="0"/>
        </a:xfrm>
      </p:grpSpPr>
      <p:sp>
        <p:nvSpPr>
          <p:cNvPr id="2" name="Text Placeholder 2">
            <a:extLst>
              <a:ext uri="{FF2B5EF4-FFF2-40B4-BE49-F238E27FC236}">
                <a16:creationId xmlns:a16="http://schemas.microsoft.com/office/drawing/2014/main" id="{F334A430-5193-9483-EEDE-569F4A32A8C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2217866481"/>
      </p:ext>
    </p:extLst>
  </p:cSld>
  <p:clrMap bg1="lt1" tx1="dk1" bg2="lt2" tx2="dk2" accent1="accent1" accent2="accent2" accent3="accent3" accent4="accent4" accent5="accent5" accent6="accent6" hlink="hlink" folHlink="folHlink"/>
  <p:sldLayoutIdLst>
    <p:sldLayoutId id="2147483777" r:id="rId1"/>
    <p:sldLayoutId id="2147483797" r:id="rId2"/>
    <p:sldLayoutId id="2147483780" r:id="rId3"/>
    <p:sldLayoutId id="2147483781" r:id="rId4"/>
    <p:sldLayoutId id="2147483798" r:id="rId5"/>
    <p:sldLayoutId id="2147483872" r:id="rId6"/>
    <p:sldLayoutId id="2147483786" r:id="rId7"/>
    <p:sldLayoutId id="2147483788" r:id="rId8"/>
    <p:sldLayoutId id="2147483873" r:id="rId9"/>
    <p:sldLayoutId id="2147483796" r:id="rId10"/>
  </p:sldLayoutIdLst>
  <p:hf hdr="0" ftr="0" dt="0"/>
  <p:txStyles>
    <p:titleStyle>
      <a:lvl1pPr algn="l" defTabSz="914400" rtl="0" eaLnBrk="1" latinLnBrk="0" hangingPunct="1">
        <a:lnSpc>
          <a:spcPct val="90000"/>
        </a:lnSpc>
        <a:spcBef>
          <a:spcPct val="0"/>
        </a:spcBef>
        <a:buNone/>
        <a:defRPr sz="36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23" userDrawn="1">
          <p15:clr>
            <a:srgbClr val="F26B43"/>
          </p15:clr>
        </p15:guide>
        <p15:guide id="2" pos="325" userDrawn="1">
          <p15:clr>
            <a:srgbClr val="F26B43"/>
          </p15:clr>
        </p15:guide>
        <p15:guide id="3" pos="2434" userDrawn="1">
          <p15:clr>
            <a:srgbClr val="F26B43"/>
          </p15:clr>
        </p15:guide>
        <p15:guide id="4" pos="2774" userDrawn="1">
          <p15:clr>
            <a:srgbClr val="F26B43"/>
          </p15:clr>
        </p15:guide>
        <p15:guide id="5" pos="4906" userDrawn="1">
          <p15:clr>
            <a:srgbClr val="F26B43"/>
          </p15:clr>
        </p15:guide>
        <p15:guide id="6" pos="5246" userDrawn="1">
          <p15:clr>
            <a:srgbClr val="F26B43"/>
          </p15:clr>
        </p15:guide>
        <p15:guide id="7" pos="7355" userDrawn="1">
          <p15:clr>
            <a:srgbClr val="F26B43"/>
          </p15:clr>
        </p15:guide>
        <p15:guide id="8" orient="horz" pos="3974" userDrawn="1">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2">
            <a:lum/>
          </a:blip>
          <a:srcRect/>
          <a:stretch>
            <a:fillRect/>
          </a:stretch>
        </a:blipFill>
        <a:effectLst/>
      </p:bgPr>
    </p:bg>
    <p:spTree>
      <p:nvGrpSpPr>
        <p:cNvPr id="1" name=""/>
        <p:cNvGrpSpPr/>
        <p:nvPr/>
      </p:nvGrpSpPr>
      <p:grpSpPr>
        <a:xfrm>
          <a:off x="0" y="0"/>
          <a:ext cx="0" cy="0"/>
          <a:chOff x="0" y="0"/>
          <a:chExt cx="0" cy="0"/>
        </a:xfrm>
      </p:grpSpPr>
      <p:sp>
        <p:nvSpPr>
          <p:cNvPr id="2" name="Text Placeholder 2">
            <a:extLst>
              <a:ext uri="{FF2B5EF4-FFF2-40B4-BE49-F238E27FC236}">
                <a16:creationId xmlns:a16="http://schemas.microsoft.com/office/drawing/2014/main" id="{848A3F5E-1236-23F6-5236-3FAD012CBEE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1684537100"/>
      </p:ext>
    </p:extLst>
  </p:cSld>
  <p:clrMap bg1="lt1" tx1="dk1" bg2="lt2" tx2="dk2" accent1="accent1" accent2="accent2" accent3="accent3" accent4="accent4" accent5="accent5" accent6="accent6" hlink="hlink" folHlink="folHlink"/>
  <p:sldLayoutIdLst>
    <p:sldLayoutId id="2147483875" r:id="rId1"/>
    <p:sldLayoutId id="2147483876" r:id="rId2"/>
    <p:sldLayoutId id="2147483877" r:id="rId3"/>
    <p:sldLayoutId id="2147483859" r:id="rId4"/>
    <p:sldLayoutId id="2147483879" r:id="rId5"/>
    <p:sldLayoutId id="2147483880" r:id="rId6"/>
    <p:sldLayoutId id="2147483881" r:id="rId7"/>
    <p:sldLayoutId id="2147483882" r:id="rId8"/>
    <p:sldLayoutId id="2147483883" r:id="rId9"/>
    <p:sldLayoutId id="2147483884" r:id="rId10"/>
  </p:sldLayoutIdLst>
  <p:hf hdr="0" ftr="0" dt="0"/>
  <p:txStyles>
    <p:titleStyle>
      <a:lvl1pPr algn="l" defTabSz="914400" rtl="0" eaLnBrk="1" latinLnBrk="0" hangingPunct="1">
        <a:lnSpc>
          <a:spcPct val="90000"/>
        </a:lnSpc>
        <a:spcBef>
          <a:spcPct val="0"/>
        </a:spcBef>
        <a:buNone/>
        <a:defRPr sz="36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23" userDrawn="1">
          <p15:clr>
            <a:srgbClr val="F26B43"/>
          </p15:clr>
        </p15:guide>
        <p15:guide id="2" pos="325" userDrawn="1">
          <p15:clr>
            <a:srgbClr val="F26B43"/>
          </p15:clr>
        </p15:guide>
        <p15:guide id="3" pos="2434" userDrawn="1">
          <p15:clr>
            <a:srgbClr val="F26B43"/>
          </p15:clr>
        </p15:guide>
        <p15:guide id="4" pos="2774" userDrawn="1">
          <p15:clr>
            <a:srgbClr val="F26B43"/>
          </p15:clr>
        </p15:guide>
        <p15:guide id="5" pos="4906" userDrawn="1">
          <p15:clr>
            <a:srgbClr val="F26B43"/>
          </p15:clr>
        </p15:guide>
        <p15:guide id="6" pos="5246" userDrawn="1">
          <p15:clr>
            <a:srgbClr val="F26B43"/>
          </p15:clr>
        </p15:guide>
        <p15:guide id="7" pos="7355" userDrawn="1">
          <p15:clr>
            <a:srgbClr val="F26B43"/>
          </p15:clr>
        </p15:guide>
        <p15:guide id="8" orient="horz" pos="3974" userDrawn="1">
          <p15:clr>
            <a:srgbClr val="F26B43"/>
          </p15:clr>
        </p15:guide>
      </p15:sldGuideLst>
    </p:ext>
  </p:extLst>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2">
            <a:lum/>
          </a:blip>
          <a:srcRect/>
          <a:stretch>
            <a:fillRect/>
          </a:stretch>
        </a:blipFill>
        <a:effectLst/>
      </p:bgPr>
    </p:bg>
    <p:spTree>
      <p:nvGrpSpPr>
        <p:cNvPr id="1" name=""/>
        <p:cNvGrpSpPr/>
        <p:nvPr/>
      </p:nvGrpSpPr>
      <p:grpSpPr>
        <a:xfrm>
          <a:off x="0" y="0"/>
          <a:ext cx="0" cy="0"/>
          <a:chOff x="0" y="0"/>
          <a:chExt cx="0" cy="0"/>
        </a:xfrm>
      </p:grpSpPr>
      <p:sp>
        <p:nvSpPr>
          <p:cNvPr id="2" name="Text Placeholder 2">
            <a:extLst>
              <a:ext uri="{FF2B5EF4-FFF2-40B4-BE49-F238E27FC236}">
                <a16:creationId xmlns:a16="http://schemas.microsoft.com/office/drawing/2014/main" id="{1683F0D5-4147-71E2-B2A7-09736BD6E1A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1175251079"/>
      </p:ext>
    </p:extLst>
  </p:cSld>
  <p:clrMap bg1="lt1" tx1="dk1" bg2="lt2" tx2="dk2" accent1="accent1" accent2="accent2" accent3="accent3" accent4="accent4" accent5="accent5" accent6="accent6" hlink="hlink" folHlink="folHlink"/>
  <p:sldLayoutIdLst>
    <p:sldLayoutId id="2147483886" r:id="rId1"/>
    <p:sldLayoutId id="2147483887" r:id="rId2"/>
    <p:sldLayoutId id="2147483888" r:id="rId3"/>
    <p:sldLayoutId id="2147483889" r:id="rId4"/>
    <p:sldLayoutId id="2147483891" r:id="rId5"/>
    <p:sldLayoutId id="2147483892" r:id="rId6"/>
    <p:sldLayoutId id="2147483893" r:id="rId7"/>
    <p:sldLayoutId id="2147483894" r:id="rId8"/>
    <p:sldLayoutId id="2147483895" r:id="rId9"/>
    <p:sldLayoutId id="2147483896" r:id="rId10"/>
  </p:sldLayoutIdLst>
  <p:hf hdr="0" ftr="0" dt="0"/>
  <p:txStyles>
    <p:titleStyle>
      <a:lvl1pPr algn="l" defTabSz="914400" rtl="0" eaLnBrk="1" latinLnBrk="0" hangingPunct="1">
        <a:lnSpc>
          <a:spcPct val="90000"/>
        </a:lnSpc>
        <a:spcBef>
          <a:spcPct val="0"/>
        </a:spcBef>
        <a:buNone/>
        <a:defRPr sz="36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23" userDrawn="1">
          <p15:clr>
            <a:srgbClr val="F26B43"/>
          </p15:clr>
        </p15:guide>
        <p15:guide id="2" pos="325" userDrawn="1">
          <p15:clr>
            <a:srgbClr val="F26B43"/>
          </p15:clr>
        </p15:guide>
        <p15:guide id="3" pos="2434" userDrawn="1">
          <p15:clr>
            <a:srgbClr val="F26B43"/>
          </p15:clr>
        </p15:guide>
        <p15:guide id="4" pos="2774" userDrawn="1">
          <p15:clr>
            <a:srgbClr val="F26B43"/>
          </p15:clr>
        </p15:guide>
        <p15:guide id="5" pos="4906" userDrawn="1">
          <p15:clr>
            <a:srgbClr val="F26B43"/>
          </p15:clr>
        </p15:guide>
        <p15:guide id="6" pos="5246" userDrawn="1">
          <p15:clr>
            <a:srgbClr val="F26B43"/>
          </p15:clr>
        </p15:guide>
        <p15:guide id="7" pos="7355" userDrawn="1">
          <p15:clr>
            <a:srgbClr val="F26B43"/>
          </p15:clr>
        </p15:guide>
        <p15:guide id="8" orient="horz" pos="3974" userDrawn="1">
          <p15:clr>
            <a:srgbClr val="F26B43"/>
          </p15:clr>
        </p15:guide>
      </p15:sldGuideLst>
    </p:ext>
  </p:extLst>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2">
            <a:lum/>
          </a:blip>
          <a:srcRect/>
          <a:stretch>
            <a:fillRect/>
          </a:stretch>
        </a:blipFill>
        <a:effectLst/>
      </p:bgPr>
    </p:bg>
    <p:spTree>
      <p:nvGrpSpPr>
        <p:cNvPr id="1" name=""/>
        <p:cNvGrpSpPr/>
        <p:nvPr/>
      </p:nvGrpSpPr>
      <p:grpSpPr>
        <a:xfrm>
          <a:off x="0" y="0"/>
          <a:ext cx="0" cy="0"/>
          <a:chOff x="0" y="0"/>
          <a:chExt cx="0" cy="0"/>
        </a:xfrm>
      </p:grpSpPr>
      <p:sp>
        <p:nvSpPr>
          <p:cNvPr id="2" name="Text Placeholder 2">
            <a:extLst>
              <a:ext uri="{FF2B5EF4-FFF2-40B4-BE49-F238E27FC236}">
                <a16:creationId xmlns:a16="http://schemas.microsoft.com/office/drawing/2014/main" id="{5DA4E335-689A-BB63-649D-BD74FAB5574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4100756167"/>
      </p:ext>
    </p:extLst>
  </p:cSld>
  <p:clrMap bg1="lt1" tx1="dk1" bg2="lt2" tx2="dk2" accent1="accent1" accent2="accent2" accent3="accent3" accent4="accent4" accent5="accent5" accent6="accent6" hlink="hlink" folHlink="folHlink"/>
  <p:sldLayoutIdLst>
    <p:sldLayoutId id="2147483898" r:id="rId1"/>
    <p:sldLayoutId id="2147483899" r:id="rId2"/>
    <p:sldLayoutId id="2147483900" r:id="rId3"/>
    <p:sldLayoutId id="2147483901" r:id="rId4"/>
    <p:sldLayoutId id="2147483902" r:id="rId5"/>
    <p:sldLayoutId id="2147483903" r:id="rId6"/>
    <p:sldLayoutId id="2147483904" r:id="rId7"/>
    <p:sldLayoutId id="2147483905" r:id="rId8"/>
    <p:sldLayoutId id="2147483906" r:id="rId9"/>
    <p:sldLayoutId id="2147483907" r:id="rId10"/>
  </p:sldLayoutIdLst>
  <p:hf hdr="0" ftr="0" dt="0"/>
  <p:txStyles>
    <p:titleStyle>
      <a:lvl1pPr algn="l" defTabSz="914400" rtl="0" eaLnBrk="1" latinLnBrk="0" hangingPunct="1">
        <a:lnSpc>
          <a:spcPct val="90000"/>
        </a:lnSpc>
        <a:spcBef>
          <a:spcPct val="0"/>
        </a:spcBef>
        <a:buNone/>
        <a:defRPr sz="36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23" userDrawn="1">
          <p15:clr>
            <a:srgbClr val="F26B43"/>
          </p15:clr>
        </p15:guide>
        <p15:guide id="2" pos="325" userDrawn="1">
          <p15:clr>
            <a:srgbClr val="F26B43"/>
          </p15:clr>
        </p15:guide>
        <p15:guide id="3" pos="2434" userDrawn="1">
          <p15:clr>
            <a:srgbClr val="F26B43"/>
          </p15:clr>
        </p15:guide>
        <p15:guide id="4" pos="2774" userDrawn="1">
          <p15:clr>
            <a:srgbClr val="F26B43"/>
          </p15:clr>
        </p15:guide>
        <p15:guide id="5" pos="4906" userDrawn="1">
          <p15:clr>
            <a:srgbClr val="F26B43"/>
          </p15:clr>
        </p15:guide>
        <p15:guide id="6" pos="5246" userDrawn="1">
          <p15:clr>
            <a:srgbClr val="F26B43"/>
          </p15:clr>
        </p15:guide>
        <p15:guide id="7" pos="7355" userDrawn="1">
          <p15:clr>
            <a:srgbClr val="F26B43"/>
          </p15:clr>
        </p15:guide>
        <p15:guide id="8" orient="horz" pos="3974" userDrawn="1">
          <p15:clr>
            <a:srgbClr val="F26B43"/>
          </p15:clr>
        </p15:guide>
      </p15:sldGuideLst>
    </p:ext>
  </p:extLst>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2">
            <a:lum/>
          </a:blip>
          <a:srcRect/>
          <a:stretch>
            <a:fillRect/>
          </a:stretch>
        </a:blipFill>
        <a:effectLst/>
      </p:bgPr>
    </p:bg>
    <p:spTree>
      <p:nvGrpSpPr>
        <p:cNvPr id="1" name=""/>
        <p:cNvGrpSpPr/>
        <p:nvPr/>
      </p:nvGrpSpPr>
      <p:grpSpPr>
        <a:xfrm>
          <a:off x="0" y="0"/>
          <a:ext cx="0" cy="0"/>
          <a:chOff x="0" y="0"/>
          <a:chExt cx="0" cy="0"/>
        </a:xfrm>
      </p:grpSpPr>
      <p:sp>
        <p:nvSpPr>
          <p:cNvPr id="2" name="Text Placeholder 2">
            <a:extLst>
              <a:ext uri="{FF2B5EF4-FFF2-40B4-BE49-F238E27FC236}">
                <a16:creationId xmlns:a16="http://schemas.microsoft.com/office/drawing/2014/main" id="{9B5B76A2-CDFA-15D4-392F-10D970EB11D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2711428093"/>
      </p:ext>
    </p:extLst>
  </p:cSld>
  <p:clrMap bg1="lt1" tx1="dk1" bg2="lt2" tx2="dk2" accent1="accent1" accent2="accent2" accent3="accent3" accent4="accent4" accent5="accent5" accent6="accent6" hlink="hlink" folHlink="folHlink"/>
  <p:sldLayoutIdLst>
    <p:sldLayoutId id="2147483909" r:id="rId1"/>
    <p:sldLayoutId id="2147483910" r:id="rId2"/>
    <p:sldLayoutId id="2147483911" r:id="rId3"/>
    <p:sldLayoutId id="2147483912" r:id="rId4"/>
    <p:sldLayoutId id="2147483913" r:id="rId5"/>
    <p:sldLayoutId id="2147483914" r:id="rId6"/>
    <p:sldLayoutId id="2147483915" r:id="rId7"/>
    <p:sldLayoutId id="2147483916" r:id="rId8"/>
    <p:sldLayoutId id="2147483917" r:id="rId9"/>
    <p:sldLayoutId id="2147483918" r:id="rId10"/>
  </p:sldLayoutIdLst>
  <p:hf hdr="0" ftr="0" dt="0"/>
  <p:txStyles>
    <p:titleStyle>
      <a:lvl1pPr algn="l" defTabSz="914400" rtl="0" eaLnBrk="1" latinLnBrk="0" hangingPunct="1">
        <a:lnSpc>
          <a:spcPct val="90000"/>
        </a:lnSpc>
        <a:spcBef>
          <a:spcPct val="0"/>
        </a:spcBef>
        <a:buNone/>
        <a:defRPr sz="36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23" userDrawn="1">
          <p15:clr>
            <a:srgbClr val="F26B43"/>
          </p15:clr>
        </p15:guide>
        <p15:guide id="2" pos="325" userDrawn="1">
          <p15:clr>
            <a:srgbClr val="F26B43"/>
          </p15:clr>
        </p15:guide>
        <p15:guide id="3" pos="2434" userDrawn="1">
          <p15:clr>
            <a:srgbClr val="F26B43"/>
          </p15:clr>
        </p15:guide>
        <p15:guide id="4" pos="2774" userDrawn="1">
          <p15:clr>
            <a:srgbClr val="F26B43"/>
          </p15:clr>
        </p15:guide>
        <p15:guide id="5" pos="4906" userDrawn="1">
          <p15:clr>
            <a:srgbClr val="F26B43"/>
          </p15:clr>
        </p15:guide>
        <p15:guide id="6" pos="5246" userDrawn="1">
          <p15:clr>
            <a:srgbClr val="F26B43"/>
          </p15:clr>
        </p15:guide>
        <p15:guide id="7" pos="7355" userDrawn="1">
          <p15:clr>
            <a:srgbClr val="F26B43"/>
          </p15:clr>
        </p15:guide>
        <p15:guide id="8" orient="horz" pos="3974" userDrawn="1">
          <p15:clr>
            <a:srgbClr val="F26B43"/>
          </p15:clr>
        </p15:guide>
      </p15:sldGuideLst>
    </p:ext>
  </p:extLst>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2">
            <a:lum/>
          </a:blip>
          <a:srcRect/>
          <a:stretch>
            <a:fillRect/>
          </a:stretch>
        </a:blipFill>
        <a:effectLst/>
      </p:bgPr>
    </p:bg>
    <p:spTree>
      <p:nvGrpSpPr>
        <p:cNvPr id="1" name=""/>
        <p:cNvGrpSpPr/>
        <p:nvPr/>
      </p:nvGrpSpPr>
      <p:grpSpPr>
        <a:xfrm>
          <a:off x="0" y="0"/>
          <a:ext cx="0" cy="0"/>
          <a:chOff x="0" y="0"/>
          <a:chExt cx="0" cy="0"/>
        </a:xfrm>
      </p:grpSpPr>
      <p:sp>
        <p:nvSpPr>
          <p:cNvPr id="2" name="Text Placeholder 2">
            <a:extLst>
              <a:ext uri="{FF2B5EF4-FFF2-40B4-BE49-F238E27FC236}">
                <a16:creationId xmlns:a16="http://schemas.microsoft.com/office/drawing/2014/main" id="{EF2D64E5-DE40-8B2B-7400-731C8C1F4BE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3031503955"/>
      </p:ext>
    </p:extLst>
  </p:cSld>
  <p:clrMap bg1="lt1" tx1="dk1" bg2="lt2" tx2="dk2" accent1="accent1" accent2="accent2" accent3="accent3" accent4="accent4" accent5="accent5" accent6="accent6" hlink="hlink" folHlink="folHlink"/>
  <p:sldLayoutIdLst>
    <p:sldLayoutId id="2147483920" r:id="rId1"/>
    <p:sldLayoutId id="2147483921" r:id="rId2"/>
    <p:sldLayoutId id="2147483922" r:id="rId3"/>
    <p:sldLayoutId id="2147483923" r:id="rId4"/>
    <p:sldLayoutId id="2147483924" r:id="rId5"/>
    <p:sldLayoutId id="2147483925" r:id="rId6"/>
    <p:sldLayoutId id="2147483926" r:id="rId7"/>
    <p:sldLayoutId id="2147483927" r:id="rId8"/>
    <p:sldLayoutId id="2147483928" r:id="rId9"/>
    <p:sldLayoutId id="2147483929" r:id="rId10"/>
  </p:sldLayoutIdLst>
  <p:hf hdr="0" ftr="0" dt="0"/>
  <p:txStyles>
    <p:titleStyle>
      <a:lvl1pPr algn="l" defTabSz="914400" rtl="0" eaLnBrk="1" latinLnBrk="0" hangingPunct="1">
        <a:lnSpc>
          <a:spcPct val="90000"/>
        </a:lnSpc>
        <a:spcBef>
          <a:spcPct val="0"/>
        </a:spcBef>
        <a:buNone/>
        <a:defRPr sz="36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23" userDrawn="1">
          <p15:clr>
            <a:srgbClr val="F26B43"/>
          </p15:clr>
        </p15:guide>
        <p15:guide id="2" pos="325" userDrawn="1">
          <p15:clr>
            <a:srgbClr val="F26B43"/>
          </p15:clr>
        </p15:guide>
        <p15:guide id="3" pos="2434" userDrawn="1">
          <p15:clr>
            <a:srgbClr val="F26B43"/>
          </p15:clr>
        </p15:guide>
        <p15:guide id="4" pos="2774" userDrawn="1">
          <p15:clr>
            <a:srgbClr val="F26B43"/>
          </p15:clr>
        </p15:guide>
        <p15:guide id="5" pos="4906" userDrawn="1">
          <p15:clr>
            <a:srgbClr val="F26B43"/>
          </p15:clr>
        </p15:guide>
        <p15:guide id="6" pos="5246" userDrawn="1">
          <p15:clr>
            <a:srgbClr val="F26B43"/>
          </p15:clr>
        </p15:guide>
        <p15:guide id="7" pos="7355" userDrawn="1">
          <p15:clr>
            <a:srgbClr val="F26B43"/>
          </p15:clr>
        </p15:guide>
        <p15:guide id="8" orient="horz" pos="3974" userDrawn="1">
          <p15:clr>
            <a:srgbClr val="F26B43"/>
          </p15:clr>
        </p15:guide>
      </p15:sldGuideLst>
    </p:ext>
  </p:extLst>
</p:sldMaster>
</file>

<file path=ppt/slideMasters/slideMaster9.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2">
            <a:lum/>
          </a:blip>
          <a:srcRect/>
          <a:stretch>
            <a:fillRect/>
          </a:stretch>
        </a:blipFill>
        <a:effectLst/>
      </p:bgPr>
    </p:bg>
    <p:spTree>
      <p:nvGrpSpPr>
        <p:cNvPr id="1" name=""/>
        <p:cNvGrpSpPr/>
        <p:nvPr/>
      </p:nvGrpSpPr>
      <p:grpSpPr>
        <a:xfrm>
          <a:off x="0" y="0"/>
          <a:ext cx="0" cy="0"/>
          <a:chOff x="0" y="0"/>
          <a:chExt cx="0" cy="0"/>
        </a:xfrm>
      </p:grpSpPr>
      <p:sp>
        <p:nvSpPr>
          <p:cNvPr id="2" name="Text Placeholder 2">
            <a:extLst>
              <a:ext uri="{FF2B5EF4-FFF2-40B4-BE49-F238E27FC236}">
                <a16:creationId xmlns:a16="http://schemas.microsoft.com/office/drawing/2014/main" id="{053B8D01-33E2-B6D7-43AD-647436D96C6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276447705"/>
      </p:ext>
    </p:extLst>
  </p:cSld>
  <p:clrMap bg1="lt1" tx1="dk1" bg2="lt2" tx2="dk2" accent1="accent1" accent2="accent2" accent3="accent3" accent4="accent4" accent5="accent5" accent6="accent6" hlink="hlink" folHlink="folHlink"/>
  <p:sldLayoutIdLst>
    <p:sldLayoutId id="2147483931" r:id="rId1"/>
    <p:sldLayoutId id="2147483932" r:id="rId2"/>
    <p:sldLayoutId id="2147483933" r:id="rId3"/>
    <p:sldLayoutId id="2147483934" r:id="rId4"/>
    <p:sldLayoutId id="2147483935" r:id="rId5"/>
    <p:sldLayoutId id="2147483936" r:id="rId6"/>
    <p:sldLayoutId id="2147483937" r:id="rId7"/>
    <p:sldLayoutId id="2147483938" r:id="rId8"/>
    <p:sldLayoutId id="2147483939" r:id="rId9"/>
    <p:sldLayoutId id="2147483940" r:id="rId10"/>
  </p:sldLayoutIdLst>
  <p:hf hdr="0" ftr="0" dt="0"/>
  <p:txStyles>
    <p:titleStyle>
      <a:lvl1pPr algn="l" defTabSz="914400" rtl="0" eaLnBrk="1" latinLnBrk="0" hangingPunct="1">
        <a:lnSpc>
          <a:spcPct val="90000"/>
        </a:lnSpc>
        <a:spcBef>
          <a:spcPct val="0"/>
        </a:spcBef>
        <a:buNone/>
        <a:defRPr sz="36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23" userDrawn="1">
          <p15:clr>
            <a:srgbClr val="F26B43"/>
          </p15:clr>
        </p15:guide>
        <p15:guide id="2" pos="325" userDrawn="1">
          <p15:clr>
            <a:srgbClr val="F26B43"/>
          </p15:clr>
        </p15:guide>
        <p15:guide id="3" pos="2434" userDrawn="1">
          <p15:clr>
            <a:srgbClr val="F26B43"/>
          </p15:clr>
        </p15:guide>
        <p15:guide id="4" pos="2774" userDrawn="1">
          <p15:clr>
            <a:srgbClr val="F26B43"/>
          </p15:clr>
        </p15:guide>
        <p15:guide id="5" pos="4906" userDrawn="1">
          <p15:clr>
            <a:srgbClr val="F26B43"/>
          </p15:clr>
        </p15:guide>
        <p15:guide id="6" pos="5246" userDrawn="1">
          <p15:clr>
            <a:srgbClr val="F26B43"/>
          </p15:clr>
        </p15:guide>
        <p15:guide id="7" pos="7355" userDrawn="1">
          <p15:clr>
            <a:srgbClr val="F26B43"/>
          </p15:clr>
        </p15:guide>
        <p15:guide id="8" orient="horz" pos="3974"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9.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8.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8.xml"/></Relationships>
</file>

<file path=ppt/slides/_rels/slide6.xml.rels><?xml version="1.0" encoding="UTF-8" standalone="yes"?>
<Relationships xmlns="http://schemas.openxmlformats.org/package/2006/relationships"><Relationship Id="rId3" Type="http://schemas.openxmlformats.org/officeDocument/2006/relationships/image" Target="../media/image72.emf"/><Relationship Id="rId2" Type="http://schemas.openxmlformats.org/officeDocument/2006/relationships/notesSlide" Target="../notesSlides/notesSlide6.xml"/><Relationship Id="rId1" Type="http://schemas.openxmlformats.org/officeDocument/2006/relationships/slideLayout" Target="../slideLayouts/slideLayout38.xml"/></Relationships>
</file>

<file path=ppt/slides/_rels/slide7.xml.rels><?xml version="1.0" encoding="UTF-8" standalone="yes"?>
<Relationships xmlns="http://schemas.openxmlformats.org/package/2006/relationships"><Relationship Id="rId3" Type="http://schemas.openxmlformats.org/officeDocument/2006/relationships/image" Target="../media/image73.emf"/><Relationship Id="rId2" Type="http://schemas.openxmlformats.org/officeDocument/2006/relationships/notesSlide" Target="../notesSlides/notesSlide7.xml"/><Relationship Id="rId1" Type="http://schemas.openxmlformats.org/officeDocument/2006/relationships/slideLayout" Target="../slideLayouts/slideLayout38.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1.xml"/></Relationships>
</file>

<file path=ppt/slides/_rels/slide9.xml.rels><?xml version="1.0" encoding="UTF-8" standalone="yes"?>
<Relationships xmlns="http://schemas.openxmlformats.org/package/2006/relationships"><Relationship Id="rId3" Type="http://schemas.openxmlformats.org/officeDocument/2006/relationships/image" Target="../media/image74.emf"/><Relationship Id="rId2" Type="http://schemas.openxmlformats.org/officeDocument/2006/relationships/notesSlide" Target="../notesSlides/notesSlide9.xml"/><Relationship Id="rId1" Type="http://schemas.openxmlformats.org/officeDocument/2006/relationships/slideLayout" Target="../slideLayouts/slideLayout78.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8.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8.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8.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8.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3" Type="http://schemas.openxmlformats.org/officeDocument/2006/relationships/image" Target="../media/image75.emf"/><Relationship Id="rId2" Type="http://schemas.openxmlformats.org/officeDocument/2006/relationships/notesSlide" Target="../notesSlides/notesSlide16.xml"/><Relationship Id="rId1" Type="http://schemas.openxmlformats.org/officeDocument/2006/relationships/slideLayout" Target="../slideLayouts/slideLayout48.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0.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68.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68.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68.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8.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8.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8.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8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87.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8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41B5810-8C67-B742-B639-848419728702}"/>
              </a:ext>
            </a:extLst>
          </p:cNvPr>
          <p:cNvSpPr>
            <a:spLocks noGrp="1"/>
          </p:cNvSpPr>
          <p:nvPr>
            <p:ph type="ctrTitle"/>
          </p:nvPr>
        </p:nvSpPr>
        <p:spPr/>
        <p:txBody>
          <a:bodyPr/>
          <a:lstStyle/>
          <a:p>
            <a:r>
              <a:rPr lang="en-US" noProof="0" dirty="0"/>
              <a:t>Module 12: Backup and compression tools</a:t>
            </a:r>
          </a:p>
        </p:txBody>
      </p:sp>
      <p:sp>
        <p:nvSpPr>
          <p:cNvPr id="2" name="Subtitle 1">
            <a:extLst>
              <a:ext uri="{FF2B5EF4-FFF2-40B4-BE49-F238E27FC236}">
                <a16:creationId xmlns:a16="http://schemas.microsoft.com/office/drawing/2014/main" id="{6EFB7434-059B-9C18-281F-032B994D81AD}"/>
              </a:ext>
            </a:extLst>
          </p:cNvPr>
          <p:cNvSpPr>
            <a:spLocks noGrp="1"/>
          </p:cNvSpPr>
          <p:nvPr>
            <p:ph type="subTitle" idx="1"/>
          </p:nvPr>
        </p:nvSpPr>
        <p:spPr/>
        <p:txBody>
          <a:bodyPr/>
          <a:lstStyle/>
          <a:p>
            <a:endParaRPr lang="en-US" noProof="0" dirty="0"/>
          </a:p>
        </p:txBody>
      </p:sp>
      <p:graphicFrame>
        <p:nvGraphicFramePr>
          <p:cNvPr id="6" name="Table 5">
            <a:extLst>
              <a:ext uri="{FF2B5EF4-FFF2-40B4-BE49-F238E27FC236}">
                <a16:creationId xmlns:a16="http://schemas.microsoft.com/office/drawing/2014/main" id="{A1C44AD1-2698-E900-0B16-630FF3D4DD2F}"/>
              </a:ext>
            </a:extLst>
          </p:cNvPr>
          <p:cNvGraphicFramePr>
            <a:graphicFrameLocks noGrp="1"/>
          </p:cNvGraphicFramePr>
          <p:nvPr>
            <p:extLst>
              <p:ext uri="{D42A27DB-BD31-4B8C-83A1-F6EECF244321}">
                <p14:modId xmlns:p14="http://schemas.microsoft.com/office/powerpoint/2010/main" val="1254480608"/>
              </p:ext>
            </p:extLst>
          </p:nvPr>
        </p:nvGraphicFramePr>
        <p:xfrm>
          <a:off x="473406" y="3779670"/>
          <a:ext cx="5622594" cy="1107440"/>
        </p:xfrm>
        <a:graphic>
          <a:graphicData uri="http://schemas.openxmlformats.org/drawingml/2006/table">
            <a:tbl>
              <a:tblPr firstRow="1" bandRow="1">
                <a:tableStyleId>{F2DE63D5-997A-4646-A377-4702673A728D}</a:tableStyleId>
              </a:tblPr>
              <a:tblGrid>
                <a:gridCol w="5622594">
                  <a:extLst>
                    <a:ext uri="{9D8B030D-6E8A-4147-A177-3AD203B41FA5}">
                      <a16:colId xmlns:a16="http://schemas.microsoft.com/office/drawing/2014/main" val="2961166630"/>
                    </a:ext>
                  </a:extLst>
                </a:gridCol>
              </a:tblGrid>
              <a:tr h="0">
                <a:tc>
                  <a:txBody>
                    <a:bodyPr/>
                    <a:lstStyle>
                      <a:lvl1pPr marL="0" algn="l" defTabSz="914400" rtl="0" eaLnBrk="1" latinLnBrk="0" hangingPunct="1">
                        <a:defRPr sz="1800" b="1" kern="1200">
                          <a:solidFill>
                            <a:schemeClr val="lt1"/>
                          </a:solidFill>
                          <a:latin typeface="Montserrat"/>
                        </a:defRPr>
                      </a:lvl1pPr>
                      <a:lvl2pPr marL="457200" algn="l" defTabSz="914400" rtl="0" eaLnBrk="1" latinLnBrk="0" hangingPunct="1">
                        <a:defRPr sz="1800" b="1" kern="1200">
                          <a:solidFill>
                            <a:schemeClr val="lt1"/>
                          </a:solidFill>
                          <a:latin typeface="Montserrat"/>
                        </a:defRPr>
                      </a:lvl2pPr>
                      <a:lvl3pPr marL="914400" algn="l" defTabSz="914400" rtl="0" eaLnBrk="1" latinLnBrk="0" hangingPunct="1">
                        <a:defRPr sz="1800" b="1" kern="1200">
                          <a:solidFill>
                            <a:schemeClr val="lt1"/>
                          </a:solidFill>
                          <a:latin typeface="Montserrat"/>
                        </a:defRPr>
                      </a:lvl3pPr>
                      <a:lvl4pPr marL="1371600" algn="l" defTabSz="914400" rtl="0" eaLnBrk="1" latinLnBrk="0" hangingPunct="1">
                        <a:defRPr sz="1800" b="1" kern="1200">
                          <a:solidFill>
                            <a:schemeClr val="lt1"/>
                          </a:solidFill>
                          <a:latin typeface="Montserrat"/>
                        </a:defRPr>
                      </a:lvl4pPr>
                      <a:lvl5pPr marL="1828800" algn="l" defTabSz="914400" rtl="0" eaLnBrk="1" latinLnBrk="0" hangingPunct="1">
                        <a:defRPr sz="1800" b="1" kern="1200">
                          <a:solidFill>
                            <a:schemeClr val="lt1"/>
                          </a:solidFill>
                          <a:latin typeface="Montserrat"/>
                        </a:defRPr>
                      </a:lvl5pPr>
                      <a:lvl6pPr marL="2286000" algn="l" defTabSz="914400" rtl="0" eaLnBrk="1" latinLnBrk="0" hangingPunct="1">
                        <a:defRPr sz="1800" b="1" kern="1200">
                          <a:solidFill>
                            <a:schemeClr val="lt1"/>
                          </a:solidFill>
                          <a:latin typeface="Montserrat"/>
                        </a:defRPr>
                      </a:lvl6pPr>
                      <a:lvl7pPr marL="2743200" algn="l" defTabSz="914400" rtl="0" eaLnBrk="1" latinLnBrk="0" hangingPunct="1">
                        <a:defRPr sz="1800" b="1" kern="1200">
                          <a:solidFill>
                            <a:schemeClr val="lt1"/>
                          </a:solidFill>
                          <a:latin typeface="Montserrat"/>
                        </a:defRPr>
                      </a:lvl7pPr>
                      <a:lvl8pPr marL="3200400" algn="l" defTabSz="914400" rtl="0" eaLnBrk="1" latinLnBrk="0" hangingPunct="1">
                        <a:defRPr sz="1800" b="1" kern="1200">
                          <a:solidFill>
                            <a:schemeClr val="lt1"/>
                          </a:solidFill>
                          <a:latin typeface="Montserrat"/>
                        </a:defRPr>
                      </a:lvl8pPr>
                      <a:lvl9pPr marL="3657600" algn="l" defTabSz="914400" rtl="0" eaLnBrk="1" latinLnBrk="0" hangingPunct="1">
                        <a:defRPr sz="1800" b="1" kern="1200">
                          <a:solidFill>
                            <a:schemeClr val="lt1"/>
                          </a:solidFill>
                          <a:latin typeface="Montserrat"/>
                        </a:defRPr>
                      </a:lvl9pPr>
                    </a:lstStyle>
                    <a:p>
                      <a:r>
                        <a:rPr lang="en-US" sz="1800" noProof="0" dirty="0">
                          <a:solidFill>
                            <a:schemeClr val="tx1"/>
                          </a:solidFill>
                          <a:latin typeface="+mn-lt"/>
                        </a:rPr>
                        <a:t>12: Backup and compression tools</a:t>
                      </a:r>
                    </a:p>
                  </a:txBody>
                  <a:tcPr/>
                </a:tc>
                <a:extLst>
                  <a:ext uri="{0D108BD9-81ED-4DB2-BD59-A6C34878D82A}">
                    <a16:rowId xmlns:a16="http://schemas.microsoft.com/office/drawing/2014/main" val="1661260948"/>
                  </a:ext>
                </a:extLst>
              </a:tr>
              <a:tr h="370840">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r>
                        <a:rPr lang="en-US" sz="1800" noProof="0" dirty="0">
                          <a:solidFill>
                            <a:schemeClr val="tx1"/>
                          </a:solidFill>
                          <a:latin typeface="+mn-lt"/>
                        </a:rPr>
                        <a:t>13: Pipes and filters</a:t>
                      </a:r>
                    </a:p>
                  </a:txBody>
                  <a:tcPr/>
                </a:tc>
                <a:extLst>
                  <a:ext uri="{0D108BD9-81ED-4DB2-BD59-A6C34878D82A}">
                    <a16:rowId xmlns:a16="http://schemas.microsoft.com/office/drawing/2014/main" val="4257274740"/>
                  </a:ext>
                </a:extLst>
              </a:tr>
              <a:tr h="370840">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r>
                        <a:rPr lang="en-US" sz="1800" noProof="0" dirty="0">
                          <a:solidFill>
                            <a:schemeClr val="tx1"/>
                          </a:solidFill>
                          <a:latin typeface="+mn-lt"/>
                        </a:rPr>
                        <a:t>14: Using basic regular expressions</a:t>
                      </a:r>
                    </a:p>
                  </a:txBody>
                  <a:tcPr/>
                </a:tc>
                <a:extLst>
                  <a:ext uri="{0D108BD9-81ED-4DB2-BD59-A6C34878D82A}">
                    <a16:rowId xmlns:a16="http://schemas.microsoft.com/office/drawing/2014/main" val="1554429816"/>
                  </a:ext>
                </a:extLst>
              </a:tr>
            </a:tbl>
          </a:graphicData>
        </a:graphic>
      </p:graphicFrame>
    </p:spTree>
    <p:extLst>
      <p:ext uri="{BB962C8B-B14F-4D97-AF65-F5344CB8AC3E}">
        <p14:creationId xmlns:p14="http://schemas.microsoft.com/office/powerpoint/2010/main" val="13663711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4"/>
          <p:cNvSpPr>
            <a:spLocks noGrp="1"/>
          </p:cNvSpPr>
          <p:nvPr>
            <p:ph type="ctrTitle"/>
          </p:nvPr>
        </p:nvSpPr>
        <p:spPr/>
        <p:txBody>
          <a:bodyPr/>
          <a:lstStyle/>
          <a:p>
            <a:r>
              <a:rPr lang="en-US" noProof="0" dirty="0"/>
              <a:t>Contents</a:t>
            </a:r>
          </a:p>
        </p:txBody>
      </p:sp>
      <p:sp>
        <p:nvSpPr>
          <p:cNvPr id="6" name="Text Placeholder 5"/>
          <p:cNvSpPr>
            <a:spLocks noGrp="1"/>
          </p:cNvSpPr>
          <p:nvPr>
            <p:ph type="body" sz="quarter" idx="13"/>
          </p:nvPr>
        </p:nvSpPr>
        <p:spPr/>
        <p:txBody>
          <a:bodyPr/>
          <a:lstStyle/>
          <a:p>
            <a:pPr marL="285750" indent="-285750">
              <a:buFont typeface="Arial" panose="020B0604020202020204" pitchFamily="34" charset="0"/>
              <a:buChar char="•"/>
            </a:pPr>
            <a:r>
              <a:rPr lang="en-US" noProof="0" dirty="0"/>
              <a:t>dd</a:t>
            </a:r>
          </a:p>
          <a:p>
            <a:pPr marL="285750" indent="-285750">
              <a:buFont typeface="Arial" panose="020B0604020202020204" pitchFamily="34" charset="0"/>
              <a:buChar char="•"/>
            </a:pPr>
            <a:r>
              <a:rPr lang="en-US" noProof="0" dirty="0"/>
              <a:t>tar</a:t>
            </a:r>
          </a:p>
          <a:p>
            <a:pPr marL="285750" indent="-285750">
              <a:buFont typeface="Arial" panose="020B0604020202020204" pitchFamily="34" charset="0"/>
              <a:buChar char="•"/>
            </a:pPr>
            <a:r>
              <a:rPr lang="en-US" noProof="0" dirty="0" err="1"/>
              <a:t>cpio</a:t>
            </a:r>
            <a:endParaRPr lang="en-US" noProof="0" dirty="0"/>
          </a:p>
          <a:p>
            <a:pPr marL="285750" indent="-285750">
              <a:buFont typeface="Arial" panose="020B0604020202020204" pitchFamily="34" charset="0"/>
              <a:buChar char="•"/>
            </a:pPr>
            <a:r>
              <a:rPr lang="en-US" noProof="0" dirty="0"/>
              <a:t>pax</a:t>
            </a:r>
          </a:p>
          <a:p>
            <a:pPr marL="285750" indent="-285750">
              <a:buFont typeface="Arial" panose="020B0604020202020204" pitchFamily="34" charset="0"/>
              <a:buChar char="•"/>
            </a:pPr>
            <a:r>
              <a:rPr lang="en-US" noProof="0" dirty="0" err="1"/>
              <a:t>rsync</a:t>
            </a:r>
            <a:endParaRPr lang="en-US" noProof="0" dirty="0"/>
          </a:p>
          <a:p>
            <a:pPr marL="285750" indent="-285750">
              <a:buFont typeface="Arial" panose="020B0604020202020204" pitchFamily="34" charset="0"/>
              <a:buChar char="•"/>
            </a:pPr>
            <a:r>
              <a:rPr lang="en-US" noProof="0" dirty="0"/>
              <a:t>compression</a:t>
            </a:r>
          </a:p>
          <a:p>
            <a:pPr marL="285750" indent="-285750">
              <a:buFont typeface="Arial" panose="020B0604020202020204" pitchFamily="34" charset="0"/>
              <a:buChar char="•"/>
            </a:pPr>
            <a:endParaRPr lang="en-US" noProof="0" dirty="0"/>
          </a:p>
          <a:p>
            <a:pPr marL="285750" indent="-285750">
              <a:buFont typeface="Arial" panose="020B0604020202020204" pitchFamily="34" charset="0"/>
              <a:buChar char="•"/>
            </a:pPr>
            <a:endParaRPr lang="en-US" noProof="0" dirty="0"/>
          </a:p>
          <a:p>
            <a:pPr marL="285750" indent="-285750">
              <a:buFont typeface="Arial" panose="020B0604020202020204" pitchFamily="34" charset="0"/>
              <a:buChar char="•"/>
            </a:pPr>
            <a:endParaRPr lang="en-US" noProof="0" dirty="0"/>
          </a:p>
        </p:txBody>
      </p:sp>
    </p:spTree>
    <p:extLst>
      <p:ext uri="{BB962C8B-B14F-4D97-AF65-F5344CB8AC3E}">
        <p14:creationId xmlns:p14="http://schemas.microsoft.com/office/powerpoint/2010/main" val="417362629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ED32BBC-8A3B-5FB1-DB0F-B65F461BDA2D}"/>
              </a:ext>
            </a:extLst>
          </p:cNvPr>
          <p:cNvSpPr>
            <a:spLocks noGrp="1"/>
          </p:cNvSpPr>
          <p:nvPr>
            <p:ph type="ctrTitle"/>
          </p:nvPr>
        </p:nvSpPr>
        <p:spPr/>
        <p:txBody>
          <a:bodyPr/>
          <a:lstStyle/>
          <a:p>
            <a:r>
              <a:rPr lang="en-US" noProof="0" dirty="0"/>
              <a:t>dd</a:t>
            </a:r>
          </a:p>
        </p:txBody>
      </p:sp>
      <p:sp>
        <p:nvSpPr>
          <p:cNvPr id="2" name="Subtitle 1">
            <a:extLst>
              <a:ext uri="{FF2B5EF4-FFF2-40B4-BE49-F238E27FC236}">
                <a16:creationId xmlns:a16="http://schemas.microsoft.com/office/drawing/2014/main" id="{42492990-FA67-E9C4-ABA0-9F6BCFE4CE64}"/>
              </a:ext>
            </a:extLst>
          </p:cNvPr>
          <p:cNvSpPr>
            <a:spLocks noGrp="1"/>
          </p:cNvSpPr>
          <p:nvPr>
            <p:ph type="subTitle" idx="1"/>
          </p:nvPr>
        </p:nvSpPr>
        <p:spPr/>
        <p:txBody>
          <a:bodyPr/>
          <a:lstStyle/>
          <a:p>
            <a:endParaRPr lang="en-US" noProof="0" dirty="0"/>
          </a:p>
        </p:txBody>
      </p:sp>
    </p:spTree>
    <p:extLst>
      <p:ext uri="{BB962C8B-B14F-4D97-AF65-F5344CB8AC3E}">
        <p14:creationId xmlns:p14="http://schemas.microsoft.com/office/powerpoint/2010/main" val="95999092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AFF6B6A-66F8-A394-5296-3E229DE862F1}"/>
              </a:ext>
            </a:extLst>
          </p:cNvPr>
          <p:cNvSpPr>
            <a:spLocks noGrp="1"/>
          </p:cNvSpPr>
          <p:nvPr>
            <p:ph type="ctrTitle"/>
          </p:nvPr>
        </p:nvSpPr>
        <p:spPr/>
        <p:txBody>
          <a:bodyPr/>
          <a:lstStyle/>
          <a:p>
            <a:r>
              <a:rPr lang="en-US" noProof="0" dirty="0"/>
              <a:t>dd</a:t>
            </a:r>
          </a:p>
        </p:txBody>
      </p:sp>
      <p:sp>
        <p:nvSpPr>
          <p:cNvPr id="5" name="Text Placeholder 4">
            <a:extLst>
              <a:ext uri="{FF2B5EF4-FFF2-40B4-BE49-F238E27FC236}">
                <a16:creationId xmlns:a16="http://schemas.microsoft.com/office/drawing/2014/main" id="{91A8ED3D-B755-43C9-BCB1-DCF495C0C9DB}"/>
              </a:ext>
            </a:extLst>
          </p:cNvPr>
          <p:cNvSpPr>
            <a:spLocks noGrp="1"/>
          </p:cNvSpPr>
          <p:nvPr>
            <p:ph sz="quarter" idx="4"/>
          </p:nvPr>
        </p:nvSpPr>
        <p:spPr/>
        <p:txBody>
          <a:bodyPr/>
          <a:lstStyle/>
          <a:p>
            <a:pPr marL="289957" indent="-280154">
              <a:spcBef>
                <a:spcPts val="569"/>
              </a:spcBef>
              <a:buClr>
                <a:srgbClr val="000000"/>
              </a:buClr>
              <a:buFont typeface="Arial"/>
              <a:buChar char="•"/>
              <a:tabLst>
                <a:tab pos="289957" algn="l"/>
                <a:tab pos="290473" algn="l"/>
              </a:tabLst>
            </a:pPr>
            <a:r>
              <a:rPr lang="en-US" sz="1800" b="1" spc="-61" noProof="0" dirty="0">
                <a:solidFill>
                  <a:srgbClr val="3333CC"/>
                </a:solidFill>
                <a:latin typeface="Hack" panose="020B0609030202020204" pitchFamily="49" charset="0"/>
                <a:ea typeface="Hack" panose="020B0609030202020204" pitchFamily="49" charset="0"/>
                <a:cs typeface="Hack" panose="020B0609030202020204" pitchFamily="49" charset="0"/>
              </a:rPr>
              <a:t>dd</a:t>
            </a:r>
            <a:r>
              <a:rPr lang="en-US" sz="1800" b="1" spc="8" noProof="0" dirty="0">
                <a:solidFill>
                  <a:srgbClr val="3333CC"/>
                </a:solidFill>
                <a:latin typeface="+mn-lt"/>
                <a:cs typeface="Segoe UI"/>
              </a:rPr>
              <a:t> </a:t>
            </a:r>
            <a:r>
              <a:rPr lang="en-US" sz="1800" spc="-8" noProof="0" dirty="0">
                <a:solidFill>
                  <a:srgbClr val="2D2C2C"/>
                </a:solidFill>
                <a:latin typeface="+mn-lt"/>
                <a:cs typeface="Segoe UI"/>
              </a:rPr>
              <a:t>converts and copies files.</a:t>
            </a:r>
            <a:endParaRPr lang="en-US" sz="1800" noProof="0" dirty="0">
              <a:latin typeface="+mn-lt"/>
              <a:cs typeface="Segoe UI"/>
            </a:endParaRPr>
          </a:p>
          <a:p>
            <a:pPr marL="518001" lvl="1" indent="-233204">
              <a:spcBef>
                <a:spcPts val="488"/>
              </a:spcBef>
              <a:buClr>
                <a:srgbClr val="000000"/>
              </a:buClr>
              <a:buFont typeface="Arial"/>
              <a:buChar char="•"/>
              <a:tabLst>
                <a:tab pos="517485" algn="l"/>
                <a:tab pos="518001" algn="l"/>
              </a:tabLst>
            </a:pPr>
            <a:r>
              <a:rPr lang="en-US" sz="1800" spc="-8" noProof="0" dirty="0">
                <a:solidFill>
                  <a:srgbClr val="2D2C2C"/>
                </a:solidFill>
                <a:latin typeface="+mn-lt"/>
                <a:cs typeface="Segoe UI"/>
              </a:rPr>
              <a:t>Named after the dd (</a:t>
            </a:r>
            <a:r>
              <a:rPr lang="en-US" sz="1800" b="1" spc="-8" noProof="0" dirty="0">
                <a:solidFill>
                  <a:srgbClr val="2D2C2C"/>
                </a:solidFill>
                <a:latin typeface="+mn-lt"/>
                <a:cs typeface="Segoe UI"/>
              </a:rPr>
              <a:t>d</a:t>
            </a:r>
            <a:r>
              <a:rPr lang="en-US" sz="1800" spc="-8" noProof="0" dirty="0">
                <a:solidFill>
                  <a:srgbClr val="2D2C2C"/>
                </a:solidFill>
                <a:latin typeface="+mn-lt"/>
                <a:cs typeface="Segoe UI"/>
              </a:rPr>
              <a:t>ata </a:t>
            </a:r>
            <a:r>
              <a:rPr lang="en-US" sz="1800" b="1" spc="-8" noProof="0" dirty="0">
                <a:solidFill>
                  <a:srgbClr val="2D2C2C"/>
                </a:solidFill>
                <a:latin typeface="+mn-lt"/>
                <a:cs typeface="Segoe UI"/>
              </a:rPr>
              <a:t>d</a:t>
            </a:r>
            <a:r>
              <a:rPr lang="en-US" sz="1800" spc="-8" noProof="0" dirty="0">
                <a:solidFill>
                  <a:srgbClr val="2D2C2C"/>
                </a:solidFill>
                <a:latin typeface="+mn-lt"/>
                <a:cs typeface="Segoe UI"/>
              </a:rPr>
              <a:t>efinition) command in IBMs JCL</a:t>
            </a:r>
          </a:p>
          <a:p>
            <a:pPr marL="518001" lvl="1" indent="-233204">
              <a:spcBef>
                <a:spcPts val="488"/>
              </a:spcBef>
              <a:buClr>
                <a:srgbClr val="000000"/>
              </a:buClr>
              <a:buFont typeface="Arial"/>
              <a:buChar char="•"/>
              <a:tabLst>
                <a:tab pos="517485" algn="l"/>
                <a:tab pos="518001" algn="l"/>
              </a:tabLst>
            </a:pPr>
            <a:r>
              <a:rPr lang="en-US" sz="1800" spc="-8" noProof="0" dirty="0">
                <a:solidFill>
                  <a:srgbClr val="2D2C2C"/>
                </a:solidFill>
                <a:latin typeface="+mn-lt"/>
                <a:cs typeface="Segoe UI"/>
              </a:rPr>
              <a:t>Syntax resembles JCL statements (no dashes, but uses =)</a:t>
            </a:r>
          </a:p>
          <a:p>
            <a:pPr marL="518001" lvl="1" indent="-233204">
              <a:spcBef>
                <a:spcPts val="488"/>
              </a:spcBef>
              <a:buClr>
                <a:srgbClr val="000000"/>
              </a:buClr>
              <a:buFont typeface="Arial"/>
              <a:buChar char="•"/>
              <a:tabLst>
                <a:tab pos="517485" algn="l"/>
                <a:tab pos="518001" algn="l"/>
              </a:tabLst>
            </a:pPr>
            <a:r>
              <a:rPr lang="en-US" sz="1800" spc="-8" noProof="0" dirty="0">
                <a:solidFill>
                  <a:srgbClr val="2D2C2C"/>
                </a:solidFill>
                <a:latin typeface="+mn-lt"/>
                <a:cs typeface="Segoe UI"/>
              </a:rPr>
              <a:t>First appeared in Version 5 UNIX</a:t>
            </a:r>
          </a:p>
          <a:p>
            <a:pPr marL="518001" lvl="1" indent="-233204">
              <a:spcBef>
                <a:spcPts val="488"/>
              </a:spcBef>
              <a:buClr>
                <a:srgbClr val="000000"/>
              </a:buClr>
              <a:buFont typeface="Arial"/>
              <a:buChar char="•"/>
              <a:tabLst>
                <a:tab pos="517485" algn="l"/>
                <a:tab pos="518001" algn="l"/>
              </a:tabLst>
            </a:pPr>
            <a:r>
              <a:rPr lang="en-US" sz="1800" spc="-8" noProof="0" dirty="0">
                <a:solidFill>
                  <a:srgbClr val="2D2C2C"/>
                </a:solidFill>
                <a:latin typeface="+mn-lt"/>
                <a:cs typeface="Segoe UI"/>
              </a:rPr>
              <a:t>Originally written to convert between ASCII and EBCDIC</a:t>
            </a:r>
            <a:endParaRPr lang="en-US" sz="1800" noProof="0" dirty="0">
              <a:latin typeface="+mn-lt"/>
              <a:cs typeface="Segoe UI"/>
            </a:endParaRPr>
          </a:p>
          <a:p>
            <a:pPr marL="289957" indent="-280154">
              <a:spcBef>
                <a:spcPts val="975"/>
              </a:spcBef>
              <a:buClr>
                <a:srgbClr val="000000"/>
              </a:buClr>
              <a:buFont typeface="Arial"/>
              <a:buChar char="•"/>
              <a:tabLst>
                <a:tab pos="289957" algn="l"/>
                <a:tab pos="290473" algn="l"/>
              </a:tabLst>
            </a:pPr>
            <a:r>
              <a:rPr lang="en-US" sz="1800" spc="-8" noProof="0" dirty="0">
                <a:solidFill>
                  <a:srgbClr val="2D2C2C"/>
                </a:solidFill>
                <a:latin typeface="+mn-lt"/>
                <a:cs typeface="Segoe UI"/>
              </a:rPr>
              <a:t>By default, it reads from stdin and writes </a:t>
            </a:r>
            <a:r>
              <a:rPr lang="en-US" sz="1800" spc="-8" noProof="0" dirty="0" err="1">
                <a:solidFill>
                  <a:srgbClr val="2D2C2C"/>
                </a:solidFill>
                <a:latin typeface="+mn-lt"/>
                <a:cs typeface="Segoe UI"/>
              </a:rPr>
              <a:t>stdout</a:t>
            </a:r>
            <a:r>
              <a:rPr lang="en-US" sz="1800" spc="-8" noProof="0" dirty="0">
                <a:solidFill>
                  <a:srgbClr val="2D2C2C"/>
                </a:solidFill>
                <a:latin typeface="+mn-lt"/>
                <a:cs typeface="Segoe UI"/>
              </a:rPr>
              <a:t>.</a:t>
            </a:r>
            <a:endParaRPr lang="en-US" sz="1800" noProof="0" dirty="0">
              <a:latin typeface="+mn-lt"/>
              <a:cs typeface="Segoe UI"/>
            </a:endParaRPr>
          </a:p>
          <a:p>
            <a:pPr marL="518001" lvl="1" indent="-233204">
              <a:spcBef>
                <a:spcPts val="492"/>
              </a:spcBef>
              <a:buClr>
                <a:srgbClr val="000000"/>
              </a:buClr>
              <a:buFont typeface="Arial"/>
              <a:buChar char="•"/>
              <a:tabLst>
                <a:tab pos="517485" algn="l"/>
                <a:tab pos="518001" algn="l"/>
              </a:tabLst>
            </a:pPr>
            <a:r>
              <a:rPr lang="en-US" sz="1800" spc="-4" noProof="0" dirty="0">
                <a:solidFill>
                  <a:srgbClr val="2D2C2C"/>
                </a:solidFill>
                <a:latin typeface="+mn-lt"/>
                <a:cs typeface="Segoe UI"/>
              </a:rPr>
              <a:t>Overridden by if (input file) and of (output file) </a:t>
            </a:r>
          </a:p>
          <a:p>
            <a:pPr marL="518001" lvl="1" indent="-233204">
              <a:spcBef>
                <a:spcPts val="492"/>
              </a:spcBef>
              <a:buClr>
                <a:srgbClr val="000000"/>
              </a:buClr>
              <a:buFont typeface="Arial"/>
              <a:buChar char="•"/>
              <a:tabLst>
                <a:tab pos="517485" algn="l"/>
                <a:tab pos="518001" algn="l"/>
              </a:tabLst>
            </a:pPr>
            <a:r>
              <a:rPr lang="en-US" sz="1800" spc="-4" noProof="0" dirty="0">
                <a:solidFill>
                  <a:srgbClr val="2D2C2C"/>
                </a:solidFill>
                <a:latin typeface="+mn-lt"/>
                <a:cs typeface="Segoe UI"/>
              </a:rPr>
              <a:t>Option formant option=value unlike other tools</a:t>
            </a:r>
          </a:p>
          <a:p>
            <a:pPr marL="518001" lvl="1" indent="-233204">
              <a:spcBef>
                <a:spcPts val="492"/>
              </a:spcBef>
              <a:buClr>
                <a:srgbClr val="000000"/>
              </a:buClr>
              <a:buFont typeface="Arial"/>
              <a:buChar char="•"/>
              <a:tabLst>
                <a:tab pos="517485" algn="l"/>
                <a:tab pos="518001" algn="l"/>
              </a:tabLst>
            </a:pPr>
            <a:r>
              <a:rPr lang="en-US" sz="1800" spc="-4" noProof="0" dirty="0">
                <a:solidFill>
                  <a:srgbClr val="2D2C2C"/>
                </a:solidFill>
                <a:latin typeface="+mn-lt"/>
                <a:cs typeface="Segoe UI"/>
              </a:rPr>
              <a:t>Example: Copy Linux to IBM tape</a:t>
            </a:r>
          </a:p>
          <a:p>
            <a:endParaRPr lang="en-US" sz="1800" noProof="0" dirty="0"/>
          </a:p>
        </p:txBody>
      </p:sp>
      <p:sp>
        <p:nvSpPr>
          <p:cNvPr id="7" name="Rectangle 3">
            <a:extLst>
              <a:ext uri="{FF2B5EF4-FFF2-40B4-BE49-F238E27FC236}">
                <a16:creationId xmlns:a16="http://schemas.microsoft.com/office/drawing/2014/main" id="{C1EC2494-B2D7-57C6-7469-6C83D160096C}"/>
              </a:ext>
            </a:extLst>
          </p:cNvPr>
          <p:cNvSpPr>
            <a:spLocks noChangeArrowheads="1"/>
          </p:cNvSpPr>
          <p:nvPr/>
        </p:nvSpPr>
        <p:spPr bwMode="auto">
          <a:xfrm>
            <a:off x="4142782" y="5116478"/>
            <a:ext cx="7533280" cy="389850"/>
          </a:xfrm>
          <a:prstGeom prst="rect">
            <a:avLst/>
          </a:prstGeom>
          <a:solidFill>
            <a:schemeClr val="tx1"/>
          </a:solidFill>
          <a:ln w="12700" algn="ctr">
            <a:solidFill>
              <a:schemeClr val="bg1"/>
            </a:solidFill>
            <a:miter lim="800000"/>
            <a:headEnd/>
            <a:tailEnd/>
          </a:ln>
          <a:effectLst>
            <a:outerShdw blurRad="50800" dist="50800" dir="2700000" algn="ctr" rotWithShape="0">
              <a:schemeClr val="bg2">
                <a:lumMod val="90000"/>
              </a:schemeClr>
            </a:outerShdw>
          </a:effectLst>
        </p:spPr>
        <p:txBody>
          <a:bodyPr wrap="square" lIns="95250" tIns="91440" rIns="95250" bIns="50800">
            <a:spAutoFit/>
          </a:bodyPr>
          <a:lstStyle/>
          <a:p>
            <a:pPr marL="71199">
              <a:spcBef>
                <a:spcPts val="106"/>
              </a:spcBef>
            </a:pPr>
            <a:r>
              <a:rPr lang="en-US" sz="1600" spc="-4" noProof="0" dirty="0">
                <a:solidFill>
                  <a:schemeClr val="bg1"/>
                </a:solidFill>
                <a:latin typeface="Hack" panose="020B0609030202020204" pitchFamily="49" charset="0"/>
                <a:ea typeface="Hack" panose="020B0609030202020204" pitchFamily="49" charset="0"/>
                <a:cs typeface="Hack" panose="020B0609030202020204" pitchFamily="49" charset="0"/>
              </a:rPr>
              <a:t>$</a:t>
            </a:r>
            <a:r>
              <a:rPr lang="en-US" sz="1600" spc="-20"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sz="1600" b="1" spc="-4" noProof="0" dirty="0">
                <a:solidFill>
                  <a:schemeClr val="bg1"/>
                </a:solidFill>
                <a:latin typeface="Hack" panose="020B0609030202020204" pitchFamily="49" charset="0"/>
                <a:ea typeface="Hack" panose="020B0609030202020204" pitchFamily="49" charset="0"/>
                <a:cs typeface="Hack" panose="020B0609030202020204" pitchFamily="49" charset="0"/>
              </a:rPr>
              <a:t>dd</a:t>
            </a:r>
            <a:r>
              <a:rPr lang="en-US" sz="1600" b="1" spc="-16"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sz="1600" b="1" spc="-4" noProof="0" dirty="0">
                <a:solidFill>
                  <a:schemeClr val="bg1"/>
                </a:solidFill>
                <a:latin typeface="Hack" panose="020B0609030202020204" pitchFamily="49" charset="0"/>
                <a:ea typeface="Hack" panose="020B0609030202020204" pitchFamily="49" charset="0"/>
                <a:cs typeface="Hack" panose="020B0609030202020204" pitchFamily="49" charset="0"/>
              </a:rPr>
              <a:t>if=/dev/rmt8</a:t>
            </a:r>
            <a:r>
              <a:rPr lang="en-US" sz="1600" b="1" spc="-16"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sz="1600" b="1" spc="-4" noProof="0" dirty="0">
                <a:solidFill>
                  <a:schemeClr val="bg1"/>
                </a:solidFill>
                <a:latin typeface="Hack" panose="020B0609030202020204" pitchFamily="49" charset="0"/>
                <a:ea typeface="Hack" panose="020B0609030202020204" pitchFamily="49" charset="0"/>
                <a:cs typeface="Hack" panose="020B0609030202020204" pitchFamily="49" charset="0"/>
              </a:rPr>
              <a:t>of=/</a:t>
            </a:r>
            <a:r>
              <a:rPr lang="en-US" sz="1600" b="1" spc="-4" noProof="0" dirty="0" err="1">
                <a:solidFill>
                  <a:schemeClr val="bg1"/>
                </a:solidFill>
                <a:latin typeface="Hack" panose="020B0609030202020204" pitchFamily="49" charset="0"/>
                <a:ea typeface="Hack" panose="020B0609030202020204" pitchFamily="49" charset="0"/>
                <a:cs typeface="Hack" panose="020B0609030202020204" pitchFamily="49" charset="0"/>
              </a:rPr>
              <a:t>tmp</a:t>
            </a:r>
            <a:r>
              <a:rPr lang="en-US" sz="1600" b="1" spc="-4" noProof="0" dirty="0">
                <a:solidFill>
                  <a:schemeClr val="bg1"/>
                </a:solidFill>
                <a:latin typeface="Hack" panose="020B0609030202020204" pitchFamily="49" charset="0"/>
                <a:ea typeface="Hack" panose="020B0609030202020204" pitchFamily="49" charset="0"/>
                <a:cs typeface="Hack" panose="020B0609030202020204" pitchFamily="49" charset="0"/>
              </a:rPr>
              <a:t>/</a:t>
            </a:r>
            <a:r>
              <a:rPr lang="en-US" sz="1600" b="1" spc="-4" noProof="0" dirty="0" err="1">
                <a:solidFill>
                  <a:schemeClr val="bg1"/>
                </a:solidFill>
                <a:latin typeface="Hack" panose="020B0609030202020204" pitchFamily="49" charset="0"/>
                <a:ea typeface="Hack" panose="020B0609030202020204" pitchFamily="49" charset="0"/>
                <a:cs typeface="Hack" panose="020B0609030202020204" pitchFamily="49" charset="0"/>
              </a:rPr>
              <a:t>ibm.tape</a:t>
            </a:r>
            <a:r>
              <a:rPr lang="en-US" sz="1600" b="1" spc="-4" noProof="0" dirty="0">
                <a:solidFill>
                  <a:schemeClr val="bg1"/>
                </a:solidFill>
                <a:latin typeface="Hack" panose="020B0609030202020204" pitchFamily="49" charset="0"/>
                <a:ea typeface="Hack" panose="020B0609030202020204" pitchFamily="49" charset="0"/>
                <a:cs typeface="Hack" panose="020B0609030202020204" pitchFamily="49" charset="0"/>
              </a:rPr>
              <a:t> bs=4096</a:t>
            </a:r>
            <a:r>
              <a:rPr lang="en-US" sz="1600" b="1" spc="-33"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sz="1600" b="1" spc="-4" noProof="0" dirty="0">
                <a:solidFill>
                  <a:schemeClr val="bg1"/>
                </a:solidFill>
                <a:latin typeface="Hack" panose="020B0609030202020204" pitchFamily="49" charset="0"/>
                <a:ea typeface="Hack" panose="020B0609030202020204" pitchFamily="49" charset="0"/>
                <a:cs typeface="Hack" panose="020B0609030202020204" pitchFamily="49" charset="0"/>
              </a:rPr>
              <a:t>conv=</a:t>
            </a:r>
            <a:r>
              <a:rPr lang="en-US" sz="1600" b="1" spc="-4" noProof="0" dirty="0" err="1">
                <a:solidFill>
                  <a:schemeClr val="bg1"/>
                </a:solidFill>
                <a:latin typeface="Hack" panose="020B0609030202020204" pitchFamily="49" charset="0"/>
                <a:ea typeface="Hack" panose="020B0609030202020204" pitchFamily="49" charset="0"/>
                <a:cs typeface="Hack" panose="020B0609030202020204" pitchFamily="49" charset="0"/>
              </a:rPr>
              <a:t>ebcdic,swab</a:t>
            </a:r>
            <a:endParaRPr lang="en-US" sz="1600" noProof="0" dirty="0">
              <a:solidFill>
                <a:schemeClr val="bg1"/>
              </a:solidFill>
              <a:latin typeface="Hack" panose="020B0609030202020204" pitchFamily="49" charset="0"/>
              <a:ea typeface="Hack" panose="020B0609030202020204" pitchFamily="49" charset="0"/>
              <a:cs typeface="Hack" panose="020B0609030202020204" pitchFamily="49" charset="0"/>
            </a:endParaRPr>
          </a:p>
        </p:txBody>
      </p:sp>
      <p:sp>
        <p:nvSpPr>
          <p:cNvPr id="4" name="Slide Number Placeholder 1">
            <a:extLst>
              <a:ext uri="{FF2B5EF4-FFF2-40B4-BE49-F238E27FC236}">
                <a16:creationId xmlns:a16="http://schemas.microsoft.com/office/drawing/2014/main" id="{A9A6FF77-D641-4417-92E7-11CC6238BF20}"/>
              </a:ext>
            </a:extLst>
          </p:cNvPr>
          <p:cNvSpPr txBox="1">
            <a:spLocks/>
          </p:cNvSpPr>
          <p:nvPr/>
        </p:nvSpPr>
        <p:spPr>
          <a:xfrm>
            <a:off x="9365513" y="6398855"/>
            <a:ext cx="2743200"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EF892D59-8F09-EF4B-AD6D-DA609442F868}" type="slidenum">
              <a:rPr lang="en-US" noProof="0" smtClean="0"/>
              <a:pPr algn="r"/>
              <a:t>4</a:t>
            </a:fld>
            <a:endParaRPr lang="en-US" noProof="0" dirty="0"/>
          </a:p>
        </p:txBody>
      </p:sp>
    </p:spTree>
    <p:extLst>
      <p:ext uri="{BB962C8B-B14F-4D97-AF65-F5344CB8AC3E}">
        <p14:creationId xmlns:p14="http://schemas.microsoft.com/office/powerpoint/2010/main" val="300235705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50463A2-60FA-6A1F-F1ED-313E958A5D9E}"/>
              </a:ext>
            </a:extLst>
          </p:cNvPr>
          <p:cNvSpPr>
            <a:spLocks noGrp="1"/>
          </p:cNvSpPr>
          <p:nvPr>
            <p:ph type="ctrTitle"/>
          </p:nvPr>
        </p:nvSpPr>
        <p:spPr/>
        <p:txBody>
          <a:bodyPr/>
          <a:lstStyle/>
          <a:p>
            <a:r>
              <a:rPr lang="en-US" noProof="0" dirty="0"/>
              <a:t>dd options</a:t>
            </a:r>
          </a:p>
        </p:txBody>
      </p:sp>
      <p:sp>
        <p:nvSpPr>
          <p:cNvPr id="5" name="Text Placeholder 4">
            <a:extLst>
              <a:ext uri="{FF2B5EF4-FFF2-40B4-BE49-F238E27FC236}">
                <a16:creationId xmlns:a16="http://schemas.microsoft.com/office/drawing/2014/main" id="{91A8ED3D-B755-43C9-BCB1-DCF495C0C9DB}"/>
              </a:ext>
            </a:extLst>
          </p:cNvPr>
          <p:cNvSpPr>
            <a:spLocks noGrp="1"/>
          </p:cNvSpPr>
          <p:nvPr>
            <p:ph sz="quarter" idx="4"/>
          </p:nvPr>
        </p:nvSpPr>
        <p:spPr/>
        <p:txBody>
          <a:bodyPr/>
          <a:lstStyle/>
          <a:p>
            <a:pPr marL="289957" indent="-280154">
              <a:spcBef>
                <a:spcPts val="569"/>
              </a:spcBef>
              <a:buClr>
                <a:srgbClr val="000000"/>
              </a:buClr>
              <a:buFont typeface="Arial"/>
              <a:buChar char="•"/>
              <a:tabLst>
                <a:tab pos="289957" algn="l"/>
                <a:tab pos="290473" algn="l"/>
              </a:tabLst>
            </a:pPr>
            <a:r>
              <a:rPr lang="en-US" sz="1800" b="1" spc="-61" noProof="0" dirty="0">
                <a:solidFill>
                  <a:srgbClr val="3333CC"/>
                </a:solidFill>
                <a:latin typeface="Hack" panose="020B0609030202020204" pitchFamily="49" charset="0"/>
                <a:ea typeface="Hack" panose="020B0609030202020204" pitchFamily="49" charset="0"/>
                <a:cs typeface="Hack" panose="020B0609030202020204" pitchFamily="49" charset="0"/>
              </a:rPr>
              <a:t>dd</a:t>
            </a:r>
            <a:r>
              <a:rPr lang="en-US" sz="1800" b="1" spc="8" noProof="0" dirty="0">
                <a:solidFill>
                  <a:srgbClr val="3333CC"/>
                </a:solidFill>
                <a:cs typeface="Segoe UI"/>
              </a:rPr>
              <a:t> </a:t>
            </a:r>
            <a:r>
              <a:rPr lang="en-US" sz="1800" spc="-8" noProof="0" dirty="0">
                <a:solidFill>
                  <a:srgbClr val="2D2C2C"/>
                </a:solidFill>
                <a:cs typeface="Segoe UI"/>
              </a:rPr>
              <a:t>command options include:</a:t>
            </a:r>
          </a:p>
          <a:p>
            <a:pPr marL="469953" lvl="1" indent="-280154">
              <a:spcBef>
                <a:spcPts val="569"/>
              </a:spcBef>
              <a:buClr>
                <a:srgbClr val="000000"/>
              </a:buClr>
              <a:buFont typeface="Arial"/>
              <a:buChar char="•"/>
              <a:tabLst>
                <a:tab pos="289957" algn="l"/>
                <a:tab pos="290473" algn="l"/>
              </a:tabLst>
            </a:pPr>
            <a:r>
              <a:rPr lang="en-US" sz="1800" b="1" spc="-8" noProof="0" dirty="0">
                <a:solidFill>
                  <a:srgbClr val="0000C7"/>
                </a:solidFill>
                <a:latin typeface="Hack" panose="020B0609030202020204" pitchFamily="49" charset="0"/>
                <a:ea typeface="Hack" panose="020B0609030202020204" pitchFamily="49" charset="0"/>
                <a:cs typeface="Hack" panose="020B0609030202020204" pitchFamily="49" charset="0"/>
              </a:rPr>
              <a:t>of=file </a:t>
            </a:r>
            <a:r>
              <a:rPr lang="en-US" sz="1800" spc="-8" noProof="0" dirty="0">
                <a:solidFill>
                  <a:srgbClr val="0D0D0D"/>
                </a:solidFill>
                <a:latin typeface="+mn-lt"/>
                <a:cs typeface="Segoe UI"/>
              </a:rPr>
              <a:t>- Write</a:t>
            </a:r>
            <a:r>
              <a:rPr lang="en-US" sz="1800" spc="8" noProof="0" dirty="0">
                <a:solidFill>
                  <a:srgbClr val="0D0D0D"/>
                </a:solidFill>
                <a:latin typeface="+mn-lt"/>
                <a:cs typeface="Segoe UI"/>
              </a:rPr>
              <a:t> </a:t>
            </a:r>
            <a:r>
              <a:rPr lang="en-US" sz="1800" spc="-16" noProof="0" dirty="0">
                <a:solidFill>
                  <a:srgbClr val="0D0D0D"/>
                </a:solidFill>
                <a:latin typeface="+mn-lt"/>
                <a:cs typeface="Segoe UI"/>
              </a:rPr>
              <a:t>to</a:t>
            </a:r>
            <a:r>
              <a:rPr lang="en-US" sz="1800" noProof="0" dirty="0">
                <a:solidFill>
                  <a:srgbClr val="0D0D0D"/>
                </a:solidFill>
                <a:latin typeface="+mn-lt"/>
                <a:cs typeface="Segoe UI"/>
              </a:rPr>
              <a:t> </a:t>
            </a:r>
            <a:r>
              <a:rPr lang="en-US" sz="1800" spc="-12" noProof="0" dirty="0">
                <a:solidFill>
                  <a:srgbClr val="0D0D0D"/>
                </a:solidFill>
                <a:latin typeface="+mn-lt"/>
                <a:cs typeface="Segoe UI"/>
              </a:rPr>
              <a:t>named</a:t>
            </a:r>
            <a:r>
              <a:rPr lang="en-US" sz="1800" spc="37" noProof="0" dirty="0">
                <a:solidFill>
                  <a:srgbClr val="0D0D0D"/>
                </a:solidFill>
                <a:latin typeface="+mn-lt"/>
                <a:cs typeface="Segoe UI"/>
              </a:rPr>
              <a:t> </a:t>
            </a:r>
            <a:r>
              <a:rPr lang="en-US" sz="1800" spc="-4" noProof="0" dirty="0">
                <a:solidFill>
                  <a:srgbClr val="0D0D0D"/>
                </a:solidFill>
                <a:latin typeface="+mn-lt"/>
                <a:cs typeface="Segoe UI"/>
              </a:rPr>
              <a:t>file</a:t>
            </a:r>
            <a:r>
              <a:rPr lang="en-US" sz="1800" spc="24" noProof="0" dirty="0">
                <a:solidFill>
                  <a:srgbClr val="0D0D0D"/>
                </a:solidFill>
                <a:latin typeface="+mn-lt"/>
                <a:cs typeface="Segoe UI"/>
              </a:rPr>
              <a:t> </a:t>
            </a:r>
            <a:r>
              <a:rPr lang="en-US" sz="1800" spc="-12" noProof="0" dirty="0">
                <a:solidFill>
                  <a:srgbClr val="0D0D0D"/>
                </a:solidFill>
                <a:latin typeface="+mn-lt"/>
                <a:cs typeface="Segoe UI"/>
              </a:rPr>
              <a:t>instead</a:t>
            </a:r>
            <a:r>
              <a:rPr lang="en-US" sz="1800" spc="33" noProof="0" dirty="0">
                <a:solidFill>
                  <a:srgbClr val="0D0D0D"/>
                </a:solidFill>
                <a:latin typeface="+mn-lt"/>
                <a:cs typeface="Segoe UI"/>
              </a:rPr>
              <a:t> </a:t>
            </a:r>
            <a:r>
              <a:rPr lang="en-US" sz="1800" spc="-20" noProof="0" dirty="0">
                <a:solidFill>
                  <a:srgbClr val="0D0D0D"/>
                </a:solidFill>
                <a:latin typeface="+mn-lt"/>
                <a:cs typeface="Segoe UI"/>
              </a:rPr>
              <a:t>of</a:t>
            </a:r>
            <a:r>
              <a:rPr lang="en-US" sz="1800" spc="16" noProof="0" dirty="0">
                <a:solidFill>
                  <a:srgbClr val="0D0D0D"/>
                </a:solidFill>
                <a:latin typeface="+mn-lt"/>
                <a:cs typeface="Segoe UI"/>
              </a:rPr>
              <a:t> </a:t>
            </a:r>
            <a:r>
              <a:rPr lang="en-US" sz="1800" spc="-8" noProof="0" dirty="0" err="1">
                <a:solidFill>
                  <a:srgbClr val="0D0D0D"/>
                </a:solidFill>
                <a:latin typeface="+mn-lt"/>
                <a:cs typeface="Segoe UI"/>
              </a:rPr>
              <a:t>stdout</a:t>
            </a:r>
            <a:r>
              <a:rPr lang="en-US" sz="1800" spc="-8" noProof="0" dirty="0">
                <a:solidFill>
                  <a:srgbClr val="0D0D0D"/>
                </a:solidFill>
                <a:latin typeface="+mn-lt"/>
                <a:cs typeface="Segoe UI"/>
              </a:rPr>
              <a:t>.</a:t>
            </a:r>
          </a:p>
          <a:p>
            <a:pPr marL="469953" lvl="1" indent="-280154">
              <a:spcBef>
                <a:spcPts val="569"/>
              </a:spcBef>
              <a:buClr>
                <a:srgbClr val="000000"/>
              </a:buClr>
              <a:buFont typeface="Arial"/>
              <a:buChar char="•"/>
              <a:tabLst>
                <a:tab pos="289957" algn="l"/>
                <a:tab pos="290473" algn="l"/>
              </a:tabLst>
            </a:pPr>
            <a:r>
              <a:rPr lang="en-US" sz="1800" b="1" spc="-4" noProof="0" dirty="0">
                <a:solidFill>
                  <a:srgbClr val="0000C7"/>
                </a:solidFill>
                <a:latin typeface="Hack" panose="020B0609030202020204" pitchFamily="49" charset="0"/>
                <a:ea typeface="Hack" panose="020B0609030202020204" pitchFamily="49" charset="0"/>
                <a:cs typeface="Hack" panose="020B0609030202020204" pitchFamily="49" charset="0"/>
              </a:rPr>
              <a:t>if=file</a:t>
            </a:r>
            <a:r>
              <a:rPr lang="en-US" sz="1800" spc="-4" noProof="0" dirty="0">
                <a:solidFill>
                  <a:srgbClr val="0D0D0D"/>
                </a:solidFill>
                <a:latin typeface="Segoe UI"/>
                <a:cs typeface="Segoe UI"/>
              </a:rPr>
              <a:t> </a:t>
            </a:r>
            <a:r>
              <a:rPr lang="en-US" sz="1800" spc="-16" noProof="0" dirty="0">
                <a:solidFill>
                  <a:srgbClr val="0D0D0D"/>
                </a:solidFill>
                <a:latin typeface="+mn-lt"/>
                <a:cs typeface="Segoe UI"/>
              </a:rPr>
              <a:t>- Read</a:t>
            </a:r>
            <a:r>
              <a:rPr lang="en-US" sz="1800" spc="-4" noProof="0" dirty="0">
                <a:solidFill>
                  <a:srgbClr val="0D0D0D"/>
                </a:solidFill>
                <a:latin typeface="+mn-lt"/>
                <a:cs typeface="Segoe UI"/>
              </a:rPr>
              <a:t> </a:t>
            </a:r>
            <a:r>
              <a:rPr lang="en-US" sz="1800" spc="-8" noProof="0" dirty="0">
                <a:solidFill>
                  <a:srgbClr val="0D0D0D"/>
                </a:solidFill>
                <a:latin typeface="+mn-lt"/>
                <a:cs typeface="Segoe UI"/>
              </a:rPr>
              <a:t>from</a:t>
            </a:r>
            <a:r>
              <a:rPr lang="en-US" sz="1800" spc="4" noProof="0" dirty="0">
                <a:solidFill>
                  <a:srgbClr val="0D0D0D"/>
                </a:solidFill>
                <a:latin typeface="+mn-lt"/>
                <a:cs typeface="Segoe UI"/>
              </a:rPr>
              <a:t> </a:t>
            </a:r>
            <a:r>
              <a:rPr lang="en-US" sz="1800" spc="-12" noProof="0" dirty="0">
                <a:solidFill>
                  <a:srgbClr val="0D0D0D"/>
                </a:solidFill>
                <a:latin typeface="+mn-lt"/>
                <a:cs typeface="Segoe UI"/>
              </a:rPr>
              <a:t>named</a:t>
            </a:r>
            <a:r>
              <a:rPr lang="en-US" sz="1800" spc="37" noProof="0" dirty="0">
                <a:solidFill>
                  <a:srgbClr val="0D0D0D"/>
                </a:solidFill>
                <a:latin typeface="+mn-lt"/>
                <a:cs typeface="Segoe UI"/>
              </a:rPr>
              <a:t> </a:t>
            </a:r>
            <a:r>
              <a:rPr lang="en-US" sz="1800" spc="-4" noProof="0" dirty="0">
                <a:solidFill>
                  <a:srgbClr val="0D0D0D"/>
                </a:solidFill>
                <a:latin typeface="+mn-lt"/>
                <a:cs typeface="Segoe UI"/>
              </a:rPr>
              <a:t>file</a:t>
            </a:r>
            <a:r>
              <a:rPr lang="en-US" sz="1800" spc="4" noProof="0" dirty="0">
                <a:solidFill>
                  <a:srgbClr val="0D0D0D"/>
                </a:solidFill>
                <a:latin typeface="+mn-lt"/>
                <a:cs typeface="Segoe UI"/>
              </a:rPr>
              <a:t> </a:t>
            </a:r>
            <a:r>
              <a:rPr lang="en-US" sz="1800" spc="-12" noProof="0" dirty="0">
                <a:solidFill>
                  <a:srgbClr val="0D0D0D"/>
                </a:solidFill>
                <a:latin typeface="+mn-lt"/>
                <a:cs typeface="Segoe UI"/>
              </a:rPr>
              <a:t>instead</a:t>
            </a:r>
            <a:r>
              <a:rPr lang="en-US" sz="1800" spc="57" noProof="0" dirty="0">
                <a:solidFill>
                  <a:srgbClr val="0D0D0D"/>
                </a:solidFill>
                <a:latin typeface="+mn-lt"/>
                <a:cs typeface="Segoe UI"/>
              </a:rPr>
              <a:t> </a:t>
            </a:r>
            <a:r>
              <a:rPr lang="en-US" sz="1800" spc="-20" noProof="0" dirty="0">
                <a:solidFill>
                  <a:srgbClr val="0D0D0D"/>
                </a:solidFill>
                <a:latin typeface="+mn-lt"/>
                <a:cs typeface="Segoe UI"/>
              </a:rPr>
              <a:t>of</a:t>
            </a:r>
            <a:r>
              <a:rPr lang="en-US" sz="1800" spc="-8" noProof="0" dirty="0">
                <a:solidFill>
                  <a:srgbClr val="0D0D0D"/>
                </a:solidFill>
                <a:latin typeface="+mn-lt"/>
                <a:cs typeface="Segoe UI"/>
              </a:rPr>
              <a:t> stdin.</a:t>
            </a:r>
          </a:p>
          <a:p>
            <a:pPr marL="469953" lvl="1" indent="-280154">
              <a:spcBef>
                <a:spcPts val="569"/>
              </a:spcBef>
              <a:buClr>
                <a:srgbClr val="000000"/>
              </a:buClr>
              <a:buFont typeface="Arial"/>
              <a:buChar char="•"/>
              <a:tabLst>
                <a:tab pos="289957" algn="l"/>
                <a:tab pos="290473" algn="l"/>
              </a:tabLst>
            </a:pPr>
            <a:r>
              <a:rPr lang="en-US" sz="1800" b="1" spc="-4" noProof="0" dirty="0">
                <a:solidFill>
                  <a:srgbClr val="0000C7"/>
                </a:solidFill>
                <a:latin typeface="Hack" panose="020B0609030202020204" pitchFamily="49" charset="0"/>
                <a:ea typeface="Hack" panose="020B0609030202020204" pitchFamily="49" charset="0"/>
                <a:cs typeface="Hack" panose="020B0609030202020204" pitchFamily="49" charset="0"/>
              </a:rPr>
              <a:t>bs=size </a:t>
            </a:r>
            <a:r>
              <a:rPr lang="en-US" sz="1800" spc="-431" noProof="0" dirty="0">
                <a:solidFill>
                  <a:srgbClr val="0D0D0D"/>
                </a:solidFill>
                <a:latin typeface="Segoe UI"/>
                <a:cs typeface="Segoe UI"/>
              </a:rPr>
              <a:t> </a:t>
            </a:r>
            <a:r>
              <a:rPr lang="en-US" sz="1800" spc="-8" noProof="0" dirty="0">
                <a:solidFill>
                  <a:srgbClr val="0D0D0D"/>
                </a:solidFill>
                <a:latin typeface="+mn-lt"/>
                <a:cs typeface="Segoe UI"/>
              </a:rPr>
              <a:t>- Specify</a:t>
            </a:r>
            <a:r>
              <a:rPr lang="en-US" sz="1800" spc="12" noProof="0" dirty="0">
                <a:solidFill>
                  <a:srgbClr val="0D0D0D"/>
                </a:solidFill>
                <a:latin typeface="+mn-lt"/>
                <a:cs typeface="Segoe UI"/>
              </a:rPr>
              <a:t> </a:t>
            </a:r>
            <a:r>
              <a:rPr lang="en-US" sz="1800" spc="-4" noProof="0" dirty="0">
                <a:solidFill>
                  <a:srgbClr val="0D0D0D"/>
                </a:solidFill>
                <a:latin typeface="+mn-lt"/>
                <a:cs typeface="Segoe UI"/>
              </a:rPr>
              <a:t>block</a:t>
            </a:r>
            <a:r>
              <a:rPr lang="en-US" sz="1800" spc="28" noProof="0" dirty="0">
                <a:solidFill>
                  <a:srgbClr val="0D0D0D"/>
                </a:solidFill>
                <a:latin typeface="+mn-lt"/>
                <a:cs typeface="Segoe UI"/>
              </a:rPr>
              <a:t> </a:t>
            </a:r>
            <a:r>
              <a:rPr lang="en-US" sz="1800" spc="-8" noProof="0" dirty="0">
                <a:solidFill>
                  <a:srgbClr val="0D0D0D"/>
                </a:solidFill>
                <a:latin typeface="+mn-lt"/>
                <a:cs typeface="Segoe UI"/>
              </a:rPr>
              <a:t>size</a:t>
            </a:r>
            <a:r>
              <a:rPr lang="en-US" sz="1800" spc="12" noProof="0" dirty="0">
                <a:solidFill>
                  <a:srgbClr val="0D0D0D"/>
                </a:solidFill>
                <a:latin typeface="+mn-lt"/>
                <a:cs typeface="Segoe UI"/>
              </a:rPr>
              <a:t> </a:t>
            </a:r>
            <a:r>
              <a:rPr lang="en-US" sz="1800" spc="-8" noProof="0" dirty="0">
                <a:solidFill>
                  <a:srgbClr val="0D0D0D"/>
                </a:solidFill>
                <a:latin typeface="+mn-lt"/>
                <a:cs typeface="Segoe UI"/>
              </a:rPr>
              <a:t>(also</a:t>
            </a:r>
            <a:r>
              <a:rPr lang="en-US" sz="1800" noProof="0" dirty="0">
                <a:solidFill>
                  <a:srgbClr val="0D0D0D"/>
                </a:solidFill>
                <a:latin typeface="+mn-lt"/>
                <a:cs typeface="Segoe UI"/>
              </a:rPr>
              <a:t> </a:t>
            </a:r>
            <a:r>
              <a:rPr lang="en-US" sz="1800" spc="-8" noProof="0" dirty="0" err="1">
                <a:solidFill>
                  <a:srgbClr val="0D0D0D"/>
                </a:solidFill>
                <a:latin typeface="+mn-lt"/>
                <a:cs typeface="Segoe UI"/>
              </a:rPr>
              <a:t>ibs</a:t>
            </a:r>
            <a:r>
              <a:rPr lang="en-US" sz="1800" spc="16" noProof="0" dirty="0">
                <a:solidFill>
                  <a:srgbClr val="0D0D0D"/>
                </a:solidFill>
                <a:latin typeface="+mn-lt"/>
                <a:cs typeface="Segoe UI"/>
              </a:rPr>
              <a:t> </a:t>
            </a:r>
            <a:r>
              <a:rPr lang="en-US" sz="1800" spc="-4" noProof="0" dirty="0">
                <a:solidFill>
                  <a:srgbClr val="0D0D0D"/>
                </a:solidFill>
                <a:latin typeface="+mn-lt"/>
                <a:cs typeface="Segoe UI"/>
              </a:rPr>
              <a:t>and </a:t>
            </a:r>
            <a:r>
              <a:rPr lang="en-US" sz="1800" spc="-4" noProof="0" dirty="0" err="1">
                <a:solidFill>
                  <a:srgbClr val="0D0D0D"/>
                </a:solidFill>
                <a:latin typeface="+mn-lt"/>
                <a:cs typeface="Segoe UI"/>
              </a:rPr>
              <a:t>obs</a:t>
            </a:r>
            <a:r>
              <a:rPr lang="en-US" sz="1800" spc="-4" noProof="0" dirty="0">
                <a:solidFill>
                  <a:srgbClr val="0D0D0D"/>
                </a:solidFill>
                <a:latin typeface="+mn-lt"/>
                <a:cs typeface="Segoe UI"/>
              </a:rPr>
              <a:t>).</a:t>
            </a:r>
          </a:p>
          <a:p>
            <a:pPr marL="469953" lvl="1" indent="-280154">
              <a:spcBef>
                <a:spcPts val="569"/>
              </a:spcBef>
              <a:buClr>
                <a:srgbClr val="000000"/>
              </a:buClr>
              <a:buFont typeface="Arial"/>
              <a:buChar char="•"/>
              <a:tabLst>
                <a:tab pos="289957" algn="l"/>
                <a:tab pos="290473" algn="l"/>
              </a:tabLst>
            </a:pPr>
            <a:r>
              <a:rPr lang="en-US" sz="1800" b="1" spc="-8" noProof="0" dirty="0">
                <a:solidFill>
                  <a:srgbClr val="0000C7"/>
                </a:solidFill>
                <a:latin typeface="Hack" panose="020B0609030202020204" pitchFamily="49" charset="0"/>
                <a:ea typeface="Hack" panose="020B0609030202020204" pitchFamily="49" charset="0"/>
                <a:cs typeface="Hack" panose="020B0609030202020204" pitchFamily="49" charset="0"/>
              </a:rPr>
              <a:t>count=n</a:t>
            </a:r>
            <a:r>
              <a:rPr lang="en-US" sz="1800" noProof="0" dirty="0">
                <a:solidFill>
                  <a:srgbClr val="0D0D0D"/>
                </a:solidFill>
                <a:latin typeface="Segoe UI"/>
                <a:cs typeface="Segoe UI"/>
              </a:rPr>
              <a:t> </a:t>
            </a:r>
            <a:r>
              <a:rPr lang="en-US" sz="1800" spc="-4" noProof="0" dirty="0">
                <a:solidFill>
                  <a:srgbClr val="0D0D0D"/>
                </a:solidFill>
                <a:latin typeface="+mn-lt"/>
                <a:cs typeface="Segoe UI"/>
              </a:rPr>
              <a:t>- Copy</a:t>
            </a:r>
            <a:r>
              <a:rPr lang="en-US" sz="1800" spc="-24" noProof="0" dirty="0">
                <a:solidFill>
                  <a:srgbClr val="0D0D0D"/>
                </a:solidFill>
                <a:latin typeface="+mn-lt"/>
                <a:cs typeface="Segoe UI"/>
              </a:rPr>
              <a:t> </a:t>
            </a:r>
            <a:r>
              <a:rPr lang="en-US" sz="1800" spc="-8" noProof="0" dirty="0">
                <a:solidFill>
                  <a:srgbClr val="0D0D0D"/>
                </a:solidFill>
                <a:latin typeface="+mn-lt"/>
                <a:cs typeface="Segoe UI"/>
              </a:rPr>
              <a:t>just</a:t>
            </a:r>
            <a:r>
              <a:rPr lang="en-US" sz="1800" spc="37" noProof="0" dirty="0">
                <a:solidFill>
                  <a:srgbClr val="0D0D0D"/>
                </a:solidFill>
                <a:latin typeface="+mn-lt"/>
                <a:cs typeface="Segoe UI"/>
              </a:rPr>
              <a:t> </a:t>
            </a:r>
            <a:r>
              <a:rPr lang="en-US" sz="1800" spc="-4" noProof="0" dirty="0">
                <a:solidFill>
                  <a:srgbClr val="0D0D0D"/>
                </a:solidFill>
                <a:latin typeface="+mn-lt"/>
                <a:cs typeface="Segoe UI"/>
              </a:rPr>
              <a:t>n</a:t>
            </a:r>
            <a:r>
              <a:rPr lang="en-US" sz="1800" spc="-8" noProof="0" dirty="0">
                <a:solidFill>
                  <a:srgbClr val="0D0D0D"/>
                </a:solidFill>
                <a:latin typeface="+mn-lt"/>
                <a:cs typeface="Segoe UI"/>
              </a:rPr>
              <a:t> </a:t>
            </a:r>
            <a:r>
              <a:rPr lang="en-US" sz="1800" spc="-12" noProof="0" dirty="0">
                <a:solidFill>
                  <a:srgbClr val="0D0D0D"/>
                </a:solidFill>
                <a:latin typeface="+mn-lt"/>
                <a:cs typeface="Segoe UI"/>
              </a:rPr>
              <a:t>records.</a:t>
            </a:r>
          </a:p>
          <a:p>
            <a:pPr marL="469953" lvl="1" indent="-280154">
              <a:spcBef>
                <a:spcPts val="569"/>
              </a:spcBef>
              <a:buClr>
                <a:srgbClr val="000000"/>
              </a:buClr>
              <a:buFont typeface="Arial"/>
              <a:buChar char="•"/>
              <a:tabLst>
                <a:tab pos="289957" algn="l"/>
                <a:tab pos="290473" algn="l"/>
              </a:tabLst>
            </a:pPr>
            <a:r>
              <a:rPr lang="en-US" sz="1800" b="1" spc="-4" noProof="0" dirty="0">
                <a:solidFill>
                  <a:srgbClr val="0000C7"/>
                </a:solidFill>
                <a:latin typeface="Hack" panose="020B0609030202020204" pitchFamily="49" charset="0"/>
                <a:ea typeface="Hack" panose="020B0609030202020204" pitchFamily="49" charset="0"/>
                <a:cs typeface="Hack" panose="020B0609030202020204" pitchFamily="49" charset="0"/>
              </a:rPr>
              <a:t>conv=ascii </a:t>
            </a:r>
            <a:r>
              <a:rPr lang="en-US" sz="1800" noProof="0" dirty="0">
                <a:solidFill>
                  <a:srgbClr val="0D0D0D"/>
                </a:solidFill>
                <a:latin typeface="+mn-lt"/>
                <a:cs typeface="Segoe UI"/>
              </a:rPr>
              <a:t>- Convert</a:t>
            </a:r>
            <a:r>
              <a:rPr lang="en-US" sz="1800" spc="-4" noProof="0" dirty="0">
                <a:solidFill>
                  <a:srgbClr val="0D0D0D"/>
                </a:solidFill>
                <a:latin typeface="+mn-lt"/>
                <a:cs typeface="Segoe UI"/>
              </a:rPr>
              <a:t> </a:t>
            </a:r>
            <a:r>
              <a:rPr lang="en-US" sz="1800" spc="-8" noProof="0" dirty="0">
                <a:solidFill>
                  <a:srgbClr val="0D0D0D"/>
                </a:solidFill>
                <a:latin typeface="+mn-lt"/>
                <a:cs typeface="Segoe UI"/>
              </a:rPr>
              <a:t>EBCDIC</a:t>
            </a:r>
            <a:r>
              <a:rPr lang="en-US" sz="1800" spc="4" noProof="0" dirty="0">
                <a:solidFill>
                  <a:srgbClr val="0D0D0D"/>
                </a:solidFill>
                <a:latin typeface="+mn-lt"/>
                <a:cs typeface="Segoe UI"/>
              </a:rPr>
              <a:t> </a:t>
            </a:r>
            <a:r>
              <a:rPr lang="en-US" sz="1800" spc="-16" noProof="0" dirty="0">
                <a:solidFill>
                  <a:srgbClr val="0D0D0D"/>
                </a:solidFill>
                <a:latin typeface="+mn-lt"/>
                <a:cs typeface="Segoe UI"/>
              </a:rPr>
              <a:t>to </a:t>
            </a:r>
            <a:r>
              <a:rPr lang="en-US" sz="1800" spc="-8" noProof="0" dirty="0">
                <a:solidFill>
                  <a:srgbClr val="0D0D0D"/>
                </a:solidFill>
                <a:latin typeface="+mn-lt"/>
                <a:cs typeface="Segoe UI"/>
              </a:rPr>
              <a:t>ASCII.</a:t>
            </a:r>
          </a:p>
          <a:p>
            <a:pPr marL="469953" lvl="1" indent="-280154">
              <a:spcBef>
                <a:spcPts val="569"/>
              </a:spcBef>
              <a:buClr>
                <a:srgbClr val="000000"/>
              </a:buClr>
              <a:buFont typeface="Arial"/>
              <a:buChar char="•"/>
              <a:tabLst>
                <a:tab pos="289957" algn="l"/>
                <a:tab pos="290473" algn="l"/>
              </a:tabLst>
            </a:pPr>
            <a:r>
              <a:rPr lang="en-US" sz="1800" b="1" spc="-4" noProof="0" dirty="0">
                <a:solidFill>
                  <a:srgbClr val="0000C7"/>
                </a:solidFill>
                <a:latin typeface="Hack" panose="020B0609030202020204" pitchFamily="49" charset="0"/>
                <a:ea typeface="Hack" panose="020B0609030202020204" pitchFamily="49" charset="0"/>
                <a:cs typeface="Hack" panose="020B0609030202020204" pitchFamily="49" charset="0"/>
              </a:rPr>
              <a:t>c</a:t>
            </a:r>
            <a:r>
              <a:rPr lang="en-US" sz="1800" b="1" noProof="0" dirty="0">
                <a:solidFill>
                  <a:srgbClr val="0000C7"/>
                </a:solidFill>
                <a:latin typeface="Hack" panose="020B0609030202020204" pitchFamily="49" charset="0"/>
                <a:ea typeface="Hack" panose="020B0609030202020204" pitchFamily="49" charset="0"/>
                <a:cs typeface="Hack" panose="020B0609030202020204" pitchFamily="49" charset="0"/>
              </a:rPr>
              <a:t>o</a:t>
            </a:r>
            <a:r>
              <a:rPr lang="en-US" sz="1800" b="1" spc="-4" noProof="0" dirty="0">
                <a:solidFill>
                  <a:srgbClr val="0000C7"/>
                </a:solidFill>
                <a:latin typeface="Hack" panose="020B0609030202020204" pitchFamily="49" charset="0"/>
                <a:ea typeface="Hack" panose="020B0609030202020204" pitchFamily="49" charset="0"/>
                <a:cs typeface="Hack" panose="020B0609030202020204" pitchFamily="49" charset="0"/>
              </a:rPr>
              <a:t>nv=</a:t>
            </a:r>
            <a:r>
              <a:rPr lang="en-US" sz="1800" b="1" spc="-4" noProof="0" dirty="0" err="1">
                <a:solidFill>
                  <a:srgbClr val="0000C7"/>
                </a:solidFill>
                <a:latin typeface="Hack" panose="020B0609030202020204" pitchFamily="49" charset="0"/>
                <a:ea typeface="Hack" panose="020B0609030202020204" pitchFamily="49" charset="0"/>
                <a:cs typeface="Hack" panose="020B0609030202020204" pitchFamily="49" charset="0"/>
              </a:rPr>
              <a:t>ebc</a:t>
            </a:r>
            <a:r>
              <a:rPr lang="en-US" sz="1800" b="1" spc="-16" noProof="0" dirty="0" err="1">
                <a:solidFill>
                  <a:srgbClr val="0000C7"/>
                </a:solidFill>
                <a:latin typeface="Hack" panose="020B0609030202020204" pitchFamily="49" charset="0"/>
                <a:ea typeface="Hack" panose="020B0609030202020204" pitchFamily="49" charset="0"/>
                <a:cs typeface="Hack" panose="020B0609030202020204" pitchFamily="49" charset="0"/>
              </a:rPr>
              <a:t>d</a:t>
            </a:r>
            <a:r>
              <a:rPr lang="en-US" sz="1800" b="1" noProof="0" dirty="0" err="1">
                <a:solidFill>
                  <a:srgbClr val="0000C7"/>
                </a:solidFill>
                <a:latin typeface="Hack" panose="020B0609030202020204" pitchFamily="49" charset="0"/>
                <a:ea typeface="Hack" panose="020B0609030202020204" pitchFamily="49" charset="0"/>
                <a:cs typeface="Hack" panose="020B0609030202020204" pitchFamily="49" charset="0"/>
              </a:rPr>
              <a:t>i</a:t>
            </a:r>
            <a:r>
              <a:rPr lang="en-US" sz="1800" b="1" spc="-4" noProof="0" dirty="0" err="1">
                <a:solidFill>
                  <a:srgbClr val="0000C7"/>
                </a:solidFill>
                <a:latin typeface="Hack" panose="020B0609030202020204" pitchFamily="49" charset="0"/>
                <a:ea typeface="Hack" panose="020B0609030202020204" pitchFamily="49" charset="0"/>
                <a:cs typeface="Hack" panose="020B0609030202020204" pitchFamily="49" charset="0"/>
              </a:rPr>
              <a:t>c</a:t>
            </a:r>
            <a:r>
              <a:rPr lang="en-US" sz="1800" b="1" spc="-4" noProof="0" dirty="0">
                <a:latin typeface="Segoe UI"/>
                <a:ea typeface="Hack" panose="020B0609030202020204" pitchFamily="49" charset="0"/>
                <a:cs typeface="Segoe UI"/>
              </a:rPr>
              <a:t> </a:t>
            </a:r>
            <a:r>
              <a:rPr lang="en-US" sz="1800" noProof="0" dirty="0">
                <a:solidFill>
                  <a:srgbClr val="0D0D0D"/>
                </a:solidFill>
                <a:latin typeface="+mn-lt"/>
                <a:cs typeface="Segoe UI"/>
              </a:rPr>
              <a:t>- Convert</a:t>
            </a:r>
            <a:r>
              <a:rPr lang="en-US" sz="1800" spc="-4" noProof="0" dirty="0">
                <a:solidFill>
                  <a:srgbClr val="0D0D0D"/>
                </a:solidFill>
                <a:latin typeface="+mn-lt"/>
                <a:cs typeface="Segoe UI"/>
              </a:rPr>
              <a:t> </a:t>
            </a:r>
            <a:r>
              <a:rPr lang="en-US" sz="1800" spc="-8" noProof="0" dirty="0">
                <a:solidFill>
                  <a:srgbClr val="0D0D0D"/>
                </a:solidFill>
                <a:latin typeface="+mn-lt"/>
                <a:cs typeface="Segoe UI"/>
              </a:rPr>
              <a:t>ASCII</a:t>
            </a:r>
            <a:r>
              <a:rPr lang="en-US" sz="1800" spc="-4" noProof="0" dirty="0">
                <a:solidFill>
                  <a:srgbClr val="0D0D0D"/>
                </a:solidFill>
                <a:latin typeface="+mn-lt"/>
                <a:cs typeface="Segoe UI"/>
              </a:rPr>
              <a:t> </a:t>
            </a:r>
            <a:r>
              <a:rPr lang="en-US" sz="1800" spc="-16" noProof="0" dirty="0">
                <a:solidFill>
                  <a:srgbClr val="0D0D0D"/>
                </a:solidFill>
                <a:latin typeface="+mn-lt"/>
                <a:cs typeface="Segoe UI"/>
              </a:rPr>
              <a:t>to</a:t>
            </a:r>
            <a:r>
              <a:rPr lang="en-US" sz="1800" spc="-12" noProof="0" dirty="0">
                <a:solidFill>
                  <a:srgbClr val="0D0D0D"/>
                </a:solidFill>
                <a:latin typeface="+mn-lt"/>
                <a:cs typeface="Segoe UI"/>
              </a:rPr>
              <a:t> </a:t>
            </a:r>
            <a:r>
              <a:rPr lang="en-US" sz="1800" spc="-8" noProof="0" dirty="0">
                <a:solidFill>
                  <a:srgbClr val="0D0D0D"/>
                </a:solidFill>
                <a:latin typeface="+mn-lt"/>
                <a:cs typeface="Segoe UI"/>
              </a:rPr>
              <a:t>EBCDIC.</a:t>
            </a:r>
          </a:p>
          <a:p>
            <a:pPr marL="469953" lvl="1" indent="-280154">
              <a:spcBef>
                <a:spcPts val="569"/>
              </a:spcBef>
              <a:buClr>
                <a:srgbClr val="000000"/>
              </a:buClr>
              <a:buFont typeface="Arial"/>
              <a:buChar char="•"/>
              <a:tabLst>
                <a:tab pos="289957" algn="l"/>
                <a:tab pos="290473" algn="l"/>
              </a:tabLst>
            </a:pPr>
            <a:r>
              <a:rPr lang="en-US" sz="1800" b="1" spc="-4" noProof="0" dirty="0">
                <a:solidFill>
                  <a:srgbClr val="0000C7"/>
                </a:solidFill>
                <a:latin typeface="Hack" panose="020B0609030202020204" pitchFamily="49" charset="0"/>
                <a:ea typeface="Hack" panose="020B0609030202020204" pitchFamily="49" charset="0"/>
                <a:cs typeface="Hack" panose="020B0609030202020204" pitchFamily="49" charset="0"/>
              </a:rPr>
              <a:t>conv=swab </a:t>
            </a:r>
            <a:r>
              <a:rPr lang="en-US" sz="1800" spc="-12" noProof="0" dirty="0">
                <a:solidFill>
                  <a:srgbClr val="0D0D0D"/>
                </a:solidFill>
                <a:latin typeface="+mn-lt"/>
                <a:cs typeface="Segoe UI"/>
              </a:rPr>
              <a:t>- Swap</a:t>
            </a:r>
            <a:r>
              <a:rPr lang="en-US" sz="1800" spc="8" noProof="0" dirty="0">
                <a:solidFill>
                  <a:srgbClr val="0D0D0D"/>
                </a:solidFill>
                <a:latin typeface="+mn-lt"/>
                <a:cs typeface="Segoe UI"/>
              </a:rPr>
              <a:t> </a:t>
            </a:r>
            <a:r>
              <a:rPr lang="en-US" sz="1800" spc="-12" noProof="0" dirty="0">
                <a:solidFill>
                  <a:srgbClr val="0D0D0D"/>
                </a:solidFill>
                <a:latin typeface="+mn-lt"/>
                <a:cs typeface="Segoe UI"/>
              </a:rPr>
              <a:t>byte</a:t>
            </a:r>
            <a:r>
              <a:rPr lang="en-US" sz="1800" spc="16" noProof="0" dirty="0">
                <a:solidFill>
                  <a:srgbClr val="0D0D0D"/>
                </a:solidFill>
                <a:latin typeface="+mn-lt"/>
                <a:cs typeface="Segoe UI"/>
              </a:rPr>
              <a:t> </a:t>
            </a:r>
            <a:r>
              <a:rPr lang="en-US" sz="1800" spc="-8" noProof="0" dirty="0">
                <a:solidFill>
                  <a:srgbClr val="0D0D0D"/>
                </a:solidFill>
                <a:latin typeface="+mn-lt"/>
                <a:cs typeface="Segoe UI"/>
              </a:rPr>
              <a:t>pairs</a:t>
            </a:r>
            <a:r>
              <a:rPr lang="en-US" sz="1800" spc="20" noProof="0" dirty="0">
                <a:solidFill>
                  <a:srgbClr val="0D0D0D"/>
                </a:solidFill>
                <a:latin typeface="+mn-lt"/>
                <a:cs typeface="Segoe UI"/>
              </a:rPr>
              <a:t> </a:t>
            </a:r>
            <a:r>
              <a:rPr lang="en-US" sz="1800" spc="-4" noProof="0" dirty="0">
                <a:solidFill>
                  <a:srgbClr val="0D0D0D"/>
                </a:solidFill>
                <a:latin typeface="+mn-lt"/>
                <a:cs typeface="Segoe UI"/>
              </a:rPr>
              <a:t>(big</a:t>
            </a:r>
            <a:r>
              <a:rPr lang="en-US" sz="1800" spc="12" noProof="0" dirty="0">
                <a:solidFill>
                  <a:srgbClr val="0D0D0D"/>
                </a:solidFill>
                <a:latin typeface="+mn-lt"/>
                <a:cs typeface="Segoe UI"/>
              </a:rPr>
              <a:t> </a:t>
            </a:r>
            <a:r>
              <a:rPr lang="en-US" sz="1800" spc="-8" noProof="0" dirty="0">
                <a:solidFill>
                  <a:srgbClr val="0D0D0D"/>
                </a:solidFill>
                <a:latin typeface="+mn-lt"/>
                <a:cs typeface="Segoe UI"/>
              </a:rPr>
              <a:t>endian</a:t>
            </a:r>
            <a:r>
              <a:rPr lang="en-US" sz="1800" spc="57" noProof="0" dirty="0">
                <a:solidFill>
                  <a:srgbClr val="0D0D0D"/>
                </a:solidFill>
                <a:latin typeface="+mn-lt"/>
                <a:cs typeface="Segoe UI"/>
              </a:rPr>
              <a:t> </a:t>
            </a:r>
            <a:r>
              <a:rPr lang="en-US" sz="1800" spc="-4" noProof="0" dirty="0">
                <a:solidFill>
                  <a:srgbClr val="0D0D0D"/>
                </a:solidFill>
                <a:latin typeface="+mn-lt"/>
                <a:cs typeface="Segoe UI"/>
              </a:rPr>
              <a:t>-</a:t>
            </a:r>
            <a:r>
              <a:rPr lang="en-US" sz="1800" noProof="0" dirty="0">
                <a:solidFill>
                  <a:srgbClr val="0D0D0D"/>
                </a:solidFill>
                <a:latin typeface="+mn-lt"/>
                <a:cs typeface="Segoe UI"/>
              </a:rPr>
              <a:t> </a:t>
            </a:r>
            <a:r>
              <a:rPr lang="en-US" sz="1800" spc="-8" noProof="0" dirty="0">
                <a:solidFill>
                  <a:srgbClr val="0D0D0D"/>
                </a:solidFill>
                <a:latin typeface="+mn-lt"/>
                <a:cs typeface="Segoe UI"/>
              </a:rPr>
              <a:t>little</a:t>
            </a:r>
            <a:r>
              <a:rPr lang="en-US" sz="1800" spc="33" noProof="0" dirty="0">
                <a:solidFill>
                  <a:srgbClr val="0D0D0D"/>
                </a:solidFill>
                <a:latin typeface="+mn-lt"/>
                <a:cs typeface="Segoe UI"/>
              </a:rPr>
              <a:t> </a:t>
            </a:r>
            <a:r>
              <a:rPr lang="en-US" sz="1800" spc="-8" noProof="0" dirty="0">
                <a:solidFill>
                  <a:srgbClr val="0D0D0D"/>
                </a:solidFill>
                <a:latin typeface="+mn-lt"/>
                <a:cs typeface="Segoe UI"/>
              </a:rPr>
              <a:t>endian).</a:t>
            </a:r>
            <a:endParaRPr lang="en-US" sz="1800" b="1" spc="-8" noProof="0" dirty="0">
              <a:solidFill>
                <a:srgbClr val="0000C7"/>
              </a:solidFill>
              <a:latin typeface="+mn-lt"/>
              <a:ea typeface="Hack" panose="020B0609030202020204" pitchFamily="49" charset="0"/>
              <a:cs typeface="Hack" panose="020B0609030202020204" pitchFamily="49" charset="0"/>
            </a:endParaRPr>
          </a:p>
          <a:p>
            <a:pPr marL="0" indent="0">
              <a:buNone/>
            </a:pPr>
            <a:endParaRPr lang="en-US" sz="1800" noProof="0" dirty="0"/>
          </a:p>
        </p:txBody>
      </p:sp>
      <p:sp>
        <p:nvSpPr>
          <p:cNvPr id="2" name="Slide Number Placeholder 1">
            <a:extLst>
              <a:ext uri="{FF2B5EF4-FFF2-40B4-BE49-F238E27FC236}">
                <a16:creationId xmlns:a16="http://schemas.microsoft.com/office/drawing/2014/main" id="{A9A6FF77-D641-4417-92E7-11CC6238BF20}"/>
              </a:ext>
            </a:extLst>
          </p:cNvPr>
          <p:cNvSpPr>
            <a:spLocks noGrp="1"/>
          </p:cNvSpPr>
          <p:nvPr>
            <p:ph type="sldNum" sz="quarter" idx="12"/>
          </p:nvPr>
        </p:nvSpPr>
        <p:spPr>
          <a:prstGeom prst="rect">
            <a:avLst/>
          </a:prstGeom>
        </p:spPr>
        <p:txBody>
          <a:bodyPr/>
          <a:lstStyle/>
          <a:p>
            <a:fld id="{EF892D59-8F09-EF4B-AD6D-DA609442F868}" type="slidenum">
              <a:rPr lang="en-US" noProof="0" smtClean="0"/>
              <a:pPr/>
              <a:t>5</a:t>
            </a:fld>
            <a:endParaRPr lang="en-US" noProof="0" dirty="0"/>
          </a:p>
        </p:txBody>
      </p:sp>
    </p:spTree>
    <p:extLst>
      <p:ext uri="{BB962C8B-B14F-4D97-AF65-F5344CB8AC3E}">
        <p14:creationId xmlns:p14="http://schemas.microsoft.com/office/powerpoint/2010/main" val="69530987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07A8D78-10F2-7C4F-B968-5F0713477E20}"/>
              </a:ext>
            </a:extLst>
          </p:cNvPr>
          <p:cNvSpPr>
            <a:spLocks noGrp="1"/>
          </p:cNvSpPr>
          <p:nvPr>
            <p:ph type="ctrTitle"/>
          </p:nvPr>
        </p:nvSpPr>
        <p:spPr/>
        <p:txBody>
          <a:bodyPr/>
          <a:lstStyle/>
          <a:p>
            <a:r>
              <a:rPr lang="en-US" noProof="0" dirty="0"/>
              <a:t>Example: Clone a disk</a:t>
            </a:r>
          </a:p>
        </p:txBody>
      </p:sp>
      <p:sp>
        <p:nvSpPr>
          <p:cNvPr id="5" name="Text Placeholder 4">
            <a:extLst>
              <a:ext uri="{FF2B5EF4-FFF2-40B4-BE49-F238E27FC236}">
                <a16:creationId xmlns:a16="http://schemas.microsoft.com/office/drawing/2014/main" id="{91A8ED3D-B755-43C9-BCB1-DCF495C0C9DB}"/>
              </a:ext>
            </a:extLst>
          </p:cNvPr>
          <p:cNvSpPr>
            <a:spLocks noGrp="1"/>
          </p:cNvSpPr>
          <p:nvPr>
            <p:ph sz="quarter" idx="4"/>
          </p:nvPr>
        </p:nvSpPr>
        <p:spPr/>
        <p:txBody>
          <a:bodyPr/>
          <a:lstStyle/>
          <a:p>
            <a:pPr marL="289957" indent="-280154">
              <a:spcBef>
                <a:spcPts val="569"/>
              </a:spcBef>
              <a:buClr>
                <a:srgbClr val="000000"/>
              </a:buClr>
              <a:buFont typeface="Arial"/>
              <a:buChar char="•"/>
              <a:tabLst>
                <a:tab pos="289957" algn="l"/>
                <a:tab pos="290473" algn="l"/>
              </a:tabLst>
            </a:pPr>
            <a:r>
              <a:rPr lang="en-US" sz="1800" spc="-98" noProof="0" dirty="0">
                <a:solidFill>
                  <a:srgbClr val="2D2C2C"/>
                </a:solidFill>
                <a:cs typeface="Segoe UI"/>
              </a:rPr>
              <a:t>To</a:t>
            </a:r>
            <a:r>
              <a:rPr lang="en-US" sz="1800" spc="-12" noProof="0" dirty="0">
                <a:solidFill>
                  <a:srgbClr val="2D2C2C"/>
                </a:solidFill>
                <a:cs typeface="Segoe UI"/>
              </a:rPr>
              <a:t> </a:t>
            </a:r>
            <a:r>
              <a:rPr lang="en-US" sz="1800" spc="-8" noProof="0" dirty="0">
                <a:solidFill>
                  <a:srgbClr val="2D2C2C"/>
                </a:solidFill>
                <a:cs typeface="Segoe UI"/>
              </a:rPr>
              <a:t>clone</a:t>
            </a:r>
            <a:r>
              <a:rPr lang="en-US" sz="1800" spc="16" noProof="0" dirty="0">
                <a:solidFill>
                  <a:srgbClr val="2D2C2C"/>
                </a:solidFill>
                <a:cs typeface="Segoe UI"/>
              </a:rPr>
              <a:t> </a:t>
            </a:r>
            <a:r>
              <a:rPr lang="en-US" sz="1800" spc="-4" noProof="0" dirty="0">
                <a:solidFill>
                  <a:srgbClr val="2D2C2C"/>
                </a:solidFill>
                <a:cs typeface="Segoe UI"/>
              </a:rPr>
              <a:t>a</a:t>
            </a:r>
            <a:r>
              <a:rPr lang="en-US" sz="1800" spc="-16" noProof="0" dirty="0">
                <a:solidFill>
                  <a:srgbClr val="2D2C2C"/>
                </a:solidFill>
                <a:cs typeface="Segoe UI"/>
              </a:rPr>
              <a:t> </a:t>
            </a:r>
            <a:r>
              <a:rPr lang="en-US" sz="1800" spc="-4" noProof="0" dirty="0">
                <a:solidFill>
                  <a:srgbClr val="2D2C2C"/>
                </a:solidFill>
                <a:cs typeface="Segoe UI"/>
              </a:rPr>
              <a:t>disk</a:t>
            </a:r>
            <a:endParaRPr lang="en-US" sz="1800" noProof="0" dirty="0">
              <a:cs typeface="Segoe UI"/>
            </a:endParaRPr>
          </a:p>
          <a:p>
            <a:pPr marL="518001" lvl="1" indent="-233204">
              <a:spcBef>
                <a:spcPts val="488"/>
              </a:spcBef>
              <a:buClr>
                <a:srgbClr val="000000"/>
              </a:buClr>
              <a:buFont typeface="Arial"/>
              <a:buChar char="•"/>
              <a:tabLst>
                <a:tab pos="517485" algn="l"/>
                <a:tab pos="518001" algn="l"/>
              </a:tabLst>
            </a:pPr>
            <a:r>
              <a:rPr lang="en-US" sz="1800" spc="-8" noProof="0" dirty="0">
                <a:solidFill>
                  <a:srgbClr val="2D2C2C"/>
                </a:solidFill>
                <a:cs typeface="Segoe UI"/>
              </a:rPr>
              <a:t>Source is /dev/</a:t>
            </a:r>
            <a:r>
              <a:rPr lang="en-US" sz="1800" spc="-8" noProof="0" dirty="0" err="1">
                <a:solidFill>
                  <a:srgbClr val="2D2C2C"/>
                </a:solidFill>
                <a:cs typeface="Segoe UI"/>
              </a:rPr>
              <a:t>sda</a:t>
            </a:r>
            <a:endParaRPr lang="en-US" sz="1800" spc="-8" noProof="0" dirty="0">
              <a:solidFill>
                <a:srgbClr val="2D2C2C"/>
              </a:solidFill>
              <a:cs typeface="Segoe UI"/>
            </a:endParaRPr>
          </a:p>
          <a:p>
            <a:pPr marL="518001" lvl="1" indent="-233204">
              <a:spcBef>
                <a:spcPts val="488"/>
              </a:spcBef>
              <a:buClr>
                <a:srgbClr val="000000"/>
              </a:buClr>
              <a:buFont typeface="Arial"/>
              <a:buChar char="•"/>
              <a:tabLst>
                <a:tab pos="517485" algn="l"/>
                <a:tab pos="518001" algn="l"/>
              </a:tabLst>
            </a:pPr>
            <a:r>
              <a:rPr lang="en-US" sz="1800" spc="-8" noProof="0" dirty="0">
                <a:solidFill>
                  <a:srgbClr val="2D2C2C"/>
                </a:solidFill>
                <a:cs typeface="Segoe UI"/>
              </a:rPr>
              <a:t>Destination is /dev/</a:t>
            </a:r>
            <a:r>
              <a:rPr lang="en-US" sz="1800" spc="-8" noProof="0" dirty="0" err="1">
                <a:solidFill>
                  <a:srgbClr val="2D2C2C"/>
                </a:solidFill>
                <a:cs typeface="Segoe UI"/>
              </a:rPr>
              <a:t>sdb</a:t>
            </a:r>
            <a:r>
              <a:rPr lang="en-US" sz="1800" spc="-8" noProof="0" dirty="0">
                <a:solidFill>
                  <a:srgbClr val="2D2C2C"/>
                </a:solidFill>
                <a:cs typeface="Segoe UI"/>
              </a:rPr>
              <a:t> (Ensure</a:t>
            </a:r>
            <a:r>
              <a:rPr lang="en-US" sz="1800" spc="12" noProof="0" dirty="0">
                <a:solidFill>
                  <a:srgbClr val="2D2C2C"/>
                </a:solidFill>
                <a:cs typeface="Segoe UI"/>
              </a:rPr>
              <a:t> </a:t>
            </a:r>
            <a:r>
              <a:rPr lang="en-US" sz="1800" spc="-8" noProof="0" dirty="0">
                <a:solidFill>
                  <a:srgbClr val="2D2C2C"/>
                </a:solidFill>
                <a:cs typeface="Segoe UI"/>
              </a:rPr>
              <a:t>destination</a:t>
            </a:r>
            <a:r>
              <a:rPr lang="en-US" sz="1800" spc="65" noProof="0" dirty="0">
                <a:solidFill>
                  <a:srgbClr val="2D2C2C"/>
                </a:solidFill>
                <a:cs typeface="Segoe UI"/>
              </a:rPr>
              <a:t> </a:t>
            </a:r>
            <a:r>
              <a:rPr lang="en-US" sz="1800" spc="-8" noProof="0" dirty="0">
                <a:solidFill>
                  <a:srgbClr val="2D2C2C"/>
                </a:solidFill>
                <a:cs typeface="Segoe UI"/>
              </a:rPr>
              <a:t>device</a:t>
            </a:r>
            <a:r>
              <a:rPr lang="en-US" sz="1800" spc="33" noProof="0" dirty="0">
                <a:solidFill>
                  <a:srgbClr val="2D2C2C"/>
                </a:solidFill>
                <a:cs typeface="Segoe UI"/>
              </a:rPr>
              <a:t> </a:t>
            </a:r>
            <a:r>
              <a:rPr lang="en-US" sz="1800" spc="-8" noProof="0" dirty="0">
                <a:solidFill>
                  <a:srgbClr val="2D2C2C"/>
                </a:solidFill>
                <a:cs typeface="Segoe UI"/>
              </a:rPr>
              <a:t>is</a:t>
            </a:r>
            <a:r>
              <a:rPr lang="en-US" sz="1800" spc="12" noProof="0" dirty="0">
                <a:solidFill>
                  <a:srgbClr val="2D2C2C"/>
                </a:solidFill>
                <a:cs typeface="Segoe UI"/>
              </a:rPr>
              <a:t> </a:t>
            </a:r>
            <a:r>
              <a:rPr lang="en-US" sz="1800" spc="-12" noProof="0" dirty="0">
                <a:solidFill>
                  <a:srgbClr val="2D2C2C"/>
                </a:solidFill>
                <a:cs typeface="Segoe UI"/>
              </a:rPr>
              <a:t>large</a:t>
            </a:r>
            <a:r>
              <a:rPr lang="en-US" sz="1800" spc="16" noProof="0" dirty="0">
                <a:solidFill>
                  <a:srgbClr val="2D2C2C"/>
                </a:solidFill>
                <a:cs typeface="Segoe UI"/>
              </a:rPr>
              <a:t> </a:t>
            </a:r>
            <a:r>
              <a:rPr lang="en-US" sz="1800" spc="-8" noProof="0" dirty="0">
                <a:solidFill>
                  <a:srgbClr val="2D2C2C"/>
                </a:solidFill>
                <a:cs typeface="Segoe UI"/>
              </a:rPr>
              <a:t>enough)</a:t>
            </a:r>
          </a:p>
          <a:p>
            <a:pPr marL="518001" lvl="1" indent="-233204">
              <a:spcBef>
                <a:spcPts val="488"/>
              </a:spcBef>
              <a:buClr>
                <a:srgbClr val="000000"/>
              </a:buClr>
              <a:buFont typeface="Arial"/>
              <a:buChar char="•"/>
              <a:tabLst>
                <a:tab pos="517485" algn="l"/>
                <a:tab pos="518001" algn="l"/>
              </a:tabLst>
            </a:pPr>
            <a:r>
              <a:rPr lang="en-US" sz="1800" spc="-8" noProof="0" dirty="0">
                <a:solidFill>
                  <a:srgbClr val="2D2C2C"/>
                </a:solidFill>
                <a:cs typeface="Segoe UI"/>
              </a:rPr>
              <a:t>Block size  is 10 kilo bytes</a:t>
            </a:r>
          </a:p>
          <a:p>
            <a:pPr marL="518001" lvl="1" indent="-233204">
              <a:spcBef>
                <a:spcPts val="488"/>
              </a:spcBef>
              <a:buClr>
                <a:srgbClr val="000000"/>
              </a:buClr>
              <a:buFont typeface="Arial"/>
              <a:buChar char="•"/>
              <a:tabLst>
                <a:tab pos="517485" algn="l"/>
                <a:tab pos="518001" algn="l"/>
              </a:tabLst>
            </a:pPr>
            <a:endParaRPr lang="en-US" sz="1800" noProof="0" dirty="0">
              <a:cs typeface="Segoe UI"/>
            </a:endParaRPr>
          </a:p>
          <a:p>
            <a:pPr marL="518001" lvl="1" indent="-233204">
              <a:spcBef>
                <a:spcPts val="488"/>
              </a:spcBef>
              <a:buClr>
                <a:srgbClr val="000000"/>
              </a:buClr>
              <a:buFont typeface="Arial"/>
              <a:buChar char="•"/>
              <a:tabLst>
                <a:tab pos="517485" algn="l"/>
                <a:tab pos="518001" algn="l"/>
              </a:tabLst>
            </a:pPr>
            <a:endParaRPr lang="en-US" sz="1800" noProof="0" dirty="0">
              <a:cs typeface="Segoe UI"/>
            </a:endParaRPr>
          </a:p>
          <a:p>
            <a:pPr marL="518001" lvl="1" indent="-233204">
              <a:spcBef>
                <a:spcPts val="488"/>
              </a:spcBef>
              <a:buClr>
                <a:srgbClr val="000000"/>
              </a:buClr>
              <a:buFont typeface="Arial"/>
              <a:buChar char="•"/>
              <a:tabLst>
                <a:tab pos="517485" algn="l"/>
                <a:tab pos="518001" algn="l"/>
              </a:tabLst>
            </a:pPr>
            <a:endParaRPr lang="en-US" sz="1800" noProof="0" dirty="0">
              <a:cs typeface="Segoe UI"/>
            </a:endParaRPr>
          </a:p>
          <a:p>
            <a:pPr marL="518001" lvl="1" indent="-233204">
              <a:spcBef>
                <a:spcPts val="488"/>
              </a:spcBef>
              <a:buClr>
                <a:srgbClr val="000000"/>
              </a:buClr>
              <a:buFont typeface="Arial"/>
              <a:buChar char="•"/>
              <a:tabLst>
                <a:tab pos="517485" algn="l"/>
                <a:tab pos="518001" algn="l"/>
              </a:tabLst>
            </a:pPr>
            <a:endParaRPr lang="en-US" sz="1800" noProof="0" dirty="0">
              <a:cs typeface="Segoe UI"/>
            </a:endParaRPr>
          </a:p>
          <a:p>
            <a:pPr marL="289957" indent="-280154">
              <a:spcBef>
                <a:spcPts val="569"/>
              </a:spcBef>
              <a:buClr>
                <a:srgbClr val="000000"/>
              </a:buClr>
              <a:buFont typeface="Arial"/>
              <a:buChar char="•"/>
              <a:tabLst>
                <a:tab pos="289957" algn="l"/>
                <a:tab pos="290473" algn="l"/>
              </a:tabLst>
            </a:pPr>
            <a:r>
              <a:rPr lang="en-US" sz="1800" noProof="0" dirty="0">
                <a:solidFill>
                  <a:srgbClr val="2D2C2C"/>
                </a:solidFill>
                <a:cs typeface="Segoe UI"/>
              </a:rPr>
              <a:t>Or even to clone a cd/</a:t>
            </a:r>
            <a:r>
              <a:rPr lang="en-US" sz="1800" noProof="0" dirty="0" err="1">
                <a:solidFill>
                  <a:srgbClr val="2D2C2C"/>
                </a:solidFill>
                <a:cs typeface="Segoe UI"/>
              </a:rPr>
              <a:t>dvd</a:t>
            </a:r>
            <a:r>
              <a:rPr lang="en-US" sz="1800" noProof="0" dirty="0">
                <a:solidFill>
                  <a:srgbClr val="2D2C2C"/>
                </a:solidFill>
                <a:cs typeface="Segoe UI"/>
              </a:rPr>
              <a:t> to a file or vice versa</a:t>
            </a:r>
          </a:p>
          <a:p>
            <a:pPr marL="469953" lvl="1" indent="-280154">
              <a:spcBef>
                <a:spcPts val="569"/>
              </a:spcBef>
              <a:buClr>
                <a:srgbClr val="000000"/>
              </a:buClr>
              <a:buFont typeface="Arial"/>
              <a:buChar char="•"/>
              <a:tabLst>
                <a:tab pos="289957" algn="l"/>
                <a:tab pos="290473" algn="l"/>
              </a:tabLst>
            </a:pPr>
            <a:r>
              <a:rPr lang="en-US" sz="1800" noProof="0" dirty="0">
                <a:solidFill>
                  <a:srgbClr val="2D2C2C"/>
                </a:solidFill>
                <a:cs typeface="Segoe UI"/>
              </a:rPr>
              <a:t>Swapping if and of options</a:t>
            </a:r>
          </a:p>
          <a:p>
            <a:pPr marL="0" indent="0">
              <a:buNone/>
            </a:pPr>
            <a:endParaRPr lang="en-US" sz="1800" noProof="0" dirty="0"/>
          </a:p>
        </p:txBody>
      </p:sp>
      <p:sp>
        <p:nvSpPr>
          <p:cNvPr id="2" name="Slide Number Placeholder 1">
            <a:extLst>
              <a:ext uri="{FF2B5EF4-FFF2-40B4-BE49-F238E27FC236}">
                <a16:creationId xmlns:a16="http://schemas.microsoft.com/office/drawing/2014/main" id="{A9A6FF77-D641-4417-92E7-11CC6238BF20}"/>
              </a:ext>
            </a:extLst>
          </p:cNvPr>
          <p:cNvSpPr>
            <a:spLocks noGrp="1"/>
          </p:cNvSpPr>
          <p:nvPr>
            <p:ph type="sldNum" sz="quarter" idx="12"/>
          </p:nvPr>
        </p:nvSpPr>
        <p:spPr>
          <a:prstGeom prst="rect">
            <a:avLst/>
          </a:prstGeom>
        </p:spPr>
        <p:txBody>
          <a:bodyPr/>
          <a:lstStyle/>
          <a:p>
            <a:fld id="{EF892D59-8F09-EF4B-AD6D-DA609442F868}" type="slidenum">
              <a:rPr lang="en-US" noProof="0" smtClean="0"/>
              <a:pPr/>
              <a:t>6</a:t>
            </a:fld>
            <a:endParaRPr lang="en-US" noProof="0" dirty="0"/>
          </a:p>
        </p:txBody>
      </p:sp>
      <p:sp>
        <p:nvSpPr>
          <p:cNvPr id="7" name="Rectangle 3">
            <a:extLst>
              <a:ext uri="{FF2B5EF4-FFF2-40B4-BE49-F238E27FC236}">
                <a16:creationId xmlns:a16="http://schemas.microsoft.com/office/drawing/2014/main" id="{786DEBEF-450F-D1B8-C7F1-8E0A98B25643}"/>
              </a:ext>
            </a:extLst>
          </p:cNvPr>
          <p:cNvSpPr>
            <a:spLocks noChangeArrowheads="1"/>
          </p:cNvSpPr>
          <p:nvPr/>
        </p:nvSpPr>
        <p:spPr bwMode="auto">
          <a:xfrm>
            <a:off x="514350" y="3429000"/>
            <a:ext cx="6770077" cy="420628"/>
          </a:xfrm>
          <a:prstGeom prst="rect">
            <a:avLst/>
          </a:prstGeom>
          <a:solidFill>
            <a:schemeClr val="tx1"/>
          </a:solidFill>
          <a:ln w="12700" algn="ctr">
            <a:solidFill>
              <a:schemeClr val="bg1"/>
            </a:solidFill>
            <a:miter lim="800000"/>
            <a:headEnd/>
            <a:tailEnd/>
          </a:ln>
          <a:effectLst>
            <a:outerShdw blurRad="50800" dist="50800" dir="2700000" algn="ctr" rotWithShape="0">
              <a:schemeClr val="bg2">
                <a:lumMod val="90000"/>
              </a:schemeClr>
            </a:outerShdw>
          </a:effectLst>
        </p:spPr>
        <p:txBody>
          <a:bodyPr wrap="square" lIns="95250" tIns="91440" rIns="95250" bIns="50800">
            <a:spAutoFit/>
          </a:bodyPr>
          <a:lstStyle/>
          <a:p>
            <a:pPr marL="71199">
              <a:spcBef>
                <a:spcPts val="98"/>
              </a:spcBef>
            </a:pPr>
            <a:r>
              <a:rPr lang="en-US" spc="-4" noProof="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pc="-12"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err="1">
                <a:solidFill>
                  <a:schemeClr val="bg1"/>
                </a:solidFill>
                <a:latin typeface="Hack" panose="020B0609030202020204" pitchFamily="49" charset="0"/>
                <a:ea typeface="Hack" panose="020B0609030202020204" pitchFamily="49" charset="0"/>
                <a:cs typeface="Hack" panose="020B0609030202020204" pitchFamily="49" charset="0"/>
              </a:rPr>
              <a:t>sudo</a:t>
            </a:r>
            <a:r>
              <a:rPr lang="en-US" b="1" spc="-12"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dd</a:t>
            </a:r>
            <a:r>
              <a:rPr lang="en-US" b="1" spc="-8"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if=/dev/</a:t>
            </a:r>
            <a:r>
              <a:rPr lang="en-US" b="1" spc="-4" noProof="0" dirty="0" err="1">
                <a:solidFill>
                  <a:schemeClr val="bg1"/>
                </a:solidFill>
                <a:latin typeface="Hack" panose="020B0609030202020204" pitchFamily="49" charset="0"/>
                <a:ea typeface="Hack" panose="020B0609030202020204" pitchFamily="49" charset="0"/>
                <a:cs typeface="Hack" panose="020B0609030202020204" pitchFamily="49" charset="0"/>
              </a:rPr>
              <a:t>sda</a:t>
            </a:r>
            <a:r>
              <a:rPr lang="en-US" b="1" spc="-12"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of=/dev/</a:t>
            </a:r>
            <a:r>
              <a:rPr lang="en-US" b="1" spc="-4" noProof="0" dirty="0" err="1">
                <a:solidFill>
                  <a:schemeClr val="bg1"/>
                </a:solidFill>
                <a:latin typeface="Hack" panose="020B0609030202020204" pitchFamily="49" charset="0"/>
                <a:ea typeface="Hack" panose="020B0609030202020204" pitchFamily="49" charset="0"/>
                <a:cs typeface="Hack" panose="020B0609030202020204" pitchFamily="49" charset="0"/>
              </a:rPr>
              <a:t>sdb</a:t>
            </a:r>
            <a:r>
              <a:rPr lang="en-US" b="1" spc="-8"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bs=10k</a:t>
            </a:r>
            <a:endParaRPr lang="en-US" noProof="0" dirty="0">
              <a:solidFill>
                <a:schemeClr val="bg1"/>
              </a:solidFill>
              <a:latin typeface="Hack" panose="020B0609030202020204" pitchFamily="49" charset="0"/>
              <a:ea typeface="Hack" panose="020B0609030202020204" pitchFamily="49" charset="0"/>
              <a:cs typeface="Hack" panose="020B0609030202020204" pitchFamily="49" charset="0"/>
            </a:endParaRPr>
          </a:p>
        </p:txBody>
      </p:sp>
      <p:sp>
        <p:nvSpPr>
          <p:cNvPr id="3" name="Rectangle 3">
            <a:extLst>
              <a:ext uri="{FF2B5EF4-FFF2-40B4-BE49-F238E27FC236}">
                <a16:creationId xmlns:a16="http://schemas.microsoft.com/office/drawing/2014/main" id="{F467A17C-592E-8836-6B3A-BE705807AA55}"/>
              </a:ext>
            </a:extLst>
          </p:cNvPr>
          <p:cNvSpPr>
            <a:spLocks noChangeArrowheads="1"/>
          </p:cNvSpPr>
          <p:nvPr/>
        </p:nvSpPr>
        <p:spPr bwMode="auto">
          <a:xfrm>
            <a:off x="514350" y="5088315"/>
            <a:ext cx="6770077" cy="420628"/>
          </a:xfrm>
          <a:prstGeom prst="rect">
            <a:avLst/>
          </a:prstGeom>
          <a:solidFill>
            <a:schemeClr val="tx1"/>
          </a:solidFill>
          <a:ln w="12700" algn="ctr">
            <a:solidFill>
              <a:schemeClr val="bg1"/>
            </a:solidFill>
            <a:miter lim="800000"/>
            <a:headEnd/>
            <a:tailEnd/>
          </a:ln>
          <a:effectLst>
            <a:outerShdw blurRad="50800" dist="50800" dir="2700000" algn="ctr" rotWithShape="0">
              <a:schemeClr val="bg2">
                <a:lumMod val="90000"/>
              </a:schemeClr>
            </a:outerShdw>
          </a:effectLst>
        </p:spPr>
        <p:txBody>
          <a:bodyPr wrap="square" lIns="95250" tIns="91440" rIns="95250" bIns="50800">
            <a:spAutoFit/>
          </a:bodyPr>
          <a:lstStyle/>
          <a:p>
            <a:pPr marL="71199">
              <a:spcBef>
                <a:spcPts val="98"/>
              </a:spcBef>
            </a:pPr>
            <a:r>
              <a:rPr lang="en-US" spc="-4" noProof="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pc="-20"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dd</a:t>
            </a:r>
            <a:r>
              <a:rPr lang="en-US" b="1" spc="-16"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if=/dev/</a:t>
            </a:r>
            <a:r>
              <a:rPr lang="en-US" b="1" spc="-4" noProof="0" dirty="0" err="1">
                <a:solidFill>
                  <a:schemeClr val="bg1"/>
                </a:solidFill>
                <a:latin typeface="Hack" panose="020B0609030202020204" pitchFamily="49" charset="0"/>
                <a:ea typeface="Hack" panose="020B0609030202020204" pitchFamily="49" charset="0"/>
                <a:cs typeface="Hack" panose="020B0609030202020204" pitchFamily="49" charset="0"/>
              </a:rPr>
              <a:t>cdrom</a:t>
            </a:r>
            <a:r>
              <a:rPr lang="en-US" b="1" spc="-16"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of=</a:t>
            </a:r>
            <a:r>
              <a:rPr lang="en-US" b="1" spc="-4" noProof="0" dirty="0" err="1">
                <a:solidFill>
                  <a:schemeClr val="bg1"/>
                </a:solidFill>
                <a:latin typeface="Hack" panose="020B0609030202020204" pitchFamily="49" charset="0"/>
                <a:ea typeface="Hack" panose="020B0609030202020204" pitchFamily="49" charset="0"/>
                <a:cs typeface="Hack" panose="020B0609030202020204" pitchFamily="49" charset="0"/>
              </a:rPr>
              <a:t>image.iso</a:t>
            </a:r>
            <a:r>
              <a:rPr lang="en-US" b="1" spc="-16"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bs=10k</a:t>
            </a:r>
            <a:endParaRPr lang="en-US" noProof="0" dirty="0">
              <a:solidFill>
                <a:schemeClr val="bg1"/>
              </a:solidFill>
              <a:latin typeface="Hack" panose="020B0609030202020204" pitchFamily="49" charset="0"/>
              <a:ea typeface="Hack" panose="020B0609030202020204" pitchFamily="49" charset="0"/>
              <a:cs typeface="Hack" panose="020B0609030202020204" pitchFamily="49" charset="0"/>
            </a:endParaRPr>
          </a:p>
        </p:txBody>
      </p:sp>
      <p:pic>
        <p:nvPicPr>
          <p:cNvPr id="8" name="Picture 7">
            <a:extLst>
              <a:ext uri="{FF2B5EF4-FFF2-40B4-BE49-F238E27FC236}">
                <a16:creationId xmlns:a16="http://schemas.microsoft.com/office/drawing/2014/main" id="{7A3FB095-4A75-9D21-7616-3585F9DF02C0}"/>
              </a:ext>
            </a:extLst>
          </p:cNvPr>
          <p:cNvPicPr>
            <a:picLocks noChangeAspect="1"/>
          </p:cNvPicPr>
          <p:nvPr/>
        </p:nvPicPr>
        <p:blipFill>
          <a:blip r:embed="rId3"/>
          <a:stretch>
            <a:fillRect/>
          </a:stretch>
        </p:blipFill>
        <p:spPr>
          <a:xfrm>
            <a:off x="8300143" y="735489"/>
            <a:ext cx="3375919" cy="1913021"/>
          </a:xfrm>
          <a:prstGeom prst="rect">
            <a:avLst/>
          </a:prstGeom>
        </p:spPr>
      </p:pic>
    </p:spTree>
    <p:extLst>
      <p:ext uri="{BB962C8B-B14F-4D97-AF65-F5344CB8AC3E}">
        <p14:creationId xmlns:p14="http://schemas.microsoft.com/office/powerpoint/2010/main" val="120540672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BF5F50A-6321-074F-02C4-A6D2686C9870}"/>
              </a:ext>
            </a:extLst>
          </p:cNvPr>
          <p:cNvSpPr>
            <a:spLocks noGrp="1"/>
          </p:cNvSpPr>
          <p:nvPr>
            <p:ph type="ctrTitle"/>
          </p:nvPr>
        </p:nvSpPr>
        <p:spPr/>
        <p:txBody>
          <a:bodyPr/>
          <a:lstStyle/>
          <a:p>
            <a:r>
              <a:rPr lang="en-US" noProof="0" dirty="0"/>
              <a:t>Example: Create a zeroed-out file</a:t>
            </a:r>
          </a:p>
        </p:txBody>
      </p:sp>
      <p:sp>
        <p:nvSpPr>
          <p:cNvPr id="5" name="Text Placeholder 4">
            <a:extLst>
              <a:ext uri="{FF2B5EF4-FFF2-40B4-BE49-F238E27FC236}">
                <a16:creationId xmlns:a16="http://schemas.microsoft.com/office/drawing/2014/main" id="{91A8ED3D-B755-43C9-BCB1-DCF495C0C9DB}"/>
              </a:ext>
            </a:extLst>
          </p:cNvPr>
          <p:cNvSpPr>
            <a:spLocks noGrp="1"/>
          </p:cNvSpPr>
          <p:nvPr>
            <p:ph sz="quarter" idx="4"/>
          </p:nvPr>
        </p:nvSpPr>
        <p:spPr/>
        <p:txBody>
          <a:bodyPr/>
          <a:lstStyle/>
          <a:p>
            <a:pPr marL="289957" indent="-280154">
              <a:spcBef>
                <a:spcPts val="569"/>
              </a:spcBef>
              <a:buClr>
                <a:srgbClr val="000000"/>
              </a:buClr>
              <a:buFont typeface="Arial"/>
              <a:buChar char="•"/>
              <a:tabLst>
                <a:tab pos="289957" algn="l"/>
                <a:tab pos="290473" algn="l"/>
              </a:tabLst>
            </a:pPr>
            <a:r>
              <a:rPr lang="en-US" sz="1800" noProof="0" dirty="0">
                <a:solidFill>
                  <a:srgbClr val="2D2C2C"/>
                </a:solidFill>
                <a:cs typeface="Segoe UI"/>
              </a:rPr>
              <a:t>Takes advantage of device / dev / zero</a:t>
            </a:r>
          </a:p>
          <a:p>
            <a:pPr marL="289957" indent="-280154">
              <a:spcBef>
                <a:spcPts val="569"/>
              </a:spcBef>
              <a:buClr>
                <a:srgbClr val="000000"/>
              </a:buClr>
              <a:buFont typeface="Arial"/>
              <a:buChar char="•"/>
              <a:tabLst>
                <a:tab pos="289957" algn="l"/>
                <a:tab pos="290473" algn="l"/>
              </a:tabLst>
            </a:pPr>
            <a:endParaRPr lang="en-US" sz="1800" noProof="0" dirty="0">
              <a:solidFill>
                <a:srgbClr val="2D2C2C"/>
              </a:solidFill>
              <a:cs typeface="Segoe UI"/>
            </a:endParaRPr>
          </a:p>
          <a:p>
            <a:pPr marL="289957" indent="-280154">
              <a:spcBef>
                <a:spcPts val="569"/>
              </a:spcBef>
              <a:buClr>
                <a:srgbClr val="000000"/>
              </a:buClr>
              <a:buFont typeface="Arial"/>
              <a:buChar char="•"/>
              <a:tabLst>
                <a:tab pos="289957" algn="l"/>
                <a:tab pos="290473" algn="l"/>
              </a:tabLst>
            </a:pPr>
            <a:endParaRPr lang="en-US" sz="1800" noProof="0" dirty="0">
              <a:solidFill>
                <a:srgbClr val="2D2C2C"/>
              </a:solidFill>
              <a:cs typeface="Segoe UI"/>
            </a:endParaRPr>
          </a:p>
          <a:p>
            <a:pPr marL="289957" indent="-280154">
              <a:spcBef>
                <a:spcPts val="569"/>
              </a:spcBef>
              <a:buClr>
                <a:srgbClr val="000000"/>
              </a:buClr>
              <a:buFont typeface="Arial"/>
              <a:buChar char="•"/>
              <a:tabLst>
                <a:tab pos="289957" algn="l"/>
                <a:tab pos="290473" algn="l"/>
              </a:tabLst>
            </a:pPr>
            <a:r>
              <a:rPr lang="en-US" sz="1800" noProof="0" dirty="0">
                <a:solidFill>
                  <a:srgbClr val="2D2C2C"/>
                </a:solidFill>
                <a:cs typeface="Segoe UI"/>
              </a:rPr>
              <a:t>Can be used to zero out sectors for security reasons</a:t>
            </a:r>
          </a:p>
          <a:p>
            <a:pPr marL="289957" indent="-280154">
              <a:spcBef>
                <a:spcPts val="569"/>
              </a:spcBef>
              <a:buClr>
                <a:srgbClr val="000000"/>
              </a:buClr>
              <a:buFont typeface="Arial"/>
              <a:buChar char="•"/>
              <a:tabLst>
                <a:tab pos="289957" algn="l"/>
                <a:tab pos="290473" algn="l"/>
              </a:tabLst>
            </a:pPr>
            <a:endParaRPr lang="en-US" sz="1800" noProof="0" dirty="0">
              <a:solidFill>
                <a:srgbClr val="2D2C2C"/>
              </a:solidFill>
              <a:cs typeface="Segoe UI"/>
            </a:endParaRPr>
          </a:p>
          <a:p>
            <a:pPr marL="289957" indent="-280154">
              <a:spcBef>
                <a:spcPts val="569"/>
              </a:spcBef>
              <a:buClr>
                <a:srgbClr val="000000"/>
              </a:buClr>
              <a:buFont typeface="Arial"/>
              <a:buChar char="•"/>
              <a:tabLst>
                <a:tab pos="289957" algn="l"/>
                <a:tab pos="290473" algn="l"/>
              </a:tabLst>
            </a:pPr>
            <a:r>
              <a:rPr lang="en-US" sz="1800" noProof="0" dirty="0">
                <a:solidFill>
                  <a:srgbClr val="2D2C2C"/>
                </a:solidFill>
                <a:cs typeface="Segoe UI"/>
              </a:rPr>
              <a:t>Useful to create </a:t>
            </a:r>
            <a:r>
              <a:rPr lang="en-US" sz="1800" noProof="0" dirty="0" err="1">
                <a:solidFill>
                  <a:srgbClr val="2D2C2C"/>
                </a:solidFill>
                <a:cs typeface="Segoe UI"/>
              </a:rPr>
              <a:t>swapfiles</a:t>
            </a:r>
            <a:r>
              <a:rPr lang="en-US" sz="1800" noProof="0" dirty="0">
                <a:solidFill>
                  <a:srgbClr val="2D2C2C"/>
                </a:solidFill>
                <a:cs typeface="Segoe UI"/>
              </a:rPr>
              <a:t> if no partition is available</a:t>
            </a:r>
          </a:p>
          <a:p>
            <a:pPr marL="469953" lvl="1" indent="-280154">
              <a:spcBef>
                <a:spcPts val="569"/>
              </a:spcBef>
              <a:buClr>
                <a:srgbClr val="000000"/>
              </a:buClr>
              <a:buFont typeface="Arial"/>
              <a:buChar char="•"/>
              <a:tabLst>
                <a:tab pos="289957" algn="l"/>
                <a:tab pos="290473" algn="l"/>
              </a:tabLst>
            </a:pPr>
            <a:r>
              <a:rPr lang="en-US" sz="1800" noProof="0" dirty="0">
                <a:solidFill>
                  <a:srgbClr val="2D2C2C"/>
                </a:solidFill>
                <a:cs typeface="Segoe UI"/>
              </a:rPr>
              <a:t>Using </a:t>
            </a:r>
            <a:r>
              <a:rPr lang="en-US" sz="1800" b="1" noProof="0" dirty="0" err="1">
                <a:solidFill>
                  <a:srgbClr val="7030A0"/>
                </a:solidFill>
                <a:latin typeface="Hack" panose="020B0609030202020204" pitchFamily="49" charset="0"/>
                <a:ea typeface="Hack" panose="020B0609030202020204" pitchFamily="49" charset="0"/>
                <a:cs typeface="Hack" panose="020B0609030202020204" pitchFamily="49" charset="0"/>
              </a:rPr>
              <a:t>chmod</a:t>
            </a:r>
            <a:r>
              <a:rPr lang="en-US" sz="1800" noProof="0" dirty="0">
                <a:solidFill>
                  <a:srgbClr val="2D2C2C"/>
                </a:solidFill>
                <a:cs typeface="Segoe UI"/>
              </a:rPr>
              <a:t>, </a:t>
            </a:r>
            <a:r>
              <a:rPr lang="en-US" sz="1800" b="1" noProof="0" dirty="0" err="1">
                <a:solidFill>
                  <a:srgbClr val="7030A0"/>
                </a:solidFill>
                <a:latin typeface="Hack" panose="020B0609030202020204" pitchFamily="49" charset="0"/>
                <a:ea typeface="Hack" panose="020B0609030202020204" pitchFamily="49" charset="0"/>
                <a:cs typeface="Hack" panose="020B0609030202020204" pitchFamily="49" charset="0"/>
              </a:rPr>
              <a:t>mkswp</a:t>
            </a:r>
            <a:r>
              <a:rPr lang="en-US" noProof="0" dirty="0">
                <a:solidFill>
                  <a:srgbClr val="2D2C2C"/>
                </a:solidFill>
                <a:cs typeface="Segoe UI"/>
              </a:rPr>
              <a:t>, and </a:t>
            </a:r>
            <a:r>
              <a:rPr lang="en-US" sz="1800" b="1" noProof="0" dirty="0" err="1">
                <a:solidFill>
                  <a:srgbClr val="7030A0"/>
                </a:solidFill>
                <a:latin typeface="Hack" panose="020B0609030202020204" pitchFamily="49" charset="0"/>
                <a:ea typeface="Hack" panose="020B0609030202020204" pitchFamily="49" charset="0"/>
                <a:cs typeface="Hack" panose="020B0609030202020204" pitchFamily="49" charset="0"/>
              </a:rPr>
              <a:t>swapon</a:t>
            </a:r>
            <a:r>
              <a:rPr lang="en-US" sz="1800" noProof="0" dirty="0">
                <a:solidFill>
                  <a:srgbClr val="2D2C2C"/>
                </a:solidFill>
                <a:cs typeface="Segoe UI"/>
              </a:rPr>
              <a:t> commands to complete the activity</a:t>
            </a:r>
          </a:p>
          <a:p>
            <a:pPr marL="289957" indent="-280154">
              <a:spcBef>
                <a:spcPts val="569"/>
              </a:spcBef>
              <a:buClr>
                <a:srgbClr val="000000"/>
              </a:buClr>
              <a:buFont typeface="Arial"/>
              <a:buChar char="•"/>
              <a:tabLst>
                <a:tab pos="289957" algn="l"/>
                <a:tab pos="290473" algn="l"/>
              </a:tabLst>
            </a:pPr>
            <a:endParaRPr lang="en-US" sz="1600" spc="-8" noProof="0" dirty="0">
              <a:solidFill>
                <a:srgbClr val="2D2C2C"/>
              </a:solidFill>
              <a:cs typeface="Segoe UI"/>
            </a:endParaRPr>
          </a:p>
          <a:p>
            <a:pPr marL="0" indent="0">
              <a:buNone/>
            </a:pPr>
            <a:endParaRPr lang="en-US" sz="1800" noProof="0" dirty="0"/>
          </a:p>
          <a:p>
            <a:endParaRPr lang="en-US" sz="3200" noProof="0" dirty="0"/>
          </a:p>
        </p:txBody>
      </p:sp>
      <p:sp>
        <p:nvSpPr>
          <p:cNvPr id="2" name="Slide Number Placeholder 1">
            <a:extLst>
              <a:ext uri="{FF2B5EF4-FFF2-40B4-BE49-F238E27FC236}">
                <a16:creationId xmlns:a16="http://schemas.microsoft.com/office/drawing/2014/main" id="{A9A6FF77-D641-4417-92E7-11CC6238BF20}"/>
              </a:ext>
            </a:extLst>
          </p:cNvPr>
          <p:cNvSpPr>
            <a:spLocks noGrp="1"/>
          </p:cNvSpPr>
          <p:nvPr>
            <p:ph type="sldNum" sz="quarter" idx="12"/>
          </p:nvPr>
        </p:nvSpPr>
        <p:spPr>
          <a:prstGeom prst="rect">
            <a:avLst/>
          </a:prstGeom>
        </p:spPr>
        <p:txBody>
          <a:bodyPr/>
          <a:lstStyle/>
          <a:p>
            <a:fld id="{EF892D59-8F09-EF4B-AD6D-DA609442F868}" type="slidenum">
              <a:rPr lang="en-US" noProof="0" smtClean="0"/>
              <a:pPr/>
              <a:t>7</a:t>
            </a:fld>
            <a:endParaRPr lang="en-US" noProof="0" dirty="0"/>
          </a:p>
        </p:txBody>
      </p:sp>
      <p:sp>
        <p:nvSpPr>
          <p:cNvPr id="7" name="Rectangle 3">
            <a:extLst>
              <a:ext uri="{FF2B5EF4-FFF2-40B4-BE49-F238E27FC236}">
                <a16:creationId xmlns:a16="http://schemas.microsoft.com/office/drawing/2014/main" id="{786DEBEF-450F-D1B8-C7F1-8E0A98B25643}"/>
              </a:ext>
            </a:extLst>
          </p:cNvPr>
          <p:cNvSpPr>
            <a:spLocks noChangeArrowheads="1"/>
          </p:cNvSpPr>
          <p:nvPr/>
        </p:nvSpPr>
        <p:spPr bwMode="auto">
          <a:xfrm>
            <a:off x="514350" y="2104119"/>
            <a:ext cx="8389018" cy="420628"/>
          </a:xfrm>
          <a:prstGeom prst="rect">
            <a:avLst/>
          </a:prstGeom>
          <a:solidFill>
            <a:schemeClr val="tx1"/>
          </a:solidFill>
          <a:ln w="12700" algn="ctr">
            <a:solidFill>
              <a:schemeClr val="bg1"/>
            </a:solidFill>
            <a:miter lim="800000"/>
            <a:headEnd/>
            <a:tailEnd/>
          </a:ln>
          <a:effectLst>
            <a:outerShdw blurRad="50800" dist="50800" dir="2700000" algn="ctr" rotWithShape="0">
              <a:schemeClr val="bg2">
                <a:lumMod val="90000"/>
              </a:schemeClr>
            </a:outerShdw>
          </a:effectLst>
        </p:spPr>
        <p:txBody>
          <a:bodyPr wrap="square" lIns="95250" tIns="91440" rIns="95250" bIns="50800">
            <a:spAutoFit/>
          </a:bodyPr>
          <a:lstStyle/>
          <a:p>
            <a:pPr marL="71199">
              <a:spcBef>
                <a:spcPts val="98"/>
              </a:spcBef>
            </a:pPr>
            <a:r>
              <a:rPr lang="en-US" spc="-4" noProof="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pc="-12"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err="1">
                <a:solidFill>
                  <a:schemeClr val="bg1"/>
                </a:solidFill>
                <a:latin typeface="Hack" panose="020B0609030202020204" pitchFamily="49" charset="0"/>
                <a:ea typeface="Hack" panose="020B0609030202020204" pitchFamily="49" charset="0"/>
                <a:cs typeface="Hack" panose="020B0609030202020204" pitchFamily="49" charset="0"/>
              </a:rPr>
              <a:t>sudo</a:t>
            </a:r>
            <a:r>
              <a:rPr lang="en-US" b="1" spc="-12"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dd if=/dev/zero of= </a:t>
            </a:r>
            <a:r>
              <a:rPr lang="en-US" b="1" spc="-4" noProof="0" dirty="0" err="1">
                <a:solidFill>
                  <a:schemeClr val="bg1"/>
                </a:solidFill>
                <a:latin typeface="Hack" panose="020B0609030202020204" pitchFamily="49" charset="0"/>
                <a:ea typeface="Hack" panose="020B0609030202020204" pitchFamily="49" charset="0"/>
                <a:cs typeface="Hack" panose="020B0609030202020204" pitchFamily="49" charset="0"/>
              </a:rPr>
              <a:t>swapfile</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 bs=1M count=</a:t>
            </a:r>
            <a:r>
              <a:rPr lang="en-US" b="1" spc="-4" noProof="0" dirty="0" err="1">
                <a:solidFill>
                  <a:schemeClr val="bg1"/>
                </a:solidFill>
                <a:latin typeface="Hack" panose="020B0609030202020204" pitchFamily="49" charset="0"/>
                <a:ea typeface="Hack" panose="020B0609030202020204" pitchFamily="49" charset="0"/>
                <a:cs typeface="Hack" panose="020B0609030202020204" pitchFamily="49" charset="0"/>
              </a:rPr>
              <a:t>sizeMB</a:t>
            </a:r>
            <a:endParaRPr lang="en-US" noProof="0" dirty="0">
              <a:solidFill>
                <a:schemeClr val="bg1"/>
              </a:solidFill>
              <a:latin typeface="Hack" panose="020B0609030202020204" pitchFamily="49" charset="0"/>
              <a:ea typeface="Hack" panose="020B0609030202020204" pitchFamily="49" charset="0"/>
              <a:cs typeface="Hack" panose="020B0609030202020204" pitchFamily="49" charset="0"/>
            </a:endParaRPr>
          </a:p>
        </p:txBody>
      </p:sp>
      <p:sp>
        <p:nvSpPr>
          <p:cNvPr id="3" name="Rectangle 3">
            <a:extLst>
              <a:ext uri="{FF2B5EF4-FFF2-40B4-BE49-F238E27FC236}">
                <a16:creationId xmlns:a16="http://schemas.microsoft.com/office/drawing/2014/main" id="{E67F202E-16DC-D05E-D1B6-A5461A4B17CB}"/>
              </a:ext>
            </a:extLst>
          </p:cNvPr>
          <p:cNvSpPr>
            <a:spLocks noChangeArrowheads="1"/>
          </p:cNvSpPr>
          <p:nvPr/>
        </p:nvSpPr>
        <p:spPr bwMode="auto">
          <a:xfrm>
            <a:off x="514350" y="4469040"/>
            <a:ext cx="6704609" cy="1264449"/>
          </a:xfrm>
          <a:prstGeom prst="rect">
            <a:avLst/>
          </a:prstGeom>
          <a:solidFill>
            <a:schemeClr val="tx1"/>
          </a:solidFill>
          <a:ln w="12700" algn="ctr">
            <a:solidFill>
              <a:schemeClr val="bg1"/>
            </a:solidFill>
            <a:miter lim="800000"/>
            <a:headEnd/>
            <a:tailEnd/>
          </a:ln>
          <a:effectLst>
            <a:outerShdw blurRad="50800" dist="50800" dir="2700000" algn="ctr" rotWithShape="0">
              <a:schemeClr val="bg2">
                <a:lumMod val="90000"/>
              </a:schemeClr>
            </a:outerShdw>
          </a:effectLst>
        </p:spPr>
        <p:txBody>
          <a:bodyPr wrap="square" lIns="95250" tIns="91440" rIns="95250" bIns="50800">
            <a:spAutoFit/>
          </a:bodyPr>
          <a:lstStyle/>
          <a:p>
            <a:pPr marL="10319">
              <a:spcBef>
                <a:spcPts val="77"/>
              </a:spcBef>
            </a:pPr>
            <a:r>
              <a:rPr lang="en-US" spc="-4" noProof="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pc="-16"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err="1">
                <a:solidFill>
                  <a:schemeClr val="bg1"/>
                </a:solidFill>
                <a:latin typeface="Hack" panose="020B0609030202020204" pitchFamily="49" charset="0"/>
                <a:ea typeface="Hack" panose="020B0609030202020204" pitchFamily="49" charset="0"/>
                <a:cs typeface="Hack" panose="020B0609030202020204" pitchFamily="49" charset="0"/>
              </a:rPr>
              <a:t>sudo</a:t>
            </a:r>
            <a:r>
              <a:rPr lang="en-US" b="1" spc="-12"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err="1">
                <a:solidFill>
                  <a:schemeClr val="bg1"/>
                </a:solidFill>
                <a:latin typeface="Hack" panose="020B0609030202020204" pitchFamily="49" charset="0"/>
                <a:ea typeface="Hack" panose="020B0609030202020204" pitchFamily="49" charset="0"/>
                <a:cs typeface="Hack" panose="020B0609030202020204" pitchFamily="49" charset="0"/>
              </a:rPr>
              <a:t>chmod</a:t>
            </a:r>
            <a:r>
              <a:rPr lang="en-US" b="1" spc="-8"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600</a:t>
            </a:r>
            <a:r>
              <a:rPr lang="en-US" b="1" spc="-8"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err="1">
                <a:solidFill>
                  <a:schemeClr val="bg1"/>
                </a:solidFill>
                <a:latin typeface="Hack" panose="020B0609030202020204" pitchFamily="49" charset="0"/>
                <a:ea typeface="Hack" panose="020B0609030202020204" pitchFamily="49" charset="0"/>
                <a:cs typeface="Hack" panose="020B0609030202020204" pitchFamily="49" charset="0"/>
              </a:rPr>
              <a:t>swapfile</a:t>
            </a:r>
            <a:endParaRPr lang="en-US" noProof="0" dirty="0">
              <a:solidFill>
                <a:schemeClr val="bg1"/>
              </a:solidFill>
              <a:latin typeface="Hack" panose="020B0609030202020204" pitchFamily="49" charset="0"/>
              <a:ea typeface="Hack" panose="020B0609030202020204" pitchFamily="49" charset="0"/>
              <a:cs typeface="Hack" panose="020B0609030202020204" pitchFamily="49" charset="0"/>
            </a:endParaRPr>
          </a:p>
          <a:p>
            <a:pPr marL="10319"/>
            <a:r>
              <a:rPr lang="en-US" spc="-4" noProof="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pc="-24"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err="1">
                <a:solidFill>
                  <a:schemeClr val="bg1"/>
                </a:solidFill>
                <a:latin typeface="Hack" panose="020B0609030202020204" pitchFamily="49" charset="0"/>
                <a:ea typeface="Hack" panose="020B0609030202020204" pitchFamily="49" charset="0"/>
                <a:cs typeface="Hack" panose="020B0609030202020204" pitchFamily="49" charset="0"/>
              </a:rPr>
              <a:t>sudo</a:t>
            </a:r>
            <a:r>
              <a:rPr lang="en-US" b="1" spc="-20"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err="1">
                <a:solidFill>
                  <a:schemeClr val="bg1"/>
                </a:solidFill>
                <a:latin typeface="Hack" panose="020B0609030202020204" pitchFamily="49" charset="0"/>
                <a:ea typeface="Hack" panose="020B0609030202020204" pitchFamily="49" charset="0"/>
                <a:cs typeface="Hack" panose="020B0609030202020204" pitchFamily="49" charset="0"/>
              </a:rPr>
              <a:t>mkswap</a:t>
            </a:r>
            <a:r>
              <a:rPr lang="en-US" b="1" spc="-20"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swap</a:t>
            </a:r>
          </a:p>
          <a:p>
            <a:pPr marL="10319">
              <a:spcBef>
                <a:spcPts val="77"/>
              </a:spcBef>
            </a:pPr>
            <a:r>
              <a:rPr lang="en-US" spc="-4" noProof="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pc="-16"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err="1">
                <a:solidFill>
                  <a:schemeClr val="bg2"/>
                </a:solidFill>
                <a:latin typeface="Hack" panose="020B0609030202020204" pitchFamily="49" charset="0"/>
                <a:ea typeface="Hack" panose="020B0609030202020204" pitchFamily="49" charset="0"/>
                <a:cs typeface="Hack" panose="020B0609030202020204" pitchFamily="49" charset="0"/>
              </a:rPr>
              <a:t>sudo</a:t>
            </a:r>
            <a:r>
              <a:rPr lang="en-US" b="1" spc="-24" noProof="0" dirty="0">
                <a:solidFill>
                  <a:schemeClr val="bg2"/>
                </a:solidFill>
                <a:latin typeface="Hack" panose="020B0609030202020204" pitchFamily="49" charset="0"/>
                <a:ea typeface="Hack" panose="020B0609030202020204" pitchFamily="49" charset="0"/>
                <a:cs typeface="Hack" panose="020B0609030202020204" pitchFamily="49" charset="0"/>
              </a:rPr>
              <a:t> </a:t>
            </a:r>
            <a:r>
              <a:rPr lang="en-US" b="1" spc="-4" noProof="0" dirty="0" err="1">
                <a:solidFill>
                  <a:schemeClr val="bg2"/>
                </a:solidFill>
                <a:latin typeface="Hack" panose="020B0609030202020204" pitchFamily="49" charset="0"/>
                <a:ea typeface="Hack" panose="020B0609030202020204" pitchFamily="49" charset="0"/>
                <a:cs typeface="Hack" panose="020B0609030202020204" pitchFamily="49" charset="0"/>
              </a:rPr>
              <a:t>swapon</a:t>
            </a:r>
            <a:r>
              <a:rPr lang="en-US" b="1" spc="-20" noProof="0" dirty="0">
                <a:solidFill>
                  <a:schemeClr val="bg2"/>
                </a:solidFill>
                <a:latin typeface="Hack" panose="020B0609030202020204" pitchFamily="49" charset="0"/>
                <a:ea typeface="Hack" panose="020B0609030202020204" pitchFamily="49" charset="0"/>
                <a:cs typeface="Hack" panose="020B0609030202020204" pitchFamily="49" charset="0"/>
              </a:rPr>
              <a:t> </a:t>
            </a:r>
            <a:r>
              <a:rPr lang="en-US" b="1" spc="-4" noProof="0" dirty="0" err="1">
                <a:solidFill>
                  <a:schemeClr val="bg2"/>
                </a:solidFill>
                <a:latin typeface="Hack" panose="020B0609030202020204" pitchFamily="49" charset="0"/>
                <a:ea typeface="Hack" panose="020B0609030202020204" pitchFamily="49" charset="0"/>
                <a:cs typeface="Hack" panose="020B0609030202020204" pitchFamily="49" charset="0"/>
              </a:rPr>
              <a:t>swapfile</a:t>
            </a:r>
            <a:endParaRPr lang="en-US" noProof="0" dirty="0">
              <a:solidFill>
                <a:schemeClr val="bg1"/>
              </a:solidFill>
              <a:latin typeface="Hack" panose="020B0609030202020204" pitchFamily="49" charset="0"/>
              <a:ea typeface="Hack" panose="020B0609030202020204" pitchFamily="49" charset="0"/>
              <a:cs typeface="Hack" panose="020B0609030202020204" pitchFamily="49" charset="0"/>
            </a:endParaRPr>
          </a:p>
          <a:p>
            <a:pPr marL="10319"/>
            <a:r>
              <a:rPr lang="en-US" spc="-4" noProof="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pc="-24"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err="1">
                <a:solidFill>
                  <a:schemeClr val="bg2"/>
                </a:solidFill>
                <a:latin typeface="Hack" panose="020B0609030202020204" pitchFamily="49" charset="0"/>
                <a:ea typeface="Hack" panose="020B0609030202020204" pitchFamily="49" charset="0"/>
                <a:cs typeface="Hack" panose="020B0609030202020204" pitchFamily="49" charset="0"/>
              </a:rPr>
              <a:t>sudo</a:t>
            </a:r>
            <a:r>
              <a:rPr lang="en-US" b="1" spc="-16" noProof="0" dirty="0">
                <a:solidFill>
                  <a:schemeClr val="bg2"/>
                </a:solidFill>
                <a:latin typeface="Hack" panose="020B0609030202020204" pitchFamily="49" charset="0"/>
                <a:ea typeface="Hack" panose="020B0609030202020204" pitchFamily="49" charset="0"/>
                <a:cs typeface="Hack" panose="020B0609030202020204" pitchFamily="49" charset="0"/>
              </a:rPr>
              <a:t> </a:t>
            </a:r>
            <a:r>
              <a:rPr lang="en-US" b="1" spc="-4" noProof="0" dirty="0" err="1">
                <a:solidFill>
                  <a:schemeClr val="bg2"/>
                </a:solidFill>
                <a:latin typeface="Hack" panose="020B0609030202020204" pitchFamily="49" charset="0"/>
                <a:ea typeface="Hack" panose="020B0609030202020204" pitchFamily="49" charset="0"/>
                <a:cs typeface="Hack" panose="020B0609030202020204" pitchFamily="49" charset="0"/>
              </a:rPr>
              <a:t>swapon</a:t>
            </a:r>
            <a:r>
              <a:rPr lang="en-US" b="1" spc="-16" noProof="0" dirty="0">
                <a:solidFill>
                  <a:schemeClr val="bg2"/>
                </a:solidFill>
                <a:latin typeface="Hack" panose="020B0609030202020204" pitchFamily="49" charset="0"/>
                <a:ea typeface="Hack" panose="020B0609030202020204" pitchFamily="49" charset="0"/>
                <a:cs typeface="Hack" panose="020B0609030202020204" pitchFamily="49" charset="0"/>
              </a:rPr>
              <a:t> </a:t>
            </a:r>
            <a:r>
              <a:rPr lang="en-US" b="1" spc="-4" noProof="0" dirty="0">
                <a:solidFill>
                  <a:schemeClr val="bg2"/>
                </a:solidFill>
                <a:latin typeface="Hack" panose="020B0609030202020204" pitchFamily="49" charset="0"/>
                <a:ea typeface="Hack" panose="020B0609030202020204" pitchFamily="49" charset="0"/>
                <a:cs typeface="Hack" panose="020B0609030202020204" pitchFamily="49" charset="0"/>
              </a:rPr>
              <a:t>-s</a:t>
            </a:r>
            <a:endParaRPr lang="en-US" noProof="0" dirty="0">
              <a:solidFill>
                <a:schemeClr val="bg2"/>
              </a:solidFill>
              <a:latin typeface="Hack" panose="020B0609030202020204" pitchFamily="49" charset="0"/>
              <a:ea typeface="Hack" panose="020B0609030202020204" pitchFamily="49" charset="0"/>
              <a:cs typeface="Hack" panose="020B0609030202020204" pitchFamily="49" charset="0"/>
            </a:endParaRPr>
          </a:p>
        </p:txBody>
      </p:sp>
      <p:pic>
        <p:nvPicPr>
          <p:cNvPr id="8" name="Picture 7">
            <a:extLst>
              <a:ext uri="{FF2B5EF4-FFF2-40B4-BE49-F238E27FC236}">
                <a16:creationId xmlns:a16="http://schemas.microsoft.com/office/drawing/2014/main" id="{B93AB8CC-5A1C-9BEB-E868-D5F0AD745B50}"/>
              </a:ext>
            </a:extLst>
          </p:cNvPr>
          <p:cNvPicPr>
            <a:picLocks noChangeAspect="1"/>
          </p:cNvPicPr>
          <p:nvPr/>
        </p:nvPicPr>
        <p:blipFill>
          <a:blip r:embed="rId3"/>
          <a:stretch>
            <a:fillRect/>
          </a:stretch>
        </p:blipFill>
        <p:spPr>
          <a:xfrm>
            <a:off x="9152613" y="770515"/>
            <a:ext cx="2378520" cy="1264449"/>
          </a:xfrm>
          <a:prstGeom prst="rect">
            <a:avLst/>
          </a:prstGeom>
        </p:spPr>
      </p:pic>
    </p:spTree>
    <p:extLst>
      <p:ext uri="{BB962C8B-B14F-4D97-AF65-F5344CB8AC3E}">
        <p14:creationId xmlns:p14="http://schemas.microsoft.com/office/powerpoint/2010/main" val="242006678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ED32BBC-8A3B-5FB1-DB0F-B65F461BDA2D}"/>
              </a:ext>
            </a:extLst>
          </p:cNvPr>
          <p:cNvSpPr>
            <a:spLocks noGrp="1"/>
          </p:cNvSpPr>
          <p:nvPr>
            <p:ph type="ctrTitle"/>
          </p:nvPr>
        </p:nvSpPr>
        <p:spPr/>
        <p:txBody>
          <a:bodyPr/>
          <a:lstStyle/>
          <a:p>
            <a:r>
              <a:rPr lang="en-US" noProof="0" dirty="0"/>
              <a:t>tar</a:t>
            </a:r>
          </a:p>
        </p:txBody>
      </p:sp>
      <p:sp>
        <p:nvSpPr>
          <p:cNvPr id="2" name="Subtitle 1">
            <a:extLst>
              <a:ext uri="{FF2B5EF4-FFF2-40B4-BE49-F238E27FC236}">
                <a16:creationId xmlns:a16="http://schemas.microsoft.com/office/drawing/2014/main" id="{4E9BFF16-B602-A980-F03D-73F453A941C1}"/>
              </a:ext>
            </a:extLst>
          </p:cNvPr>
          <p:cNvSpPr>
            <a:spLocks noGrp="1"/>
          </p:cNvSpPr>
          <p:nvPr>
            <p:ph type="subTitle" idx="1"/>
          </p:nvPr>
        </p:nvSpPr>
        <p:spPr/>
        <p:txBody>
          <a:bodyPr/>
          <a:lstStyle/>
          <a:p>
            <a:endParaRPr lang="en-US" noProof="0" dirty="0"/>
          </a:p>
        </p:txBody>
      </p:sp>
    </p:spTree>
    <p:extLst>
      <p:ext uri="{BB962C8B-B14F-4D97-AF65-F5344CB8AC3E}">
        <p14:creationId xmlns:p14="http://schemas.microsoft.com/office/powerpoint/2010/main" val="169300243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1C36D16-F280-FBBC-4DEC-624B220E30A5}"/>
              </a:ext>
            </a:extLst>
          </p:cNvPr>
          <p:cNvSpPr>
            <a:spLocks noGrp="1"/>
          </p:cNvSpPr>
          <p:nvPr>
            <p:ph type="ctrTitle"/>
          </p:nvPr>
        </p:nvSpPr>
        <p:spPr/>
        <p:txBody>
          <a:bodyPr/>
          <a:lstStyle/>
          <a:p>
            <a:r>
              <a:rPr lang="en-US" noProof="0" dirty="0"/>
              <a:t>tar command</a:t>
            </a:r>
          </a:p>
        </p:txBody>
      </p:sp>
      <p:sp>
        <p:nvSpPr>
          <p:cNvPr id="5" name="Text Placeholder 4">
            <a:extLst>
              <a:ext uri="{FF2B5EF4-FFF2-40B4-BE49-F238E27FC236}">
                <a16:creationId xmlns:a16="http://schemas.microsoft.com/office/drawing/2014/main" id="{91A8ED3D-B755-43C9-BCB1-DCF495C0C9DB}"/>
              </a:ext>
            </a:extLst>
          </p:cNvPr>
          <p:cNvSpPr>
            <a:spLocks noGrp="1"/>
          </p:cNvSpPr>
          <p:nvPr>
            <p:ph sz="quarter" idx="4"/>
          </p:nvPr>
        </p:nvSpPr>
        <p:spPr/>
        <p:txBody>
          <a:bodyPr/>
          <a:lstStyle/>
          <a:p>
            <a:pPr marL="289957" indent="-280154">
              <a:spcBef>
                <a:spcPts val="569"/>
              </a:spcBef>
              <a:buClr>
                <a:srgbClr val="000000"/>
              </a:buClr>
              <a:buFont typeface="Arial"/>
              <a:buChar char="•"/>
              <a:tabLst>
                <a:tab pos="289957" algn="l"/>
                <a:tab pos="290473" algn="l"/>
              </a:tabLst>
            </a:pPr>
            <a:r>
              <a:rPr lang="en-US" sz="1800" b="1" spc="-61" noProof="0" dirty="0">
                <a:solidFill>
                  <a:srgbClr val="3333CC"/>
                </a:solidFill>
                <a:latin typeface="Hack" panose="020B0609030202020204" pitchFamily="49" charset="0"/>
                <a:ea typeface="Hack" panose="020B0609030202020204" pitchFamily="49" charset="0"/>
                <a:cs typeface="Hack" panose="020B0609030202020204" pitchFamily="49" charset="0"/>
              </a:rPr>
              <a:t>tar</a:t>
            </a:r>
            <a:r>
              <a:rPr lang="en-US" sz="1800" b="1" spc="8" noProof="0" dirty="0">
                <a:solidFill>
                  <a:srgbClr val="3333CC"/>
                </a:solidFill>
                <a:cs typeface="Segoe UI"/>
              </a:rPr>
              <a:t> </a:t>
            </a:r>
            <a:r>
              <a:rPr lang="en-US" sz="1800" spc="-8" noProof="0" dirty="0">
                <a:solidFill>
                  <a:srgbClr val="2D2C2C"/>
                </a:solidFill>
                <a:cs typeface="Segoe UI"/>
              </a:rPr>
              <a:t>collects many files into one archive file.</a:t>
            </a:r>
            <a:endParaRPr lang="en-US" sz="1800" noProof="0" dirty="0">
              <a:cs typeface="Segoe UI"/>
            </a:endParaRPr>
          </a:p>
          <a:p>
            <a:pPr marL="518001" lvl="1" indent="-233204">
              <a:spcBef>
                <a:spcPts val="488"/>
              </a:spcBef>
              <a:buClr>
                <a:srgbClr val="000000"/>
              </a:buClr>
              <a:buFont typeface="Arial"/>
              <a:buChar char="•"/>
              <a:tabLst>
                <a:tab pos="517485" algn="l"/>
                <a:tab pos="518001" algn="l"/>
              </a:tabLst>
            </a:pPr>
            <a:r>
              <a:rPr lang="en-US" sz="1800" spc="-8" noProof="0" dirty="0">
                <a:solidFill>
                  <a:srgbClr val="2D2C2C"/>
                </a:solidFill>
                <a:cs typeface="Segoe UI"/>
              </a:rPr>
              <a:t>The file is often called a </a:t>
            </a:r>
            <a:r>
              <a:rPr lang="en-US" sz="1800" b="1" spc="-8" noProof="0" dirty="0" err="1">
                <a:solidFill>
                  <a:srgbClr val="2D2C2C"/>
                </a:solidFill>
                <a:cs typeface="Segoe UI"/>
              </a:rPr>
              <a:t>tarball</a:t>
            </a:r>
            <a:r>
              <a:rPr lang="en-US" sz="1800" spc="-8" noProof="0" dirty="0">
                <a:solidFill>
                  <a:srgbClr val="2D2C2C"/>
                </a:solidFill>
                <a:cs typeface="Segoe UI"/>
              </a:rPr>
              <a:t>.</a:t>
            </a:r>
          </a:p>
          <a:p>
            <a:pPr marL="518001" lvl="1" indent="-233204">
              <a:spcBef>
                <a:spcPts val="488"/>
              </a:spcBef>
              <a:buClr>
                <a:srgbClr val="000000"/>
              </a:buClr>
              <a:buFont typeface="Arial"/>
              <a:buChar char="•"/>
              <a:tabLst>
                <a:tab pos="517485" algn="l"/>
                <a:tab pos="518001" algn="l"/>
              </a:tabLst>
            </a:pPr>
            <a:r>
              <a:rPr lang="en-US" sz="1800" spc="-8" noProof="0" dirty="0">
                <a:solidFill>
                  <a:srgbClr val="2D2C2C"/>
                </a:solidFill>
                <a:cs typeface="Segoe UI"/>
              </a:rPr>
              <a:t>The name </a:t>
            </a:r>
            <a:r>
              <a:rPr lang="en-US" sz="1800" b="1" spc="-8" noProof="0" dirty="0">
                <a:solidFill>
                  <a:srgbClr val="7030A0"/>
                </a:solidFill>
                <a:latin typeface="Hack" panose="020B0609030202020204" pitchFamily="49" charset="0"/>
                <a:ea typeface="Hack" panose="020B0609030202020204" pitchFamily="49" charset="0"/>
                <a:cs typeface="Hack" panose="020B0609030202020204" pitchFamily="49" charset="0"/>
              </a:rPr>
              <a:t>tar</a:t>
            </a:r>
            <a:r>
              <a:rPr lang="en-US" sz="1800" spc="-8" noProof="0" dirty="0">
                <a:solidFill>
                  <a:srgbClr val="2D2C2C"/>
                </a:solidFill>
                <a:cs typeface="Segoe UI"/>
              </a:rPr>
              <a:t> is derived from </a:t>
            </a:r>
            <a:r>
              <a:rPr lang="en-US" sz="1800" b="1" spc="-8" noProof="0" dirty="0">
                <a:solidFill>
                  <a:srgbClr val="2D2C2C"/>
                </a:solidFill>
                <a:cs typeface="Segoe UI"/>
              </a:rPr>
              <a:t>t</a:t>
            </a:r>
            <a:r>
              <a:rPr lang="en-US" sz="1800" spc="-8" noProof="0" dirty="0">
                <a:solidFill>
                  <a:srgbClr val="2D2C2C"/>
                </a:solidFill>
                <a:cs typeface="Segoe UI"/>
              </a:rPr>
              <a:t>ape </a:t>
            </a:r>
            <a:r>
              <a:rPr lang="en-US" sz="1800" b="1" spc="-8" noProof="0" dirty="0">
                <a:solidFill>
                  <a:srgbClr val="2D2C2C"/>
                </a:solidFill>
                <a:cs typeface="Segoe UI"/>
              </a:rPr>
              <a:t>ar</a:t>
            </a:r>
            <a:r>
              <a:rPr lang="en-US" sz="1800" spc="-8" noProof="0" dirty="0">
                <a:solidFill>
                  <a:srgbClr val="2D2C2C"/>
                </a:solidFill>
                <a:cs typeface="Segoe UI"/>
              </a:rPr>
              <a:t>chive.</a:t>
            </a:r>
          </a:p>
          <a:p>
            <a:pPr marL="518001" lvl="1" indent="-233204">
              <a:spcBef>
                <a:spcPts val="488"/>
              </a:spcBef>
              <a:buClr>
                <a:srgbClr val="000000"/>
              </a:buClr>
              <a:buFont typeface="Arial"/>
              <a:buChar char="•"/>
              <a:tabLst>
                <a:tab pos="517485" algn="l"/>
                <a:tab pos="518001" algn="l"/>
              </a:tabLst>
            </a:pPr>
            <a:r>
              <a:rPr lang="en-US" sz="1800" spc="-8" noProof="0" dirty="0">
                <a:solidFill>
                  <a:srgbClr val="2D2C2C"/>
                </a:solidFill>
                <a:cs typeface="Segoe UI"/>
              </a:rPr>
              <a:t>It was originally developed to write data to sequential I/O devices with no file system of their own (tapes).</a:t>
            </a:r>
          </a:p>
          <a:p>
            <a:pPr marL="518001" lvl="1" indent="-233204">
              <a:spcBef>
                <a:spcPts val="488"/>
              </a:spcBef>
              <a:buClr>
                <a:srgbClr val="000000"/>
              </a:buClr>
              <a:buFont typeface="Arial"/>
              <a:buChar char="•"/>
              <a:tabLst>
                <a:tab pos="517485" algn="l"/>
                <a:tab pos="518001" algn="l"/>
              </a:tabLst>
            </a:pPr>
            <a:r>
              <a:rPr lang="en-US" sz="1800" spc="-8" noProof="0" dirty="0">
                <a:solidFill>
                  <a:srgbClr val="2D2C2C"/>
                </a:solidFill>
                <a:cs typeface="Segoe UI"/>
              </a:rPr>
              <a:t>Initially is had no built-in compression, but some switches have been added for to add some types of compression.</a:t>
            </a:r>
          </a:p>
          <a:p>
            <a:pPr marL="518001" lvl="1" indent="-233204">
              <a:spcBef>
                <a:spcPts val="488"/>
              </a:spcBef>
              <a:buClr>
                <a:srgbClr val="000000"/>
              </a:buClr>
              <a:buFont typeface="Arial"/>
              <a:buChar char="•"/>
              <a:tabLst>
                <a:tab pos="517485" algn="l"/>
                <a:tab pos="518001" algn="l"/>
              </a:tabLst>
            </a:pPr>
            <a:r>
              <a:rPr lang="en-US" sz="1800" spc="-8" noProof="0" dirty="0">
                <a:solidFill>
                  <a:srgbClr val="2D2C2C"/>
                </a:solidFill>
                <a:cs typeface="Segoe UI"/>
              </a:rPr>
              <a:t>When used with pipes, use </a:t>
            </a:r>
            <a:r>
              <a:rPr lang="en-US" sz="1800" b="1" spc="-8" noProof="0" dirty="0">
                <a:solidFill>
                  <a:srgbClr val="7030A0"/>
                </a:solidFill>
                <a:latin typeface="Hack" panose="020B0609030202020204" pitchFamily="49" charset="0"/>
                <a:ea typeface="Hack" panose="020B0609030202020204" pitchFamily="49" charset="0"/>
                <a:cs typeface="Hack" panose="020B0609030202020204" pitchFamily="49" charset="0"/>
              </a:rPr>
              <a:t>-</a:t>
            </a:r>
            <a:r>
              <a:rPr lang="en-US" sz="1800" spc="-8" noProof="0" dirty="0">
                <a:solidFill>
                  <a:srgbClr val="2D2C2C"/>
                </a:solidFill>
                <a:cs typeface="Segoe UI"/>
              </a:rPr>
              <a:t> to specify stdin or std out with the </a:t>
            </a:r>
            <a:r>
              <a:rPr lang="en-US" sz="1800" b="1" spc="-8" noProof="0" dirty="0">
                <a:solidFill>
                  <a:srgbClr val="7030A0"/>
                </a:solidFill>
                <a:latin typeface="Hack" panose="020B0609030202020204" pitchFamily="49" charset="0"/>
                <a:ea typeface="Hack" panose="020B0609030202020204" pitchFamily="49" charset="0"/>
                <a:cs typeface="Hack" panose="020B0609030202020204" pitchFamily="49" charset="0"/>
              </a:rPr>
              <a:t>–f </a:t>
            </a:r>
            <a:r>
              <a:rPr lang="en-US" sz="1800" spc="-8" noProof="0" dirty="0">
                <a:solidFill>
                  <a:srgbClr val="2D2C2C"/>
                </a:solidFill>
                <a:cs typeface="Segoe UI"/>
              </a:rPr>
              <a:t>switch.</a:t>
            </a:r>
          </a:p>
          <a:p>
            <a:pPr marL="518001" lvl="1" indent="-233204">
              <a:spcBef>
                <a:spcPts val="488"/>
              </a:spcBef>
              <a:buClr>
                <a:srgbClr val="000000"/>
              </a:buClr>
              <a:buFont typeface="Arial"/>
              <a:buChar char="•"/>
              <a:tabLst>
                <a:tab pos="517485" algn="l"/>
                <a:tab pos="518001" algn="l"/>
              </a:tabLst>
            </a:pPr>
            <a:r>
              <a:rPr lang="en-US" sz="1800" spc="-8" noProof="0" dirty="0">
                <a:solidFill>
                  <a:srgbClr val="2D2C2C"/>
                </a:solidFill>
                <a:cs typeface="Segoe UI"/>
              </a:rPr>
              <a:t>Syntax: </a:t>
            </a:r>
            <a:r>
              <a:rPr lang="en-US" sz="1800" b="1" spc="-4" noProof="0" dirty="0">
                <a:solidFill>
                  <a:srgbClr val="7030A0"/>
                </a:solidFill>
                <a:latin typeface="Hack" panose="020B0609030202020204" pitchFamily="49" charset="0"/>
                <a:ea typeface="Hack" panose="020B0609030202020204" pitchFamily="49" charset="0"/>
                <a:cs typeface="Hack" panose="020B0609030202020204" pitchFamily="49" charset="0"/>
              </a:rPr>
              <a:t>tar</a:t>
            </a:r>
            <a:r>
              <a:rPr lang="en-US" sz="1800" spc="-4" noProof="0" dirty="0">
                <a:solidFill>
                  <a:srgbClr val="2D2C2C"/>
                </a:solidFill>
                <a:cs typeface="Segoe UI"/>
              </a:rPr>
              <a:t> [-options] &lt;name of the tar archive&gt; [which  files or directories to add into archive].</a:t>
            </a:r>
          </a:p>
          <a:p>
            <a:pPr marL="284797" lvl="1" indent="0">
              <a:spcBef>
                <a:spcPts val="488"/>
              </a:spcBef>
              <a:buClr>
                <a:srgbClr val="000000"/>
              </a:buClr>
              <a:buNone/>
              <a:tabLst>
                <a:tab pos="517485" algn="l"/>
                <a:tab pos="518001" algn="l"/>
              </a:tabLst>
            </a:pPr>
            <a:endParaRPr lang="en-US" spc="-4" noProof="0" dirty="0">
              <a:solidFill>
                <a:srgbClr val="2D2C2C"/>
              </a:solidFill>
              <a:cs typeface="Segoe UI"/>
            </a:endParaRPr>
          </a:p>
          <a:p>
            <a:pPr marL="284797" lvl="1" indent="0">
              <a:spcBef>
                <a:spcPts val="488"/>
              </a:spcBef>
              <a:buClr>
                <a:srgbClr val="000000"/>
              </a:buClr>
              <a:buNone/>
              <a:tabLst>
                <a:tab pos="517485" algn="l"/>
                <a:tab pos="518001" algn="l"/>
              </a:tabLst>
            </a:pPr>
            <a:r>
              <a:rPr lang="en-US" sz="1800" spc="-4" noProof="0" dirty="0">
                <a:cs typeface="Segoe UI"/>
              </a:rPr>
              <a:t>A good motto for using tar is “Be There”.</a:t>
            </a:r>
          </a:p>
          <a:p>
            <a:endParaRPr lang="en-US" sz="1800" noProof="0" dirty="0"/>
          </a:p>
        </p:txBody>
      </p:sp>
      <p:sp>
        <p:nvSpPr>
          <p:cNvPr id="2" name="Slide Number Placeholder 1">
            <a:extLst>
              <a:ext uri="{FF2B5EF4-FFF2-40B4-BE49-F238E27FC236}">
                <a16:creationId xmlns:a16="http://schemas.microsoft.com/office/drawing/2014/main" id="{A9A6FF77-D641-4417-92E7-11CC6238BF20}"/>
              </a:ext>
            </a:extLst>
          </p:cNvPr>
          <p:cNvSpPr>
            <a:spLocks noGrp="1"/>
          </p:cNvSpPr>
          <p:nvPr>
            <p:ph type="sldNum" sz="quarter" idx="12"/>
          </p:nvPr>
        </p:nvSpPr>
        <p:spPr>
          <a:prstGeom prst="rect">
            <a:avLst/>
          </a:prstGeom>
        </p:spPr>
        <p:txBody>
          <a:bodyPr/>
          <a:lstStyle/>
          <a:p>
            <a:fld id="{EF892D59-8F09-EF4B-AD6D-DA609442F868}" type="slidenum">
              <a:rPr lang="en-US" noProof="0" smtClean="0"/>
              <a:pPr/>
              <a:t>9</a:t>
            </a:fld>
            <a:endParaRPr lang="en-US" noProof="0" dirty="0"/>
          </a:p>
        </p:txBody>
      </p:sp>
      <p:pic>
        <p:nvPicPr>
          <p:cNvPr id="6" name="Picture 5">
            <a:extLst>
              <a:ext uri="{FF2B5EF4-FFF2-40B4-BE49-F238E27FC236}">
                <a16:creationId xmlns:a16="http://schemas.microsoft.com/office/drawing/2014/main" id="{2817A646-68E5-0F2C-21DE-F950E3C74B3E}"/>
              </a:ext>
            </a:extLst>
          </p:cNvPr>
          <p:cNvPicPr>
            <a:picLocks noChangeAspect="1"/>
          </p:cNvPicPr>
          <p:nvPr/>
        </p:nvPicPr>
        <p:blipFill>
          <a:blip r:embed="rId3"/>
          <a:stretch>
            <a:fillRect/>
          </a:stretch>
        </p:blipFill>
        <p:spPr>
          <a:xfrm>
            <a:off x="9833811" y="619761"/>
            <a:ext cx="1842251" cy="1882807"/>
          </a:xfrm>
          <a:prstGeom prst="rect">
            <a:avLst/>
          </a:prstGeom>
        </p:spPr>
      </p:pic>
    </p:spTree>
    <p:extLst>
      <p:ext uri="{BB962C8B-B14F-4D97-AF65-F5344CB8AC3E}">
        <p14:creationId xmlns:p14="http://schemas.microsoft.com/office/powerpoint/2010/main" val="296351633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57FB28D0-A7A3-8783-93C8-8D6670CD0BCF}"/>
              </a:ext>
            </a:extLst>
          </p:cNvPr>
          <p:cNvSpPr>
            <a:spLocks noGrp="1"/>
          </p:cNvSpPr>
          <p:nvPr>
            <p:ph type="ctrTitle"/>
          </p:nvPr>
        </p:nvSpPr>
        <p:spPr/>
        <p:txBody>
          <a:bodyPr/>
          <a:lstStyle/>
          <a:p>
            <a:r>
              <a:rPr lang="en-US" noProof="0" dirty="0"/>
              <a:t>tar switches</a:t>
            </a:r>
          </a:p>
        </p:txBody>
      </p:sp>
      <p:sp>
        <p:nvSpPr>
          <p:cNvPr id="5" name="Text Placeholder 4">
            <a:extLst>
              <a:ext uri="{FF2B5EF4-FFF2-40B4-BE49-F238E27FC236}">
                <a16:creationId xmlns:a16="http://schemas.microsoft.com/office/drawing/2014/main" id="{91A8ED3D-B755-43C9-BCB1-DCF495C0C9DB}"/>
              </a:ext>
            </a:extLst>
          </p:cNvPr>
          <p:cNvSpPr>
            <a:spLocks noGrp="1"/>
          </p:cNvSpPr>
          <p:nvPr>
            <p:ph sz="quarter" idx="4"/>
          </p:nvPr>
        </p:nvSpPr>
        <p:spPr/>
        <p:txBody>
          <a:bodyPr/>
          <a:lstStyle/>
          <a:p>
            <a:pPr marL="289957" indent="-280154">
              <a:spcBef>
                <a:spcPts val="569"/>
              </a:spcBef>
              <a:buClr>
                <a:srgbClr val="000000"/>
              </a:buClr>
              <a:buFont typeface="Arial"/>
              <a:buChar char="•"/>
              <a:tabLst>
                <a:tab pos="289957" algn="l"/>
                <a:tab pos="290473" algn="l"/>
              </a:tabLst>
            </a:pPr>
            <a:r>
              <a:rPr lang="en-US" sz="1800" spc="-8" noProof="0" dirty="0">
                <a:solidFill>
                  <a:srgbClr val="2D2C2C"/>
                </a:solidFill>
                <a:cs typeface="Segoe UI"/>
              </a:rPr>
              <a:t>Some switches to </a:t>
            </a:r>
            <a:r>
              <a:rPr lang="en-US" sz="1800" b="1" spc="-61" noProof="0" dirty="0">
                <a:solidFill>
                  <a:srgbClr val="3333CC"/>
                </a:solidFill>
                <a:latin typeface="Hack" panose="020B0609030202020204" pitchFamily="49" charset="0"/>
                <a:ea typeface="Hack" panose="020B0609030202020204" pitchFamily="49" charset="0"/>
                <a:cs typeface="Hack" panose="020B0609030202020204" pitchFamily="49" charset="0"/>
              </a:rPr>
              <a:t>tar</a:t>
            </a:r>
            <a:r>
              <a:rPr lang="en-US" sz="1800" b="1" spc="8" noProof="0" dirty="0">
                <a:solidFill>
                  <a:srgbClr val="3333CC"/>
                </a:solidFill>
                <a:cs typeface="Segoe UI"/>
              </a:rPr>
              <a:t> </a:t>
            </a:r>
            <a:r>
              <a:rPr lang="en-US" sz="1800" spc="-8" noProof="0" dirty="0">
                <a:solidFill>
                  <a:srgbClr val="2D2C2C"/>
                </a:solidFill>
                <a:cs typeface="Segoe UI"/>
              </a:rPr>
              <a:t>include:</a:t>
            </a:r>
          </a:p>
          <a:p>
            <a:pPr marL="289957" indent="-280154">
              <a:spcBef>
                <a:spcPts val="569"/>
              </a:spcBef>
              <a:buClr>
                <a:srgbClr val="000000"/>
              </a:buClr>
              <a:buFont typeface="Arial"/>
              <a:buChar char="•"/>
              <a:tabLst>
                <a:tab pos="289957" algn="l"/>
                <a:tab pos="290473" algn="l"/>
              </a:tabLst>
            </a:pPr>
            <a:endParaRPr lang="en-US" sz="1600" spc="-8" noProof="0" dirty="0">
              <a:solidFill>
                <a:srgbClr val="2D2C2C"/>
              </a:solidFill>
              <a:cs typeface="Segoe UI"/>
            </a:endParaRPr>
          </a:p>
          <a:p>
            <a:pPr marL="289957" indent="-280154">
              <a:spcBef>
                <a:spcPts val="569"/>
              </a:spcBef>
              <a:buClr>
                <a:srgbClr val="000000"/>
              </a:buClr>
              <a:buFont typeface="Arial"/>
              <a:buChar char="•"/>
              <a:tabLst>
                <a:tab pos="289957" algn="l"/>
                <a:tab pos="290473" algn="l"/>
              </a:tabLst>
            </a:pPr>
            <a:endParaRPr lang="en-US" sz="1600" spc="-8" noProof="0" dirty="0">
              <a:solidFill>
                <a:srgbClr val="2D2C2C"/>
              </a:solidFill>
              <a:cs typeface="Segoe UI"/>
            </a:endParaRPr>
          </a:p>
          <a:p>
            <a:pPr marL="289957" indent="-280154">
              <a:spcBef>
                <a:spcPts val="569"/>
              </a:spcBef>
              <a:buClr>
                <a:srgbClr val="000000"/>
              </a:buClr>
              <a:buFont typeface="Arial"/>
              <a:buChar char="•"/>
              <a:tabLst>
                <a:tab pos="289957" algn="l"/>
                <a:tab pos="290473" algn="l"/>
              </a:tabLst>
            </a:pPr>
            <a:endParaRPr lang="en-US" sz="1600" spc="-8" noProof="0" dirty="0">
              <a:solidFill>
                <a:srgbClr val="2D2C2C"/>
              </a:solidFill>
              <a:cs typeface="Segoe UI"/>
            </a:endParaRPr>
          </a:p>
          <a:p>
            <a:pPr marL="289957" indent="-280154">
              <a:spcBef>
                <a:spcPts val="569"/>
              </a:spcBef>
              <a:buClr>
                <a:srgbClr val="000000"/>
              </a:buClr>
              <a:buFont typeface="Arial"/>
              <a:buChar char="•"/>
              <a:tabLst>
                <a:tab pos="289957" algn="l"/>
                <a:tab pos="290473" algn="l"/>
              </a:tabLst>
            </a:pPr>
            <a:endParaRPr lang="en-US" sz="1600" spc="-8" noProof="0" dirty="0">
              <a:solidFill>
                <a:srgbClr val="2D2C2C"/>
              </a:solidFill>
              <a:cs typeface="Segoe UI"/>
            </a:endParaRPr>
          </a:p>
          <a:p>
            <a:pPr marL="289957" indent="-280154">
              <a:spcBef>
                <a:spcPts val="569"/>
              </a:spcBef>
              <a:buClr>
                <a:srgbClr val="000000"/>
              </a:buClr>
              <a:buFont typeface="Arial"/>
              <a:buChar char="•"/>
              <a:tabLst>
                <a:tab pos="289957" algn="l"/>
                <a:tab pos="290473" algn="l"/>
              </a:tabLst>
            </a:pPr>
            <a:endParaRPr lang="en-US" sz="1600" spc="-8" noProof="0" dirty="0">
              <a:solidFill>
                <a:srgbClr val="2D2C2C"/>
              </a:solidFill>
              <a:cs typeface="Segoe UI"/>
            </a:endParaRPr>
          </a:p>
          <a:p>
            <a:pPr marL="289957" indent="-280154">
              <a:spcBef>
                <a:spcPts val="569"/>
              </a:spcBef>
              <a:buClr>
                <a:srgbClr val="000000"/>
              </a:buClr>
              <a:buFont typeface="Arial"/>
              <a:buChar char="•"/>
              <a:tabLst>
                <a:tab pos="289957" algn="l"/>
                <a:tab pos="290473" algn="l"/>
              </a:tabLst>
            </a:pPr>
            <a:endParaRPr lang="en-US" sz="1600" spc="-8" noProof="0" dirty="0">
              <a:solidFill>
                <a:srgbClr val="2D2C2C"/>
              </a:solidFill>
              <a:cs typeface="Segoe UI"/>
            </a:endParaRPr>
          </a:p>
          <a:p>
            <a:pPr marL="289957" indent="-280154">
              <a:spcBef>
                <a:spcPts val="569"/>
              </a:spcBef>
              <a:buClr>
                <a:srgbClr val="000000"/>
              </a:buClr>
              <a:buFont typeface="Arial"/>
              <a:buChar char="•"/>
              <a:tabLst>
                <a:tab pos="289957" algn="l"/>
                <a:tab pos="290473" algn="l"/>
              </a:tabLst>
            </a:pPr>
            <a:endParaRPr lang="en-US" sz="1600" spc="-8" noProof="0" dirty="0">
              <a:solidFill>
                <a:srgbClr val="2D2C2C"/>
              </a:solidFill>
              <a:cs typeface="Segoe UI"/>
            </a:endParaRPr>
          </a:p>
          <a:p>
            <a:pPr marL="9803">
              <a:spcBef>
                <a:spcPts val="569"/>
              </a:spcBef>
              <a:buClr>
                <a:srgbClr val="000000"/>
              </a:buClr>
              <a:tabLst>
                <a:tab pos="289957" algn="l"/>
                <a:tab pos="290473" algn="l"/>
              </a:tabLst>
            </a:pPr>
            <a:endParaRPr lang="en-US" sz="1800" spc="-8" noProof="0" dirty="0">
              <a:solidFill>
                <a:srgbClr val="2D2C2C"/>
              </a:solidFill>
              <a:cs typeface="Segoe UI"/>
            </a:endParaRPr>
          </a:p>
          <a:p>
            <a:pPr marL="9803">
              <a:spcBef>
                <a:spcPts val="569"/>
              </a:spcBef>
              <a:buClr>
                <a:srgbClr val="000000"/>
              </a:buClr>
              <a:tabLst>
                <a:tab pos="289957" algn="l"/>
                <a:tab pos="290473" algn="l"/>
              </a:tabLst>
            </a:pPr>
            <a:r>
              <a:rPr lang="en-US" sz="1800" spc="-8" noProof="0" dirty="0">
                <a:solidFill>
                  <a:schemeClr val="tx1"/>
                </a:solidFill>
                <a:cs typeface="Segoe UI"/>
              </a:rPr>
              <a:t>Example of use (notice the – is optional):</a:t>
            </a:r>
            <a:endParaRPr lang="en-US" sz="1800" noProof="0" dirty="0">
              <a:solidFill>
                <a:schemeClr val="tx1"/>
              </a:solidFill>
              <a:cs typeface="Segoe UI"/>
            </a:endParaRPr>
          </a:p>
          <a:p>
            <a:pPr marL="0" indent="0">
              <a:buNone/>
            </a:pPr>
            <a:endParaRPr lang="en-US" sz="1800" noProof="0" dirty="0"/>
          </a:p>
        </p:txBody>
      </p:sp>
      <p:sp>
        <p:nvSpPr>
          <p:cNvPr id="2" name="Slide Number Placeholder 1">
            <a:extLst>
              <a:ext uri="{FF2B5EF4-FFF2-40B4-BE49-F238E27FC236}">
                <a16:creationId xmlns:a16="http://schemas.microsoft.com/office/drawing/2014/main" id="{A9A6FF77-D641-4417-92E7-11CC6238BF20}"/>
              </a:ext>
            </a:extLst>
          </p:cNvPr>
          <p:cNvSpPr>
            <a:spLocks noGrp="1"/>
          </p:cNvSpPr>
          <p:nvPr>
            <p:ph type="sldNum" sz="quarter" idx="12"/>
          </p:nvPr>
        </p:nvSpPr>
        <p:spPr>
          <a:prstGeom prst="rect">
            <a:avLst/>
          </a:prstGeom>
        </p:spPr>
        <p:txBody>
          <a:bodyPr/>
          <a:lstStyle/>
          <a:p>
            <a:fld id="{EF892D59-8F09-EF4B-AD6D-DA609442F868}" type="slidenum">
              <a:rPr lang="en-US" noProof="0" smtClean="0"/>
              <a:pPr/>
              <a:t>10</a:t>
            </a:fld>
            <a:endParaRPr lang="en-US" noProof="0" dirty="0"/>
          </a:p>
        </p:txBody>
      </p:sp>
      <p:sp>
        <p:nvSpPr>
          <p:cNvPr id="3" name="Text Box 4">
            <a:extLst>
              <a:ext uri="{FF2B5EF4-FFF2-40B4-BE49-F238E27FC236}">
                <a16:creationId xmlns:a16="http://schemas.microsoft.com/office/drawing/2014/main" id="{A2CB6176-BE68-70AC-FCFD-DA50497BDFC6}"/>
              </a:ext>
            </a:extLst>
          </p:cNvPr>
          <p:cNvSpPr txBox="1">
            <a:spLocks noChangeArrowheads="1"/>
          </p:cNvSpPr>
          <p:nvPr/>
        </p:nvSpPr>
        <p:spPr bwMode="auto">
          <a:xfrm>
            <a:off x="5037442" y="5108395"/>
            <a:ext cx="6770687" cy="1200329"/>
          </a:xfrm>
          <a:prstGeom prst="rect">
            <a:avLst/>
          </a:prstGeom>
          <a:solidFill>
            <a:schemeClr val="tx1"/>
          </a:solidFill>
          <a:ln w="12700">
            <a:solidFill>
              <a:schemeClr val="tx1"/>
            </a:solidFill>
            <a:miter lim="800000"/>
            <a:headEnd/>
            <a:tailEnd/>
          </a:ln>
          <a:effectLst>
            <a:outerShdw dist="107763" dir="2700000" algn="ctr" rotWithShape="0">
              <a:schemeClr val="bg2"/>
            </a:outerShdw>
          </a:effectLst>
        </p:spPr>
        <p:txBody>
          <a:bodyPr wrap="square">
            <a:spAutoFit/>
          </a:bodyPr>
          <a:lstStyle>
            <a:lvl1pPr>
              <a:spcBef>
                <a:spcPct val="50000"/>
              </a:spcBef>
              <a:defRPr sz="1000">
                <a:solidFill>
                  <a:schemeClr val="tx1"/>
                </a:solidFill>
                <a:latin typeface="Arial" panose="020B0604020202020204" pitchFamily="34" charset="0"/>
              </a:defRPr>
            </a:lvl1pPr>
            <a:lvl2pPr marL="742950" indent="-285750">
              <a:spcBef>
                <a:spcPct val="50000"/>
              </a:spcBef>
              <a:defRPr sz="1000">
                <a:solidFill>
                  <a:schemeClr val="tx1"/>
                </a:solidFill>
                <a:latin typeface="Arial" panose="020B0604020202020204" pitchFamily="34" charset="0"/>
              </a:defRPr>
            </a:lvl2pPr>
            <a:lvl3pPr marL="1143000" indent="-228600">
              <a:spcBef>
                <a:spcPct val="50000"/>
              </a:spcBef>
              <a:defRPr sz="1000">
                <a:solidFill>
                  <a:schemeClr val="tx1"/>
                </a:solidFill>
                <a:latin typeface="Arial" panose="020B0604020202020204" pitchFamily="34" charset="0"/>
              </a:defRPr>
            </a:lvl3pPr>
            <a:lvl4pPr marL="1600200" indent="-228600">
              <a:spcBef>
                <a:spcPct val="50000"/>
              </a:spcBef>
              <a:defRPr sz="1000">
                <a:solidFill>
                  <a:schemeClr val="tx1"/>
                </a:solidFill>
                <a:latin typeface="Arial" panose="020B0604020202020204" pitchFamily="34" charset="0"/>
              </a:defRPr>
            </a:lvl4pPr>
            <a:lvl5pPr marL="2057400" indent="-228600">
              <a:spcBef>
                <a:spcPct val="50000"/>
              </a:spcBef>
              <a:defRPr sz="1000">
                <a:solidFill>
                  <a:schemeClr val="tx1"/>
                </a:solidFill>
                <a:latin typeface="Arial" panose="020B0604020202020204" pitchFamily="34" charset="0"/>
              </a:defRPr>
            </a:lvl5pPr>
            <a:lvl6pPr marL="2514600" indent="-228600" eaLnBrk="0" fontAlgn="base" hangingPunct="0">
              <a:spcBef>
                <a:spcPct val="50000"/>
              </a:spcBef>
              <a:spcAft>
                <a:spcPct val="0"/>
              </a:spcAft>
              <a:defRPr sz="1000">
                <a:solidFill>
                  <a:schemeClr val="tx1"/>
                </a:solidFill>
                <a:latin typeface="Arial" panose="020B0604020202020204" pitchFamily="34" charset="0"/>
              </a:defRPr>
            </a:lvl6pPr>
            <a:lvl7pPr marL="2971800" indent="-228600" eaLnBrk="0" fontAlgn="base" hangingPunct="0">
              <a:spcBef>
                <a:spcPct val="50000"/>
              </a:spcBef>
              <a:spcAft>
                <a:spcPct val="0"/>
              </a:spcAft>
              <a:defRPr sz="1000">
                <a:solidFill>
                  <a:schemeClr val="tx1"/>
                </a:solidFill>
                <a:latin typeface="Arial" panose="020B0604020202020204" pitchFamily="34" charset="0"/>
              </a:defRPr>
            </a:lvl7pPr>
            <a:lvl8pPr marL="3429000" indent="-228600" eaLnBrk="0" fontAlgn="base" hangingPunct="0">
              <a:spcBef>
                <a:spcPct val="50000"/>
              </a:spcBef>
              <a:spcAft>
                <a:spcPct val="0"/>
              </a:spcAft>
              <a:defRPr sz="1000">
                <a:solidFill>
                  <a:schemeClr val="tx1"/>
                </a:solidFill>
                <a:latin typeface="Arial" panose="020B0604020202020204" pitchFamily="34" charset="0"/>
              </a:defRPr>
            </a:lvl8pPr>
            <a:lvl9pPr marL="3886200" indent="-228600" eaLnBrk="0" fontAlgn="base" hangingPunct="0">
              <a:spcBef>
                <a:spcPct val="50000"/>
              </a:spcBef>
              <a:spcAft>
                <a:spcPct val="0"/>
              </a:spcAft>
              <a:defRPr sz="1000">
                <a:solidFill>
                  <a:schemeClr val="tx1"/>
                </a:solidFill>
                <a:latin typeface="Arial" panose="020B0604020202020204" pitchFamily="34" charset="0"/>
              </a:defRPr>
            </a:lvl9pPr>
          </a:lstStyle>
          <a:p>
            <a:pPr>
              <a:spcBef>
                <a:spcPct val="0"/>
              </a:spcBef>
            </a:pPr>
            <a:r>
              <a:rPr lang="en-US" sz="1800" noProof="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z="1800" b="1" noProof="0" dirty="0">
                <a:solidFill>
                  <a:schemeClr val="bg1"/>
                </a:solidFill>
                <a:latin typeface="Hack" panose="020B0609030202020204" pitchFamily="49" charset="0"/>
                <a:ea typeface="Hack" panose="020B0609030202020204" pitchFamily="49" charset="0"/>
                <a:cs typeface="Hack" panose="020B0609030202020204" pitchFamily="49" charset="0"/>
              </a:rPr>
              <a:t> cd</a:t>
            </a:r>
            <a:endParaRPr lang="en-US" sz="1800" noProof="0" dirty="0">
              <a:solidFill>
                <a:srgbClr val="FFFF00"/>
              </a:solidFill>
              <a:latin typeface="Hack" panose="020B0609030202020204" pitchFamily="49" charset="0"/>
              <a:ea typeface="Hack" panose="020B0609030202020204" pitchFamily="49" charset="0"/>
              <a:cs typeface="Hack" panose="020B0609030202020204" pitchFamily="49" charset="0"/>
            </a:endParaRPr>
          </a:p>
          <a:p>
            <a:pPr>
              <a:spcBef>
                <a:spcPct val="0"/>
              </a:spcBef>
            </a:pPr>
            <a:r>
              <a:rPr lang="en-US" sz="1800" noProof="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z="1800" b="1" noProof="0" dirty="0">
                <a:solidFill>
                  <a:schemeClr val="bg1"/>
                </a:solidFill>
                <a:latin typeface="Hack" panose="020B0609030202020204" pitchFamily="49" charset="0"/>
                <a:ea typeface="Hack" panose="020B0609030202020204" pitchFamily="49" charset="0"/>
                <a:cs typeface="Hack" panose="020B0609030202020204" pitchFamily="49" charset="0"/>
              </a:rPr>
              <a:t> tar </a:t>
            </a:r>
            <a:r>
              <a:rPr lang="en-US" sz="1800" b="1" noProof="0" dirty="0" err="1">
                <a:solidFill>
                  <a:schemeClr val="bg1"/>
                </a:solidFill>
                <a:latin typeface="Hack" panose="020B0609030202020204" pitchFamily="49" charset="0"/>
                <a:ea typeface="Hack" panose="020B0609030202020204" pitchFamily="49" charset="0"/>
                <a:cs typeface="Hack" panose="020B0609030202020204" pitchFamily="49" charset="0"/>
              </a:rPr>
              <a:t>cvf</a:t>
            </a:r>
            <a:r>
              <a:rPr lang="en-US" sz="1800" b="1"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sz="1800" b="1" noProof="0" dirty="0" err="1">
                <a:solidFill>
                  <a:schemeClr val="bg1"/>
                </a:solidFill>
                <a:latin typeface="Hack" panose="020B0609030202020204" pitchFamily="49" charset="0"/>
                <a:ea typeface="Hack" panose="020B0609030202020204" pitchFamily="49" charset="0"/>
                <a:cs typeface="Hack" panose="020B0609030202020204" pitchFamily="49" charset="0"/>
              </a:rPr>
              <a:t>tmp</a:t>
            </a:r>
            <a:r>
              <a:rPr lang="en-US" sz="1800" b="1" noProof="0" dirty="0">
                <a:solidFill>
                  <a:schemeClr val="bg1"/>
                </a:solidFill>
                <a:latin typeface="Hack" panose="020B0609030202020204" pitchFamily="49" charset="0"/>
                <a:ea typeface="Hack" panose="020B0609030202020204" pitchFamily="49" charset="0"/>
                <a:cs typeface="Hack" panose="020B0609030202020204" pitchFamily="49" charset="0"/>
              </a:rPr>
              <a:t>/myhome.tar .</a:t>
            </a:r>
          </a:p>
          <a:p>
            <a:pPr>
              <a:spcBef>
                <a:spcPct val="0"/>
              </a:spcBef>
            </a:pPr>
            <a:r>
              <a:rPr lang="en-US" sz="1800" noProof="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z="1800" b="1" noProof="0" dirty="0">
                <a:solidFill>
                  <a:srgbClr val="FFFF00"/>
                </a:solidFill>
                <a:latin typeface="Hack" panose="020B0609030202020204" pitchFamily="49" charset="0"/>
                <a:ea typeface="Hack" panose="020B0609030202020204" pitchFamily="49" charset="0"/>
                <a:cs typeface="Hack" panose="020B0609030202020204" pitchFamily="49" charset="0"/>
              </a:rPr>
              <a:t> </a:t>
            </a:r>
            <a:r>
              <a:rPr lang="en-US" sz="1800" b="1" noProof="0" dirty="0">
                <a:solidFill>
                  <a:schemeClr val="bg1"/>
                </a:solidFill>
                <a:latin typeface="Hack" panose="020B0609030202020204" pitchFamily="49" charset="0"/>
                <a:ea typeface="Hack" panose="020B0609030202020204" pitchFamily="49" charset="0"/>
                <a:cs typeface="Hack" panose="020B0609030202020204" pitchFamily="49" charset="0"/>
              </a:rPr>
              <a:t>tar </a:t>
            </a:r>
            <a:r>
              <a:rPr lang="en-US" sz="1800" b="1" noProof="0" dirty="0" err="1">
                <a:solidFill>
                  <a:schemeClr val="bg1"/>
                </a:solidFill>
                <a:latin typeface="Hack" panose="020B0609030202020204" pitchFamily="49" charset="0"/>
                <a:ea typeface="Hack" panose="020B0609030202020204" pitchFamily="49" charset="0"/>
                <a:cs typeface="Hack" panose="020B0609030202020204" pitchFamily="49" charset="0"/>
              </a:rPr>
              <a:t>tvf</a:t>
            </a:r>
            <a:r>
              <a:rPr lang="en-US" sz="1800" b="1"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sz="1800" b="1" noProof="0" dirty="0" err="1">
                <a:solidFill>
                  <a:schemeClr val="bg1"/>
                </a:solidFill>
                <a:latin typeface="Hack" panose="020B0609030202020204" pitchFamily="49" charset="0"/>
                <a:ea typeface="Hack" panose="020B0609030202020204" pitchFamily="49" charset="0"/>
                <a:cs typeface="Hack" panose="020B0609030202020204" pitchFamily="49" charset="0"/>
              </a:rPr>
              <a:t>tmp</a:t>
            </a:r>
            <a:r>
              <a:rPr lang="en-US" sz="1800" b="1" noProof="0" dirty="0">
                <a:solidFill>
                  <a:schemeClr val="bg1"/>
                </a:solidFill>
                <a:latin typeface="Hack" panose="020B0609030202020204" pitchFamily="49" charset="0"/>
                <a:ea typeface="Hack" panose="020B0609030202020204" pitchFamily="49" charset="0"/>
                <a:cs typeface="Hack" panose="020B0609030202020204" pitchFamily="49" charset="0"/>
              </a:rPr>
              <a:t>/myhome.tar</a:t>
            </a:r>
          </a:p>
          <a:p>
            <a:pPr>
              <a:spcBef>
                <a:spcPct val="0"/>
              </a:spcBef>
            </a:pPr>
            <a:r>
              <a:rPr lang="en-US" sz="1800" noProof="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z="1800" b="1" noProof="0" dirty="0">
                <a:solidFill>
                  <a:schemeClr val="bg1"/>
                </a:solidFill>
                <a:latin typeface="Hack" panose="020B0609030202020204" pitchFamily="49" charset="0"/>
                <a:ea typeface="Hack" panose="020B0609030202020204" pitchFamily="49" charset="0"/>
                <a:cs typeface="Hack" panose="020B0609030202020204" pitchFamily="49" charset="0"/>
              </a:rPr>
              <a:t> tar </a:t>
            </a:r>
            <a:r>
              <a:rPr lang="en-US" sz="1800" b="1" noProof="0" dirty="0" err="1">
                <a:solidFill>
                  <a:schemeClr val="bg1"/>
                </a:solidFill>
                <a:latin typeface="Hack" panose="020B0609030202020204" pitchFamily="49" charset="0"/>
                <a:ea typeface="Hack" panose="020B0609030202020204" pitchFamily="49" charset="0"/>
                <a:cs typeface="Hack" panose="020B0609030202020204" pitchFamily="49" charset="0"/>
              </a:rPr>
              <a:t>xvf</a:t>
            </a:r>
            <a:r>
              <a:rPr lang="en-US" sz="1800" b="1"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sz="1800" b="1" noProof="0" dirty="0" err="1">
                <a:solidFill>
                  <a:schemeClr val="bg1"/>
                </a:solidFill>
                <a:latin typeface="Hack" panose="020B0609030202020204" pitchFamily="49" charset="0"/>
                <a:ea typeface="Hack" panose="020B0609030202020204" pitchFamily="49" charset="0"/>
                <a:cs typeface="Hack" panose="020B0609030202020204" pitchFamily="49" charset="0"/>
              </a:rPr>
              <a:t>tmp</a:t>
            </a:r>
            <a:r>
              <a:rPr lang="en-US" sz="1800" b="1" noProof="0" dirty="0">
                <a:solidFill>
                  <a:schemeClr val="bg1"/>
                </a:solidFill>
                <a:latin typeface="Hack" panose="020B0609030202020204" pitchFamily="49" charset="0"/>
                <a:ea typeface="Hack" panose="020B0609030202020204" pitchFamily="49" charset="0"/>
                <a:cs typeface="Hack" panose="020B0609030202020204" pitchFamily="49" charset="0"/>
              </a:rPr>
              <a:t>/myhome.tar</a:t>
            </a:r>
          </a:p>
        </p:txBody>
      </p:sp>
      <p:graphicFrame>
        <p:nvGraphicFramePr>
          <p:cNvPr id="6" name="Table 6">
            <a:extLst>
              <a:ext uri="{FF2B5EF4-FFF2-40B4-BE49-F238E27FC236}">
                <a16:creationId xmlns:a16="http://schemas.microsoft.com/office/drawing/2014/main" id="{F05AC884-A134-F10B-531F-42D6686FBB63}"/>
              </a:ext>
            </a:extLst>
          </p:cNvPr>
          <p:cNvGraphicFramePr>
            <a:graphicFrameLocks noGrp="1"/>
          </p:cNvGraphicFramePr>
          <p:nvPr>
            <p:extLst>
              <p:ext uri="{D42A27DB-BD31-4B8C-83A1-F6EECF244321}">
                <p14:modId xmlns:p14="http://schemas.microsoft.com/office/powerpoint/2010/main" val="3603104549"/>
              </p:ext>
            </p:extLst>
          </p:nvPr>
        </p:nvGraphicFramePr>
        <p:xfrm>
          <a:off x="5246255" y="1660553"/>
          <a:ext cx="6561874" cy="2966720"/>
        </p:xfrm>
        <a:graphic>
          <a:graphicData uri="http://schemas.openxmlformats.org/drawingml/2006/table">
            <a:tbl>
              <a:tblPr firstRow="1" bandRow="1">
                <a:tableStyleId>{7DF18680-E054-41AD-8BC1-D1AEF772440D}</a:tableStyleId>
              </a:tblPr>
              <a:tblGrid>
                <a:gridCol w="1367886">
                  <a:extLst>
                    <a:ext uri="{9D8B030D-6E8A-4147-A177-3AD203B41FA5}">
                      <a16:colId xmlns:a16="http://schemas.microsoft.com/office/drawing/2014/main" val="2686669966"/>
                    </a:ext>
                  </a:extLst>
                </a:gridCol>
                <a:gridCol w="5193988">
                  <a:extLst>
                    <a:ext uri="{9D8B030D-6E8A-4147-A177-3AD203B41FA5}">
                      <a16:colId xmlns:a16="http://schemas.microsoft.com/office/drawing/2014/main" val="3218906884"/>
                    </a:ext>
                  </a:extLst>
                </a:gridCol>
              </a:tblGrid>
              <a:tr h="370840">
                <a:tc>
                  <a:txBody>
                    <a:bodyPr/>
                    <a:lstStyle/>
                    <a:p>
                      <a:r>
                        <a:rPr lang="en-US" sz="1800" noProof="0" dirty="0">
                          <a:solidFill>
                            <a:schemeClr val="tx1"/>
                          </a:solidFill>
                        </a:rPr>
                        <a:t>Switch </a:t>
                      </a:r>
                    </a:p>
                  </a:txBody>
                  <a:tcPr/>
                </a:tc>
                <a:tc>
                  <a:txBody>
                    <a:bodyPr/>
                    <a:lstStyle/>
                    <a:p>
                      <a:r>
                        <a:rPr lang="en-US" sz="1800" noProof="0" dirty="0">
                          <a:solidFill>
                            <a:schemeClr val="tx1"/>
                          </a:solidFill>
                        </a:rPr>
                        <a:t>Meaning</a:t>
                      </a:r>
                    </a:p>
                  </a:txBody>
                  <a:tcPr/>
                </a:tc>
                <a:extLst>
                  <a:ext uri="{0D108BD9-81ED-4DB2-BD59-A6C34878D82A}">
                    <a16:rowId xmlns:a16="http://schemas.microsoft.com/office/drawing/2014/main" val="2563583021"/>
                  </a:ext>
                </a:extLst>
              </a:tr>
              <a:tr h="370840">
                <a:tc>
                  <a:txBody>
                    <a:bodyPr/>
                    <a:lstStyle/>
                    <a:p>
                      <a:r>
                        <a:rPr lang="en-US" sz="1800" b="1" noProof="0" dirty="0">
                          <a:solidFill>
                            <a:srgbClr val="7030A0"/>
                          </a:solidFill>
                          <a:latin typeface="Hack" panose="020B0609030202020204"/>
                        </a:rPr>
                        <a:t>-f</a:t>
                      </a:r>
                      <a:endParaRPr lang="en-US" sz="1800" b="1" noProof="0" dirty="0">
                        <a:solidFill>
                          <a:srgbClr val="7030A0"/>
                        </a:solidFill>
                        <a:latin typeface="Hack" panose="020B0609030202020204"/>
                        <a:ea typeface="Hack" panose="020B0609030202020204" pitchFamily="49" charset="0"/>
                        <a:cs typeface="Hack" panose="020B0609030202020204" pitchFamily="49" charset="0"/>
                      </a:endParaRPr>
                    </a:p>
                  </a:txBody>
                  <a:tcPr/>
                </a:tc>
                <a:tc>
                  <a:txBody>
                    <a:bodyPr/>
                    <a:lstStyle/>
                    <a:p>
                      <a:r>
                        <a:rPr lang="en-US" sz="1800" noProof="0" dirty="0"/>
                        <a:t>Output </a:t>
                      </a:r>
                      <a:r>
                        <a:rPr lang="en-US" sz="1800" b="1" noProof="0" dirty="0"/>
                        <a:t>f</a:t>
                      </a:r>
                      <a:r>
                        <a:rPr lang="en-US" sz="1800" noProof="0" dirty="0"/>
                        <a:t>ile / device, instead of </a:t>
                      </a:r>
                      <a:r>
                        <a:rPr lang="en-US" sz="1800" noProof="0" dirty="0" err="1"/>
                        <a:t>stdout</a:t>
                      </a:r>
                      <a:endParaRPr lang="en-US" sz="1800" noProof="0" dirty="0"/>
                    </a:p>
                  </a:txBody>
                  <a:tcPr/>
                </a:tc>
                <a:extLst>
                  <a:ext uri="{0D108BD9-81ED-4DB2-BD59-A6C34878D82A}">
                    <a16:rowId xmlns:a16="http://schemas.microsoft.com/office/drawing/2014/main" val="2245234789"/>
                  </a:ext>
                </a:extLst>
              </a:tr>
              <a:tr h="370840">
                <a:tc>
                  <a:txBody>
                    <a:bodyPr/>
                    <a:lstStyle/>
                    <a:p>
                      <a:r>
                        <a:rPr lang="en-US" sz="1800" b="1" noProof="0" dirty="0">
                          <a:solidFill>
                            <a:srgbClr val="7030A0"/>
                          </a:solidFill>
                          <a:latin typeface="Hack" panose="020B0609030202020204"/>
                        </a:rPr>
                        <a:t>-v</a:t>
                      </a:r>
                      <a:endParaRPr lang="en-US" sz="1800" b="1" noProof="0" dirty="0">
                        <a:solidFill>
                          <a:srgbClr val="7030A0"/>
                        </a:solidFill>
                        <a:latin typeface="Hack" panose="020B0609030202020204"/>
                        <a:ea typeface="Hack" panose="020B0609030202020204" pitchFamily="49" charset="0"/>
                        <a:cs typeface="Hack" panose="020B0609030202020204" pitchFamily="49" charset="0"/>
                      </a:endParaRPr>
                    </a:p>
                  </a:txBody>
                  <a:tcPr/>
                </a:tc>
                <a:tc>
                  <a:txBody>
                    <a:bodyPr/>
                    <a:lstStyle/>
                    <a:p>
                      <a:r>
                        <a:rPr lang="en-US" sz="1800" b="1" noProof="0" dirty="0"/>
                        <a:t>V</a:t>
                      </a:r>
                      <a:r>
                        <a:rPr lang="en-US" sz="1800" noProof="0" dirty="0"/>
                        <a:t>erbose, show files being processed</a:t>
                      </a:r>
                    </a:p>
                  </a:txBody>
                  <a:tcPr/>
                </a:tc>
                <a:extLst>
                  <a:ext uri="{0D108BD9-81ED-4DB2-BD59-A6C34878D82A}">
                    <a16:rowId xmlns:a16="http://schemas.microsoft.com/office/drawing/2014/main" val="1098821930"/>
                  </a:ext>
                </a:extLst>
              </a:tr>
              <a:tr h="370840">
                <a:tc>
                  <a:txBody>
                    <a:bodyPr/>
                    <a:lstStyle/>
                    <a:p>
                      <a:r>
                        <a:rPr lang="en-US" sz="1800" b="1" noProof="0" dirty="0">
                          <a:solidFill>
                            <a:srgbClr val="7030A0"/>
                          </a:solidFill>
                          <a:latin typeface="Hack" panose="020B0609030202020204"/>
                        </a:rPr>
                        <a:t>-c</a:t>
                      </a:r>
                      <a:endParaRPr lang="en-US" sz="1800" b="1" noProof="0" dirty="0">
                        <a:solidFill>
                          <a:srgbClr val="7030A0"/>
                        </a:solidFill>
                        <a:latin typeface="Hack" panose="020B0609030202020204"/>
                        <a:ea typeface="Hack" panose="020B0609030202020204" pitchFamily="49" charset="0"/>
                        <a:cs typeface="Hack" panose="020B0609030202020204" pitchFamily="49" charset="0"/>
                      </a:endParaRPr>
                    </a:p>
                  </a:txBody>
                  <a:tcPr/>
                </a:tc>
                <a:tc>
                  <a:txBody>
                    <a:bodyPr/>
                    <a:lstStyle/>
                    <a:p>
                      <a:r>
                        <a:rPr lang="en-US" sz="1800" b="1" noProof="0" dirty="0"/>
                        <a:t>C</a:t>
                      </a:r>
                      <a:r>
                        <a:rPr lang="en-US" sz="1800" noProof="0" dirty="0"/>
                        <a:t>reate</a:t>
                      </a:r>
                    </a:p>
                  </a:txBody>
                  <a:tcPr/>
                </a:tc>
                <a:extLst>
                  <a:ext uri="{0D108BD9-81ED-4DB2-BD59-A6C34878D82A}">
                    <a16:rowId xmlns:a16="http://schemas.microsoft.com/office/drawing/2014/main" val="3088528963"/>
                  </a:ext>
                </a:extLst>
              </a:tr>
              <a:tr h="370840">
                <a:tc>
                  <a:txBody>
                    <a:bodyPr/>
                    <a:lstStyle/>
                    <a:p>
                      <a:r>
                        <a:rPr lang="en-US" sz="1800" b="1" noProof="0" dirty="0">
                          <a:solidFill>
                            <a:srgbClr val="7030A0"/>
                          </a:solidFill>
                          <a:latin typeface="Hack" panose="020B0609030202020204"/>
                        </a:rPr>
                        <a:t>-t</a:t>
                      </a:r>
                      <a:endParaRPr lang="en-US" sz="1800" b="1" noProof="0" dirty="0">
                        <a:solidFill>
                          <a:srgbClr val="7030A0"/>
                        </a:solidFill>
                        <a:latin typeface="Hack" panose="020B0609030202020204"/>
                        <a:ea typeface="Hack" panose="020B0609030202020204" pitchFamily="49" charset="0"/>
                        <a:cs typeface="Hack" panose="020B0609030202020204" pitchFamily="49" charset="0"/>
                      </a:endParaRPr>
                    </a:p>
                  </a:txBody>
                  <a:tcPr/>
                </a:tc>
                <a:tc>
                  <a:txBody>
                    <a:bodyPr/>
                    <a:lstStyle/>
                    <a:p>
                      <a:r>
                        <a:rPr lang="en-US" sz="1800" b="1" noProof="0" dirty="0"/>
                        <a:t>T</a:t>
                      </a:r>
                      <a:r>
                        <a:rPr lang="en-US" sz="1800" noProof="0" dirty="0"/>
                        <a:t>est (list)</a:t>
                      </a:r>
                    </a:p>
                  </a:txBody>
                  <a:tcPr/>
                </a:tc>
                <a:extLst>
                  <a:ext uri="{0D108BD9-81ED-4DB2-BD59-A6C34878D82A}">
                    <a16:rowId xmlns:a16="http://schemas.microsoft.com/office/drawing/2014/main" val="1956731827"/>
                  </a:ext>
                </a:extLst>
              </a:tr>
              <a:tr h="370840">
                <a:tc>
                  <a:txBody>
                    <a:bodyPr/>
                    <a:lstStyle/>
                    <a:p>
                      <a:r>
                        <a:rPr lang="en-US" sz="1800" b="1" noProof="0" dirty="0">
                          <a:solidFill>
                            <a:srgbClr val="7030A0"/>
                          </a:solidFill>
                          <a:latin typeface="Hack" panose="020B0609030202020204"/>
                        </a:rPr>
                        <a:t>-x</a:t>
                      </a:r>
                      <a:endParaRPr lang="en-US" sz="1800" b="1" noProof="0" dirty="0">
                        <a:solidFill>
                          <a:srgbClr val="7030A0"/>
                        </a:solidFill>
                        <a:latin typeface="Hack" panose="020B0609030202020204"/>
                        <a:ea typeface="Hack" panose="020B0609030202020204" pitchFamily="49" charset="0"/>
                        <a:cs typeface="Hack" panose="020B0609030202020204" pitchFamily="49" charset="0"/>
                      </a:endParaRPr>
                    </a:p>
                  </a:txBody>
                  <a:tcPr/>
                </a:tc>
                <a:tc>
                  <a:txBody>
                    <a:bodyPr/>
                    <a:lstStyle/>
                    <a:p>
                      <a:r>
                        <a:rPr lang="en-US" sz="1800" noProof="0" dirty="0"/>
                        <a:t>E</a:t>
                      </a:r>
                      <a:r>
                        <a:rPr lang="en-US" sz="1800" b="1" noProof="0" dirty="0"/>
                        <a:t>x</a:t>
                      </a:r>
                      <a:r>
                        <a:rPr lang="en-US" sz="1800" noProof="0" dirty="0"/>
                        <a:t>tract</a:t>
                      </a:r>
                    </a:p>
                  </a:txBody>
                  <a:tcPr/>
                </a:tc>
                <a:extLst>
                  <a:ext uri="{0D108BD9-81ED-4DB2-BD59-A6C34878D82A}">
                    <a16:rowId xmlns:a16="http://schemas.microsoft.com/office/drawing/2014/main" val="905372135"/>
                  </a:ext>
                </a:extLst>
              </a:tr>
              <a:tr h="370840">
                <a:tc>
                  <a:txBody>
                    <a:bodyPr/>
                    <a:lstStyle/>
                    <a:p>
                      <a:r>
                        <a:rPr lang="en-US" sz="1800" b="1" noProof="0" dirty="0">
                          <a:solidFill>
                            <a:srgbClr val="7030A0"/>
                          </a:solidFill>
                          <a:latin typeface="Hack" panose="020B0609030202020204"/>
                        </a:rPr>
                        <a:t>-u</a:t>
                      </a:r>
                      <a:endParaRPr lang="en-US" sz="1800" b="1" noProof="0" dirty="0">
                        <a:solidFill>
                          <a:srgbClr val="7030A0"/>
                        </a:solidFill>
                        <a:latin typeface="Hack" panose="020B0609030202020204"/>
                        <a:ea typeface="Hack" panose="020B0609030202020204" pitchFamily="49" charset="0"/>
                        <a:cs typeface="Hack" panose="020B0609030202020204" pitchFamily="49" charset="0"/>
                      </a:endParaRPr>
                    </a:p>
                  </a:txBody>
                  <a:tcPr/>
                </a:tc>
                <a:tc>
                  <a:txBody>
                    <a:bodyPr/>
                    <a:lstStyle/>
                    <a:p>
                      <a:r>
                        <a:rPr lang="en-US" sz="1800" b="1" noProof="0" dirty="0"/>
                        <a:t>U</a:t>
                      </a:r>
                      <a:r>
                        <a:rPr lang="en-US" sz="1800" noProof="0" dirty="0"/>
                        <a:t>pdate</a:t>
                      </a:r>
                    </a:p>
                  </a:txBody>
                  <a:tcPr/>
                </a:tc>
                <a:extLst>
                  <a:ext uri="{0D108BD9-81ED-4DB2-BD59-A6C34878D82A}">
                    <a16:rowId xmlns:a16="http://schemas.microsoft.com/office/drawing/2014/main" val="3512806759"/>
                  </a:ext>
                </a:extLst>
              </a:tr>
              <a:tr h="370840">
                <a:tc>
                  <a:txBody>
                    <a:bodyPr/>
                    <a:lstStyle/>
                    <a:p>
                      <a:r>
                        <a:rPr lang="en-US" sz="1800" b="1" noProof="0" dirty="0">
                          <a:solidFill>
                            <a:srgbClr val="7030A0"/>
                          </a:solidFill>
                          <a:latin typeface="Hack" panose="020B0609030202020204"/>
                        </a:rPr>
                        <a:t>-r</a:t>
                      </a:r>
                      <a:endParaRPr lang="en-US" sz="1800" b="1" noProof="0" dirty="0">
                        <a:solidFill>
                          <a:srgbClr val="7030A0"/>
                        </a:solidFill>
                        <a:latin typeface="Hack" panose="020B0609030202020204"/>
                        <a:ea typeface="Hack" panose="020B0609030202020204" pitchFamily="49" charset="0"/>
                        <a:cs typeface="Hack" panose="020B0609030202020204" pitchFamily="49" charset="0"/>
                      </a:endParaRPr>
                    </a:p>
                  </a:txBody>
                  <a:tcPr/>
                </a:tc>
                <a:tc>
                  <a:txBody>
                    <a:bodyPr/>
                    <a:lstStyle/>
                    <a:p>
                      <a:r>
                        <a:rPr lang="en-US" sz="1800" noProof="0" dirty="0"/>
                        <a:t>Appen files to existing a</a:t>
                      </a:r>
                      <a:r>
                        <a:rPr lang="en-US" sz="1800" b="1" noProof="0" dirty="0"/>
                        <a:t>r</a:t>
                      </a:r>
                      <a:r>
                        <a:rPr lang="en-US" sz="1800" noProof="0" dirty="0"/>
                        <a:t>chive</a:t>
                      </a:r>
                    </a:p>
                  </a:txBody>
                  <a:tcPr/>
                </a:tc>
                <a:extLst>
                  <a:ext uri="{0D108BD9-81ED-4DB2-BD59-A6C34878D82A}">
                    <a16:rowId xmlns:a16="http://schemas.microsoft.com/office/drawing/2014/main" val="425220679"/>
                  </a:ext>
                </a:extLst>
              </a:tr>
            </a:tbl>
          </a:graphicData>
        </a:graphic>
      </p:graphicFrame>
    </p:spTree>
    <p:extLst>
      <p:ext uri="{BB962C8B-B14F-4D97-AF65-F5344CB8AC3E}">
        <p14:creationId xmlns:p14="http://schemas.microsoft.com/office/powerpoint/2010/main" val="127565989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876AE57D-B7AB-2D1F-8316-ED549C756D4D}"/>
              </a:ext>
            </a:extLst>
          </p:cNvPr>
          <p:cNvSpPr>
            <a:spLocks noGrp="1"/>
          </p:cNvSpPr>
          <p:nvPr>
            <p:ph type="ctrTitle"/>
          </p:nvPr>
        </p:nvSpPr>
        <p:spPr/>
        <p:txBody>
          <a:bodyPr/>
          <a:lstStyle/>
          <a:p>
            <a:r>
              <a:rPr lang="en-US" noProof="0" dirty="0"/>
              <a:t>jar command (</a:t>
            </a:r>
            <a:r>
              <a:rPr lang="en-US" noProof="0" dirty="0" err="1"/>
              <a:t>solaris</a:t>
            </a:r>
            <a:r>
              <a:rPr lang="en-US" noProof="0" dirty="0"/>
              <a:t>)</a:t>
            </a:r>
          </a:p>
        </p:txBody>
      </p:sp>
      <p:sp>
        <p:nvSpPr>
          <p:cNvPr id="5" name="Text Placeholder 4">
            <a:extLst>
              <a:ext uri="{FF2B5EF4-FFF2-40B4-BE49-F238E27FC236}">
                <a16:creationId xmlns:a16="http://schemas.microsoft.com/office/drawing/2014/main" id="{91A8ED3D-B755-43C9-BCB1-DCF495C0C9DB}"/>
              </a:ext>
            </a:extLst>
          </p:cNvPr>
          <p:cNvSpPr>
            <a:spLocks noGrp="1"/>
          </p:cNvSpPr>
          <p:nvPr>
            <p:ph sz="quarter" idx="4"/>
          </p:nvPr>
        </p:nvSpPr>
        <p:spPr/>
        <p:txBody>
          <a:bodyPr/>
          <a:lstStyle/>
          <a:p>
            <a:pPr>
              <a:lnSpc>
                <a:spcPct val="100000"/>
              </a:lnSpc>
            </a:pPr>
            <a:r>
              <a:rPr lang="en-US" sz="1800" b="1" noProof="0" dirty="0">
                <a:solidFill>
                  <a:schemeClr val="tx1"/>
                </a:solidFill>
              </a:rPr>
              <a:t>J</a:t>
            </a:r>
            <a:r>
              <a:rPr lang="en-US" sz="1800" noProof="0" dirty="0">
                <a:solidFill>
                  <a:schemeClr val="tx1"/>
                </a:solidFill>
              </a:rPr>
              <a:t>ava </a:t>
            </a:r>
            <a:r>
              <a:rPr lang="en-US" sz="1800" b="1" noProof="0" dirty="0" err="1">
                <a:solidFill>
                  <a:schemeClr val="tx1"/>
                </a:solidFill>
              </a:rPr>
              <a:t>AR</a:t>
            </a:r>
            <a:r>
              <a:rPr lang="en-US" sz="1800" noProof="0" dirty="0" err="1">
                <a:solidFill>
                  <a:schemeClr val="tx1"/>
                </a:solidFill>
              </a:rPr>
              <a:t>chive</a:t>
            </a:r>
            <a:r>
              <a:rPr lang="en-US" sz="1800" noProof="0" dirty="0">
                <a:solidFill>
                  <a:schemeClr val="tx1"/>
                </a:solidFill>
              </a:rPr>
              <a:t> and compression tool</a:t>
            </a:r>
          </a:p>
          <a:p>
            <a:pPr lvl="1">
              <a:lnSpc>
                <a:spcPct val="100000"/>
              </a:lnSpc>
            </a:pPr>
            <a:r>
              <a:rPr lang="en-US" sz="1800" noProof="0" dirty="0"/>
              <a:t>Syntax very similar to </a:t>
            </a:r>
            <a:r>
              <a:rPr lang="en-US" sz="1800" noProof="0" dirty="0">
                <a:solidFill>
                  <a:srgbClr val="0000C8"/>
                </a:solidFill>
                <a:latin typeface="Hack" panose="020B0609030202020204" pitchFamily="49" charset="0"/>
                <a:ea typeface="Hack" panose="020B0609030202020204" pitchFamily="49" charset="0"/>
                <a:cs typeface="Hack" panose="020B0609030202020204" pitchFamily="49" charset="0"/>
              </a:rPr>
              <a:t>tar</a:t>
            </a:r>
          </a:p>
          <a:p>
            <a:pPr lvl="1">
              <a:lnSpc>
                <a:spcPct val="100000"/>
              </a:lnSpc>
            </a:pPr>
            <a:r>
              <a:rPr lang="en-US" sz="1800" noProof="0" dirty="0"/>
              <a:t>Availability varies (always available on Solaris)</a:t>
            </a:r>
          </a:p>
          <a:p>
            <a:pPr lvl="1">
              <a:lnSpc>
                <a:spcPct val="100000"/>
              </a:lnSpc>
            </a:pPr>
            <a:endParaRPr lang="en-US" sz="1800" noProof="0" dirty="0"/>
          </a:p>
          <a:p>
            <a:pPr>
              <a:lnSpc>
                <a:spcPct val="100000"/>
              </a:lnSpc>
            </a:pPr>
            <a:r>
              <a:rPr lang="en-US" sz="1800" noProof="0" dirty="0">
                <a:solidFill>
                  <a:schemeClr val="tx1"/>
                </a:solidFill>
              </a:rPr>
              <a:t>Main differences between </a:t>
            </a:r>
            <a:r>
              <a:rPr lang="en-US" sz="1800" b="0" noProof="0" dirty="0">
                <a:solidFill>
                  <a:srgbClr val="0000C8"/>
                </a:solidFill>
                <a:latin typeface="Hack" panose="020B0609030202020204" pitchFamily="49" charset="0"/>
                <a:ea typeface="Hack" panose="020B0609030202020204" pitchFamily="49" charset="0"/>
                <a:cs typeface="Hack" panose="020B0609030202020204" pitchFamily="49" charset="0"/>
              </a:rPr>
              <a:t>jar</a:t>
            </a:r>
            <a:r>
              <a:rPr lang="en-US" sz="1800" noProof="0" dirty="0"/>
              <a:t> </a:t>
            </a:r>
            <a:r>
              <a:rPr lang="en-US" sz="1800" noProof="0" dirty="0">
                <a:solidFill>
                  <a:schemeClr val="tx1"/>
                </a:solidFill>
              </a:rPr>
              <a:t>and</a:t>
            </a:r>
            <a:r>
              <a:rPr lang="en-US" sz="1800" noProof="0" dirty="0"/>
              <a:t> </a:t>
            </a:r>
            <a:r>
              <a:rPr lang="en-US" sz="1800" b="0" noProof="0" dirty="0">
                <a:solidFill>
                  <a:srgbClr val="0000C8"/>
                </a:solidFill>
                <a:latin typeface="Hack" panose="020B0609030202020204" pitchFamily="49" charset="0"/>
                <a:ea typeface="Hack" panose="020B0609030202020204" pitchFamily="49" charset="0"/>
                <a:cs typeface="Hack" panose="020B0609030202020204" pitchFamily="49" charset="0"/>
              </a:rPr>
              <a:t>tar:</a:t>
            </a:r>
            <a:endParaRPr lang="en-US" sz="1800" b="0" noProof="0" dirty="0">
              <a:solidFill>
                <a:schemeClr val="tx1"/>
              </a:solidFill>
              <a:latin typeface="Hack" panose="020B0609030202020204" pitchFamily="49" charset="0"/>
              <a:ea typeface="Hack" panose="020B0609030202020204" pitchFamily="49" charset="0"/>
              <a:cs typeface="Hack" panose="020B0609030202020204" pitchFamily="49" charset="0"/>
            </a:endParaRPr>
          </a:p>
          <a:p>
            <a:pPr lvl="1">
              <a:lnSpc>
                <a:spcPct val="100000"/>
              </a:lnSpc>
            </a:pPr>
            <a:r>
              <a:rPr lang="en-US" sz="1800" noProof="0" dirty="0">
                <a:solidFill>
                  <a:srgbClr val="0000C8"/>
                </a:solidFill>
                <a:latin typeface="Hack" panose="020B0609030202020204" pitchFamily="49" charset="0"/>
                <a:ea typeface="Hack" panose="020B0609030202020204" pitchFamily="49" charset="0"/>
                <a:cs typeface="Hack" panose="020B0609030202020204" pitchFamily="49" charset="0"/>
              </a:rPr>
              <a:t>jar</a:t>
            </a:r>
            <a:r>
              <a:rPr lang="en-US" sz="1800" noProof="0" dirty="0"/>
              <a:t> automatically compresses data (unlike </a:t>
            </a:r>
            <a:r>
              <a:rPr lang="en-US" sz="1800" noProof="0" dirty="0">
                <a:solidFill>
                  <a:srgbClr val="0000C8"/>
                </a:solidFill>
                <a:latin typeface="DejaVu Sans Mono" pitchFamily="49" charset="0"/>
              </a:rPr>
              <a:t>tar</a:t>
            </a:r>
            <a:r>
              <a:rPr lang="en-US" sz="1800" noProof="0" dirty="0"/>
              <a:t>).</a:t>
            </a:r>
          </a:p>
          <a:p>
            <a:pPr lvl="1">
              <a:lnSpc>
                <a:spcPct val="100000"/>
              </a:lnSpc>
            </a:pPr>
            <a:r>
              <a:rPr lang="en-US" sz="1800" noProof="0" dirty="0">
                <a:solidFill>
                  <a:srgbClr val="0000C8"/>
                </a:solidFill>
                <a:latin typeface="Hack" panose="020B0609030202020204" pitchFamily="49" charset="0"/>
                <a:ea typeface="Hack" panose="020B0609030202020204" pitchFamily="49" charset="0"/>
                <a:cs typeface="Hack" panose="020B0609030202020204" pitchFamily="49" charset="0"/>
              </a:rPr>
              <a:t>jar</a:t>
            </a:r>
            <a:r>
              <a:rPr lang="en-US" sz="1800" noProof="0" dirty="0"/>
              <a:t> automatically follows symbolic links (</a:t>
            </a:r>
            <a:r>
              <a:rPr lang="en-US" sz="1800" noProof="0" dirty="0">
                <a:solidFill>
                  <a:srgbClr val="0000C8"/>
                </a:solidFill>
                <a:latin typeface="+mn-lt"/>
              </a:rPr>
              <a:t>tar's</a:t>
            </a:r>
            <a:r>
              <a:rPr lang="en-US" sz="1800" noProof="0" dirty="0"/>
              <a:t> defaults vary).</a:t>
            </a:r>
          </a:p>
          <a:p>
            <a:pPr lvl="1">
              <a:lnSpc>
                <a:spcPct val="100000"/>
              </a:lnSpc>
            </a:pPr>
            <a:r>
              <a:rPr lang="en-US" sz="1800" noProof="0" dirty="0">
                <a:solidFill>
                  <a:srgbClr val="0000C8"/>
                </a:solidFill>
                <a:latin typeface="Hack" panose="020B0609030202020204" pitchFamily="49" charset="0"/>
                <a:ea typeface="Hack" panose="020B0609030202020204" pitchFamily="49" charset="0"/>
                <a:cs typeface="Hack" panose="020B0609030202020204" pitchFamily="49" charset="0"/>
              </a:rPr>
              <a:t>jar</a:t>
            </a:r>
            <a:r>
              <a:rPr lang="en-US" sz="1800" noProof="0" dirty="0"/>
              <a:t> always creates the manifest file.</a:t>
            </a:r>
          </a:p>
          <a:p>
            <a:pPr marL="284797" lvl="1" indent="0">
              <a:spcBef>
                <a:spcPts val="488"/>
              </a:spcBef>
              <a:buClr>
                <a:srgbClr val="000000"/>
              </a:buClr>
              <a:buNone/>
              <a:tabLst>
                <a:tab pos="517485" algn="l"/>
                <a:tab pos="518001" algn="l"/>
              </a:tabLst>
            </a:pPr>
            <a:endParaRPr lang="en-US" sz="1600" spc="-4" noProof="0" dirty="0">
              <a:solidFill>
                <a:srgbClr val="2D2C2C"/>
              </a:solidFill>
              <a:cs typeface="Segoe UI"/>
            </a:endParaRPr>
          </a:p>
          <a:p>
            <a:pPr marL="0" indent="0">
              <a:buNone/>
            </a:pPr>
            <a:endParaRPr lang="en-US" sz="1800" noProof="0" dirty="0"/>
          </a:p>
        </p:txBody>
      </p:sp>
      <p:sp>
        <p:nvSpPr>
          <p:cNvPr id="2" name="Slide Number Placeholder 1">
            <a:extLst>
              <a:ext uri="{FF2B5EF4-FFF2-40B4-BE49-F238E27FC236}">
                <a16:creationId xmlns:a16="http://schemas.microsoft.com/office/drawing/2014/main" id="{A9A6FF77-D641-4417-92E7-11CC6238BF20}"/>
              </a:ext>
            </a:extLst>
          </p:cNvPr>
          <p:cNvSpPr>
            <a:spLocks noGrp="1"/>
          </p:cNvSpPr>
          <p:nvPr>
            <p:ph type="sldNum" sz="quarter" idx="12"/>
          </p:nvPr>
        </p:nvSpPr>
        <p:spPr>
          <a:prstGeom prst="rect">
            <a:avLst/>
          </a:prstGeom>
        </p:spPr>
        <p:txBody>
          <a:bodyPr/>
          <a:lstStyle/>
          <a:p>
            <a:fld id="{EF892D59-8F09-EF4B-AD6D-DA609442F868}" type="slidenum">
              <a:rPr lang="en-US" noProof="0" smtClean="0"/>
              <a:pPr/>
              <a:t>11</a:t>
            </a:fld>
            <a:endParaRPr lang="en-US" noProof="0" dirty="0"/>
          </a:p>
        </p:txBody>
      </p:sp>
      <p:sp>
        <p:nvSpPr>
          <p:cNvPr id="3" name="Text Box 4">
            <a:extLst>
              <a:ext uri="{FF2B5EF4-FFF2-40B4-BE49-F238E27FC236}">
                <a16:creationId xmlns:a16="http://schemas.microsoft.com/office/drawing/2014/main" id="{6ABB71D1-3384-6FBD-B8D9-B111F906B06A}"/>
              </a:ext>
            </a:extLst>
          </p:cNvPr>
          <p:cNvSpPr txBox="1">
            <a:spLocks noChangeArrowheads="1"/>
          </p:cNvSpPr>
          <p:nvPr/>
        </p:nvSpPr>
        <p:spPr bwMode="auto">
          <a:xfrm>
            <a:off x="6096000" y="1979999"/>
            <a:ext cx="5580062" cy="923330"/>
          </a:xfrm>
          <a:prstGeom prst="rect">
            <a:avLst/>
          </a:prstGeom>
          <a:solidFill>
            <a:schemeClr val="tx1"/>
          </a:solidFill>
          <a:ln w="12700">
            <a:solidFill>
              <a:schemeClr val="tx1"/>
            </a:solidFill>
            <a:miter lim="800000"/>
            <a:headEnd/>
            <a:tailEnd/>
          </a:ln>
          <a:effectLst>
            <a:outerShdw dist="107763" dir="2700000" algn="ctr" rotWithShape="0">
              <a:schemeClr val="bg2"/>
            </a:outerShdw>
          </a:effectLst>
        </p:spPr>
        <p:txBody>
          <a:bodyPr wrap="square">
            <a:spAutoFit/>
          </a:bodyPr>
          <a:lstStyle>
            <a:lvl1pPr>
              <a:spcBef>
                <a:spcPct val="50000"/>
              </a:spcBef>
              <a:defRPr sz="1000">
                <a:solidFill>
                  <a:schemeClr val="tx1"/>
                </a:solidFill>
                <a:latin typeface="Arial" panose="020B0604020202020204" pitchFamily="34" charset="0"/>
              </a:defRPr>
            </a:lvl1pPr>
            <a:lvl2pPr marL="742950" indent="-285750">
              <a:spcBef>
                <a:spcPct val="50000"/>
              </a:spcBef>
              <a:defRPr sz="1000">
                <a:solidFill>
                  <a:schemeClr val="tx1"/>
                </a:solidFill>
                <a:latin typeface="Arial" panose="020B0604020202020204" pitchFamily="34" charset="0"/>
              </a:defRPr>
            </a:lvl2pPr>
            <a:lvl3pPr marL="1143000" indent="-228600">
              <a:spcBef>
                <a:spcPct val="50000"/>
              </a:spcBef>
              <a:defRPr sz="1000">
                <a:solidFill>
                  <a:schemeClr val="tx1"/>
                </a:solidFill>
                <a:latin typeface="Arial" panose="020B0604020202020204" pitchFamily="34" charset="0"/>
              </a:defRPr>
            </a:lvl3pPr>
            <a:lvl4pPr marL="1600200" indent="-228600">
              <a:spcBef>
                <a:spcPct val="50000"/>
              </a:spcBef>
              <a:defRPr sz="1000">
                <a:solidFill>
                  <a:schemeClr val="tx1"/>
                </a:solidFill>
                <a:latin typeface="Arial" panose="020B0604020202020204" pitchFamily="34" charset="0"/>
              </a:defRPr>
            </a:lvl4pPr>
            <a:lvl5pPr marL="2057400" indent="-228600">
              <a:spcBef>
                <a:spcPct val="50000"/>
              </a:spcBef>
              <a:defRPr sz="1000">
                <a:solidFill>
                  <a:schemeClr val="tx1"/>
                </a:solidFill>
                <a:latin typeface="Arial" panose="020B0604020202020204" pitchFamily="34" charset="0"/>
              </a:defRPr>
            </a:lvl5pPr>
            <a:lvl6pPr marL="2514600" indent="-228600" eaLnBrk="0" fontAlgn="base" hangingPunct="0">
              <a:spcBef>
                <a:spcPct val="50000"/>
              </a:spcBef>
              <a:spcAft>
                <a:spcPct val="0"/>
              </a:spcAft>
              <a:defRPr sz="1000">
                <a:solidFill>
                  <a:schemeClr val="tx1"/>
                </a:solidFill>
                <a:latin typeface="Arial" panose="020B0604020202020204" pitchFamily="34" charset="0"/>
              </a:defRPr>
            </a:lvl6pPr>
            <a:lvl7pPr marL="2971800" indent="-228600" eaLnBrk="0" fontAlgn="base" hangingPunct="0">
              <a:spcBef>
                <a:spcPct val="50000"/>
              </a:spcBef>
              <a:spcAft>
                <a:spcPct val="0"/>
              </a:spcAft>
              <a:defRPr sz="1000">
                <a:solidFill>
                  <a:schemeClr val="tx1"/>
                </a:solidFill>
                <a:latin typeface="Arial" panose="020B0604020202020204" pitchFamily="34" charset="0"/>
              </a:defRPr>
            </a:lvl7pPr>
            <a:lvl8pPr marL="3429000" indent="-228600" eaLnBrk="0" fontAlgn="base" hangingPunct="0">
              <a:spcBef>
                <a:spcPct val="50000"/>
              </a:spcBef>
              <a:spcAft>
                <a:spcPct val="0"/>
              </a:spcAft>
              <a:defRPr sz="1000">
                <a:solidFill>
                  <a:schemeClr val="tx1"/>
                </a:solidFill>
                <a:latin typeface="Arial" panose="020B0604020202020204" pitchFamily="34" charset="0"/>
              </a:defRPr>
            </a:lvl8pPr>
            <a:lvl9pPr marL="3886200" indent="-228600" eaLnBrk="0" fontAlgn="base" hangingPunct="0">
              <a:spcBef>
                <a:spcPct val="50000"/>
              </a:spcBef>
              <a:spcAft>
                <a:spcPct val="0"/>
              </a:spcAft>
              <a:defRPr sz="1000">
                <a:solidFill>
                  <a:schemeClr val="tx1"/>
                </a:solidFill>
                <a:latin typeface="Arial" panose="020B0604020202020204" pitchFamily="34" charset="0"/>
              </a:defRPr>
            </a:lvl9pPr>
          </a:lstStyle>
          <a:p>
            <a:pPr>
              <a:spcBef>
                <a:spcPct val="0"/>
              </a:spcBef>
            </a:pPr>
            <a:r>
              <a:rPr lang="en-US" sz="1800" noProof="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z="1800" b="1" noProof="0" dirty="0">
                <a:solidFill>
                  <a:schemeClr val="bg1"/>
                </a:solidFill>
                <a:latin typeface="Hack" panose="020B0609030202020204" pitchFamily="49" charset="0"/>
                <a:ea typeface="Hack" panose="020B0609030202020204" pitchFamily="49" charset="0"/>
                <a:cs typeface="Hack" panose="020B0609030202020204" pitchFamily="49" charset="0"/>
              </a:rPr>
              <a:t> jar </a:t>
            </a:r>
            <a:r>
              <a:rPr lang="en-US" sz="1800" b="1" noProof="0" dirty="0" err="1">
                <a:solidFill>
                  <a:schemeClr val="bg1"/>
                </a:solidFill>
                <a:latin typeface="Hack" panose="020B0609030202020204" pitchFamily="49" charset="0"/>
                <a:ea typeface="Hack" panose="020B0609030202020204" pitchFamily="49" charset="0"/>
                <a:cs typeface="Hack" panose="020B0609030202020204" pitchFamily="49" charset="0"/>
              </a:rPr>
              <a:t>cvf</a:t>
            </a:r>
            <a:r>
              <a:rPr lang="en-US" sz="1800" b="1" noProof="0" dirty="0">
                <a:solidFill>
                  <a:schemeClr val="bg1"/>
                </a:solidFill>
                <a:latin typeface="Hack" panose="020B0609030202020204" pitchFamily="49" charset="0"/>
                <a:ea typeface="Hack" panose="020B0609030202020204" pitchFamily="49" charset="0"/>
                <a:cs typeface="Hack" panose="020B0609030202020204" pitchFamily="49" charset="0"/>
              </a:rPr>
              <a:t> arch.jar /</a:t>
            </a:r>
            <a:r>
              <a:rPr lang="en-US" sz="1800" b="1" noProof="0" dirty="0" err="1">
                <a:solidFill>
                  <a:schemeClr val="bg1"/>
                </a:solidFill>
                <a:latin typeface="Hack" panose="020B0609030202020204" pitchFamily="49" charset="0"/>
                <a:ea typeface="Hack" panose="020B0609030202020204" pitchFamily="49" charset="0"/>
                <a:cs typeface="Hack" panose="020B0609030202020204" pitchFamily="49" charset="0"/>
              </a:rPr>
              <a:t>proj</a:t>
            </a:r>
            <a:endParaRPr lang="en-US" sz="1800" b="1" noProof="0" dirty="0">
              <a:solidFill>
                <a:schemeClr val="bg1"/>
              </a:solidFill>
              <a:latin typeface="Hack" panose="020B0609030202020204" pitchFamily="49" charset="0"/>
              <a:ea typeface="Hack" panose="020B0609030202020204" pitchFamily="49" charset="0"/>
              <a:cs typeface="Hack" panose="020B0609030202020204" pitchFamily="49" charset="0"/>
            </a:endParaRPr>
          </a:p>
          <a:p>
            <a:pPr>
              <a:spcBef>
                <a:spcPct val="0"/>
              </a:spcBef>
            </a:pPr>
            <a:r>
              <a:rPr lang="en-US" sz="1800" noProof="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z="1800" b="1" noProof="0" dirty="0">
                <a:solidFill>
                  <a:srgbClr val="FFFF00"/>
                </a:solidFill>
                <a:latin typeface="Hack" panose="020B0609030202020204" pitchFamily="49" charset="0"/>
                <a:ea typeface="Hack" panose="020B0609030202020204" pitchFamily="49" charset="0"/>
                <a:cs typeface="Hack" panose="020B0609030202020204" pitchFamily="49" charset="0"/>
              </a:rPr>
              <a:t> </a:t>
            </a:r>
            <a:r>
              <a:rPr lang="en-US" sz="1800" b="1" noProof="0" dirty="0">
                <a:solidFill>
                  <a:schemeClr val="bg1"/>
                </a:solidFill>
                <a:latin typeface="Hack" panose="020B0609030202020204" pitchFamily="49" charset="0"/>
                <a:ea typeface="Hack" panose="020B0609030202020204" pitchFamily="49" charset="0"/>
                <a:cs typeface="Hack" panose="020B0609030202020204" pitchFamily="49" charset="0"/>
              </a:rPr>
              <a:t>jar </a:t>
            </a:r>
            <a:r>
              <a:rPr lang="en-US" sz="1800" b="1" noProof="0" dirty="0" err="1">
                <a:solidFill>
                  <a:schemeClr val="bg1"/>
                </a:solidFill>
                <a:latin typeface="Hack" panose="020B0609030202020204" pitchFamily="49" charset="0"/>
                <a:ea typeface="Hack" panose="020B0609030202020204" pitchFamily="49" charset="0"/>
                <a:cs typeface="Hack" panose="020B0609030202020204" pitchFamily="49" charset="0"/>
              </a:rPr>
              <a:t>tvf</a:t>
            </a:r>
            <a:r>
              <a:rPr lang="en-US" sz="1800" b="1" noProof="0" dirty="0">
                <a:solidFill>
                  <a:schemeClr val="bg1"/>
                </a:solidFill>
                <a:latin typeface="Hack" panose="020B0609030202020204" pitchFamily="49" charset="0"/>
                <a:ea typeface="Hack" panose="020B0609030202020204" pitchFamily="49" charset="0"/>
                <a:cs typeface="Hack" panose="020B0609030202020204" pitchFamily="49" charset="0"/>
              </a:rPr>
              <a:t> arch.jar</a:t>
            </a:r>
          </a:p>
          <a:p>
            <a:pPr>
              <a:spcBef>
                <a:spcPct val="0"/>
              </a:spcBef>
            </a:pPr>
            <a:r>
              <a:rPr lang="en-US" sz="1800" noProof="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z="1800" b="1" noProof="0" dirty="0">
                <a:solidFill>
                  <a:schemeClr val="bg1"/>
                </a:solidFill>
                <a:latin typeface="Hack" panose="020B0609030202020204" pitchFamily="49" charset="0"/>
                <a:ea typeface="Hack" panose="020B0609030202020204" pitchFamily="49" charset="0"/>
                <a:cs typeface="Hack" panose="020B0609030202020204" pitchFamily="49" charset="0"/>
              </a:rPr>
              <a:t> jar </a:t>
            </a:r>
            <a:r>
              <a:rPr lang="en-US" sz="1800" b="1" noProof="0" dirty="0" err="1">
                <a:solidFill>
                  <a:schemeClr val="bg1"/>
                </a:solidFill>
                <a:latin typeface="Hack" panose="020B0609030202020204" pitchFamily="49" charset="0"/>
                <a:ea typeface="Hack" panose="020B0609030202020204" pitchFamily="49" charset="0"/>
                <a:cs typeface="Hack" panose="020B0609030202020204" pitchFamily="49" charset="0"/>
              </a:rPr>
              <a:t>xvf</a:t>
            </a:r>
            <a:r>
              <a:rPr lang="en-US" sz="1800" b="1" noProof="0" dirty="0">
                <a:solidFill>
                  <a:schemeClr val="bg1"/>
                </a:solidFill>
                <a:latin typeface="Hack" panose="020B0609030202020204" pitchFamily="49" charset="0"/>
                <a:ea typeface="Hack" panose="020B0609030202020204" pitchFamily="49" charset="0"/>
                <a:cs typeface="Hack" panose="020B0609030202020204" pitchFamily="49" charset="0"/>
              </a:rPr>
              <a:t> arch.jar</a:t>
            </a:r>
          </a:p>
        </p:txBody>
      </p:sp>
      <p:sp>
        <p:nvSpPr>
          <p:cNvPr id="4" name="Text Box 5">
            <a:extLst>
              <a:ext uri="{FF2B5EF4-FFF2-40B4-BE49-F238E27FC236}">
                <a16:creationId xmlns:a16="http://schemas.microsoft.com/office/drawing/2014/main" id="{9067B328-4A33-8E51-CF64-7799DFA1AD25}"/>
              </a:ext>
            </a:extLst>
          </p:cNvPr>
          <p:cNvSpPr txBox="1">
            <a:spLocks noChangeArrowheads="1"/>
          </p:cNvSpPr>
          <p:nvPr/>
        </p:nvSpPr>
        <p:spPr bwMode="auto">
          <a:xfrm>
            <a:off x="514350" y="5081392"/>
            <a:ext cx="6771297" cy="1228028"/>
          </a:xfrm>
          <a:prstGeom prst="rect">
            <a:avLst/>
          </a:prstGeom>
          <a:solidFill>
            <a:schemeClr val="tx1"/>
          </a:solidFill>
          <a:ln w="12700">
            <a:solidFill>
              <a:schemeClr val="tx1"/>
            </a:solidFill>
            <a:miter lim="800000"/>
            <a:headEnd/>
            <a:tailEnd/>
          </a:ln>
          <a:effectLst>
            <a:outerShdw dist="107763" dir="2700000" algn="ctr" rotWithShape="0">
              <a:schemeClr val="bg2"/>
            </a:outerShdw>
          </a:effectLst>
        </p:spPr>
        <p:txBody>
          <a:bodyPr wrap="square">
            <a:spAutoFit/>
          </a:bodyPr>
          <a:lstStyle>
            <a:lvl1pPr>
              <a:spcBef>
                <a:spcPct val="50000"/>
              </a:spcBef>
              <a:defRPr sz="1000">
                <a:solidFill>
                  <a:schemeClr val="tx1"/>
                </a:solidFill>
                <a:latin typeface="Arial" panose="020B0604020202020204" pitchFamily="34" charset="0"/>
              </a:defRPr>
            </a:lvl1pPr>
            <a:lvl2pPr marL="742950" indent="-285750">
              <a:spcBef>
                <a:spcPct val="50000"/>
              </a:spcBef>
              <a:defRPr sz="1000">
                <a:solidFill>
                  <a:schemeClr val="tx1"/>
                </a:solidFill>
                <a:latin typeface="Arial" panose="020B0604020202020204" pitchFamily="34" charset="0"/>
              </a:defRPr>
            </a:lvl2pPr>
            <a:lvl3pPr marL="1143000" indent="-228600">
              <a:spcBef>
                <a:spcPct val="50000"/>
              </a:spcBef>
              <a:defRPr sz="1000">
                <a:solidFill>
                  <a:schemeClr val="tx1"/>
                </a:solidFill>
                <a:latin typeface="Arial" panose="020B0604020202020204" pitchFamily="34" charset="0"/>
              </a:defRPr>
            </a:lvl3pPr>
            <a:lvl4pPr marL="1600200" indent="-228600">
              <a:spcBef>
                <a:spcPct val="50000"/>
              </a:spcBef>
              <a:defRPr sz="1000">
                <a:solidFill>
                  <a:schemeClr val="tx1"/>
                </a:solidFill>
                <a:latin typeface="Arial" panose="020B0604020202020204" pitchFamily="34" charset="0"/>
              </a:defRPr>
            </a:lvl4pPr>
            <a:lvl5pPr marL="2057400" indent="-228600">
              <a:spcBef>
                <a:spcPct val="50000"/>
              </a:spcBef>
              <a:defRPr sz="1000">
                <a:solidFill>
                  <a:schemeClr val="tx1"/>
                </a:solidFill>
                <a:latin typeface="Arial" panose="020B0604020202020204" pitchFamily="34" charset="0"/>
              </a:defRPr>
            </a:lvl5pPr>
            <a:lvl6pPr marL="2514600" indent="-228600" eaLnBrk="0" fontAlgn="base" hangingPunct="0">
              <a:spcBef>
                <a:spcPct val="50000"/>
              </a:spcBef>
              <a:spcAft>
                <a:spcPct val="0"/>
              </a:spcAft>
              <a:defRPr sz="1000">
                <a:solidFill>
                  <a:schemeClr val="tx1"/>
                </a:solidFill>
                <a:latin typeface="Arial" panose="020B0604020202020204" pitchFamily="34" charset="0"/>
              </a:defRPr>
            </a:lvl6pPr>
            <a:lvl7pPr marL="2971800" indent="-228600" eaLnBrk="0" fontAlgn="base" hangingPunct="0">
              <a:spcBef>
                <a:spcPct val="50000"/>
              </a:spcBef>
              <a:spcAft>
                <a:spcPct val="0"/>
              </a:spcAft>
              <a:defRPr sz="1000">
                <a:solidFill>
                  <a:schemeClr val="tx1"/>
                </a:solidFill>
                <a:latin typeface="Arial" panose="020B0604020202020204" pitchFamily="34" charset="0"/>
              </a:defRPr>
            </a:lvl7pPr>
            <a:lvl8pPr marL="3429000" indent="-228600" eaLnBrk="0" fontAlgn="base" hangingPunct="0">
              <a:spcBef>
                <a:spcPct val="50000"/>
              </a:spcBef>
              <a:spcAft>
                <a:spcPct val="0"/>
              </a:spcAft>
              <a:defRPr sz="1000">
                <a:solidFill>
                  <a:schemeClr val="tx1"/>
                </a:solidFill>
                <a:latin typeface="Arial" panose="020B0604020202020204" pitchFamily="34" charset="0"/>
              </a:defRPr>
            </a:lvl8pPr>
            <a:lvl9pPr marL="3886200" indent="-228600" eaLnBrk="0" fontAlgn="base" hangingPunct="0">
              <a:spcBef>
                <a:spcPct val="50000"/>
              </a:spcBef>
              <a:spcAft>
                <a:spcPct val="0"/>
              </a:spcAft>
              <a:defRPr sz="1000">
                <a:solidFill>
                  <a:schemeClr val="tx1"/>
                </a:solidFill>
                <a:latin typeface="Arial" panose="020B0604020202020204" pitchFamily="34" charset="0"/>
              </a:defRPr>
            </a:lvl9pPr>
          </a:lstStyle>
          <a:p>
            <a:pPr>
              <a:lnSpc>
                <a:spcPct val="110000"/>
              </a:lnSpc>
              <a:spcBef>
                <a:spcPct val="0"/>
              </a:spcBef>
            </a:pPr>
            <a:r>
              <a:rPr lang="en-US" sz="1800" noProof="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z="1800" b="1" noProof="0" dirty="0">
                <a:solidFill>
                  <a:schemeClr val="bg1"/>
                </a:solidFill>
                <a:latin typeface="Hack" panose="020B0609030202020204" pitchFamily="49" charset="0"/>
                <a:ea typeface="Hack" panose="020B0609030202020204" pitchFamily="49" charset="0"/>
                <a:cs typeface="Hack" panose="020B0609030202020204" pitchFamily="49" charset="0"/>
              </a:rPr>
              <a:t> jar </a:t>
            </a:r>
            <a:r>
              <a:rPr lang="en-US" sz="1800" b="1" noProof="0" dirty="0" err="1">
                <a:solidFill>
                  <a:schemeClr val="bg1"/>
                </a:solidFill>
                <a:latin typeface="Hack" panose="020B0609030202020204" pitchFamily="49" charset="0"/>
                <a:ea typeface="Hack" panose="020B0609030202020204" pitchFamily="49" charset="0"/>
                <a:cs typeface="Hack" panose="020B0609030202020204" pitchFamily="49" charset="0"/>
              </a:rPr>
              <a:t>xvf</a:t>
            </a:r>
            <a:r>
              <a:rPr lang="en-US" sz="1800" b="1" noProof="0" dirty="0">
                <a:solidFill>
                  <a:schemeClr val="bg1"/>
                </a:solidFill>
                <a:latin typeface="Hack" panose="020B0609030202020204" pitchFamily="49" charset="0"/>
                <a:ea typeface="Hack" panose="020B0609030202020204" pitchFamily="49" charset="0"/>
                <a:cs typeface="Hack" panose="020B0609030202020204" pitchFamily="49" charset="0"/>
              </a:rPr>
              <a:t> arch.jar META-INF/MANIFEST.MF</a:t>
            </a:r>
          </a:p>
          <a:p>
            <a:pPr>
              <a:spcBef>
                <a:spcPct val="0"/>
              </a:spcBef>
            </a:pPr>
            <a:r>
              <a:rPr lang="en-US" sz="1800" noProof="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z="1800" b="1" noProof="0" dirty="0">
                <a:solidFill>
                  <a:schemeClr val="bg1"/>
                </a:solidFill>
                <a:latin typeface="Hack" panose="020B0609030202020204" pitchFamily="49" charset="0"/>
                <a:ea typeface="Hack" panose="020B0609030202020204" pitchFamily="49" charset="0"/>
                <a:cs typeface="Hack" panose="020B0609030202020204" pitchFamily="49" charset="0"/>
              </a:rPr>
              <a:t> cat META-INF/MANIFEST.MF</a:t>
            </a:r>
          </a:p>
          <a:p>
            <a:pPr>
              <a:spcBef>
                <a:spcPct val="0"/>
              </a:spcBef>
            </a:pPr>
            <a:r>
              <a:rPr lang="en-US" sz="1800" noProof="0" dirty="0">
                <a:solidFill>
                  <a:schemeClr val="bg1"/>
                </a:solidFill>
                <a:latin typeface="Hack" panose="020B0609030202020204" pitchFamily="49" charset="0"/>
                <a:ea typeface="Hack" panose="020B0609030202020204" pitchFamily="49" charset="0"/>
                <a:cs typeface="Hack" panose="020B0609030202020204" pitchFamily="49" charset="0"/>
              </a:rPr>
              <a:t>Manifest-Version: 1.0</a:t>
            </a:r>
          </a:p>
          <a:p>
            <a:pPr>
              <a:spcBef>
                <a:spcPct val="0"/>
              </a:spcBef>
            </a:pPr>
            <a:r>
              <a:rPr lang="en-US" sz="1800" noProof="0" dirty="0">
                <a:solidFill>
                  <a:schemeClr val="bg1"/>
                </a:solidFill>
                <a:latin typeface="Hack" panose="020B0609030202020204" pitchFamily="49" charset="0"/>
                <a:ea typeface="Hack" panose="020B0609030202020204" pitchFamily="49" charset="0"/>
                <a:cs typeface="Hack" panose="020B0609030202020204" pitchFamily="49" charset="0"/>
              </a:rPr>
              <a:t>Created-By: 1.4.0.00 (Sun Microsystems Inc)</a:t>
            </a:r>
          </a:p>
        </p:txBody>
      </p:sp>
    </p:spTree>
    <p:extLst>
      <p:ext uri="{BB962C8B-B14F-4D97-AF65-F5344CB8AC3E}">
        <p14:creationId xmlns:p14="http://schemas.microsoft.com/office/powerpoint/2010/main" val="74222845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ED32BBC-8A3B-5FB1-DB0F-B65F461BDA2D}"/>
              </a:ext>
            </a:extLst>
          </p:cNvPr>
          <p:cNvSpPr>
            <a:spLocks noGrp="1"/>
          </p:cNvSpPr>
          <p:nvPr>
            <p:ph type="ctrTitle"/>
          </p:nvPr>
        </p:nvSpPr>
        <p:spPr/>
        <p:txBody>
          <a:bodyPr/>
          <a:lstStyle/>
          <a:p>
            <a:r>
              <a:rPr lang="en-US" noProof="0" dirty="0" err="1"/>
              <a:t>cpio</a:t>
            </a:r>
            <a:endParaRPr lang="en-US" noProof="0" dirty="0"/>
          </a:p>
        </p:txBody>
      </p:sp>
      <p:sp>
        <p:nvSpPr>
          <p:cNvPr id="2" name="Subtitle 1">
            <a:extLst>
              <a:ext uri="{FF2B5EF4-FFF2-40B4-BE49-F238E27FC236}">
                <a16:creationId xmlns:a16="http://schemas.microsoft.com/office/drawing/2014/main" id="{0EADE2F2-4B2C-FD3C-8307-AC4CC7E22379}"/>
              </a:ext>
            </a:extLst>
          </p:cNvPr>
          <p:cNvSpPr>
            <a:spLocks noGrp="1"/>
          </p:cNvSpPr>
          <p:nvPr>
            <p:ph type="subTitle" idx="1"/>
          </p:nvPr>
        </p:nvSpPr>
        <p:spPr/>
        <p:txBody>
          <a:bodyPr/>
          <a:lstStyle/>
          <a:p>
            <a:endParaRPr lang="en-US" noProof="0" dirty="0"/>
          </a:p>
        </p:txBody>
      </p:sp>
    </p:spTree>
    <p:extLst>
      <p:ext uri="{BB962C8B-B14F-4D97-AF65-F5344CB8AC3E}">
        <p14:creationId xmlns:p14="http://schemas.microsoft.com/office/powerpoint/2010/main" val="24822875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1D36022-2EF7-A3B3-45CE-8F70DADFE827}"/>
              </a:ext>
            </a:extLst>
          </p:cNvPr>
          <p:cNvSpPr>
            <a:spLocks noGrp="1"/>
          </p:cNvSpPr>
          <p:nvPr>
            <p:ph type="ctrTitle"/>
          </p:nvPr>
        </p:nvSpPr>
        <p:spPr/>
        <p:txBody>
          <a:bodyPr/>
          <a:lstStyle/>
          <a:p>
            <a:r>
              <a:rPr lang="en-US" noProof="0" dirty="0" err="1"/>
              <a:t>cpio</a:t>
            </a:r>
            <a:r>
              <a:rPr lang="en-US" noProof="0" dirty="0"/>
              <a:t> command</a:t>
            </a:r>
          </a:p>
        </p:txBody>
      </p:sp>
      <p:sp>
        <p:nvSpPr>
          <p:cNvPr id="5" name="Text Placeholder 4">
            <a:extLst>
              <a:ext uri="{FF2B5EF4-FFF2-40B4-BE49-F238E27FC236}">
                <a16:creationId xmlns:a16="http://schemas.microsoft.com/office/drawing/2014/main" id="{91A8ED3D-B755-43C9-BCB1-DCF495C0C9DB}"/>
              </a:ext>
            </a:extLst>
          </p:cNvPr>
          <p:cNvSpPr>
            <a:spLocks noGrp="1"/>
          </p:cNvSpPr>
          <p:nvPr>
            <p:ph sz="quarter" idx="4"/>
          </p:nvPr>
        </p:nvSpPr>
        <p:spPr/>
        <p:txBody>
          <a:bodyPr/>
          <a:lstStyle/>
          <a:p>
            <a:pPr marL="289957" indent="-280154">
              <a:spcBef>
                <a:spcPts val="569"/>
              </a:spcBef>
              <a:buClr>
                <a:srgbClr val="000000"/>
              </a:buClr>
              <a:buFont typeface="Arial"/>
              <a:buChar char="•"/>
              <a:tabLst>
                <a:tab pos="289957" algn="l"/>
                <a:tab pos="290473" algn="l"/>
              </a:tabLst>
            </a:pPr>
            <a:r>
              <a:rPr lang="en-US" sz="1800" b="1" spc="-61" noProof="0" dirty="0" err="1">
                <a:solidFill>
                  <a:srgbClr val="3333CC"/>
                </a:solidFill>
                <a:latin typeface="Hack" panose="020B0609030202020204" pitchFamily="49" charset="0"/>
                <a:ea typeface="Hack" panose="020B0609030202020204" pitchFamily="49" charset="0"/>
                <a:cs typeface="Hack" panose="020B0609030202020204" pitchFamily="49" charset="0"/>
              </a:rPr>
              <a:t>cpio</a:t>
            </a:r>
            <a:r>
              <a:rPr lang="en-US" sz="1800" b="1" spc="8" noProof="0" dirty="0">
                <a:solidFill>
                  <a:srgbClr val="3333CC"/>
                </a:solidFill>
                <a:cs typeface="Segoe UI"/>
              </a:rPr>
              <a:t> </a:t>
            </a:r>
            <a:r>
              <a:rPr lang="en-US" sz="1800" spc="-8" noProof="0" dirty="0">
                <a:solidFill>
                  <a:srgbClr val="2D2C2C"/>
                </a:solidFill>
                <a:cs typeface="Segoe UI"/>
              </a:rPr>
              <a:t>is a general file archiver utility.</a:t>
            </a:r>
            <a:endParaRPr lang="en-US" sz="1800" noProof="0" dirty="0">
              <a:cs typeface="Segoe UI"/>
            </a:endParaRPr>
          </a:p>
          <a:p>
            <a:pPr marL="518001" lvl="1" indent="-233204">
              <a:spcBef>
                <a:spcPts val="488"/>
              </a:spcBef>
              <a:buClr>
                <a:srgbClr val="000000"/>
              </a:buClr>
              <a:buFont typeface="Arial"/>
              <a:buChar char="•"/>
              <a:tabLst>
                <a:tab pos="517485" algn="l"/>
                <a:tab pos="518001" algn="l"/>
              </a:tabLst>
            </a:pPr>
            <a:r>
              <a:rPr lang="en-US" sz="1800" spc="-8" noProof="0" dirty="0">
                <a:solidFill>
                  <a:srgbClr val="2D2C2C"/>
                </a:solidFill>
                <a:cs typeface="Segoe UI"/>
              </a:rPr>
              <a:t>The name </a:t>
            </a:r>
            <a:r>
              <a:rPr lang="en-US" sz="1800" b="1" spc="-61" noProof="0" dirty="0" err="1">
                <a:solidFill>
                  <a:srgbClr val="3333CC"/>
                </a:solidFill>
                <a:latin typeface="Hack" panose="020B0609030202020204" pitchFamily="49" charset="0"/>
                <a:ea typeface="Hack" panose="020B0609030202020204" pitchFamily="49" charset="0"/>
                <a:cs typeface="Hack" panose="020B0609030202020204" pitchFamily="49" charset="0"/>
              </a:rPr>
              <a:t>cpio</a:t>
            </a:r>
            <a:r>
              <a:rPr lang="en-US" sz="1800" spc="-8" noProof="0" dirty="0">
                <a:solidFill>
                  <a:srgbClr val="2D2C2C"/>
                </a:solidFill>
                <a:cs typeface="Segoe UI"/>
              </a:rPr>
              <a:t> is derived from </a:t>
            </a:r>
            <a:r>
              <a:rPr lang="en-US" spc="-8" noProof="0" dirty="0">
                <a:solidFill>
                  <a:srgbClr val="2D2C2C"/>
                </a:solidFill>
                <a:cs typeface="Segoe UI"/>
              </a:rPr>
              <a:t>“</a:t>
            </a:r>
            <a:r>
              <a:rPr lang="en-US" sz="1800" b="1" spc="-8" noProof="0" dirty="0">
                <a:solidFill>
                  <a:srgbClr val="2D2C2C"/>
                </a:solidFill>
                <a:cs typeface="Segoe UI"/>
              </a:rPr>
              <a:t>c</a:t>
            </a:r>
            <a:r>
              <a:rPr lang="en-US" sz="1800" spc="-8" noProof="0" dirty="0">
                <a:solidFill>
                  <a:srgbClr val="2D2C2C"/>
                </a:solidFill>
                <a:cs typeface="Segoe UI"/>
              </a:rPr>
              <a:t>o</a:t>
            </a:r>
            <a:r>
              <a:rPr lang="en-US" sz="1800" b="1" spc="-8" noProof="0" dirty="0">
                <a:solidFill>
                  <a:srgbClr val="2D2C2C"/>
                </a:solidFill>
                <a:cs typeface="Segoe UI"/>
              </a:rPr>
              <a:t>p</a:t>
            </a:r>
            <a:r>
              <a:rPr lang="en-US" sz="1800" spc="-8" noProof="0" dirty="0">
                <a:solidFill>
                  <a:srgbClr val="2D2C2C"/>
                </a:solidFill>
                <a:cs typeface="Segoe UI"/>
              </a:rPr>
              <a:t>y </a:t>
            </a:r>
            <a:r>
              <a:rPr lang="en-US" sz="1800" b="1" spc="-8" noProof="0" dirty="0">
                <a:solidFill>
                  <a:srgbClr val="2D2C2C"/>
                </a:solidFill>
                <a:cs typeface="Segoe UI"/>
              </a:rPr>
              <a:t>i</a:t>
            </a:r>
            <a:r>
              <a:rPr lang="en-US" sz="1800" spc="-8" noProof="0" dirty="0">
                <a:solidFill>
                  <a:srgbClr val="2D2C2C"/>
                </a:solidFill>
                <a:cs typeface="Segoe UI"/>
              </a:rPr>
              <a:t>n copy </a:t>
            </a:r>
            <a:r>
              <a:rPr lang="en-US" sz="1800" b="1" spc="-8" noProof="0" dirty="0">
                <a:solidFill>
                  <a:srgbClr val="2D2C2C"/>
                </a:solidFill>
                <a:cs typeface="Segoe UI"/>
              </a:rPr>
              <a:t>o</a:t>
            </a:r>
            <a:r>
              <a:rPr lang="en-US" sz="1800" spc="-8" noProof="0" dirty="0">
                <a:solidFill>
                  <a:srgbClr val="2D2C2C"/>
                </a:solidFill>
                <a:cs typeface="Segoe UI"/>
              </a:rPr>
              <a:t>ut</a:t>
            </a:r>
            <a:r>
              <a:rPr lang="en-US" spc="-8" noProof="0" dirty="0">
                <a:solidFill>
                  <a:srgbClr val="2D2C2C"/>
                </a:solidFill>
                <a:cs typeface="Segoe UI"/>
              </a:rPr>
              <a:t>”</a:t>
            </a:r>
            <a:r>
              <a:rPr lang="en-US" sz="1800" spc="-8" noProof="0" dirty="0">
                <a:solidFill>
                  <a:srgbClr val="2D2C2C"/>
                </a:solidFill>
                <a:cs typeface="Segoe UI"/>
              </a:rPr>
              <a:t>.</a:t>
            </a:r>
          </a:p>
          <a:p>
            <a:pPr marL="518001" lvl="1" indent="-233204">
              <a:spcBef>
                <a:spcPts val="488"/>
              </a:spcBef>
              <a:buClr>
                <a:srgbClr val="000000"/>
              </a:buClr>
              <a:buFont typeface="Arial"/>
              <a:buChar char="•"/>
              <a:tabLst>
                <a:tab pos="517485" algn="l"/>
                <a:tab pos="518001" algn="l"/>
              </a:tabLst>
            </a:pPr>
            <a:r>
              <a:rPr lang="en-US" sz="1800" spc="-8" noProof="0" dirty="0">
                <a:solidFill>
                  <a:srgbClr val="2D2C2C"/>
                </a:solidFill>
                <a:cs typeface="Segoe UI"/>
              </a:rPr>
              <a:t>It was originally intended as a tape archiving program.</a:t>
            </a:r>
          </a:p>
          <a:p>
            <a:pPr marL="975201" lvl="2" indent="-233204">
              <a:spcBef>
                <a:spcPts val="488"/>
              </a:spcBef>
              <a:buClr>
                <a:srgbClr val="000000"/>
              </a:buClr>
              <a:buFont typeface="Arial"/>
              <a:buChar char="•"/>
              <a:tabLst>
                <a:tab pos="517485" algn="l"/>
                <a:tab pos="518001" algn="l"/>
              </a:tabLst>
            </a:pPr>
            <a:r>
              <a:rPr lang="en-US" sz="1800" spc="-8" noProof="0" dirty="0">
                <a:solidFill>
                  <a:srgbClr val="2D2C2C"/>
                </a:solidFill>
                <a:cs typeface="Segoe UI"/>
              </a:rPr>
              <a:t>Switches:</a:t>
            </a:r>
          </a:p>
          <a:p>
            <a:pPr marL="0" indent="0">
              <a:buNone/>
            </a:pPr>
            <a:endParaRPr lang="en-US" sz="1800" noProof="0" dirty="0"/>
          </a:p>
        </p:txBody>
      </p:sp>
      <p:sp>
        <p:nvSpPr>
          <p:cNvPr id="2" name="Slide Number Placeholder 1">
            <a:extLst>
              <a:ext uri="{FF2B5EF4-FFF2-40B4-BE49-F238E27FC236}">
                <a16:creationId xmlns:a16="http://schemas.microsoft.com/office/drawing/2014/main" id="{A9A6FF77-D641-4417-92E7-11CC6238BF20}"/>
              </a:ext>
            </a:extLst>
          </p:cNvPr>
          <p:cNvSpPr>
            <a:spLocks noGrp="1"/>
          </p:cNvSpPr>
          <p:nvPr>
            <p:ph type="sldNum" sz="quarter" idx="12"/>
          </p:nvPr>
        </p:nvSpPr>
        <p:spPr>
          <a:prstGeom prst="rect">
            <a:avLst/>
          </a:prstGeom>
        </p:spPr>
        <p:txBody>
          <a:bodyPr/>
          <a:lstStyle/>
          <a:p>
            <a:fld id="{EF892D59-8F09-EF4B-AD6D-DA609442F868}" type="slidenum">
              <a:rPr lang="en-US" noProof="0" smtClean="0"/>
              <a:pPr/>
              <a:t>13</a:t>
            </a:fld>
            <a:endParaRPr lang="en-US" noProof="0" dirty="0"/>
          </a:p>
        </p:txBody>
      </p:sp>
      <p:graphicFrame>
        <p:nvGraphicFramePr>
          <p:cNvPr id="6" name="Table 6">
            <a:extLst>
              <a:ext uri="{FF2B5EF4-FFF2-40B4-BE49-F238E27FC236}">
                <a16:creationId xmlns:a16="http://schemas.microsoft.com/office/drawing/2014/main" id="{71CD2C96-5299-4EE8-DE8D-0834A084B49D}"/>
              </a:ext>
            </a:extLst>
          </p:cNvPr>
          <p:cNvGraphicFramePr>
            <a:graphicFrameLocks noGrp="1"/>
          </p:cNvGraphicFramePr>
          <p:nvPr>
            <p:extLst>
              <p:ext uri="{D42A27DB-BD31-4B8C-83A1-F6EECF244321}">
                <p14:modId xmlns:p14="http://schemas.microsoft.com/office/powerpoint/2010/main" val="2454937000"/>
              </p:ext>
            </p:extLst>
          </p:nvPr>
        </p:nvGraphicFramePr>
        <p:xfrm>
          <a:off x="4910599" y="3125263"/>
          <a:ext cx="6770077" cy="2956560"/>
        </p:xfrm>
        <a:graphic>
          <a:graphicData uri="http://schemas.openxmlformats.org/drawingml/2006/table">
            <a:tbl>
              <a:tblPr firstRow="1" bandRow="1">
                <a:tableStyleId>{5C22544A-7EE6-4342-B048-85BDC9FD1C3A}</a:tableStyleId>
              </a:tblPr>
              <a:tblGrid>
                <a:gridCol w="1411288">
                  <a:extLst>
                    <a:ext uri="{9D8B030D-6E8A-4147-A177-3AD203B41FA5}">
                      <a16:colId xmlns:a16="http://schemas.microsoft.com/office/drawing/2014/main" val="4061759465"/>
                    </a:ext>
                  </a:extLst>
                </a:gridCol>
                <a:gridCol w="5358789">
                  <a:extLst>
                    <a:ext uri="{9D8B030D-6E8A-4147-A177-3AD203B41FA5}">
                      <a16:colId xmlns:a16="http://schemas.microsoft.com/office/drawing/2014/main" val="43753803"/>
                    </a:ext>
                  </a:extLst>
                </a:gridCol>
              </a:tblGrid>
              <a:tr h="356212">
                <a:tc>
                  <a:txBody>
                    <a:bodyPr/>
                    <a:lstStyle/>
                    <a:p>
                      <a:r>
                        <a:rPr lang="en-US" sz="1800" noProof="0" dirty="0">
                          <a:solidFill>
                            <a:schemeClr val="tx1"/>
                          </a:solidFill>
                        </a:rPr>
                        <a:t>Switch</a:t>
                      </a:r>
                    </a:p>
                  </a:txBody>
                  <a:tcPr/>
                </a:tc>
                <a:tc>
                  <a:txBody>
                    <a:bodyPr/>
                    <a:lstStyle/>
                    <a:p>
                      <a:r>
                        <a:rPr lang="en-US" sz="1800" noProof="0" dirty="0">
                          <a:solidFill>
                            <a:schemeClr val="tx1"/>
                          </a:solidFill>
                        </a:rPr>
                        <a:t>Meaning</a:t>
                      </a:r>
                    </a:p>
                  </a:txBody>
                  <a:tcPr/>
                </a:tc>
                <a:extLst>
                  <a:ext uri="{0D108BD9-81ED-4DB2-BD59-A6C34878D82A}">
                    <a16:rowId xmlns:a16="http://schemas.microsoft.com/office/drawing/2014/main" val="3016451807"/>
                  </a:ext>
                </a:extLst>
              </a:tr>
              <a:tr h="370840">
                <a:tc>
                  <a:txBody>
                    <a:bodyPr/>
                    <a:lstStyle/>
                    <a:p>
                      <a:r>
                        <a:rPr lang="en-US" sz="1800" b="1" noProof="0" dirty="0">
                          <a:solidFill>
                            <a:srgbClr val="7030A0"/>
                          </a:solidFill>
                          <a:latin typeface="Hack" panose="020B0609030202020204"/>
                        </a:rPr>
                        <a:t>-o</a:t>
                      </a:r>
                      <a:endParaRPr lang="en-US" sz="1800" b="1" noProof="0" dirty="0">
                        <a:solidFill>
                          <a:srgbClr val="7030A0"/>
                        </a:solidFill>
                        <a:latin typeface="Hack" panose="020B0609030202020204"/>
                        <a:ea typeface="Hack" panose="020B0609030202020204" pitchFamily="49" charset="0"/>
                        <a:cs typeface="Hack" panose="020B0609030202020204" pitchFamily="49" charset="0"/>
                      </a:endParaRPr>
                    </a:p>
                  </a:txBody>
                  <a:tcPr/>
                </a:tc>
                <a:tc>
                  <a:txBody>
                    <a:bodyPr/>
                    <a:lstStyle/>
                    <a:p>
                      <a:r>
                        <a:rPr lang="en-US" sz="1800" b="1" noProof="0" dirty="0"/>
                        <a:t>O</a:t>
                      </a:r>
                      <a:r>
                        <a:rPr lang="en-US" sz="1800" noProof="0" dirty="0"/>
                        <a:t>utput file (backup to)</a:t>
                      </a:r>
                    </a:p>
                  </a:txBody>
                  <a:tcPr/>
                </a:tc>
                <a:extLst>
                  <a:ext uri="{0D108BD9-81ED-4DB2-BD59-A6C34878D82A}">
                    <a16:rowId xmlns:a16="http://schemas.microsoft.com/office/drawing/2014/main" val="3593900674"/>
                  </a:ext>
                </a:extLst>
              </a:tr>
              <a:tr h="370840">
                <a:tc>
                  <a:txBody>
                    <a:bodyPr/>
                    <a:lstStyle/>
                    <a:p>
                      <a:r>
                        <a:rPr lang="en-US" sz="1800" b="1" noProof="0" dirty="0">
                          <a:solidFill>
                            <a:srgbClr val="7030A0"/>
                          </a:solidFill>
                          <a:latin typeface="Hack" panose="020B0609030202020204"/>
                        </a:rPr>
                        <a:t>-</a:t>
                      </a:r>
                      <a:r>
                        <a:rPr lang="en-US" sz="1800" b="1" noProof="0" dirty="0" err="1">
                          <a:solidFill>
                            <a:srgbClr val="7030A0"/>
                          </a:solidFill>
                          <a:latin typeface="Hack" panose="020B0609030202020204"/>
                        </a:rPr>
                        <a:t>i</a:t>
                      </a:r>
                      <a:endParaRPr lang="en-US" sz="1800" b="1" noProof="0" dirty="0">
                        <a:solidFill>
                          <a:srgbClr val="7030A0"/>
                        </a:solidFill>
                        <a:latin typeface="Hack" panose="020B0609030202020204"/>
                        <a:ea typeface="Hack" panose="020B0609030202020204" pitchFamily="49" charset="0"/>
                        <a:cs typeface="Hack" panose="020B0609030202020204" pitchFamily="49" charset="0"/>
                      </a:endParaRPr>
                    </a:p>
                  </a:txBody>
                  <a:tcPr/>
                </a:tc>
                <a:tc>
                  <a:txBody>
                    <a:bodyPr/>
                    <a:lstStyle/>
                    <a:p>
                      <a:r>
                        <a:rPr lang="en-US" sz="1800" b="1" noProof="0" dirty="0"/>
                        <a:t>I</a:t>
                      </a:r>
                      <a:r>
                        <a:rPr lang="en-US" sz="1800" noProof="0" dirty="0"/>
                        <a:t>nput file (restore from)</a:t>
                      </a:r>
                    </a:p>
                  </a:txBody>
                  <a:tcPr/>
                </a:tc>
                <a:extLst>
                  <a:ext uri="{0D108BD9-81ED-4DB2-BD59-A6C34878D82A}">
                    <a16:rowId xmlns:a16="http://schemas.microsoft.com/office/drawing/2014/main" val="2095911458"/>
                  </a:ext>
                </a:extLst>
              </a:tr>
              <a:tr h="370840">
                <a:tc>
                  <a:txBody>
                    <a:bodyPr/>
                    <a:lstStyle/>
                    <a:p>
                      <a:r>
                        <a:rPr lang="en-US" sz="1800" b="1" noProof="0" dirty="0">
                          <a:solidFill>
                            <a:srgbClr val="7030A0"/>
                          </a:solidFill>
                          <a:latin typeface="Hack" panose="020B0609030202020204"/>
                        </a:rPr>
                        <a:t>-v</a:t>
                      </a:r>
                      <a:endParaRPr lang="en-US" sz="1800" b="1" noProof="0" dirty="0">
                        <a:solidFill>
                          <a:srgbClr val="7030A0"/>
                        </a:solidFill>
                        <a:latin typeface="Hack" panose="020B0609030202020204"/>
                        <a:ea typeface="Hack" panose="020B0609030202020204" pitchFamily="49" charset="0"/>
                        <a:cs typeface="Hack" panose="020B0609030202020204" pitchFamily="49" charset="0"/>
                      </a:endParaRPr>
                    </a:p>
                  </a:txBody>
                  <a:tcPr/>
                </a:tc>
                <a:tc>
                  <a:txBody>
                    <a:bodyPr/>
                    <a:lstStyle/>
                    <a:p>
                      <a:r>
                        <a:rPr lang="en-US" sz="1800" b="1" noProof="0" dirty="0"/>
                        <a:t>V</a:t>
                      </a:r>
                      <a:r>
                        <a:rPr lang="en-US" sz="1800" noProof="0" dirty="0"/>
                        <a:t>erbose</a:t>
                      </a:r>
                    </a:p>
                  </a:txBody>
                  <a:tcPr/>
                </a:tc>
                <a:extLst>
                  <a:ext uri="{0D108BD9-81ED-4DB2-BD59-A6C34878D82A}">
                    <a16:rowId xmlns:a16="http://schemas.microsoft.com/office/drawing/2014/main" val="349536880"/>
                  </a:ext>
                </a:extLst>
              </a:tr>
              <a:tr h="370840">
                <a:tc>
                  <a:txBody>
                    <a:bodyPr/>
                    <a:lstStyle/>
                    <a:p>
                      <a:r>
                        <a:rPr lang="en-US" sz="1800" b="1" noProof="0" dirty="0">
                          <a:solidFill>
                            <a:srgbClr val="7030A0"/>
                          </a:solidFill>
                          <a:latin typeface="Hack" panose="020B0609030202020204"/>
                        </a:rPr>
                        <a:t>-t</a:t>
                      </a:r>
                      <a:endParaRPr lang="en-US" sz="1800" b="1" noProof="0" dirty="0">
                        <a:solidFill>
                          <a:srgbClr val="7030A0"/>
                        </a:solidFill>
                        <a:latin typeface="Hack" panose="020B0609030202020204"/>
                        <a:ea typeface="Hack" panose="020B0609030202020204" pitchFamily="49" charset="0"/>
                        <a:cs typeface="Hack" panose="020B0609030202020204" pitchFamily="49" charset="0"/>
                      </a:endParaRPr>
                    </a:p>
                  </a:txBody>
                  <a:tcPr/>
                </a:tc>
                <a:tc>
                  <a:txBody>
                    <a:bodyPr/>
                    <a:lstStyle/>
                    <a:p>
                      <a:r>
                        <a:rPr lang="en-US" sz="1800" b="1" noProof="0" dirty="0"/>
                        <a:t>T</a:t>
                      </a:r>
                      <a:r>
                        <a:rPr lang="en-US" sz="1800" noProof="0" dirty="0"/>
                        <a:t>est (list)</a:t>
                      </a:r>
                    </a:p>
                  </a:txBody>
                  <a:tcPr/>
                </a:tc>
                <a:extLst>
                  <a:ext uri="{0D108BD9-81ED-4DB2-BD59-A6C34878D82A}">
                    <a16:rowId xmlns:a16="http://schemas.microsoft.com/office/drawing/2014/main" val="1812402162"/>
                  </a:ext>
                </a:extLst>
              </a:tr>
              <a:tr h="370840">
                <a:tc>
                  <a:txBody>
                    <a:bodyPr/>
                    <a:lstStyle/>
                    <a:p>
                      <a:r>
                        <a:rPr lang="en-US" sz="1800" b="1" noProof="0" dirty="0">
                          <a:solidFill>
                            <a:srgbClr val="7030A0"/>
                          </a:solidFill>
                          <a:latin typeface="Hack" panose="020B0609030202020204"/>
                        </a:rPr>
                        <a:t>-d</a:t>
                      </a:r>
                      <a:endParaRPr lang="en-US" sz="1800" b="1" noProof="0" dirty="0">
                        <a:solidFill>
                          <a:srgbClr val="7030A0"/>
                        </a:solidFill>
                        <a:latin typeface="Hack" panose="020B0609030202020204"/>
                        <a:ea typeface="Hack" panose="020B0609030202020204" pitchFamily="49" charset="0"/>
                        <a:cs typeface="Hack" panose="020B0609030202020204" pitchFamily="49" charset="0"/>
                      </a:endParaRPr>
                    </a:p>
                  </a:txBody>
                  <a:tcPr/>
                </a:tc>
                <a:tc>
                  <a:txBody>
                    <a:bodyPr/>
                    <a:lstStyle/>
                    <a:p>
                      <a:r>
                        <a:rPr lang="en-US" sz="1800" noProof="0" dirty="0"/>
                        <a:t>Create leading </a:t>
                      </a:r>
                      <a:r>
                        <a:rPr lang="en-US" sz="1800" b="1" noProof="0" dirty="0"/>
                        <a:t>d</a:t>
                      </a:r>
                      <a:r>
                        <a:rPr lang="en-US" sz="1800" noProof="0" dirty="0"/>
                        <a:t>irectories</a:t>
                      </a:r>
                    </a:p>
                  </a:txBody>
                  <a:tcPr/>
                </a:tc>
                <a:extLst>
                  <a:ext uri="{0D108BD9-81ED-4DB2-BD59-A6C34878D82A}">
                    <a16:rowId xmlns:a16="http://schemas.microsoft.com/office/drawing/2014/main" val="3707426979"/>
                  </a:ext>
                </a:extLst>
              </a:tr>
              <a:tr h="370840">
                <a:tc>
                  <a:txBody>
                    <a:bodyPr/>
                    <a:lstStyle/>
                    <a:p>
                      <a:r>
                        <a:rPr lang="en-US" sz="1800" b="1" noProof="0" dirty="0">
                          <a:solidFill>
                            <a:srgbClr val="7030A0"/>
                          </a:solidFill>
                          <a:latin typeface="Hack" panose="020B0609030202020204"/>
                        </a:rPr>
                        <a:t>-m</a:t>
                      </a:r>
                      <a:endParaRPr lang="en-US" sz="1800" b="1" noProof="0" dirty="0">
                        <a:solidFill>
                          <a:srgbClr val="7030A0"/>
                        </a:solidFill>
                        <a:latin typeface="Hack" panose="020B0609030202020204"/>
                        <a:ea typeface="Hack" panose="020B0609030202020204" pitchFamily="49" charset="0"/>
                        <a:cs typeface="Hack" panose="020B0609030202020204" pitchFamily="49" charset="0"/>
                      </a:endParaRPr>
                    </a:p>
                  </a:txBody>
                  <a:tcPr/>
                </a:tc>
                <a:tc>
                  <a:txBody>
                    <a:bodyPr/>
                    <a:lstStyle/>
                    <a:p>
                      <a:r>
                        <a:rPr lang="en-US" sz="1800" noProof="0" dirty="0"/>
                        <a:t>Preserve </a:t>
                      </a:r>
                      <a:r>
                        <a:rPr lang="en-US" sz="1800" b="1" noProof="0" dirty="0"/>
                        <a:t>m</a:t>
                      </a:r>
                      <a:r>
                        <a:rPr lang="en-US" sz="1800" noProof="0" dirty="0"/>
                        <a:t>odification time</a:t>
                      </a:r>
                    </a:p>
                  </a:txBody>
                  <a:tcPr/>
                </a:tc>
                <a:extLst>
                  <a:ext uri="{0D108BD9-81ED-4DB2-BD59-A6C34878D82A}">
                    <a16:rowId xmlns:a16="http://schemas.microsoft.com/office/drawing/2014/main" val="2236130367"/>
                  </a:ext>
                </a:extLst>
              </a:tr>
              <a:tr h="0">
                <a:tc>
                  <a:txBody>
                    <a:bodyPr/>
                    <a:lstStyle/>
                    <a:p>
                      <a:r>
                        <a:rPr lang="en-US" sz="1800" b="1" noProof="0" dirty="0">
                          <a:solidFill>
                            <a:srgbClr val="7030A0"/>
                          </a:solidFill>
                          <a:latin typeface="Hack" panose="020B0609030202020204"/>
                        </a:rPr>
                        <a:t>-c</a:t>
                      </a:r>
                      <a:endParaRPr lang="en-US" sz="1800" b="1" noProof="0" dirty="0">
                        <a:solidFill>
                          <a:srgbClr val="7030A0"/>
                        </a:solidFill>
                        <a:latin typeface="Hack" panose="020B0609030202020204"/>
                        <a:ea typeface="Hack" panose="020B0609030202020204" pitchFamily="49" charset="0"/>
                        <a:cs typeface="Hack" panose="020B0609030202020204" pitchFamily="49" charset="0"/>
                      </a:endParaRPr>
                    </a:p>
                  </a:txBody>
                  <a:tcPr/>
                </a:tc>
                <a:tc>
                  <a:txBody>
                    <a:bodyPr/>
                    <a:lstStyle/>
                    <a:p>
                      <a:r>
                        <a:rPr lang="en-US" sz="1800" noProof="0" dirty="0"/>
                        <a:t>Use the svr4 format</a:t>
                      </a:r>
                    </a:p>
                  </a:txBody>
                  <a:tcPr/>
                </a:tc>
                <a:extLst>
                  <a:ext uri="{0D108BD9-81ED-4DB2-BD59-A6C34878D82A}">
                    <a16:rowId xmlns:a16="http://schemas.microsoft.com/office/drawing/2014/main" val="2193043301"/>
                  </a:ext>
                </a:extLst>
              </a:tr>
            </a:tbl>
          </a:graphicData>
        </a:graphic>
      </p:graphicFrame>
    </p:spTree>
    <p:extLst>
      <p:ext uri="{BB962C8B-B14F-4D97-AF65-F5344CB8AC3E}">
        <p14:creationId xmlns:p14="http://schemas.microsoft.com/office/powerpoint/2010/main" val="144040061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5F40765-03EA-8C50-1B09-B463A64926D8}"/>
              </a:ext>
            </a:extLst>
          </p:cNvPr>
          <p:cNvSpPr>
            <a:spLocks noGrp="1"/>
          </p:cNvSpPr>
          <p:nvPr>
            <p:ph type="ctrTitle"/>
          </p:nvPr>
        </p:nvSpPr>
        <p:spPr/>
        <p:txBody>
          <a:bodyPr/>
          <a:lstStyle/>
          <a:p>
            <a:r>
              <a:rPr lang="en-US" noProof="0" dirty="0"/>
              <a:t>Examples</a:t>
            </a:r>
          </a:p>
        </p:txBody>
      </p:sp>
      <p:sp>
        <p:nvSpPr>
          <p:cNvPr id="5" name="Text Placeholder 4">
            <a:extLst>
              <a:ext uri="{FF2B5EF4-FFF2-40B4-BE49-F238E27FC236}">
                <a16:creationId xmlns:a16="http://schemas.microsoft.com/office/drawing/2014/main" id="{91A8ED3D-B755-43C9-BCB1-DCF495C0C9DB}"/>
              </a:ext>
            </a:extLst>
          </p:cNvPr>
          <p:cNvSpPr>
            <a:spLocks noGrp="1"/>
          </p:cNvSpPr>
          <p:nvPr>
            <p:ph sz="quarter" idx="4"/>
          </p:nvPr>
        </p:nvSpPr>
        <p:spPr/>
        <p:txBody>
          <a:bodyPr/>
          <a:lstStyle/>
          <a:p>
            <a:pPr marL="289957" indent="-280154">
              <a:spcBef>
                <a:spcPts val="569"/>
              </a:spcBef>
              <a:buClr>
                <a:srgbClr val="000000"/>
              </a:buClr>
              <a:buFont typeface="Arial"/>
              <a:buChar char="•"/>
              <a:tabLst>
                <a:tab pos="289957" algn="l"/>
                <a:tab pos="290473" algn="l"/>
              </a:tabLst>
            </a:pPr>
            <a:r>
              <a:rPr lang="en-US" sz="1800" b="1" spc="-61" noProof="0" dirty="0" err="1">
                <a:solidFill>
                  <a:srgbClr val="3333CC"/>
                </a:solidFill>
                <a:latin typeface="Hack" panose="020B0609030202020204" pitchFamily="49" charset="0"/>
                <a:ea typeface="Hack" panose="020B0609030202020204" pitchFamily="49" charset="0"/>
                <a:cs typeface="Hack" panose="020B0609030202020204" pitchFamily="49" charset="0"/>
              </a:rPr>
              <a:t>cpio</a:t>
            </a:r>
            <a:r>
              <a:rPr lang="en-US" sz="1800" b="1" spc="8" noProof="0" dirty="0">
                <a:solidFill>
                  <a:srgbClr val="3333CC"/>
                </a:solidFill>
                <a:cs typeface="Segoe UI"/>
              </a:rPr>
              <a:t> </a:t>
            </a:r>
            <a:r>
              <a:rPr lang="en-US" sz="1800" spc="-8" noProof="0" dirty="0">
                <a:solidFill>
                  <a:srgbClr val="2D2C2C"/>
                </a:solidFill>
                <a:cs typeface="Segoe UI"/>
              </a:rPr>
              <a:t>takes the list of file names to from stdin, when backing up (</a:t>
            </a:r>
            <a:r>
              <a:rPr lang="en-US" sz="1800" b="1" spc="-8" noProof="0" dirty="0">
                <a:solidFill>
                  <a:srgbClr val="7030A0"/>
                </a:solidFill>
                <a:latin typeface="Hack" panose="020B0609030202020204" pitchFamily="49" charset="0"/>
                <a:ea typeface="Hack" panose="020B0609030202020204" pitchFamily="49" charset="0"/>
                <a:cs typeface="Hack" panose="020B0609030202020204" pitchFamily="49" charset="0"/>
              </a:rPr>
              <a:t>-</a:t>
            </a:r>
            <a:r>
              <a:rPr lang="en-US" sz="1800" b="1" spc="-8" noProof="0" dirty="0" err="1">
                <a:solidFill>
                  <a:srgbClr val="7030A0"/>
                </a:solidFill>
                <a:latin typeface="Hack" panose="020B0609030202020204" pitchFamily="49" charset="0"/>
                <a:ea typeface="Hack" panose="020B0609030202020204" pitchFamily="49" charset="0"/>
                <a:cs typeface="Hack" panose="020B0609030202020204" pitchFamily="49" charset="0"/>
              </a:rPr>
              <a:t>i</a:t>
            </a:r>
            <a:r>
              <a:rPr lang="en-US" sz="1800" spc="-8" noProof="0" dirty="0">
                <a:solidFill>
                  <a:srgbClr val="2D2C2C"/>
                </a:solidFill>
                <a:cs typeface="Segoe UI"/>
              </a:rPr>
              <a:t>).</a:t>
            </a:r>
          </a:p>
          <a:p>
            <a:pPr marL="469953" lvl="1" indent="-280154">
              <a:spcBef>
                <a:spcPts val="569"/>
              </a:spcBef>
              <a:buClr>
                <a:srgbClr val="000000"/>
              </a:buClr>
              <a:buFont typeface="Arial"/>
              <a:buChar char="•"/>
              <a:tabLst>
                <a:tab pos="289957" algn="l"/>
                <a:tab pos="290473" algn="l"/>
              </a:tabLst>
            </a:pPr>
            <a:r>
              <a:rPr lang="en-US" sz="1800" spc="-8" noProof="0" dirty="0">
                <a:solidFill>
                  <a:srgbClr val="2D2C2C"/>
                </a:solidFill>
                <a:cs typeface="Segoe UI"/>
              </a:rPr>
              <a:t>Find is an excellent way of producing this list programmatically.</a:t>
            </a:r>
          </a:p>
          <a:p>
            <a:pPr marL="469953" lvl="1" indent="-280154">
              <a:spcBef>
                <a:spcPts val="569"/>
              </a:spcBef>
              <a:buClr>
                <a:srgbClr val="000000"/>
              </a:buClr>
              <a:buFont typeface="Arial"/>
              <a:buChar char="•"/>
              <a:tabLst>
                <a:tab pos="289957" algn="l"/>
                <a:tab pos="290473" algn="l"/>
              </a:tabLst>
            </a:pPr>
            <a:r>
              <a:rPr lang="en-US" sz="1800" spc="-8" noProof="0" dirty="0">
                <a:solidFill>
                  <a:srgbClr val="2D2C2C"/>
                </a:solidFill>
                <a:cs typeface="Segoe UI"/>
              </a:rPr>
              <a:t>It sends the backup to </a:t>
            </a:r>
            <a:r>
              <a:rPr lang="en-US" sz="1800" spc="-8" noProof="0" dirty="0" err="1">
                <a:solidFill>
                  <a:srgbClr val="2D2C2C"/>
                </a:solidFill>
                <a:cs typeface="Segoe UI"/>
              </a:rPr>
              <a:t>stdout</a:t>
            </a:r>
            <a:r>
              <a:rPr lang="en-US" sz="1800" spc="-8" noProof="0" dirty="0">
                <a:solidFill>
                  <a:srgbClr val="2D2C2C"/>
                </a:solidFill>
                <a:cs typeface="Segoe UI"/>
              </a:rPr>
              <a:t> hence the </a:t>
            </a:r>
            <a:r>
              <a:rPr lang="en-US" sz="2000" b="1" spc="-8" noProof="0" dirty="0">
                <a:solidFill>
                  <a:srgbClr val="002060"/>
                </a:solidFill>
                <a:latin typeface="Hack" panose="020B0609030202020204" pitchFamily="49" charset="0"/>
                <a:ea typeface="Hack" panose="020B0609030202020204" pitchFamily="49" charset="0"/>
                <a:cs typeface="Hack" panose="020B0609030202020204" pitchFamily="49" charset="0"/>
              </a:rPr>
              <a:t>&gt;</a:t>
            </a:r>
            <a:r>
              <a:rPr lang="en-US" sz="1800" spc="-8" noProof="0" dirty="0">
                <a:solidFill>
                  <a:srgbClr val="2D2C2C"/>
                </a:solidFill>
                <a:cs typeface="Segoe UI"/>
              </a:rPr>
              <a:t> to redirect to file/device.</a:t>
            </a:r>
          </a:p>
          <a:p>
            <a:pPr marL="289957" indent="-280154">
              <a:spcBef>
                <a:spcPts val="569"/>
              </a:spcBef>
              <a:buClr>
                <a:srgbClr val="000000"/>
              </a:buClr>
              <a:buFont typeface="Arial"/>
              <a:buChar char="•"/>
              <a:tabLst>
                <a:tab pos="289957" algn="l"/>
                <a:tab pos="290473" algn="l"/>
              </a:tabLst>
            </a:pPr>
            <a:r>
              <a:rPr lang="en-US" sz="1800" b="1" spc="-61" noProof="0" dirty="0" err="1">
                <a:solidFill>
                  <a:srgbClr val="3333CC"/>
                </a:solidFill>
                <a:latin typeface="Hack" panose="020B0609030202020204" pitchFamily="49" charset="0"/>
                <a:ea typeface="Hack" panose="020B0609030202020204" pitchFamily="49" charset="0"/>
                <a:cs typeface="Hack" panose="020B0609030202020204" pitchFamily="49" charset="0"/>
              </a:rPr>
              <a:t>cpio</a:t>
            </a:r>
            <a:r>
              <a:rPr lang="en-US" sz="1800" b="1" spc="8" noProof="0" dirty="0">
                <a:solidFill>
                  <a:srgbClr val="3333CC"/>
                </a:solidFill>
                <a:cs typeface="Segoe UI"/>
              </a:rPr>
              <a:t> </a:t>
            </a:r>
            <a:r>
              <a:rPr lang="en-US" sz="1800" spc="-8" noProof="0" dirty="0">
                <a:solidFill>
                  <a:srgbClr val="2D2C2C"/>
                </a:solidFill>
                <a:cs typeface="Segoe UI"/>
              </a:rPr>
              <a:t>gets the archive from stdin when restoring (</a:t>
            </a:r>
            <a:r>
              <a:rPr lang="en-US" sz="1800" b="1" spc="-8" noProof="0" dirty="0">
                <a:solidFill>
                  <a:srgbClr val="7030A0"/>
                </a:solidFill>
                <a:latin typeface="Hack" panose="020B0609030202020204" pitchFamily="49" charset="0"/>
                <a:ea typeface="Hack" panose="020B0609030202020204" pitchFamily="49" charset="0"/>
                <a:cs typeface="Hack" panose="020B0609030202020204" pitchFamily="49" charset="0"/>
              </a:rPr>
              <a:t>-o</a:t>
            </a:r>
            <a:r>
              <a:rPr lang="en-US" sz="1800" spc="-8" noProof="0" dirty="0">
                <a:solidFill>
                  <a:srgbClr val="2D2C2C"/>
                </a:solidFill>
                <a:cs typeface="Segoe UI"/>
              </a:rPr>
              <a:t>).</a:t>
            </a:r>
          </a:p>
          <a:p>
            <a:pPr marL="469953" lvl="1" indent="-280154">
              <a:spcBef>
                <a:spcPts val="569"/>
              </a:spcBef>
              <a:buClr>
                <a:srgbClr val="000000"/>
              </a:buClr>
              <a:buFont typeface="Arial"/>
              <a:buChar char="•"/>
              <a:tabLst>
                <a:tab pos="289957" algn="l"/>
                <a:tab pos="290473" algn="l"/>
              </a:tabLst>
            </a:pPr>
            <a:r>
              <a:rPr lang="en-US" sz="1800" spc="-8" noProof="0" dirty="0">
                <a:solidFill>
                  <a:srgbClr val="2D2C2C"/>
                </a:solidFill>
                <a:cs typeface="Segoe UI"/>
              </a:rPr>
              <a:t>Hence the </a:t>
            </a:r>
            <a:r>
              <a:rPr lang="en-US" sz="2000" b="1" spc="-8" noProof="0" dirty="0">
                <a:solidFill>
                  <a:srgbClr val="002060"/>
                </a:solidFill>
                <a:latin typeface="Hack" panose="020B0609030202020204" pitchFamily="49" charset="0"/>
                <a:ea typeface="Hack" panose="020B0609030202020204" pitchFamily="49" charset="0"/>
                <a:cs typeface="Hack" panose="020B0609030202020204" pitchFamily="49" charset="0"/>
              </a:rPr>
              <a:t>&lt;</a:t>
            </a:r>
            <a:r>
              <a:rPr lang="en-US" sz="1800" spc="-8" noProof="0" dirty="0">
                <a:solidFill>
                  <a:srgbClr val="2D2C2C"/>
                </a:solidFill>
                <a:cs typeface="Segoe UI"/>
              </a:rPr>
              <a:t> to redirect from file/device.</a:t>
            </a:r>
          </a:p>
          <a:p>
            <a:pPr marL="0" indent="0">
              <a:buNone/>
            </a:pPr>
            <a:endParaRPr lang="en-US" sz="1800" noProof="0" dirty="0"/>
          </a:p>
        </p:txBody>
      </p:sp>
      <p:sp>
        <p:nvSpPr>
          <p:cNvPr id="2" name="Slide Number Placeholder 1">
            <a:extLst>
              <a:ext uri="{FF2B5EF4-FFF2-40B4-BE49-F238E27FC236}">
                <a16:creationId xmlns:a16="http://schemas.microsoft.com/office/drawing/2014/main" id="{A9A6FF77-D641-4417-92E7-11CC6238BF20}"/>
              </a:ext>
            </a:extLst>
          </p:cNvPr>
          <p:cNvSpPr>
            <a:spLocks noGrp="1"/>
          </p:cNvSpPr>
          <p:nvPr>
            <p:ph type="sldNum" sz="quarter" idx="12"/>
          </p:nvPr>
        </p:nvSpPr>
        <p:spPr>
          <a:prstGeom prst="rect">
            <a:avLst/>
          </a:prstGeom>
        </p:spPr>
        <p:txBody>
          <a:bodyPr/>
          <a:lstStyle/>
          <a:p>
            <a:fld id="{EF892D59-8F09-EF4B-AD6D-DA609442F868}" type="slidenum">
              <a:rPr lang="en-US" noProof="0" smtClean="0"/>
              <a:pPr/>
              <a:t>14</a:t>
            </a:fld>
            <a:endParaRPr lang="en-US" noProof="0" dirty="0"/>
          </a:p>
        </p:txBody>
      </p:sp>
      <p:sp>
        <p:nvSpPr>
          <p:cNvPr id="3" name="Rectangle 3">
            <a:extLst>
              <a:ext uri="{FF2B5EF4-FFF2-40B4-BE49-F238E27FC236}">
                <a16:creationId xmlns:a16="http://schemas.microsoft.com/office/drawing/2014/main" id="{8DF60D91-BC61-18CE-8D61-770BB2F16928}"/>
              </a:ext>
            </a:extLst>
          </p:cNvPr>
          <p:cNvSpPr>
            <a:spLocks noChangeArrowheads="1"/>
          </p:cNvSpPr>
          <p:nvPr/>
        </p:nvSpPr>
        <p:spPr bwMode="auto">
          <a:xfrm>
            <a:off x="2522049" y="4024276"/>
            <a:ext cx="7146314" cy="1290097"/>
          </a:xfrm>
          <a:prstGeom prst="rect">
            <a:avLst/>
          </a:prstGeom>
          <a:solidFill>
            <a:schemeClr val="tx1"/>
          </a:solidFill>
          <a:ln w="12700" algn="ctr">
            <a:solidFill>
              <a:schemeClr val="bg1"/>
            </a:solidFill>
            <a:miter lim="800000"/>
            <a:headEnd/>
            <a:tailEnd/>
          </a:ln>
          <a:effectLst>
            <a:outerShdw blurRad="50800" dist="50800" dir="2700000" algn="ctr" rotWithShape="0">
              <a:schemeClr val="bg2">
                <a:lumMod val="90000"/>
              </a:schemeClr>
            </a:outerShdw>
          </a:effectLst>
        </p:spPr>
        <p:txBody>
          <a:bodyPr wrap="square" lIns="95250" tIns="91440" rIns="95250" bIns="50800">
            <a:spAutoFit/>
          </a:bodyPr>
          <a:lstStyle/>
          <a:p>
            <a:pPr marL="71199">
              <a:spcBef>
                <a:spcPts val="102"/>
              </a:spcBef>
            </a:pPr>
            <a:r>
              <a:rPr lang="en-US" spc="-4" noProof="0" dirty="0">
                <a:solidFill>
                  <a:srgbClr val="FFFF00"/>
                </a:solidFill>
                <a:latin typeface="Courier New"/>
                <a:cs typeface="Courier New"/>
              </a:rPr>
              <a:t>$</a:t>
            </a:r>
            <a:r>
              <a:rPr lang="en-US" spc="-8" noProof="0" dirty="0">
                <a:solidFill>
                  <a:schemeClr val="bg1"/>
                </a:solidFill>
                <a:latin typeface="Courier New"/>
                <a:cs typeface="Courier New"/>
              </a:rPr>
              <a:t> </a:t>
            </a:r>
            <a:r>
              <a:rPr lang="en-US" b="1" spc="-4" noProof="0" dirty="0">
                <a:solidFill>
                  <a:schemeClr val="bg1"/>
                </a:solidFill>
                <a:latin typeface="Courier New"/>
                <a:cs typeface="Courier New"/>
              </a:rPr>
              <a:t>find</a:t>
            </a:r>
            <a:r>
              <a:rPr lang="en-US" b="1" spc="-8" noProof="0" dirty="0">
                <a:solidFill>
                  <a:schemeClr val="bg1"/>
                </a:solidFill>
                <a:latin typeface="Courier New"/>
                <a:cs typeface="Courier New"/>
              </a:rPr>
              <a:t> </a:t>
            </a:r>
            <a:r>
              <a:rPr lang="en-US" b="1" spc="-4" noProof="0" dirty="0">
                <a:solidFill>
                  <a:schemeClr val="bg1"/>
                </a:solidFill>
                <a:latin typeface="Courier New"/>
                <a:cs typeface="Courier New"/>
              </a:rPr>
              <a:t>. -</a:t>
            </a:r>
            <a:r>
              <a:rPr lang="en-US" b="1" spc="-4" noProof="0" dirty="0" err="1">
                <a:solidFill>
                  <a:schemeClr val="bg1"/>
                </a:solidFill>
                <a:latin typeface="Courier New"/>
                <a:cs typeface="Courier New"/>
              </a:rPr>
              <a:t>mtime</a:t>
            </a:r>
            <a:r>
              <a:rPr lang="en-US" b="1" spc="-8" noProof="0" dirty="0">
                <a:solidFill>
                  <a:schemeClr val="bg1"/>
                </a:solidFill>
                <a:latin typeface="Courier New"/>
                <a:cs typeface="Courier New"/>
              </a:rPr>
              <a:t> </a:t>
            </a:r>
            <a:r>
              <a:rPr lang="en-US" b="1" spc="-4" noProof="0" dirty="0">
                <a:solidFill>
                  <a:schemeClr val="bg1"/>
                </a:solidFill>
                <a:latin typeface="Courier New"/>
                <a:cs typeface="Courier New"/>
              </a:rPr>
              <a:t>-2</a:t>
            </a:r>
            <a:r>
              <a:rPr lang="en-US" b="1" spc="-8" noProof="0" dirty="0">
                <a:solidFill>
                  <a:schemeClr val="bg1"/>
                </a:solidFill>
                <a:latin typeface="Courier New"/>
                <a:cs typeface="Courier New"/>
              </a:rPr>
              <a:t> </a:t>
            </a:r>
            <a:r>
              <a:rPr lang="en-US" b="1" spc="-4" noProof="0" dirty="0">
                <a:solidFill>
                  <a:schemeClr val="bg1"/>
                </a:solidFill>
                <a:latin typeface="Courier New"/>
                <a:cs typeface="Courier New"/>
              </a:rPr>
              <a:t>-print | </a:t>
            </a:r>
            <a:r>
              <a:rPr lang="en-US" b="1" spc="-4" noProof="0" dirty="0" err="1">
                <a:solidFill>
                  <a:schemeClr val="bg1"/>
                </a:solidFill>
                <a:latin typeface="Courier New"/>
                <a:cs typeface="Courier New"/>
              </a:rPr>
              <a:t>cpio</a:t>
            </a:r>
            <a:r>
              <a:rPr lang="en-US" b="1" spc="-4" noProof="0" dirty="0">
                <a:solidFill>
                  <a:schemeClr val="bg1"/>
                </a:solidFill>
                <a:latin typeface="Courier New"/>
                <a:cs typeface="Courier New"/>
              </a:rPr>
              <a:t> -</a:t>
            </a:r>
            <a:r>
              <a:rPr lang="en-US" b="1" spc="-4" noProof="0" dirty="0" err="1">
                <a:solidFill>
                  <a:schemeClr val="bg1"/>
                </a:solidFill>
                <a:latin typeface="Courier New"/>
                <a:cs typeface="Courier New"/>
              </a:rPr>
              <a:t>ovc</a:t>
            </a:r>
            <a:r>
              <a:rPr lang="en-US" b="1" spc="-8" noProof="0" dirty="0">
                <a:solidFill>
                  <a:schemeClr val="bg1"/>
                </a:solidFill>
                <a:latin typeface="Courier New"/>
                <a:cs typeface="Courier New"/>
              </a:rPr>
              <a:t> </a:t>
            </a:r>
            <a:r>
              <a:rPr lang="en-US" b="1" spc="-4" noProof="0" dirty="0">
                <a:solidFill>
                  <a:schemeClr val="bg1"/>
                </a:solidFill>
                <a:latin typeface="Courier New"/>
                <a:cs typeface="Courier New"/>
              </a:rPr>
              <a:t>&gt;/dev/rmt0</a:t>
            </a:r>
          </a:p>
          <a:p>
            <a:pPr marL="71199">
              <a:spcBef>
                <a:spcPts val="102"/>
              </a:spcBef>
            </a:pPr>
            <a:r>
              <a:rPr lang="en-US" spc="-4" noProof="0" dirty="0">
                <a:solidFill>
                  <a:srgbClr val="FFFF00"/>
                </a:solidFill>
                <a:latin typeface="Courier New"/>
                <a:cs typeface="Courier New"/>
              </a:rPr>
              <a:t>$</a:t>
            </a:r>
            <a:r>
              <a:rPr lang="en-US" spc="-4" noProof="0" dirty="0">
                <a:solidFill>
                  <a:schemeClr val="bg1"/>
                </a:solidFill>
                <a:latin typeface="Courier New"/>
                <a:cs typeface="Courier New"/>
              </a:rPr>
              <a:t> </a:t>
            </a:r>
            <a:r>
              <a:rPr lang="en-US" b="1" spc="-4" noProof="0" dirty="0" err="1">
                <a:solidFill>
                  <a:schemeClr val="bg1"/>
                </a:solidFill>
                <a:latin typeface="Courier New"/>
                <a:cs typeface="Courier New"/>
              </a:rPr>
              <a:t>cpio</a:t>
            </a:r>
            <a:r>
              <a:rPr lang="en-US" b="1" spc="-12" noProof="0" dirty="0">
                <a:solidFill>
                  <a:schemeClr val="bg1"/>
                </a:solidFill>
                <a:latin typeface="Courier New"/>
                <a:cs typeface="Courier New"/>
              </a:rPr>
              <a:t> </a:t>
            </a:r>
            <a:r>
              <a:rPr lang="en-US" b="1" spc="-4" noProof="0" dirty="0">
                <a:solidFill>
                  <a:schemeClr val="bg1"/>
                </a:solidFill>
                <a:latin typeface="Courier New"/>
                <a:cs typeface="Courier New"/>
              </a:rPr>
              <a:t>-</a:t>
            </a:r>
            <a:r>
              <a:rPr lang="en-US" b="1" spc="-4" noProof="0" dirty="0" err="1">
                <a:solidFill>
                  <a:schemeClr val="bg1"/>
                </a:solidFill>
                <a:latin typeface="Courier New"/>
                <a:cs typeface="Courier New"/>
              </a:rPr>
              <a:t>itvc</a:t>
            </a:r>
            <a:r>
              <a:rPr lang="en-US" b="1" spc="-16" noProof="0" dirty="0">
                <a:solidFill>
                  <a:schemeClr val="bg1"/>
                </a:solidFill>
                <a:latin typeface="Courier New"/>
                <a:cs typeface="Courier New"/>
              </a:rPr>
              <a:t> </a:t>
            </a:r>
            <a:r>
              <a:rPr lang="en-US" b="1" spc="-4" noProof="0" dirty="0">
                <a:solidFill>
                  <a:schemeClr val="bg1"/>
                </a:solidFill>
                <a:latin typeface="Courier New"/>
                <a:cs typeface="Courier New"/>
              </a:rPr>
              <a:t>&lt;</a:t>
            </a:r>
            <a:r>
              <a:rPr lang="en-US" b="1" spc="-16" noProof="0" dirty="0">
                <a:solidFill>
                  <a:schemeClr val="bg1"/>
                </a:solidFill>
                <a:latin typeface="Courier New"/>
                <a:cs typeface="Courier New"/>
              </a:rPr>
              <a:t> </a:t>
            </a:r>
            <a:r>
              <a:rPr lang="en-US" b="1" spc="-4" noProof="0" dirty="0">
                <a:solidFill>
                  <a:schemeClr val="bg1"/>
                </a:solidFill>
                <a:latin typeface="Courier New"/>
                <a:cs typeface="Courier New"/>
              </a:rPr>
              <a:t>/dev/rmt0</a:t>
            </a:r>
            <a:endParaRPr lang="en-US" noProof="0" dirty="0">
              <a:solidFill>
                <a:schemeClr val="bg1"/>
              </a:solidFill>
              <a:latin typeface="Courier New"/>
              <a:cs typeface="Courier New"/>
            </a:endParaRPr>
          </a:p>
          <a:p>
            <a:pPr marL="71199">
              <a:spcBef>
                <a:spcPts val="102"/>
              </a:spcBef>
            </a:pPr>
            <a:r>
              <a:rPr lang="en-US" spc="-4" noProof="0" dirty="0">
                <a:solidFill>
                  <a:srgbClr val="FFFF00"/>
                </a:solidFill>
                <a:latin typeface="Courier New"/>
                <a:cs typeface="Courier New"/>
              </a:rPr>
              <a:t>$</a:t>
            </a:r>
            <a:r>
              <a:rPr lang="en-US" spc="-12" noProof="0" dirty="0">
                <a:solidFill>
                  <a:schemeClr val="bg1"/>
                </a:solidFill>
                <a:latin typeface="Courier New"/>
                <a:cs typeface="Courier New"/>
              </a:rPr>
              <a:t> </a:t>
            </a:r>
            <a:r>
              <a:rPr lang="en-US" b="1" spc="-4" noProof="0" dirty="0" err="1">
                <a:solidFill>
                  <a:schemeClr val="bg1"/>
                </a:solidFill>
                <a:latin typeface="Courier New"/>
                <a:cs typeface="Courier New"/>
              </a:rPr>
              <a:t>cpio</a:t>
            </a:r>
            <a:r>
              <a:rPr lang="en-US" b="1" spc="-12" noProof="0" dirty="0">
                <a:solidFill>
                  <a:schemeClr val="bg1"/>
                </a:solidFill>
                <a:latin typeface="Courier New"/>
                <a:cs typeface="Courier New"/>
              </a:rPr>
              <a:t> </a:t>
            </a:r>
            <a:r>
              <a:rPr lang="en-US" b="1" spc="-4" noProof="0" dirty="0">
                <a:solidFill>
                  <a:schemeClr val="bg1"/>
                </a:solidFill>
                <a:latin typeface="Courier New"/>
                <a:cs typeface="Courier New"/>
              </a:rPr>
              <a:t>-</a:t>
            </a:r>
            <a:r>
              <a:rPr lang="en-US" b="1" spc="-4" noProof="0" dirty="0" err="1">
                <a:solidFill>
                  <a:schemeClr val="bg1"/>
                </a:solidFill>
                <a:latin typeface="Courier New"/>
                <a:cs typeface="Courier New"/>
              </a:rPr>
              <a:t>ivcdm</a:t>
            </a:r>
            <a:r>
              <a:rPr lang="en-US" b="1" spc="-12" noProof="0" dirty="0">
                <a:solidFill>
                  <a:schemeClr val="bg1"/>
                </a:solidFill>
                <a:latin typeface="Courier New"/>
                <a:cs typeface="Courier New"/>
              </a:rPr>
              <a:t> </a:t>
            </a:r>
            <a:r>
              <a:rPr lang="en-US" b="1" spc="-4" noProof="0" dirty="0">
                <a:solidFill>
                  <a:schemeClr val="bg1"/>
                </a:solidFill>
                <a:latin typeface="Courier New"/>
                <a:cs typeface="Courier New"/>
              </a:rPr>
              <a:t>&lt;</a:t>
            </a:r>
            <a:r>
              <a:rPr lang="en-US" b="1" spc="-12" noProof="0" dirty="0">
                <a:solidFill>
                  <a:schemeClr val="bg1"/>
                </a:solidFill>
                <a:latin typeface="Courier New"/>
                <a:cs typeface="Courier New"/>
              </a:rPr>
              <a:t> </a:t>
            </a:r>
            <a:r>
              <a:rPr lang="en-US" b="1" spc="-4" noProof="0" dirty="0">
                <a:solidFill>
                  <a:schemeClr val="bg1"/>
                </a:solidFill>
                <a:latin typeface="Courier New"/>
                <a:cs typeface="Courier New"/>
              </a:rPr>
              <a:t>/dev/rmt0</a:t>
            </a:r>
            <a:endParaRPr lang="en-US" noProof="0" dirty="0">
              <a:solidFill>
                <a:schemeClr val="bg1"/>
              </a:solidFill>
              <a:latin typeface="Courier New"/>
              <a:cs typeface="Courier New"/>
            </a:endParaRPr>
          </a:p>
          <a:p>
            <a:pPr marL="71199">
              <a:spcBef>
                <a:spcPts val="102"/>
              </a:spcBef>
            </a:pPr>
            <a:r>
              <a:rPr lang="en-US" spc="-4" noProof="0" dirty="0">
                <a:solidFill>
                  <a:srgbClr val="FFFF00"/>
                </a:solidFill>
                <a:latin typeface="Courier New"/>
                <a:cs typeface="Courier New"/>
              </a:rPr>
              <a:t>$</a:t>
            </a:r>
            <a:r>
              <a:rPr lang="en-US" spc="-16" noProof="0" dirty="0">
                <a:solidFill>
                  <a:schemeClr val="bg1"/>
                </a:solidFill>
                <a:latin typeface="Courier New"/>
                <a:cs typeface="Courier New"/>
              </a:rPr>
              <a:t> </a:t>
            </a:r>
            <a:r>
              <a:rPr lang="en-US" b="1" spc="-4" noProof="0" dirty="0" err="1">
                <a:solidFill>
                  <a:schemeClr val="bg1"/>
                </a:solidFill>
                <a:latin typeface="Courier New"/>
                <a:cs typeface="Courier New"/>
              </a:rPr>
              <a:t>cpio</a:t>
            </a:r>
            <a:r>
              <a:rPr lang="en-US" b="1" spc="-12" noProof="0" dirty="0">
                <a:solidFill>
                  <a:schemeClr val="bg1"/>
                </a:solidFill>
                <a:latin typeface="Courier New"/>
                <a:cs typeface="Courier New"/>
              </a:rPr>
              <a:t> </a:t>
            </a:r>
            <a:r>
              <a:rPr lang="en-US" b="1" spc="-4" noProof="0" dirty="0">
                <a:solidFill>
                  <a:schemeClr val="bg1"/>
                </a:solidFill>
                <a:latin typeface="Courier New"/>
                <a:cs typeface="Courier New"/>
              </a:rPr>
              <a:t>-</a:t>
            </a:r>
            <a:r>
              <a:rPr lang="en-US" b="1" spc="-4" noProof="0" dirty="0" err="1">
                <a:solidFill>
                  <a:schemeClr val="bg1"/>
                </a:solidFill>
                <a:latin typeface="Courier New"/>
                <a:cs typeface="Courier New"/>
              </a:rPr>
              <a:t>ivcdm</a:t>
            </a:r>
            <a:r>
              <a:rPr lang="en-US" b="1" spc="-8" noProof="0" dirty="0">
                <a:solidFill>
                  <a:schemeClr val="bg1"/>
                </a:solidFill>
                <a:latin typeface="Courier New"/>
                <a:cs typeface="Courier New"/>
              </a:rPr>
              <a:t> </a:t>
            </a:r>
            <a:r>
              <a:rPr lang="en-US" b="1" spc="-4" noProof="0" dirty="0">
                <a:solidFill>
                  <a:schemeClr val="bg1"/>
                </a:solidFill>
                <a:latin typeface="Courier New"/>
                <a:cs typeface="Courier New"/>
              </a:rPr>
              <a:t>'./file*'</a:t>
            </a:r>
            <a:r>
              <a:rPr lang="en-US" b="1" spc="-16" noProof="0" dirty="0">
                <a:solidFill>
                  <a:schemeClr val="bg1"/>
                </a:solidFill>
                <a:latin typeface="Courier New"/>
                <a:cs typeface="Courier New"/>
              </a:rPr>
              <a:t> </a:t>
            </a:r>
            <a:r>
              <a:rPr lang="en-US" b="1" spc="-4" noProof="0" dirty="0">
                <a:solidFill>
                  <a:schemeClr val="bg1"/>
                </a:solidFill>
                <a:latin typeface="Courier New"/>
                <a:cs typeface="Courier New"/>
              </a:rPr>
              <a:t>./.profile</a:t>
            </a:r>
            <a:r>
              <a:rPr lang="en-US" b="1" spc="-12" noProof="0" dirty="0">
                <a:solidFill>
                  <a:schemeClr val="bg1"/>
                </a:solidFill>
                <a:latin typeface="Courier New"/>
                <a:cs typeface="Courier New"/>
              </a:rPr>
              <a:t> </a:t>
            </a:r>
            <a:r>
              <a:rPr lang="en-US" b="1" spc="-4" noProof="0" dirty="0">
                <a:solidFill>
                  <a:schemeClr val="bg1"/>
                </a:solidFill>
                <a:latin typeface="Courier New"/>
                <a:cs typeface="Courier New"/>
              </a:rPr>
              <a:t>&lt;/dev/rmt0</a:t>
            </a:r>
            <a:endParaRPr lang="en-US" noProof="0" dirty="0">
              <a:solidFill>
                <a:schemeClr val="bg1"/>
              </a:solidFill>
              <a:latin typeface="Courier New"/>
              <a:cs typeface="Courier New"/>
            </a:endParaRPr>
          </a:p>
        </p:txBody>
      </p:sp>
    </p:spTree>
    <p:extLst>
      <p:ext uri="{BB962C8B-B14F-4D97-AF65-F5344CB8AC3E}">
        <p14:creationId xmlns:p14="http://schemas.microsoft.com/office/powerpoint/2010/main" val="403085495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ED32BBC-8A3B-5FB1-DB0F-B65F461BDA2D}"/>
              </a:ext>
            </a:extLst>
          </p:cNvPr>
          <p:cNvSpPr>
            <a:spLocks noGrp="1"/>
          </p:cNvSpPr>
          <p:nvPr>
            <p:ph type="ctrTitle"/>
          </p:nvPr>
        </p:nvSpPr>
        <p:spPr/>
        <p:txBody>
          <a:bodyPr/>
          <a:lstStyle/>
          <a:p>
            <a:r>
              <a:rPr lang="en-US" noProof="0" dirty="0"/>
              <a:t>pax</a:t>
            </a:r>
          </a:p>
        </p:txBody>
      </p:sp>
      <p:sp>
        <p:nvSpPr>
          <p:cNvPr id="2" name="Subtitle 1">
            <a:extLst>
              <a:ext uri="{FF2B5EF4-FFF2-40B4-BE49-F238E27FC236}">
                <a16:creationId xmlns:a16="http://schemas.microsoft.com/office/drawing/2014/main" id="{5A2CA71F-2FBF-E557-1001-04D8DBADBC58}"/>
              </a:ext>
            </a:extLst>
          </p:cNvPr>
          <p:cNvSpPr>
            <a:spLocks noGrp="1"/>
          </p:cNvSpPr>
          <p:nvPr>
            <p:ph type="subTitle" idx="1"/>
          </p:nvPr>
        </p:nvSpPr>
        <p:spPr/>
        <p:txBody>
          <a:bodyPr/>
          <a:lstStyle/>
          <a:p>
            <a:endParaRPr lang="en-US" noProof="0" dirty="0"/>
          </a:p>
        </p:txBody>
      </p:sp>
    </p:spTree>
    <p:extLst>
      <p:ext uri="{BB962C8B-B14F-4D97-AF65-F5344CB8AC3E}">
        <p14:creationId xmlns:p14="http://schemas.microsoft.com/office/powerpoint/2010/main" val="375856801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2705A14D-3EF5-6C05-4F2E-38F2B12CCACB}"/>
              </a:ext>
            </a:extLst>
          </p:cNvPr>
          <p:cNvSpPr>
            <a:spLocks noGrp="1"/>
          </p:cNvSpPr>
          <p:nvPr>
            <p:ph type="ctrTitle"/>
          </p:nvPr>
        </p:nvSpPr>
        <p:spPr/>
        <p:txBody>
          <a:bodyPr/>
          <a:lstStyle/>
          <a:p>
            <a:r>
              <a:rPr lang="en-US" noProof="0" dirty="0"/>
              <a:t>pax command</a:t>
            </a:r>
          </a:p>
        </p:txBody>
      </p:sp>
      <p:sp>
        <p:nvSpPr>
          <p:cNvPr id="5" name="Text Placeholder 4">
            <a:extLst>
              <a:ext uri="{FF2B5EF4-FFF2-40B4-BE49-F238E27FC236}">
                <a16:creationId xmlns:a16="http://schemas.microsoft.com/office/drawing/2014/main" id="{91A8ED3D-B755-43C9-BCB1-DCF495C0C9DB}"/>
              </a:ext>
            </a:extLst>
          </p:cNvPr>
          <p:cNvSpPr>
            <a:spLocks noGrp="1"/>
          </p:cNvSpPr>
          <p:nvPr>
            <p:ph sz="quarter" idx="4"/>
          </p:nvPr>
        </p:nvSpPr>
        <p:spPr/>
        <p:txBody>
          <a:bodyPr/>
          <a:lstStyle/>
          <a:p>
            <a:pPr marL="289957" indent="-280154">
              <a:spcBef>
                <a:spcPts val="569"/>
              </a:spcBef>
              <a:buClr>
                <a:srgbClr val="000000"/>
              </a:buClr>
              <a:buFont typeface="Arial"/>
              <a:buChar char="•"/>
              <a:tabLst>
                <a:tab pos="289957" algn="l"/>
                <a:tab pos="290473" algn="l"/>
              </a:tabLst>
            </a:pPr>
            <a:r>
              <a:rPr lang="en-US" sz="1800" b="1" spc="-61" noProof="0" dirty="0">
                <a:solidFill>
                  <a:srgbClr val="3333CC"/>
                </a:solidFill>
                <a:latin typeface="Hack" panose="020B0609030202020204" pitchFamily="49" charset="0"/>
                <a:ea typeface="Hack" panose="020B0609030202020204" pitchFamily="49" charset="0"/>
                <a:cs typeface="Hack" panose="020B0609030202020204" pitchFamily="49" charset="0"/>
              </a:rPr>
              <a:t>pax</a:t>
            </a:r>
            <a:r>
              <a:rPr lang="en-US" sz="1800" b="1" spc="8" noProof="0" dirty="0">
                <a:solidFill>
                  <a:srgbClr val="3333CC"/>
                </a:solidFill>
                <a:cs typeface="Segoe UI"/>
              </a:rPr>
              <a:t> </a:t>
            </a:r>
            <a:r>
              <a:rPr lang="en-US" sz="1800" spc="-8" noProof="0" dirty="0">
                <a:solidFill>
                  <a:srgbClr val="2D2C2C"/>
                </a:solidFill>
                <a:cs typeface="Segoe UI"/>
              </a:rPr>
              <a:t>is compatible with both tar and </a:t>
            </a:r>
            <a:r>
              <a:rPr lang="en-US" sz="1800" spc="-8" noProof="0" dirty="0" err="1">
                <a:solidFill>
                  <a:srgbClr val="2D2C2C"/>
                </a:solidFill>
                <a:cs typeface="Segoe UI"/>
              </a:rPr>
              <a:t>cpio</a:t>
            </a:r>
            <a:r>
              <a:rPr lang="en-US" sz="1800" spc="-8" noProof="0" dirty="0">
                <a:solidFill>
                  <a:srgbClr val="2D2C2C"/>
                </a:solidFill>
                <a:cs typeface="Segoe UI"/>
              </a:rPr>
              <a:t> formats.</a:t>
            </a:r>
          </a:p>
          <a:p>
            <a:pPr marL="289957" indent="-280154">
              <a:spcBef>
                <a:spcPts val="569"/>
              </a:spcBef>
              <a:buClr>
                <a:srgbClr val="000000"/>
              </a:buClr>
              <a:buFont typeface="Arial"/>
              <a:buChar char="•"/>
              <a:tabLst>
                <a:tab pos="289957" algn="l"/>
                <a:tab pos="290473" algn="l"/>
              </a:tabLst>
            </a:pPr>
            <a:endParaRPr lang="en-US" sz="1800" noProof="0" dirty="0">
              <a:cs typeface="Segoe UI"/>
            </a:endParaRPr>
          </a:p>
          <a:p>
            <a:pPr marL="289957" indent="-280154">
              <a:spcBef>
                <a:spcPts val="975"/>
              </a:spcBef>
              <a:buClr>
                <a:srgbClr val="000000"/>
              </a:buClr>
              <a:buFont typeface="Arial"/>
              <a:buChar char="•"/>
              <a:tabLst>
                <a:tab pos="289957" algn="l"/>
                <a:tab pos="290473" algn="l"/>
              </a:tabLst>
            </a:pPr>
            <a:r>
              <a:rPr lang="en-US" sz="1800" spc="-16" noProof="0" dirty="0">
                <a:solidFill>
                  <a:srgbClr val="2D2C2C"/>
                </a:solidFill>
                <a:latin typeface="+mn-lt"/>
                <a:cs typeface="Segoe UI"/>
              </a:rPr>
              <a:t>Create</a:t>
            </a:r>
            <a:r>
              <a:rPr lang="en-US" sz="1800" spc="20" noProof="0" dirty="0">
                <a:solidFill>
                  <a:srgbClr val="2D2C2C"/>
                </a:solidFill>
                <a:latin typeface="+mn-lt"/>
                <a:cs typeface="Segoe UI"/>
              </a:rPr>
              <a:t> (</a:t>
            </a:r>
            <a:r>
              <a:rPr lang="en-US" sz="1800" b="1" spc="20" noProof="0" dirty="0">
                <a:solidFill>
                  <a:srgbClr val="2D2C2C"/>
                </a:solidFill>
                <a:latin typeface="+mn-lt"/>
                <a:cs typeface="Segoe UI"/>
              </a:rPr>
              <a:t>w</a:t>
            </a:r>
            <a:r>
              <a:rPr lang="en-US" sz="1800" spc="20" noProof="0" dirty="0">
                <a:solidFill>
                  <a:srgbClr val="2D2C2C"/>
                </a:solidFill>
                <a:latin typeface="+mn-lt"/>
                <a:cs typeface="Segoe UI"/>
              </a:rPr>
              <a:t>rite) </a:t>
            </a:r>
            <a:r>
              <a:rPr lang="en-US" sz="1800" spc="-4" noProof="0" dirty="0">
                <a:solidFill>
                  <a:srgbClr val="2D2C2C"/>
                </a:solidFill>
                <a:latin typeface="+mn-lt"/>
                <a:cs typeface="Segoe UI"/>
              </a:rPr>
              <a:t>a</a:t>
            </a:r>
            <a:r>
              <a:rPr lang="en-US" sz="1800" spc="-8" noProof="0" dirty="0">
                <a:solidFill>
                  <a:srgbClr val="2D2C2C"/>
                </a:solidFill>
                <a:latin typeface="+mn-lt"/>
                <a:cs typeface="Segoe UI"/>
              </a:rPr>
              <a:t> </a:t>
            </a:r>
            <a:r>
              <a:rPr lang="en-US" sz="1800" spc="-12" noProof="0" dirty="0">
                <a:solidFill>
                  <a:srgbClr val="2D2C2C"/>
                </a:solidFill>
                <a:latin typeface="+mn-lt"/>
                <a:cs typeface="Segoe UI"/>
              </a:rPr>
              <a:t>backup</a:t>
            </a:r>
            <a:r>
              <a:rPr lang="en-US" sz="1800" spc="16" noProof="0" dirty="0">
                <a:solidFill>
                  <a:srgbClr val="2D2C2C"/>
                </a:solidFill>
                <a:latin typeface="+mn-lt"/>
                <a:cs typeface="Segoe UI"/>
              </a:rPr>
              <a:t> </a:t>
            </a:r>
            <a:r>
              <a:rPr lang="en-US" sz="1800" spc="-20" noProof="0" dirty="0">
                <a:solidFill>
                  <a:srgbClr val="2D2C2C"/>
                </a:solidFill>
                <a:latin typeface="+mn-lt"/>
                <a:cs typeface="Segoe UI"/>
              </a:rPr>
              <a:t>of</a:t>
            </a:r>
            <a:r>
              <a:rPr lang="en-US" sz="1800" spc="16" noProof="0" dirty="0">
                <a:solidFill>
                  <a:srgbClr val="2D2C2C"/>
                </a:solidFill>
                <a:latin typeface="+mn-lt"/>
                <a:cs typeface="Segoe UI"/>
              </a:rPr>
              <a:t> </a:t>
            </a:r>
            <a:r>
              <a:rPr lang="en-US" sz="1800" spc="-4" noProof="0" dirty="0">
                <a:solidFill>
                  <a:srgbClr val="2D2C2C"/>
                </a:solidFill>
                <a:latin typeface="+mn-lt"/>
                <a:cs typeface="Segoe UI"/>
              </a:rPr>
              <a:t>a</a:t>
            </a:r>
            <a:r>
              <a:rPr lang="en-US" sz="1800" spc="-12" noProof="0" dirty="0">
                <a:solidFill>
                  <a:srgbClr val="2D2C2C"/>
                </a:solidFill>
                <a:latin typeface="+mn-lt"/>
                <a:cs typeface="Segoe UI"/>
              </a:rPr>
              <a:t> </a:t>
            </a:r>
            <a:r>
              <a:rPr lang="en-US" sz="1800" spc="-4" noProof="0" dirty="0">
                <a:solidFill>
                  <a:srgbClr val="2D2C2C"/>
                </a:solidFill>
                <a:latin typeface="+mn-lt"/>
                <a:cs typeface="Segoe UI"/>
              </a:rPr>
              <a:t>directory:</a:t>
            </a:r>
            <a:endParaRPr lang="en-US" sz="1800" noProof="0" dirty="0">
              <a:latin typeface="+mn-lt"/>
              <a:cs typeface="Segoe UI"/>
            </a:endParaRPr>
          </a:p>
          <a:p>
            <a:pPr marL="350838">
              <a:spcBef>
                <a:spcPts val="715"/>
              </a:spcBef>
            </a:pPr>
            <a:endParaRPr lang="en-US" sz="1800" spc="-4" noProof="0" dirty="0">
              <a:solidFill>
                <a:schemeClr val="bg1"/>
              </a:solidFill>
              <a:latin typeface="+mn-lt"/>
              <a:cs typeface="Courier New"/>
            </a:endParaRPr>
          </a:p>
          <a:p>
            <a:pPr marL="350838">
              <a:spcBef>
                <a:spcPts val="715"/>
              </a:spcBef>
            </a:pPr>
            <a:endParaRPr lang="en-US" sz="1800" noProof="0" dirty="0">
              <a:solidFill>
                <a:schemeClr val="bg1"/>
              </a:solidFill>
              <a:latin typeface="+mn-lt"/>
              <a:cs typeface="Courier New"/>
            </a:endParaRPr>
          </a:p>
          <a:p>
            <a:pPr marL="289957" indent="-280154">
              <a:spcBef>
                <a:spcPts val="1239"/>
              </a:spcBef>
              <a:buClr>
                <a:srgbClr val="000000"/>
              </a:buClr>
              <a:buFont typeface="Arial"/>
              <a:buChar char="•"/>
              <a:tabLst>
                <a:tab pos="289957" algn="l"/>
                <a:tab pos="290473" algn="l"/>
              </a:tabLst>
            </a:pPr>
            <a:r>
              <a:rPr lang="en-US" sz="1800" spc="-20" noProof="0" dirty="0">
                <a:solidFill>
                  <a:srgbClr val="2D2C2C"/>
                </a:solidFill>
                <a:latin typeface="+mn-lt"/>
                <a:cs typeface="Segoe UI"/>
              </a:rPr>
              <a:t>Read</a:t>
            </a:r>
            <a:r>
              <a:rPr lang="en-US" sz="1800" spc="-4" noProof="0" dirty="0">
                <a:solidFill>
                  <a:srgbClr val="2D2C2C"/>
                </a:solidFill>
                <a:latin typeface="+mn-lt"/>
                <a:cs typeface="Segoe UI"/>
              </a:rPr>
              <a:t> the</a:t>
            </a:r>
            <a:r>
              <a:rPr lang="en-US" sz="1800" spc="4" noProof="0" dirty="0">
                <a:solidFill>
                  <a:srgbClr val="2D2C2C"/>
                </a:solidFill>
                <a:latin typeface="+mn-lt"/>
                <a:cs typeface="Segoe UI"/>
              </a:rPr>
              <a:t> </a:t>
            </a:r>
            <a:r>
              <a:rPr lang="en-US" sz="1800" spc="-8" noProof="0" dirty="0">
                <a:solidFill>
                  <a:srgbClr val="2D2C2C"/>
                </a:solidFill>
                <a:latin typeface="+mn-lt"/>
                <a:cs typeface="Segoe UI"/>
              </a:rPr>
              <a:t>content</a:t>
            </a:r>
            <a:r>
              <a:rPr lang="en-US" sz="1800" spc="28" noProof="0" dirty="0">
                <a:solidFill>
                  <a:srgbClr val="2D2C2C"/>
                </a:solidFill>
                <a:latin typeface="+mn-lt"/>
                <a:cs typeface="Segoe UI"/>
              </a:rPr>
              <a:t> </a:t>
            </a:r>
            <a:r>
              <a:rPr lang="en-US" sz="1800" spc="-20" noProof="0" dirty="0">
                <a:solidFill>
                  <a:srgbClr val="2D2C2C"/>
                </a:solidFill>
                <a:latin typeface="+mn-lt"/>
                <a:cs typeface="Segoe UI"/>
              </a:rPr>
              <a:t>of</a:t>
            </a:r>
            <a:r>
              <a:rPr lang="en-US" sz="1800" spc="16" noProof="0" dirty="0">
                <a:solidFill>
                  <a:srgbClr val="2D2C2C"/>
                </a:solidFill>
                <a:latin typeface="+mn-lt"/>
                <a:cs typeface="Segoe UI"/>
              </a:rPr>
              <a:t> </a:t>
            </a:r>
            <a:r>
              <a:rPr lang="en-US" sz="1800" spc="-4" noProof="0" dirty="0">
                <a:solidFill>
                  <a:srgbClr val="2D2C2C"/>
                </a:solidFill>
                <a:latin typeface="+mn-lt"/>
                <a:cs typeface="Segoe UI"/>
              </a:rPr>
              <a:t>the</a:t>
            </a:r>
            <a:r>
              <a:rPr lang="en-US" sz="1800" spc="8" noProof="0" dirty="0">
                <a:solidFill>
                  <a:srgbClr val="2D2C2C"/>
                </a:solidFill>
                <a:latin typeface="+mn-lt"/>
                <a:cs typeface="Segoe UI"/>
              </a:rPr>
              <a:t> </a:t>
            </a:r>
            <a:r>
              <a:rPr lang="en-US" sz="1800" spc="-12" noProof="0" dirty="0">
                <a:solidFill>
                  <a:srgbClr val="2D2C2C"/>
                </a:solidFill>
                <a:latin typeface="+mn-lt"/>
                <a:cs typeface="Segoe UI"/>
              </a:rPr>
              <a:t>backup</a:t>
            </a:r>
            <a:r>
              <a:rPr lang="en-US" sz="1800" spc="16" noProof="0" dirty="0">
                <a:solidFill>
                  <a:srgbClr val="2D2C2C"/>
                </a:solidFill>
                <a:latin typeface="+mn-lt"/>
                <a:cs typeface="Segoe UI"/>
              </a:rPr>
              <a:t> </a:t>
            </a:r>
            <a:r>
              <a:rPr lang="en-US" sz="1800" spc="-4" noProof="0" dirty="0">
                <a:solidFill>
                  <a:srgbClr val="2D2C2C"/>
                </a:solidFill>
                <a:latin typeface="+mn-lt"/>
                <a:cs typeface="Segoe UI"/>
              </a:rPr>
              <a:t>file (</a:t>
            </a:r>
            <a:r>
              <a:rPr lang="en-US" sz="2000" b="1" spc="-4" noProof="0" dirty="0">
                <a:solidFill>
                  <a:srgbClr val="2D2C2C"/>
                </a:solidFill>
                <a:latin typeface="+mn-lt"/>
                <a:cs typeface="Segoe UI"/>
              </a:rPr>
              <a:t>v</a:t>
            </a:r>
            <a:r>
              <a:rPr lang="en-US" sz="1800" spc="-4" noProof="0" dirty="0">
                <a:solidFill>
                  <a:srgbClr val="2D2C2C"/>
                </a:solidFill>
                <a:latin typeface="+mn-lt"/>
                <a:cs typeface="Segoe UI"/>
              </a:rPr>
              <a:t>erbosely):</a:t>
            </a:r>
          </a:p>
          <a:p>
            <a:pPr marL="289957" indent="-280154">
              <a:spcBef>
                <a:spcPts val="1239"/>
              </a:spcBef>
              <a:buClr>
                <a:srgbClr val="000000"/>
              </a:buClr>
              <a:buFont typeface="Arial"/>
              <a:buChar char="•"/>
              <a:tabLst>
                <a:tab pos="289957" algn="l"/>
                <a:tab pos="290473" algn="l"/>
              </a:tabLst>
            </a:pPr>
            <a:endParaRPr lang="en-US" sz="1800" spc="-4" noProof="0" dirty="0">
              <a:solidFill>
                <a:srgbClr val="2D2C2C"/>
              </a:solidFill>
              <a:latin typeface="+mn-lt"/>
              <a:cs typeface="Segoe UI"/>
            </a:endParaRPr>
          </a:p>
          <a:p>
            <a:pPr marL="289957" indent="-280154">
              <a:spcBef>
                <a:spcPts val="1239"/>
              </a:spcBef>
              <a:buClr>
                <a:srgbClr val="000000"/>
              </a:buClr>
              <a:buFont typeface="Arial"/>
              <a:buChar char="•"/>
              <a:tabLst>
                <a:tab pos="289957" algn="l"/>
                <a:tab pos="290473" algn="l"/>
              </a:tabLst>
            </a:pPr>
            <a:endParaRPr lang="en-US" sz="1800" spc="-4" noProof="0" dirty="0">
              <a:solidFill>
                <a:srgbClr val="2D2C2C"/>
              </a:solidFill>
              <a:latin typeface="+mn-lt"/>
              <a:cs typeface="Segoe UI"/>
            </a:endParaRPr>
          </a:p>
          <a:p>
            <a:pPr marL="289957" indent="-280154">
              <a:spcBef>
                <a:spcPts val="1239"/>
              </a:spcBef>
              <a:buClr>
                <a:srgbClr val="000000"/>
              </a:buClr>
              <a:buFont typeface="Arial"/>
              <a:buChar char="•"/>
              <a:tabLst>
                <a:tab pos="289957" algn="l"/>
                <a:tab pos="290473" algn="l"/>
              </a:tabLst>
            </a:pPr>
            <a:r>
              <a:rPr lang="en-US" sz="1800" b="1" spc="-20" noProof="0" dirty="0">
                <a:solidFill>
                  <a:srgbClr val="2D2C2C"/>
                </a:solidFill>
                <a:latin typeface="+mn-lt"/>
                <a:cs typeface="Segoe UI"/>
              </a:rPr>
              <a:t>R</a:t>
            </a:r>
            <a:r>
              <a:rPr lang="en-US" sz="1800" spc="-20" noProof="0" dirty="0">
                <a:solidFill>
                  <a:srgbClr val="2D2C2C"/>
                </a:solidFill>
                <a:latin typeface="+mn-lt"/>
                <a:cs typeface="Segoe UI"/>
              </a:rPr>
              <a:t>estore</a:t>
            </a:r>
            <a:r>
              <a:rPr lang="en-US" sz="1800" spc="-4" noProof="0" dirty="0">
                <a:solidFill>
                  <a:srgbClr val="2D2C2C"/>
                </a:solidFill>
                <a:latin typeface="+mn-lt"/>
                <a:cs typeface="Segoe UI"/>
              </a:rPr>
              <a:t> the</a:t>
            </a:r>
            <a:r>
              <a:rPr lang="en-US" sz="1800" spc="-8" noProof="0" dirty="0">
                <a:solidFill>
                  <a:srgbClr val="2D2C2C"/>
                </a:solidFill>
                <a:latin typeface="+mn-lt"/>
                <a:cs typeface="Segoe UI"/>
              </a:rPr>
              <a:t> </a:t>
            </a:r>
            <a:r>
              <a:rPr lang="en-US" sz="1800" spc="-12" noProof="0" dirty="0">
                <a:solidFill>
                  <a:srgbClr val="2D2C2C"/>
                </a:solidFill>
                <a:latin typeface="+mn-lt"/>
                <a:cs typeface="Segoe UI"/>
              </a:rPr>
              <a:t>backup:</a:t>
            </a:r>
          </a:p>
          <a:p>
            <a:pPr marL="289957" indent="-280154">
              <a:spcBef>
                <a:spcPts val="1239"/>
              </a:spcBef>
              <a:buClr>
                <a:srgbClr val="000000"/>
              </a:buClr>
              <a:buFont typeface="Arial"/>
              <a:buChar char="•"/>
              <a:tabLst>
                <a:tab pos="289957" algn="l"/>
                <a:tab pos="290473" algn="l"/>
              </a:tabLst>
            </a:pPr>
            <a:endParaRPr lang="en-US" sz="1800" spc="-12" noProof="0" dirty="0">
              <a:solidFill>
                <a:srgbClr val="2D2C2C"/>
              </a:solidFill>
              <a:latin typeface="+mn-lt"/>
              <a:cs typeface="Segoe UI"/>
            </a:endParaRPr>
          </a:p>
          <a:p>
            <a:pPr marL="469953" lvl="1" indent="-280154">
              <a:spcBef>
                <a:spcPts val="1239"/>
              </a:spcBef>
              <a:buClr>
                <a:srgbClr val="000000"/>
              </a:buClr>
              <a:buFont typeface="Arial"/>
              <a:buChar char="•"/>
              <a:tabLst>
                <a:tab pos="289957" algn="l"/>
                <a:tab pos="290473" algn="l"/>
              </a:tabLst>
            </a:pPr>
            <a:r>
              <a:rPr lang="en-US" sz="1800" b="1" spc="-12" noProof="0" dirty="0">
                <a:solidFill>
                  <a:srgbClr val="2D2C2C"/>
                </a:solidFill>
                <a:latin typeface="+mn-lt"/>
                <a:cs typeface="Segoe UI"/>
              </a:rPr>
              <a:t>I</a:t>
            </a:r>
            <a:r>
              <a:rPr lang="en-US" sz="1800" spc="-12" noProof="0" dirty="0">
                <a:solidFill>
                  <a:srgbClr val="2D2C2C"/>
                </a:solidFill>
                <a:latin typeface="+mn-lt"/>
                <a:cs typeface="Segoe UI"/>
              </a:rPr>
              <a:t>nteractively:</a:t>
            </a:r>
            <a:endParaRPr lang="en-US" sz="1800" noProof="0" dirty="0">
              <a:latin typeface="+mn-lt"/>
              <a:cs typeface="Segoe UI"/>
            </a:endParaRPr>
          </a:p>
          <a:p>
            <a:pPr marL="0" indent="0">
              <a:buNone/>
            </a:pPr>
            <a:endParaRPr lang="en-US" sz="1800" noProof="0" dirty="0"/>
          </a:p>
        </p:txBody>
      </p:sp>
      <p:sp>
        <p:nvSpPr>
          <p:cNvPr id="2" name="Slide Number Placeholder 1">
            <a:extLst>
              <a:ext uri="{FF2B5EF4-FFF2-40B4-BE49-F238E27FC236}">
                <a16:creationId xmlns:a16="http://schemas.microsoft.com/office/drawing/2014/main" id="{A9A6FF77-D641-4417-92E7-11CC6238BF20}"/>
              </a:ext>
            </a:extLst>
          </p:cNvPr>
          <p:cNvSpPr>
            <a:spLocks noGrp="1"/>
          </p:cNvSpPr>
          <p:nvPr>
            <p:ph type="sldNum" sz="quarter" idx="12"/>
          </p:nvPr>
        </p:nvSpPr>
        <p:spPr>
          <a:prstGeom prst="rect">
            <a:avLst/>
          </a:prstGeom>
        </p:spPr>
        <p:txBody>
          <a:bodyPr/>
          <a:lstStyle/>
          <a:p>
            <a:fld id="{EF892D59-8F09-EF4B-AD6D-DA609442F868}" type="slidenum">
              <a:rPr lang="en-US" noProof="0" smtClean="0"/>
              <a:pPr/>
              <a:t>16</a:t>
            </a:fld>
            <a:endParaRPr lang="en-US" noProof="0" dirty="0"/>
          </a:p>
        </p:txBody>
      </p:sp>
      <p:sp>
        <p:nvSpPr>
          <p:cNvPr id="3" name="Rectangle 3">
            <a:extLst>
              <a:ext uri="{FF2B5EF4-FFF2-40B4-BE49-F238E27FC236}">
                <a16:creationId xmlns:a16="http://schemas.microsoft.com/office/drawing/2014/main" id="{47A54691-9EBA-BF13-A094-383BB435E210}"/>
              </a:ext>
            </a:extLst>
          </p:cNvPr>
          <p:cNvSpPr>
            <a:spLocks noChangeArrowheads="1"/>
          </p:cNvSpPr>
          <p:nvPr/>
        </p:nvSpPr>
        <p:spPr bwMode="auto">
          <a:xfrm>
            <a:off x="2550695" y="5487222"/>
            <a:ext cx="9106719" cy="420628"/>
          </a:xfrm>
          <a:prstGeom prst="rect">
            <a:avLst/>
          </a:prstGeom>
          <a:solidFill>
            <a:schemeClr val="tx1"/>
          </a:solidFill>
          <a:ln w="12700" algn="ctr">
            <a:solidFill>
              <a:schemeClr val="bg1"/>
            </a:solidFill>
            <a:miter lim="800000"/>
            <a:headEnd/>
            <a:tailEnd/>
          </a:ln>
          <a:effectLst>
            <a:outerShdw blurRad="50800" dist="50800" dir="2700000" algn="ctr" rotWithShape="0">
              <a:schemeClr val="bg2">
                <a:lumMod val="90000"/>
              </a:schemeClr>
            </a:outerShdw>
          </a:effectLst>
        </p:spPr>
        <p:txBody>
          <a:bodyPr wrap="square" lIns="95250" tIns="91440" rIns="95250" bIns="50800">
            <a:spAutoFit/>
          </a:bodyPr>
          <a:lstStyle/>
          <a:p>
            <a:pPr marL="65524">
              <a:spcBef>
                <a:spcPts val="73"/>
              </a:spcBef>
            </a:pPr>
            <a:r>
              <a:rPr lang="en-US" spc="-4" noProof="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pc="-24"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pax</a:t>
            </a:r>
            <a:r>
              <a:rPr lang="en-US" b="1" spc="-16"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a:t>
            </a:r>
            <a:r>
              <a:rPr lang="en-US" b="1" spc="-4" noProof="0" dirty="0" err="1">
                <a:solidFill>
                  <a:schemeClr val="bg1"/>
                </a:solidFill>
                <a:latin typeface="Hack" panose="020B0609030202020204" pitchFamily="49" charset="0"/>
                <a:ea typeface="Hack" panose="020B0609030202020204" pitchFamily="49" charset="0"/>
                <a:cs typeface="Hack" panose="020B0609030202020204" pitchFamily="49" charset="0"/>
              </a:rPr>
              <a:t>rif</a:t>
            </a:r>
            <a:r>
              <a:rPr lang="en-US" b="1" spc="-24"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err="1">
                <a:solidFill>
                  <a:schemeClr val="bg1"/>
                </a:solidFill>
                <a:latin typeface="Hack" panose="020B0609030202020204" pitchFamily="49" charset="0"/>
                <a:ea typeface="Hack" panose="020B0609030202020204" pitchFamily="49" charset="0"/>
                <a:cs typeface="Hack" panose="020B0609030202020204" pitchFamily="49" charset="0"/>
              </a:rPr>
              <a:t>dir.pax</a:t>
            </a:r>
            <a:endParaRPr lang="en-US" noProof="0" dirty="0">
              <a:solidFill>
                <a:schemeClr val="bg1"/>
              </a:solidFill>
              <a:latin typeface="Hack" panose="020B0609030202020204" pitchFamily="49" charset="0"/>
              <a:ea typeface="Hack" panose="020B0609030202020204" pitchFamily="49" charset="0"/>
              <a:cs typeface="Hack" panose="020B0609030202020204" pitchFamily="49" charset="0"/>
            </a:endParaRPr>
          </a:p>
        </p:txBody>
      </p:sp>
      <p:sp>
        <p:nvSpPr>
          <p:cNvPr id="4" name="Rectangle 3">
            <a:extLst>
              <a:ext uri="{FF2B5EF4-FFF2-40B4-BE49-F238E27FC236}">
                <a16:creationId xmlns:a16="http://schemas.microsoft.com/office/drawing/2014/main" id="{FF32B24E-0FD7-C0E2-1AA7-1FF97AC82C37}"/>
              </a:ext>
            </a:extLst>
          </p:cNvPr>
          <p:cNvSpPr>
            <a:spLocks noChangeArrowheads="1"/>
          </p:cNvSpPr>
          <p:nvPr/>
        </p:nvSpPr>
        <p:spPr bwMode="auto">
          <a:xfrm>
            <a:off x="5892800" y="3616946"/>
            <a:ext cx="5764614" cy="710451"/>
          </a:xfrm>
          <a:prstGeom prst="rect">
            <a:avLst/>
          </a:prstGeom>
          <a:solidFill>
            <a:schemeClr val="tx1"/>
          </a:solidFill>
          <a:ln w="12700" algn="ctr">
            <a:solidFill>
              <a:schemeClr val="bg1"/>
            </a:solidFill>
            <a:miter lim="800000"/>
            <a:headEnd/>
            <a:tailEnd/>
          </a:ln>
          <a:effectLst>
            <a:outerShdw blurRad="50800" dist="50800" dir="2700000" algn="ctr" rotWithShape="0">
              <a:schemeClr val="bg2">
                <a:lumMod val="90000"/>
              </a:schemeClr>
            </a:outerShdw>
          </a:effectLst>
        </p:spPr>
        <p:txBody>
          <a:bodyPr wrap="square" lIns="95250" tIns="91440" rIns="95250" bIns="50800">
            <a:spAutoFit/>
          </a:bodyPr>
          <a:lstStyle/>
          <a:p>
            <a:pPr marL="71199">
              <a:spcBef>
                <a:spcPts val="106"/>
              </a:spcBef>
            </a:pPr>
            <a:r>
              <a:rPr lang="en-US" spc="-4" noProof="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pc="-16"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pax -f </a:t>
            </a:r>
            <a:r>
              <a:rPr lang="en-US" b="1" spc="-4" noProof="0" dirty="0" err="1">
                <a:solidFill>
                  <a:schemeClr val="bg1"/>
                </a:solidFill>
                <a:latin typeface="Hack" panose="020B0609030202020204" pitchFamily="49" charset="0"/>
                <a:ea typeface="Hack" panose="020B0609030202020204" pitchFamily="49" charset="0"/>
                <a:cs typeface="Hack" panose="020B0609030202020204" pitchFamily="49" charset="0"/>
              </a:rPr>
              <a:t>dir.pax</a:t>
            </a:r>
            <a:endPar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endParaRPr>
          </a:p>
          <a:p>
            <a:pPr marL="71199">
              <a:spcBef>
                <a:spcPts val="106"/>
              </a:spcBef>
            </a:pPr>
            <a:r>
              <a:rPr lang="en-US" spc="-4" noProof="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 pax -</a:t>
            </a:r>
            <a:r>
              <a:rPr lang="en-US" b="1" spc="-4" noProof="0" dirty="0" err="1">
                <a:solidFill>
                  <a:schemeClr val="bg1"/>
                </a:solidFill>
                <a:latin typeface="Hack" panose="020B0609030202020204" pitchFamily="49" charset="0"/>
                <a:ea typeface="Hack" panose="020B0609030202020204" pitchFamily="49" charset="0"/>
                <a:cs typeface="Hack" panose="020B0609030202020204" pitchFamily="49" charset="0"/>
              </a:rPr>
              <a:t>vf</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err="1">
                <a:solidFill>
                  <a:schemeClr val="bg1"/>
                </a:solidFill>
                <a:latin typeface="Hack" panose="020B0609030202020204" pitchFamily="49" charset="0"/>
                <a:ea typeface="Hack" panose="020B0609030202020204" pitchFamily="49" charset="0"/>
                <a:cs typeface="Hack" panose="020B0609030202020204" pitchFamily="49" charset="0"/>
              </a:rPr>
              <a:t>dir.pax</a:t>
            </a:r>
            <a:endParaRPr lang="en-US" noProof="0" dirty="0">
              <a:solidFill>
                <a:schemeClr val="bg1"/>
              </a:solidFill>
              <a:latin typeface="Hack" panose="020B0609030202020204" pitchFamily="49" charset="0"/>
              <a:ea typeface="Hack" panose="020B0609030202020204" pitchFamily="49" charset="0"/>
              <a:cs typeface="Hack" panose="020B0609030202020204" pitchFamily="49" charset="0"/>
            </a:endParaRPr>
          </a:p>
        </p:txBody>
      </p:sp>
      <p:sp>
        <p:nvSpPr>
          <p:cNvPr id="7" name="Rectangle 3">
            <a:extLst>
              <a:ext uri="{FF2B5EF4-FFF2-40B4-BE49-F238E27FC236}">
                <a16:creationId xmlns:a16="http://schemas.microsoft.com/office/drawing/2014/main" id="{5F837E82-6D21-26CB-619F-445FACB49E7D}"/>
              </a:ext>
            </a:extLst>
          </p:cNvPr>
          <p:cNvSpPr>
            <a:spLocks noChangeArrowheads="1"/>
          </p:cNvSpPr>
          <p:nvPr/>
        </p:nvSpPr>
        <p:spPr bwMode="auto">
          <a:xfrm>
            <a:off x="2967788" y="4701326"/>
            <a:ext cx="8708273" cy="420628"/>
          </a:xfrm>
          <a:prstGeom prst="rect">
            <a:avLst/>
          </a:prstGeom>
          <a:solidFill>
            <a:schemeClr val="tx1"/>
          </a:solidFill>
          <a:ln w="12700" algn="ctr">
            <a:solidFill>
              <a:schemeClr val="bg1"/>
            </a:solidFill>
            <a:miter lim="800000"/>
            <a:headEnd/>
            <a:tailEnd/>
          </a:ln>
          <a:effectLst>
            <a:outerShdw blurRad="50800" dist="50800" dir="2700000" algn="ctr" rotWithShape="0">
              <a:schemeClr val="bg2">
                <a:lumMod val="90000"/>
              </a:schemeClr>
            </a:outerShdw>
          </a:effectLst>
        </p:spPr>
        <p:txBody>
          <a:bodyPr wrap="square" lIns="95250" tIns="91440" rIns="95250" bIns="50800">
            <a:spAutoFit/>
          </a:bodyPr>
          <a:lstStyle/>
          <a:p>
            <a:pPr marL="65524">
              <a:spcBef>
                <a:spcPts val="73"/>
              </a:spcBef>
            </a:pPr>
            <a:r>
              <a:rPr lang="en-US" spc="-4" noProof="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pc="-24"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pax</a:t>
            </a:r>
            <a:r>
              <a:rPr lang="en-US" b="1" spc="-16"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-rf</a:t>
            </a:r>
            <a:r>
              <a:rPr lang="en-US" b="1" spc="-24"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err="1">
                <a:solidFill>
                  <a:schemeClr val="bg1"/>
                </a:solidFill>
                <a:latin typeface="Hack" panose="020B0609030202020204" pitchFamily="49" charset="0"/>
                <a:ea typeface="Hack" panose="020B0609030202020204" pitchFamily="49" charset="0"/>
                <a:cs typeface="Hack" panose="020B0609030202020204" pitchFamily="49" charset="0"/>
              </a:rPr>
              <a:t>dir.pax</a:t>
            </a:r>
            <a:endParaRPr lang="en-US" noProof="0" dirty="0">
              <a:solidFill>
                <a:schemeClr val="bg1"/>
              </a:solidFill>
              <a:latin typeface="Hack" panose="020B0609030202020204" pitchFamily="49" charset="0"/>
              <a:ea typeface="Hack" panose="020B0609030202020204" pitchFamily="49" charset="0"/>
              <a:cs typeface="Hack" panose="020B0609030202020204" pitchFamily="49" charset="0"/>
            </a:endParaRPr>
          </a:p>
        </p:txBody>
      </p:sp>
      <p:sp>
        <p:nvSpPr>
          <p:cNvPr id="8" name="Rectangle 3">
            <a:extLst>
              <a:ext uri="{FF2B5EF4-FFF2-40B4-BE49-F238E27FC236}">
                <a16:creationId xmlns:a16="http://schemas.microsoft.com/office/drawing/2014/main" id="{B3438DDC-A387-8C74-9B7E-767100A237AB}"/>
              </a:ext>
            </a:extLst>
          </p:cNvPr>
          <p:cNvSpPr>
            <a:spLocks noChangeArrowheads="1"/>
          </p:cNvSpPr>
          <p:nvPr/>
        </p:nvSpPr>
        <p:spPr bwMode="auto">
          <a:xfrm>
            <a:off x="4895272" y="2494564"/>
            <a:ext cx="6780789" cy="710451"/>
          </a:xfrm>
          <a:prstGeom prst="rect">
            <a:avLst/>
          </a:prstGeom>
          <a:solidFill>
            <a:schemeClr val="tx1"/>
          </a:solidFill>
          <a:ln w="12700" algn="ctr">
            <a:solidFill>
              <a:schemeClr val="bg1"/>
            </a:solidFill>
            <a:miter lim="800000"/>
            <a:headEnd/>
            <a:tailEnd/>
          </a:ln>
          <a:effectLst>
            <a:outerShdw blurRad="50800" dist="50800" dir="2700000" algn="ctr" rotWithShape="0">
              <a:schemeClr val="bg2">
                <a:lumMod val="90000"/>
              </a:schemeClr>
            </a:outerShdw>
          </a:effectLst>
        </p:spPr>
        <p:txBody>
          <a:bodyPr wrap="square" lIns="95250" tIns="91440" rIns="95250" bIns="50800">
            <a:spAutoFit/>
          </a:bodyPr>
          <a:lstStyle/>
          <a:p>
            <a:pPr marL="71199">
              <a:spcBef>
                <a:spcPts val="106"/>
              </a:spcBef>
            </a:pPr>
            <a:r>
              <a:rPr lang="en-US" spc="-4" noProof="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pc="-16"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cd </a:t>
            </a:r>
            <a:r>
              <a:rPr lang="en-US" b="1" spc="-4" noProof="0" dirty="0" err="1">
                <a:solidFill>
                  <a:schemeClr val="bg1"/>
                </a:solidFill>
                <a:latin typeface="Hack" panose="020B0609030202020204" pitchFamily="49" charset="0"/>
                <a:ea typeface="Hack" panose="020B0609030202020204" pitchFamily="49" charset="0"/>
                <a:cs typeface="Hack" panose="020B0609030202020204" pitchFamily="49" charset="0"/>
              </a:rPr>
              <a:t>dir</a:t>
            </a:r>
            <a:endPar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endParaRPr>
          </a:p>
          <a:p>
            <a:pPr marL="71199">
              <a:spcBef>
                <a:spcPts val="106"/>
              </a:spcBef>
            </a:pPr>
            <a:r>
              <a:rPr lang="en-US" spc="-4" noProof="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 pax –</a:t>
            </a:r>
            <a:r>
              <a:rPr lang="en-US" b="1" spc="-4" noProof="0" dirty="0" err="1">
                <a:solidFill>
                  <a:schemeClr val="bg1"/>
                </a:solidFill>
                <a:latin typeface="Hack" panose="020B0609030202020204" pitchFamily="49" charset="0"/>
                <a:ea typeface="Hack" panose="020B0609030202020204" pitchFamily="49" charset="0"/>
                <a:cs typeface="Hack" panose="020B0609030202020204" pitchFamily="49" charset="0"/>
              </a:rPr>
              <a:t>wf</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err="1">
                <a:solidFill>
                  <a:schemeClr val="bg1"/>
                </a:solidFill>
                <a:latin typeface="Hack" panose="020B0609030202020204" pitchFamily="49" charset="0"/>
                <a:ea typeface="Hack" panose="020B0609030202020204" pitchFamily="49" charset="0"/>
                <a:cs typeface="Hack" panose="020B0609030202020204" pitchFamily="49" charset="0"/>
              </a:rPr>
              <a:t>dir.pax</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 .</a:t>
            </a:r>
            <a:endParaRPr lang="en-US" noProof="0" dirty="0">
              <a:solidFill>
                <a:schemeClr val="bg1"/>
              </a:solidFill>
              <a:latin typeface="Hack" panose="020B0609030202020204" pitchFamily="49" charset="0"/>
              <a:ea typeface="Hack" panose="020B0609030202020204" pitchFamily="49" charset="0"/>
              <a:cs typeface="Hack" panose="020B0609030202020204" pitchFamily="49" charset="0"/>
            </a:endParaRPr>
          </a:p>
        </p:txBody>
      </p:sp>
      <p:pic>
        <p:nvPicPr>
          <p:cNvPr id="10" name="Picture 9">
            <a:extLst>
              <a:ext uri="{FF2B5EF4-FFF2-40B4-BE49-F238E27FC236}">
                <a16:creationId xmlns:a16="http://schemas.microsoft.com/office/drawing/2014/main" id="{43B61B9B-8207-A929-C0D6-0E7374FC8D82}"/>
              </a:ext>
            </a:extLst>
          </p:cNvPr>
          <p:cNvPicPr>
            <a:picLocks noChangeAspect="1"/>
          </p:cNvPicPr>
          <p:nvPr/>
        </p:nvPicPr>
        <p:blipFill>
          <a:blip r:embed="rId3"/>
          <a:stretch>
            <a:fillRect/>
          </a:stretch>
        </p:blipFill>
        <p:spPr>
          <a:xfrm>
            <a:off x="10054572" y="677443"/>
            <a:ext cx="1602842" cy="1601411"/>
          </a:xfrm>
          <a:prstGeom prst="rect">
            <a:avLst/>
          </a:prstGeom>
        </p:spPr>
      </p:pic>
    </p:spTree>
    <p:extLst>
      <p:ext uri="{BB962C8B-B14F-4D97-AF65-F5344CB8AC3E}">
        <p14:creationId xmlns:p14="http://schemas.microsoft.com/office/powerpoint/2010/main" val="406894375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ED32BBC-8A3B-5FB1-DB0F-B65F461BDA2D}"/>
              </a:ext>
            </a:extLst>
          </p:cNvPr>
          <p:cNvSpPr>
            <a:spLocks noGrp="1"/>
          </p:cNvSpPr>
          <p:nvPr>
            <p:ph type="ctrTitle"/>
          </p:nvPr>
        </p:nvSpPr>
        <p:spPr/>
        <p:txBody>
          <a:bodyPr/>
          <a:lstStyle/>
          <a:p>
            <a:r>
              <a:rPr lang="en-US" noProof="0" dirty="0" err="1"/>
              <a:t>rsync</a:t>
            </a:r>
            <a:endParaRPr lang="en-US" noProof="0" dirty="0"/>
          </a:p>
        </p:txBody>
      </p:sp>
      <p:sp>
        <p:nvSpPr>
          <p:cNvPr id="2" name="Subtitle 1">
            <a:extLst>
              <a:ext uri="{FF2B5EF4-FFF2-40B4-BE49-F238E27FC236}">
                <a16:creationId xmlns:a16="http://schemas.microsoft.com/office/drawing/2014/main" id="{649E47BF-BC3C-206B-A5E6-7049F26F059E}"/>
              </a:ext>
            </a:extLst>
          </p:cNvPr>
          <p:cNvSpPr>
            <a:spLocks noGrp="1"/>
          </p:cNvSpPr>
          <p:nvPr>
            <p:ph type="subTitle" idx="1"/>
          </p:nvPr>
        </p:nvSpPr>
        <p:spPr/>
        <p:txBody>
          <a:bodyPr/>
          <a:lstStyle/>
          <a:p>
            <a:endParaRPr lang="en-US" noProof="0" dirty="0"/>
          </a:p>
        </p:txBody>
      </p:sp>
    </p:spTree>
    <p:extLst>
      <p:ext uri="{BB962C8B-B14F-4D97-AF65-F5344CB8AC3E}">
        <p14:creationId xmlns:p14="http://schemas.microsoft.com/office/powerpoint/2010/main" val="338235659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F2E2DD1-EDAF-4427-2986-60400C7CDE87}"/>
              </a:ext>
            </a:extLst>
          </p:cNvPr>
          <p:cNvSpPr>
            <a:spLocks noGrp="1"/>
          </p:cNvSpPr>
          <p:nvPr>
            <p:ph type="ctrTitle"/>
          </p:nvPr>
        </p:nvSpPr>
        <p:spPr>
          <a:xfrm>
            <a:off x="443922" y="500194"/>
            <a:ext cx="11303577" cy="858985"/>
          </a:xfrm>
        </p:spPr>
        <p:txBody>
          <a:bodyPr/>
          <a:lstStyle/>
          <a:p>
            <a:r>
              <a:rPr lang="en-US" noProof="0" dirty="0" err="1"/>
              <a:t>rsync</a:t>
            </a:r>
            <a:r>
              <a:rPr lang="en-US" noProof="0" dirty="0"/>
              <a:t> command</a:t>
            </a:r>
          </a:p>
        </p:txBody>
      </p:sp>
      <p:sp>
        <p:nvSpPr>
          <p:cNvPr id="5" name="Text Placeholder 4">
            <a:extLst>
              <a:ext uri="{FF2B5EF4-FFF2-40B4-BE49-F238E27FC236}">
                <a16:creationId xmlns:a16="http://schemas.microsoft.com/office/drawing/2014/main" id="{91A8ED3D-B755-43C9-BCB1-DCF495C0C9DB}"/>
              </a:ext>
            </a:extLst>
          </p:cNvPr>
          <p:cNvSpPr>
            <a:spLocks noGrp="1"/>
          </p:cNvSpPr>
          <p:nvPr>
            <p:ph sz="quarter" idx="4"/>
          </p:nvPr>
        </p:nvSpPr>
        <p:spPr>
          <a:xfrm>
            <a:off x="444500" y="1570182"/>
            <a:ext cx="11303000" cy="4511531"/>
          </a:xfrm>
        </p:spPr>
        <p:txBody>
          <a:bodyPr/>
          <a:lstStyle/>
          <a:p>
            <a:r>
              <a:rPr lang="en-US" b="1" spc="-61" noProof="0" dirty="0" err="1">
                <a:solidFill>
                  <a:srgbClr val="3333CC"/>
                </a:solidFill>
                <a:latin typeface="Hack" panose="020B0609030202020204" pitchFamily="49" charset="0"/>
              </a:rPr>
              <a:t>Rsync</a:t>
            </a:r>
            <a:r>
              <a:rPr lang="en-US" noProof="0" dirty="0">
                <a:solidFill>
                  <a:schemeClr val="tx1"/>
                </a:solidFill>
              </a:rPr>
              <a:t> transfers and synchronizes files between a computer and a storage drive and across networked computers by comparing the modification times and sizes of files.</a:t>
            </a:r>
          </a:p>
          <a:p>
            <a:r>
              <a:rPr lang="en-US" noProof="0" dirty="0">
                <a:solidFill>
                  <a:schemeClr val="tx1"/>
                </a:solidFill>
              </a:rPr>
              <a:t>It’s similar in use to the robocopy command on windows systems.</a:t>
            </a:r>
          </a:p>
          <a:p>
            <a:r>
              <a:rPr lang="en-US" noProof="0" dirty="0">
                <a:solidFill>
                  <a:schemeClr val="tx1"/>
                </a:solidFill>
              </a:rPr>
              <a:t>On first use, it simply copies the files/directories from source to target.</a:t>
            </a:r>
          </a:p>
          <a:p>
            <a:pPr lvl="1"/>
            <a:r>
              <a:rPr lang="en-US" noProof="0" dirty="0"/>
              <a:t>Subsequently, just the changes are transferred</a:t>
            </a:r>
          </a:p>
          <a:p>
            <a:pPr lvl="1"/>
            <a:r>
              <a:rPr lang="en-US" noProof="0" dirty="0"/>
              <a:t>Keeping down network traffic</a:t>
            </a:r>
          </a:p>
          <a:p>
            <a:pPr lvl="1"/>
            <a:r>
              <a:rPr lang="en-US" noProof="0" dirty="0"/>
              <a:t>Speeding up the transfer operation</a:t>
            </a:r>
          </a:p>
          <a:p>
            <a:r>
              <a:rPr lang="en-US" noProof="0" dirty="0">
                <a:solidFill>
                  <a:schemeClr val="tx1"/>
                </a:solidFill>
              </a:rPr>
              <a:t>When specifying directories:</a:t>
            </a:r>
          </a:p>
          <a:p>
            <a:pPr lvl="1"/>
            <a:r>
              <a:rPr lang="en-US" noProof="0" dirty="0"/>
              <a:t>Dir – means the source directory and its content.</a:t>
            </a:r>
          </a:p>
          <a:p>
            <a:pPr lvl="1"/>
            <a:r>
              <a:rPr lang="en-US" noProof="0" dirty="0"/>
              <a:t>Dir/ – means just the contents of the source directory.</a:t>
            </a:r>
          </a:p>
          <a:p>
            <a:endParaRPr lang="en-US" noProof="0" dirty="0">
              <a:solidFill>
                <a:schemeClr val="tx1"/>
              </a:solidFill>
            </a:endParaRPr>
          </a:p>
        </p:txBody>
      </p:sp>
      <p:sp>
        <p:nvSpPr>
          <p:cNvPr id="2" name="Slide Number Placeholder 1">
            <a:extLst>
              <a:ext uri="{FF2B5EF4-FFF2-40B4-BE49-F238E27FC236}">
                <a16:creationId xmlns:a16="http://schemas.microsoft.com/office/drawing/2014/main" id="{A9A6FF77-D641-4417-92E7-11CC6238BF20}"/>
              </a:ext>
            </a:extLst>
          </p:cNvPr>
          <p:cNvSpPr>
            <a:spLocks noGrp="1"/>
          </p:cNvSpPr>
          <p:nvPr>
            <p:ph type="sldNum" sz="quarter" idx="12"/>
          </p:nvPr>
        </p:nvSpPr>
        <p:spPr>
          <a:xfrm>
            <a:off x="9365513" y="6398855"/>
            <a:ext cx="2743200" cy="365125"/>
          </a:xfrm>
        </p:spPr>
        <p:txBody>
          <a:bodyPr/>
          <a:lstStyle/>
          <a:p>
            <a:fld id="{EF892D59-8F09-EF4B-AD6D-DA609442F868}" type="slidenum">
              <a:rPr lang="en-US" noProof="0" smtClean="0"/>
              <a:pPr/>
              <a:t>18</a:t>
            </a:fld>
            <a:endParaRPr lang="en-US" noProof="0" dirty="0"/>
          </a:p>
        </p:txBody>
      </p:sp>
      <p:sp>
        <p:nvSpPr>
          <p:cNvPr id="4" name="Rectangle 3">
            <a:extLst>
              <a:ext uri="{FF2B5EF4-FFF2-40B4-BE49-F238E27FC236}">
                <a16:creationId xmlns:a16="http://schemas.microsoft.com/office/drawing/2014/main" id="{5D02B93C-7B08-E8DB-86C5-7A4133C8034A}"/>
              </a:ext>
            </a:extLst>
          </p:cNvPr>
          <p:cNvSpPr>
            <a:spLocks noChangeArrowheads="1"/>
          </p:cNvSpPr>
          <p:nvPr/>
        </p:nvSpPr>
        <p:spPr bwMode="auto">
          <a:xfrm>
            <a:off x="444500" y="4876904"/>
            <a:ext cx="11161711" cy="1413207"/>
          </a:xfrm>
          <a:prstGeom prst="rect">
            <a:avLst/>
          </a:prstGeom>
          <a:solidFill>
            <a:schemeClr val="tx1"/>
          </a:solidFill>
          <a:ln w="12700" algn="ctr">
            <a:solidFill>
              <a:schemeClr val="bg1"/>
            </a:solidFill>
            <a:miter lim="800000"/>
            <a:headEnd/>
            <a:tailEnd/>
          </a:ln>
          <a:effectLst>
            <a:outerShdw blurRad="50800" dist="50800" dir="2700000" algn="ctr" rotWithShape="0">
              <a:schemeClr val="bg2">
                <a:lumMod val="90000"/>
              </a:schemeClr>
            </a:outerShdw>
          </a:effectLst>
        </p:spPr>
        <p:txBody>
          <a:bodyPr wrap="square" lIns="95250" tIns="91440" rIns="95250" bIns="50800">
            <a:spAutoFit/>
          </a:bodyPr>
          <a:lstStyle/>
          <a:p>
            <a:pPr marL="71199">
              <a:spcBef>
                <a:spcPts val="102"/>
              </a:spcBef>
            </a:pPr>
            <a:r>
              <a:rPr lang="en-US" sz="1600" spc="-4" noProof="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z="1600" spc="-4"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sz="1600" b="1" spc="-4" noProof="0" dirty="0" err="1">
                <a:solidFill>
                  <a:schemeClr val="bg1"/>
                </a:solidFill>
                <a:latin typeface="Hack" panose="020B0609030202020204" pitchFamily="49" charset="0"/>
                <a:ea typeface="Hack" panose="020B0609030202020204" pitchFamily="49" charset="0"/>
                <a:cs typeface="Hack" panose="020B0609030202020204" pitchFamily="49" charset="0"/>
              </a:rPr>
              <a:t>sudo</a:t>
            </a:r>
            <a:r>
              <a:rPr lang="en-US" sz="1600" b="1"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sz="1600" b="1" spc="-4" noProof="0" dirty="0" err="1">
                <a:solidFill>
                  <a:schemeClr val="bg1"/>
                </a:solidFill>
                <a:latin typeface="Hack" panose="020B0609030202020204" pitchFamily="49" charset="0"/>
                <a:ea typeface="Hack" panose="020B0609030202020204" pitchFamily="49" charset="0"/>
                <a:cs typeface="Hack" panose="020B0609030202020204" pitchFamily="49" charset="0"/>
              </a:rPr>
              <a:t>rsync</a:t>
            </a:r>
            <a:r>
              <a:rPr lang="en-US" sz="1600" b="1" spc="4"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sz="1600" b="1" spc="-4" noProof="0" dirty="0">
                <a:solidFill>
                  <a:schemeClr val="bg1"/>
                </a:solidFill>
                <a:latin typeface="Hack" panose="020B0609030202020204" pitchFamily="49" charset="0"/>
                <a:ea typeface="Hack" panose="020B0609030202020204" pitchFamily="49" charset="0"/>
                <a:cs typeface="Hack" panose="020B0609030202020204" pitchFamily="49" charset="0"/>
              </a:rPr>
              <a:t>-</a:t>
            </a:r>
            <a:r>
              <a:rPr lang="en-US" sz="1600" b="1" spc="-4" noProof="0" dirty="0" err="1">
                <a:solidFill>
                  <a:schemeClr val="bg1"/>
                </a:solidFill>
                <a:latin typeface="Hack" panose="020B0609030202020204" pitchFamily="49" charset="0"/>
                <a:ea typeface="Hack" panose="020B0609030202020204" pitchFamily="49" charset="0"/>
                <a:cs typeface="Hack" panose="020B0609030202020204" pitchFamily="49" charset="0"/>
              </a:rPr>
              <a:t>avzH</a:t>
            </a:r>
            <a:r>
              <a:rPr lang="en-US" sz="1600" b="1" spc="-4" noProof="0" dirty="0">
                <a:solidFill>
                  <a:schemeClr val="bg1"/>
                </a:solidFill>
                <a:latin typeface="Hack" panose="020B0609030202020204" pitchFamily="49" charset="0"/>
                <a:ea typeface="Hack" panose="020B0609030202020204" pitchFamily="49" charset="0"/>
                <a:cs typeface="Hack" panose="020B0609030202020204" pitchFamily="49" charset="0"/>
              </a:rPr>
              <a:t> /root/</a:t>
            </a:r>
            <a:r>
              <a:rPr lang="en-US" sz="1600" b="1" spc="-4" noProof="0" dirty="0" err="1">
                <a:solidFill>
                  <a:schemeClr val="bg1"/>
                </a:solidFill>
                <a:latin typeface="Hack" panose="020B0609030202020204" pitchFamily="49" charset="0"/>
                <a:ea typeface="Hack" panose="020B0609030202020204" pitchFamily="49" charset="0"/>
                <a:cs typeface="Hack" panose="020B0609030202020204" pitchFamily="49" charset="0"/>
              </a:rPr>
              <a:t>rpmpkgs</a:t>
            </a:r>
            <a:r>
              <a:rPr lang="en-US" sz="1600" b="1" spc="-4"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sz="1600" b="1" spc="-4" noProof="0" dirty="0" err="1">
                <a:solidFill>
                  <a:schemeClr val="bg1"/>
                </a:solidFill>
                <a:latin typeface="Hack" panose="020B0609030202020204" pitchFamily="49" charset="0"/>
                <a:ea typeface="Hack" panose="020B0609030202020204" pitchFamily="49" charset="0"/>
                <a:cs typeface="Hack" panose="020B0609030202020204" pitchFamily="49" charset="0"/>
              </a:rPr>
              <a:t>tmp</a:t>
            </a:r>
            <a:r>
              <a:rPr lang="en-US" sz="1600" b="1" spc="-4" noProof="0" dirty="0">
                <a:solidFill>
                  <a:schemeClr val="bg1"/>
                </a:solidFill>
                <a:latin typeface="Hack" panose="020B0609030202020204" pitchFamily="49" charset="0"/>
                <a:ea typeface="Hack" panose="020B0609030202020204" pitchFamily="49" charset="0"/>
                <a:cs typeface="Hack" panose="020B0609030202020204" pitchFamily="49" charset="0"/>
              </a:rPr>
              <a:t>/backups/</a:t>
            </a:r>
          </a:p>
          <a:p>
            <a:pPr marL="71199">
              <a:spcBef>
                <a:spcPts val="102"/>
              </a:spcBef>
            </a:pPr>
            <a:r>
              <a:rPr lang="en-US" sz="1600" spc="-4" noProof="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z="1600" spc="-4"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sz="1600" b="1" spc="-4" noProof="0" dirty="0" err="1">
                <a:solidFill>
                  <a:schemeClr val="bg1"/>
                </a:solidFill>
                <a:latin typeface="Hack" panose="020B0609030202020204" pitchFamily="49" charset="0"/>
                <a:ea typeface="Hack" panose="020B0609030202020204" pitchFamily="49" charset="0"/>
                <a:cs typeface="Hack" panose="020B0609030202020204" pitchFamily="49" charset="0"/>
              </a:rPr>
              <a:t>sudo</a:t>
            </a:r>
            <a:r>
              <a:rPr lang="en-US" sz="1600" b="1"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sz="1600" b="1" spc="-4" noProof="0" dirty="0" err="1">
                <a:solidFill>
                  <a:schemeClr val="bg1"/>
                </a:solidFill>
                <a:latin typeface="Hack" panose="020B0609030202020204" pitchFamily="49" charset="0"/>
                <a:ea typeface="Hack" panose="020B0609030202020204" pitchFamily="49" charset="0"/>
                <a:cs typeface="Hack" panose="020B0609030202020204" pitchFamily="49" charset="0"/>
              </a:rPr>
              <a:t>rsync</a:t>
            </a:r>
            <a:r>
              <a:rPr lang="en-US" sz="1600" b="1" spc="4"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sz="1600" b="1" spc="-4" noProof="0" dirty="0">
                <a:solidFill>
                  <a:schemeClr val="bg1"/>
                </a:solidFill>
                <a:latin typeface="Hack" panose="020B0609030202020204" pitchFamily="49" charset="0"/>
                <a:ea typeface="Hack" panose="020B0609030202020204" pitchFamily="49" charset="0"/>
                <a:cs typeface="Hack" panose="020B0609030202020204" pitchFamily="49" charset="0"/>
              </a:rPr>
              <a:t>-</a:t>
            </a:r>
            <a:r>
              <a:rPr lang="en-US" sz="1600" b="1" spc="-4" noProof="0" dirty="0" err="1">
                <a:solidFill>
                  <a:schemeClr val="bg1"/>
                </a:solidFill>
                <a:latin typeface="Hack" panose="020B0609030202020204" pitchFamily="49" charset="0"/>
                <a:ea typeface="Hack" panose="020B0609030202020204" pitchFamily="49" charset="0"/>
                <a:cs typeface="Hack" panose="020B0609030202020204" pitchFamily="49" charset="0"/>
              </a:rPr>
              <a:t>avzH</a:t>
            </a:r>
            <a:r>
              <a:rPr lang="en-US" sz="1600" b="1" spc="-4" noProof="0" dirty="0">
                <a:solidFill>
                  <a:schemeClr val="bg1"/>
                </a:solidFill>
                <a:latin typeface="Hack" panose="020B0609030202020204" pitchFamily="49" charset="0"/>
                <a:ea typeface="Hack" panose="020B0609030202020204" pitchFamily="49" charset="0"/>
                <a:cs typeface="Hack" panose="020B0609030202020204" pitchFamily="49" charset="0"/>
              </a:rPr>
              <a:t> /root/</a:t>
            </a:r>
            <a:r>
              <a:rPr lang="en-US" sz="1600" b="1" spc="-4" noProof="0" dirty="0" err="1">
                <a:solidFill>
                  <a:schemeClr val="bg1"/>
                </a:solidFill>
                <a:latin typeface="Hack" panose="020B0609030202020204" pitchFamily="49" charset="0"/>
                <a:ea typeface="Hack" panose="020B0609030202020204" pitchFamily="49" charset="0"/>
                <a:cs typeface="Hack" panose="020B0609030202020204" pitchFamily="49" charset="0"/>
              </a:rPr>
              <a:t>rpmpkgs</a:t>
            </a:r>
            <a:r>
              <a:rPr lang="en-US" sz="1600" b="1" spc="-4"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sz="1600" b="1" spc="-4" noProof="0" dirty="0" err="1">
                <a:solidFill>
                  <a:schemeClr val="bg1"/>
                </a:solidFill>
                <a:latin typeface="Hack" panose="020B0609030202020204" pitchFamily="49" charset="0"/>
                <a:ea typeface="Hack" panose="020B0609030202020204" pitchFamily="49" charset="0"/>
                <a:cs typeface="Hack" panose="020B0609030202020204" pitchFamily="49" charset="0"/>
              </a:rPr>
              <a:t>tmp</a:t>
            </a:r>
            <a:r>
              <a:rPr lang="en-US" sz="1600" b="1" spc="-4" noProof="0" dirty="0">
                <a:solidFill>
                  <a:schemeClr val="bg1"/>
                </a:solidFill>
                <a:latin typeface="Hack" panose="020B0609030202020204" pitchFamily="49" charset="0"/>
                <a:ea typeface="Hack" panose="020B0609030202020204" pitchFamily="49" charset="0"/>
                <a:cs typeface="Hack" panose="020B0609030202020204" pitchFamily="49" charset="0"/>
              </a:rPr>
              <a:t>/backups/</a:t>
            </a:r>
            <a:r>
              <a:rPr lang="en-US" sz="1600" b="1" spc="-4" noProof="0" dirty="0" err="1">
                <a:solidFill>
                  <a:schemeClr val="bg1"/>
                </a:solidFill>
                <a:latin typeface="Hack" panose="020B0609030202020204" pitchFamily="49" charset="0"/>
                <a:ea typeface="Hack" panose="020B0609030202020204" pitchFamily="49" charset="0"/>
                <a:cs typeface="Hack" panose="020B0609030202020204" pitchFamily="49" charset="0"/>
              </a:rPr>
              <a:t>rpmpkgs</a:t>
            </a:r>
            <a:r>
              <a:rPr lang="en-US" sz="1600" b="1" spc="-4" noProof="0" dirty="0">
                <a:solidFill>
                  <a:schemeClr val="bg1"/>
                </a:solidFill>
                <a:latin typeface="Hack" panose="020B0609030202020204" pitchFamily="49" charset="0"/>
                <a:ea typeface="Hack" panose="020B0609030202020204" pitchFamily="49" charset="0"/>
                <a:cs typeface="Hack" panose="020B0609030202020204" pitchFamily="49" charset="0"/>
              </a:rPr>
              <a:t>/</a:t>
            </a:r>
          </a:p>
          <a:p>
            <a:pPr marL="71199">
              <a:spcBef>
                <a:spcPts val="102"/>
              </a:spcBef>
            </a:pPr>
            <a:r>
              <a:rPr lang="en-US" sz="1600" spc="-4" noProof="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z="1600" spc="-4"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sz="1600" b="1" spc="-4" noProof="0" dirty="0">
                <a:solidFill>
                  <a:schemeClr val="bg1"/>
                </a:solidFill>
                <a:latin typeface="Hack" panose="020B0609030202020204" pitchFamily="49" charset="0"/>
                <a:ea typeface="Hack" panose="020B0609030202020204" pitchFamily="49" charset="0"/>
                <a:cs typeface="Hack" panose="020B0609030202020204" pitchFamily="49" charset="0"/>
              </a:rPr>
              <a:t># the two commands above achieve the same thing</a:t>
            </a:r>
          </a:p>
          <a:p>
            <a:pPr marL="71199">
              <a:spcBef>
                <a:spcPts val="102"/>
              </a:spcBef>
            </a:pPr>
            <a:r>
              <a:rPr lang="en-US" sz="1600" spc="-4" noProof="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z="1600" spc="-4"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sz="1600" b="1" spc="-4" noProof="0" dirty="0" err="1">
                <a:solidFill>
                  <a:schemeClr val="bg1"/>
                </a:solidFill>
                <a:latin typeface="Hack" panose="020B0609030202020204" pitchFamily="49" charset="0"/>
                <a:ea typeface="Hack" panose="020B0609030202020204" pitchFamily="49" charset="0"/>
                <a:cs typeface="Hack" panose="020B0609030202020204" pitchFamily="49" charset="0"/>
              </a:rPr>
              <a:t>sudo</a:t>
            </a:r>
            <a:r>
              <a:rPr lang="en-US" sz="1600" b="1"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sz="1600" b="1" spc="-4" noProof="0" dirty="0" err="1">
                <a:solidFill>
                  <a:schemeClr val="bg1"/>
                </a:solidFill>
                <a:latin typeface="Hack" panose="020B0609030202020204" pitchFamily="49" charset="0"/>
                <a:ea typeface="Hack" panose="020B0609030202020204" pitchFamily="49" charset="0"/>
                <a:cs typeface="Hack" panose="020B0609030202020204" pitchFamily="49" charset="0"/>
              </a:rPr>
              <a:t>rsync</a:t>
            </a:r>
            <a:r>
              <a:rPr lang="en-US" sz="1600" b="1" spc="4"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sz="1600" b="1" spc="-4" noProof="0" dirty="0">
                <a:solidFill>
                  <a:schemeClr val="bg1"/>
                </a:solidFill>
                <a:latin typeface="Hack" panose="020B0609030202020204" pitchFamily="49" charset="0"/>
                <a:ea typeface="Hack" panose="020B0609030202020204" pitchFamily="49" charset="0"/>
                <a:cs typeface="Hack" panose="020B0609030202020204" pitchFamily="49" charset="0"/>
              </a:rPr>
              <a:t>-</a:t>
            </a:r>
            <a:r>
              <a:rPr lang="en-US" sz="1600" b="1" spc="-4" noProof="0" dirty="0" err="1">
                <a:solidFill>
                  <a:schemeClr val="bg1"/>
                </a:solidFill>
                <a:latin typeface="Hack" panose="020B0609030202020204" pitchFamily="49" charset="0"/>
                <a:ea typeface="Hack" panose="020B0609030202020204" pitchFamily="49" charset="0"/>
                <a:cs typeface="Hack" panose="020B0609030202020204" pitchFamily="49" charset="0"/>
              </a:rPr>
              <a:t>avzH</a:t>
            </a:r>
            <a:r>
              <a:rPr lang="en-US" sz="1600" b="1" spc="-4" noProof="0" dirty="0">
                <a:solidFill>
                  <a:schemeClr val="bg1"/>
                </a:solidFill>
                <a:latin typeface="Hack" panose="020B0609030202020204" pitchFamily="49" charset="0"/>
                <a:ea typeface="Hack" panose="020B0609030202020204" pitchFamily="49" charset="0"/>
                <a:cs typeface="Hack" panose="020B0609030202020204" pitchFamily="49" charset="0"/>
              </a:rPr>
              <a:t> /root/</a:t>
            </a:r>
            <a:r>
              <a:rPr lang="en-US" sz="1600" b="1" spc="-4" noProof="0" dirty="0" err="1">
                <a:solidFill>
                  <a:schemeClr val="bg1"/>
                </a:solidFill>
                <a:latin typeface="Hack" panose="020B0609030202020204" pitchFamily="49" charset="0"/>
                <a:ea typeface="Hack" panose="020B0609030202020204" pitchFamily="49" charset="0"/>
                <a:cs typeface="Hack" panose="020B0609030202020204" pitchFamily="49" charset="0"/>
              </a:rPr>
              <a:t>rpmpkgs</a:t>
            </a:r>
            <a:r>
              <a:rPr lang="en-US" sz="1600" b="1" spc="-4"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sz="1600" b="1" spc="-4" noProof="0" dirty="0" err="1">
                <a:solidFill>
                  <a:schemeClr val="bg1"/>
                </a:solidFill>
                <a:latin typeface="Hack" panose="020B0609030202020204" pitchFamily="49" charset="0"/>
                <a:ea typeface="Hack" panose="020B0609030202020204" pitchFamily="49" charset="0"/>
                <a:cs typeface="Hack" panose="020B0609030202020204" pitchFamily="49" charset="0"/>
              </a:rPr>
              <a:t>tmp</a:t>
            </a:r>
            <a:r>
              <a:rPr lang="en-US" sz="1600" b="1" spc="-4" noProof="0" dirty="0">
                <a:solidFill>
                  <a:schemeClr val="bg1"/>
                </a:solidFill>
                <a:latin typeface="Hack" panose="020B0609030202020204" pitchFamily="49" charset="0"/>
                <a:ea typeface="Hack" panose="020B0609030202020204" pitchFamily="49" charset="0"/>
                <a:cs typeface="Hack" panose="020B0609030202020204" pitchFamily="49" charset="0"/>
              </a:rPr>
              <a:t>/backups/rpms/</a:t>
            </a:r>
          </a:p>
          <a:p>
            <a:pPr marL="71199">
              <a:spcBef>
                <a:spcPts val="102"/>
              </a:spcBef>
            </a:pPr>
            <a:r>
              <a:rPr lang="en-US" sz="1600" spc="-4" noProof="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z="1600" b="1" spc="-4" noProof="0" dirty="0">
                <a:solidFill>
                  <a:schemeClr val="bg1"/>
                </a:solidFill>
                <a:latin typeface="Hack" panose="020B0609030202020204" pitchFamily="49" charset="0"/>
                <a:ea typeface="Hack" panose="020B0609030202020204" pitchFamily="49" charset="0"/>
                <a:cs typeface="Hack" panose="020B0609030202020204" pitchFamily="49" charset="0"/>
              </a:rPr>
              <a:t> # the command above changes the target directory</a:t>
            </a:r>
          </a:p>
        </p:txBody>
      </p:sp>
    </p:spTree>
    <p:extLst>
      <p:ext uri="{BB962C8B-B14F-4D97-AF65-F5344CB8AC3E}">
        <p14:creationId xmlns:p14="http://schemas.microsoft.com/office/powerpoint/2010/main" val="338829816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027D23A-B661-C95A-FFFC-18421373A5DD}"/>
              </a:ext>
            </a:extLst>
          </p:cNvPr>
          <p:cNvSpPr>
            <a:spLocks noGrp="1"/>
          </p:cNvSpPr>
          <p:nvPr>
            <p:ph type="ctrTitle"/>
          </p:nvPr>
        </p:nvSpPr>
        <p:spPr>
          <a:xfrm>
            <a:off x="443922" y="500194"/>
            <a:ext cx="11303577" cy="858985"/>
          </a:xfrm>
        </p:spPr>
        <p:txBody>
          <a:bodyPr/>
          <a:lstStyle/>
          <a:p>
            <a:r>
              <a:rPr lang="en-US" noProof="0" dirty="0" err="1"/>
              <a:t>rsync</a:t>
            </a:r>
            <a:r>
              <a:rPr lang="en-US" noProof="0" dirty="0"/>
              <a:t> switches</a:t>
            </a:r>
          </a:p>
        </p:txBody>
      </p:sp>
      <p:sp>
        <p:nvSpPr>
          <p:cNvPr id="2" name="Slide Number Placeholder 1">
            <a:extLst>
              <a:ext uri="{FF2B5EF4-FFF2-40B4-BE49-F238E27FC236}">
                <a16:creationId xmlns:a16="http://schemas.microsoft.com/office/drawing/2014/main" id="{A9A6FF77-D641-4417-92E7-11CC6238BF20}"/>
              </a:ext>
            </a:extLst>
          </p:cNvPr>
          <p:cNvSpPr>
            <a:spLocks noGrp="1"/>
          </p:cNvSpPr>
          <p:nvPr>
            <p:ph type="sldNum" sz="quarter" idx="12"/>
          </p:nvPr>
        </p:nvSpPr>
        <p:spPr>
          <a:xfrm>
            <a:off x="9365513" y="6398855"/>
            <a:ext cx="2743200" cy="365125"/>
          </a:xfrm>
        </p:spPr>
        <p:txBody>
          <a:bodyPr/>
          <a:lstStyle/>
          <a:p>
            <a:fld id="{EF892D59-8F09-EF4B-AD6D-DA609442F868}" type="slidenum">
              <a:rPr lang="en-US" noProof="0" smtClean="0"/>
              <a:pPr/>
              <a:t>19</a:t>
            </a:fld>
            <a:endParaRPr lang="en-US" noProof="0" dirty="0"/>
          </a:p>
        </p:txBody>
      </p:sp>
      <p:graphicFrame>
        <p:nvGraphicFramePr>
          <p:cNvPr id="9" name="Table 9">
            <a:extLst>
              <a:ext uri="{FF2B5EF4-FFF2-40B4-BE49-F238E27FC236}">
                <a16:creationId xmlns:a16="http://schemas.microsoft.com/office/drawing/2014/main" id="{7CE16E7D-F413-793A-64D0-7659BA8A3028}"/>
              </a:ext>
            </a:extLst>
          </p:cNvPr>
          <p:cNvGraphicFramePr>
            <a:graphicFrameLocks noGrp="1"/>
          </p:cNvGraphicFramePr>
          <p:nvPr>
            <p:ph sz="quarter" idx="4"/>
            <p:extLst>
              <p:ext uri="{D42A27DB-BD31-4B8C-83A1-F6EECF244321}">
                <p14:modId xmlns:p14="http://schemas.microsoft.com/office/powerpoint/2010/main" val="2846387192"/>
              </p:ext>
            </p:extLst>
          </p:nvPr>
        </p:nvGraphicFramePr>
        <p:xfrm>
          <a:off x="2542598" y="1872094"/>
          <a:ext cx="7106804" cy="3657600"/>
        </p:xfrm>
        <a:graphic>
          <a:graphicData uri="http://schemas.openxmlformats.org/drawingml/2006/table">
            <a:tbl>
              <a:tblPr firstRow="1" bandRow="1">
                <a:tableStyleId>{21E4AEA4-8DFA-4A89-87EB-49C32662AFE0}</a:tableStyleId>
              </a:tblPr>
              <a:tblGrid>
                <a:gridCol w="1484959">
                  <a:extLst>
                    <a:ext uri="{9D8B030D-6E8A-4147-A177-3AD203B41FA5}">
                      <a16:colId xmlns:a16="http://schemas.microsoft.com/office/drawing/2014/main" val="626263416"/>
                    </a:ext>
                  </a:extLst>
                </a:gridCol>
                <a:gridCol w="5621845">
                  <a:extLst>
                    <a:ext uri="{9D8B030D-6E8A-4147-A177-3AD203B41FA5}">
                      <a16:colId xmlns:a16="http://schemas.microsoft.com/office/drawing/2014/main" val="4168138251"/>
                    </a:ext>
                  </a:extLst>
                </a:gridCol>
              </a:tblGrid>
              <a:tr h="278097">
                <a:tc>
                  <a:txBody>
                    <a:bodyPr/>
                    <a:lstStyle/>
                    <a:p>
                      <a:r>
                        <a:rPr lang="en-US" sz="1800" noProof="0" dirty="0">
                          <a:solidFill>
                            <a:schemeClr val="tx1"/>
                          </a:solidFill>
                        </a:rPr>
                        <a:t>Switch</a:t>
                      </a:r>
                    </a:p>
                  </a:txBody>
                  <a:tcPr/>
                </a:tc>
                <a:tc>
                  <a:txBody>
                    <a:bodyPr/>
                    <a:lstStyle/>
                    <a:p>
                      <a:r>
                        <a:rPr lang="en-US" sz="1800" noProof="0" dirty="0">
                          <a:solidFill>
                            <a:schemeClr val="tx1"/>
                          </a:solidFill>
                        </a:rPr>
                        <a:t>Meaning</a:t>
                      </a:r>
                    </a:p>
                  </a:txBody>
                  <a:tcPr/>
                </a:tc>
                <a:extLst>
                  <a:ext uri="{0D108BD9-81ED-4DB2-BD59-A6C34878D82A}">
                    <a16:rowId xmlns:a16="http://schemas.microsoft.com/office/drawing/2014/main" val="2211751878"/>
                  </a:ext>
                </a:extLst>
              </a:tr>
              <a:tr h="278097">
                <a:tc>
                  <a:txBody>
                    <a:bodyPr/>
                    <a:lstStyle/>
                    <a:p>
                      <a:r>
                        <a:rPr lang="en-US" sz="1800" b="1" noProof="0" dirty="0">
                          <a:solidFill>
                            <a:srgbClr val="7030A0"/>
                          </a:solidFill>
                          <a:latin typeface="Hack" panose="020B0609030202020204"/>
                        </a:rPr>
                        <a:t>-a</a:t>
                      </a:r>
                      <a:endParaRPr lang="en-US" sz="1800" b="1" noProof="0" dirty="0">
                        <a:solidFill>
                          <a:srgbClr val="7030A0"/>
                        </a:solidFill>
                        <a:latin typeface="Hack" panose="020B0609030202020204"/>
                        <a:ea typeface="Hack" panose="020B0609030202020204" pitchFamily="49" charset="0"/>
                        <a:cs typeface="Hack" panose="020B0609030202020204" pitchFamily="49" charset="0"/>
                      </a:endParaRPr>
                    </a:p>
                  </a:txBody>
                  <a:tcPr/>
                </a:tc>
                <a:tc>
                  <a:txBody>
                    <a:bodyPr/>
                    <a:lstStyle/>
                    <a:p>
                      <a:r>
                        <a:rPr lang="en-US" sz="1800" noProof="0" dirty="0"/>
                        <a:t>Archive mode; equals </a:t>
                      </a:r>
                      <a:r>
                        <a:rPr lang="en-US" sz="1800" b="1" noProof="0" dirty="0">
                          <a:solidFill>
                            <a:srgbClr val="7030A0"/>
                          </a:solidFill>
                          <a:latin typeface="Hack" panose="020B0609030202020204"/>
                        </a:rPr>
                        <a:t>-</a:t>
                      </a:r>
                      <a:r>
                        <a:rPr lang="en-US" sz="1800" b="1" noProof="0" dirty="0" err="1">
                          <a:solidFill>
                            <a:srgbClr val="7030A0"/>
                          </a:solidFill>
                          <a:latin typeface="Hack" panose="020B0609030202020204"/>
                        </a:rPr>
                        <a:t>rlptgoD</a:t>
                      </a:r>
                      <a:r>
                        <a:rPr lang="en-US" sz="1800" b="1" noProof="0" dirty="0">
                          <a:solidFill>
                            <a:srgbClr val="7030A0"/>
                          </a:solidFill>
                          <a:latin typeface="Hack" panose="020B0609030202020204"/>
                        </a:rPr>
                        <a:t> </a:t>
                      </a:r>
                      <a:r>
                        <a:rPr lang="en-US" sz="1800" noProof="0" dirty="0"/>
                        <a:t>(no </a:t>
                      </a:r>
                      <a:r>
                        <a:rPr lang="en-US" sz="1800" b="1" noProof="0" dirty="0">
                          <a:solidFill>
                            <a:srgbClr val="7030A0"/>
                          </a:solidFill>
                          <a:latin typeface="Hack" panose="020B0609030202020204"/>
                        </a:rPr>
                        <a:t>-H,-A,-X</a:t>
                      </a:r>
                      <a:r>
                        <a:rPr lang="en-US" sz="1800" noProof="0" dirty="0"/>
                        <a:t>)</a:t>
                      </a:r>
                    </a:p>
                  </a:txBody>
                  <a:tcPr/>
                </a:tc>
                <a:extLst>
                  <a:ext uri="{0D108BD9-81ED-4DB2-BD59-A6C34878D82A}">
                    <a16:rowId xmlns:a16="http://schemas.microsoft.com/office/drawing/2014/main" val="227518696"/>
                  </a:ext>
                </a:extLst>
              </a:tr>
              <a:tr h="278097">
                <a:tc>
                  <a:txBody>
                    <a:bodyPr/>
                    <a:lstStyle/>
                    <a:p>
                      <a:r>
                        <a:rPr lang="en-US" sz="1800" b="1" noProof="0" dirty="0">
                          <a:solidFill>
                            <a:srgbClr val="7030A0"/>
                          </a:solidFill>
                          <a:latin typeface="Hack" panose="020B0609030202020204"/>
                        </a:rPr>
                        <a:t>-v</a:t>
                      </a:r>
                      <a:endParaRPr lang="en-US" sz="1800" b="1" noProof="0" dirty="0">
                        <a:solidFill>
                          <a:srgbClr val="7030A0"/>
                        </a:solidFill>
                        <a:latin typeface="Hack" panose="020B0609030202020204"/>
                        <a:ea typeface="Hack" panose="020B0609030202020204" pitchFamily="49" charset="0"/>
                        <a:cs typeface="Hack" panose="020B0609030202020204" pitchFamily="49" charset="0"/>
                      </a:endParaRPr>
                    </a:p>
                  </a:txBody>
                  <a:tcPr/>
                </a:tc>
                <a:tc>
                  <a:txBody>
                    <a:bodyPr/>
                    <a:lstStyle/>
                    <a:p>
                      <a:r>
                        <a:rPr lang="en-US" sz="1800" noProof="0" dirty="0"/>
                        <a:t>Increase verbosity</a:t>
                      </a:r>
                    </a:p>
                  </a:txBody>
                  <a:tcPr/>
                </a:tc>
                <a:extLst>
                  <a:ext uri="{0D108BD9-81ED-4DB2-BD59-A6C34878D82A}">
                    <a16:rowId xmlns:a16="http://schemas.microsoft.com/office/drawing/2014/main" val="3123657688"/>
                  </a:ext>
                </a:extLst>
              </a:tr>
              <a:tr h="278097">
                <a:tc>
                  <a:txBody>
                    <a:bodyPr/>
                    <a:lstStyle/>
                    <a:p>
                      <a:r>
                        <a:rPr lang="en-US" sz="1800" b="1" noProof="0" dirty="0">
                          <a:solidFill>
                            <a:srgbClr val="7030A0"/>
                          </a:solidFill>
                          <a:latin typeface="Hack" panose="020B0609030202020204"/>
                        </a:rPr>
                        <a:t>-z</a:t>
                      </a:r>
                      <a:endParaRPr lang="en-US" sz="1800" b="1" noProof="0" dirty="0">
                        <a:solidFill>
                          <a:srgbClr val="7030A0"/>
                        </a:solidFill>
                        <a:latin typeface="Hack" panose="020B0609030202020204"/>
                        <a:ea typeface="Hack" panose="020B0609030202020204" pitchFamily="49" charset="0"/>
                        <a:cs typeface="Hack" panose="020B0609030202020204" pitchFamily="49" charset="0"/>
                      </a:endParaRPr>
                    </a:p>
                  </a:txBody>
                  <a:tcPr/>
                </a:tc>
                <a:tc>
                  <a:txBody>
                    <a:bodyPr/>
                    <a:lstStyle/>
                    <a:p>
                      <a:r>
                        <a:rPr lang="en-US" sz="1800" noProof="0" dirty="0"/>
                        <a:t>Compress file data during the transfer</a:t>
                      </a:r>
                    </a:p>
                  </a:txBody>
                  <a:tcPr/>
                </a:tc>
                <a:extLst>
                  <a:ext uri="{0D108BD9-81ED-4DB2-BD59-A6C34878D82A}">
                    <a16:rowId xmlns:a16="http://schemas.microsoft.com/office/drawing/2014/main" val="2718178288"/>
                  </a:ext>
                </a:extLst>
              </a:tr>
              <a:tr h="278097">
                <a:tc>
                  <a:txBody>
                    <a:bodyPr/>
                    <a:lstStyle/>
                    <a:p>
                      <a:r>
                        <a:rPr lang="en-US" sz="1800" b="1" noProof="0" dirty="0">
                          <a:solidFill>
                            <a:srgbClr val="7030A0"/>
                          </a:solidFill>
                          <a:latin typeface="Hack" panose="020B0609030202020204"/>
                        </a:rPr>
                        <a:t>--delete</a:t>
                      </a:r>
                      <a:endParaRPr lang="en-US" sz="1800" b="1" noProof="0" dirty="0">
                        <a:solidFill>
                          <a:srgbClr val="7030A0"/>
                        </a:solidFill>
                        <a:latin typeface="Hack" panose="020B0609030202020204"/>
                        <a:ea typeface="Hack" panose="020B0609030202020204" pitchFamily="49" charset="0"/>
                        <a:cs typeface="Hack" panose="020B0609030202020204" pitchFamily="49" charset="0"/>
                      </a:endParaRPr>
                    </a:p>
                  </a:txBody>
                  <a:tcP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US" sz="1800" noProof="0" dirty="0"/>
                        <a:t>Delete extraneous files from destination </a:t>
                      </a:r>
                      <a:r>
                        <a:rPr lang="en-US" sz="1800" noProof="0" dirty="0" err="1"/>
                        <a:t>dirs</a:t>
                      </a:r>
                      <a:endParaRPr lang="en-US" sz="1800" noProof="0" dirty="0"/>
                    </a:p>
                  </a:txBody>
                  <a:tcPr/>
                </a:tc>
                <a:extLst>
                  <a:ext uri="{0D108BD9-81ED-4DB2-BD59-A6C34878D82A}">
                    <a16:rowId xmlns:a16="http://schemas.microsoft.com/office/drawing/2014/main" val="409622832"/>
                  </a:ext>
                </a:extLst>
              </a:tr>
              <a:tr h="278097">
                <a:tc>
                  <a:txBody>
                    <a:bodyPr/>
                    <a:lstStyle/>
                    <a:p>
                      <a:pPr algn="just"/>
                      <a:r>
                        <a:rPr lang="en-US" sz="1800" b="1" noProof="0" dirty="0">
                          <a:solidFill>
                            <a:srgbClr val="7030A0"/>
                          </a:solidFill>
                          <a:latin typeface="Hack" panose="020B0609030202020204"/>
                        </a:rPr>
                        <a:t>-u</a:t>
                      </a:r>
                      <a:endParaRPr lang="en-US" sz="1800" b="1" noProof="0" dirty="0">
                        <a:solidFill>
                          <a:srgbClr val="7030A0"/>
                        </a:solidFill>
                        <a:latin typeface="Hack" panose="020B0609030202020204"/>
                        <a:ea typeface="Hack" panose="020B0609030202020204" pitchFamily="49" charset="0"/>
                        <a:cs typeface="Hack" panose="020B0609030202020204" pitchFamily="49" charset="0"/>
                      </a:endParaRPr>
                    </a:p>
                  </a:txBody>
                  <a:tcP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US" sz="1800" noProof="0" dirty="0"/>
                        <a:t>Skip files that are newer on the receiver (</a:t>
                      </a:r>
                      <a:r>
                        <a:rPr lang="en-US" sz="1800" b="1" noProof="0" dirty="0"/>
                        <a:t>u</a:t>
                      </a:r>
                      <a:r>
                        <a:rPr lang="en-US" sz="1800" noProof="0" dirty="0"/>
                        <a:t>pdate)</a:t>
                      </a:r>
                    </a:p>
                  </a:txBody>
                  <a:tcPr/>
                </a:tc>
                <a:extLst>
                  <a:ext uri="{0D108BD9-81ED-4DB2-BD59-A6C34878D82A}">
                    <a16:rowId xmlns:a16="http://schemas.microsoft.com/office/drawing/2014/main" val="3385096324"/>
                  </a:ext>
                </a:extLst>
              </a:tr>
              <a:tr h="278097">
                <a:tc>
                  <a:txBody>
                    <a:bodyPr/>
                    <a:lstStyle/>
                    <a:p>
                      <a:pPr algn="just"/>
                      <a:r>
                        <a:rPr lang="en-US" sz="1800" b="1" noProof="0" dirty="0">
                          <a:solidFill>
                            <a:srgbClr val="7030A0"/>
                          </a:solidFill>
                          <a:latin typeface="Hack" panose="020B0609030202020204"/>
                        </a:rPr>
                        <a:t>-p</a:t>
                      </a:r>
                      <a:endParaRPr lang="en-US" sz="1800" b="1" noProof="0" dirty="0">
                        <a:solidFill>
                          <a:srgbClr val="7030A0"/>
                        </a:solidFill>
                        <a:latin typeface="Hack" panose="020B0609030202020204"/>
                        <a:ea typeface="Hack" panose="020B0609030202020204" pitchFamily="49" charset="0"/>
                        <a:cs typeface="Hack" panose="020B0609030202020204" pitchFamily="49" charset="0"/>
                      </a:endParaRPr>
                    </a:p>
                  </a:txBody>
                  <a:tcP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US" sz="1800" noProof="0" dirty="0"/>
                        <a:t>Preserve </a:t>
                      </a:r>
                      <a:r>
                        <a:rPr lang="en-US" sz="1800" b="1" noProof="0" dirty="0"/>
                        <a:t>p</a:t>
                      </a:r>
                      <a:r>
                        <a:rPr lang="en-US" sz="1800" noProof="0" dirty="0"/>
                        <a:t>ermissions</a:t>
                      </a:r>
                    </a:p>
                  </a:txBody>
                  <a:tcPr/>
                </a:tc>
                <a:extLst>
                  <a:ext uri="{0D108BD9-81ED-4DB2-BD59-A6C34878D82A}">
                    <a16:rowId xmlns:a16="http://schemas.microsoft.com/office/drawing/2014/main" val="3723042724"/>
                  </a:ext>
                </a:extLst>
              </a:tr>
              <a:tr h="278097">
                <a:tc>
                  <a:txBody>
                    <a:bodyPr/>
                    <a:lstStyle/>
                    <a:p>
                      <a:pPr algn="just"/>
                      <a:r>
                        <a:rPr lang="en-US" sz="1800" b="1" noProof="0" dirty="0">
                          <a:solidFill>
                            <a:srgbClr val="7030A0"/>
                          </a:solidFill>
                          <a:latin typeface="Hack" panose="020B0609030202020204"/>
                        </a:rPr>
                        <a:t>-D</a:t>
                      </a:r>
                      <a:endParaRPr lang="en-US" sz="1800" b="1" noProof="0" dirty="0">
                        <a:solidFill>
                          <a:srgbClr val="7030A0"/>
                        </a:solidFill>
                        <a:latin typeface="Hack" panose="020B0609030202020204"/>
                        <a:ea typeface="Hack" panose="020B0609030202020204" pitchFamily="49" charset="0"/>
                        <a:cs typeface="Hack" panose="020B0609030202020204" pitchFamily="49" charset="0"/>
                      </a:endParaRPr>
                    </a:p>
                  </a:txBody>
                  <a:tcP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US" sz="1800" noProof="0" dirty="0"/>
                        <a:t>Same as </a:t>
                      </a:r>
                      <a:r>
                        <a:rPr lang="en-US" sz="1800" b="1" noProof="0" dirty="0">
                          <a:solidFill>
                            <a:srgbClr val="7030A0"/>
                          </a:solidFill>
                          <a:latin typeface="Hack" panose="020B0609030202020204"/>
                        </a:rPr>
                        <a:t>--devices --specials</a:t>
                      </a:r>
                      <a:endParaRPr lang="en-US" sz="1800" noProof="0" dirty="0"/>
                    </a:p>
                  </a:txBody>
                  <a:tcPr/>
                </a:tc>
                <a:extLst>
                  <a:ext uri="{0D108BD9-81ED-4DB2-BD59-A6C34878D82A}">
                    <a16:rowId xmlns:a16="http://schemas.microsoft.com/office/drawing/2014/main" val="1276319189"/>
                  </a:ext>
                </a:extLst>
              </a:tr>
              <a:tr h="278097">
                <a:tc>
                  <a:txBody>
                    <a:bodyPr/>
                    <a:lstStyle/>
                    <a:p>
                      <a:pPr algn="just"/>
                      <a:r>
                        <a:rPr lang="en-US" sz="1800" b="1" noProof="0" dirty="0">
                          <a:solidFill>
                            <a:srgbClr val="7030A0"/>
                          </a:solidFill>
                          <a:latin typeface="Hack" panose="020B0609030202020204"/>
                        </a:rPr>
                        <a:t>--devices</a:t>
                      </a:r>
                      <a:endParaRPr lang="en-US" sz="1800" b="1" noProof="0" dirty="0">
                        <a:solidFill>
                          <a:srgbClr val="7030A0"/>
                        </a:solidFill>
                        <a:latin typeface="Hack" panose="020B0609030202020204"/>
                        <a:ea typeface="Hack" panose="020B0609030202020204" pitchFamily="49" charset="0"/>
                        <a:cs typeface="Hack" panose="020B0609030202020204" pitchFamily="49" charset="0"/>
                      </a:endParaRPr>
                    </a:p>
                  </a:txBody>
                  <a:tcPr/>
                </a:tc>
                <a:tc>
                  <a:txBody>
                    <a:bodyPr/>
                    <a:lstStyle/>
                    <a:p>
                      <a:r>
                        <a:rPr lang="en-US" sz="1800" noProof="0" dirty="0"/>
                        <a:t>Preserve </a:t>
                      </a:r>
                      <a:r>
                        <a:rPr lang="en-US" sz="1800" b="1" noProof="0" dirty="0"/>
                        <a:t>device</a:t>
                      </a:r>
                      <a:r>
                        <a:rPr lang="en-US" sz="1800" noProof="0" dirty="0"/>
                        <a:t> files (super-user only)</a:t>
                      </a:r>
                    </a:p>
                  </a:txBody>
                  <a:tcPr/>
                </a:tc>
                <a:extLst>
                  <a:ext uri="{0D108BD9-81ED-4DB2-BD59-A6C34878D82A}">
                    <a16:rowId xmlns:a16="http://schemas.microsoft.com/office/drawing/2014/main" val="3287569482"/>
                  </a:ext>
                </a:extLst>
              </a:tr>
              <a:tr h="278097">
                <a:tc>
                  <a:txBody>
                    <a:bodyPr/>
                    <a:lstStyle/>
                    <a:p>
                      <a:r>
                        <a:rPr lang="en-US" sz="1800" b="1" noProof="0" dirty="0">
                          <a:solidFill>
                            <a:srgbClr val="7030A0"/>
                          </a:solidFill>
                          <a:latin typeface="Hack" panose="020B0609030202020204"/>
                        </a:rPr>
                        <a:t>--specials</a:t>
                      </a:r>
                      <a:endParaRPr lang="en-US" sz="1800" b="1" noProof="0" dirty="0">
                        <a:solidFill>
                          <a:srgbClr val="7030A0"/>
                        </a:solidFill>
                        <a:latin typeface="Hack" panose="020B0609030202020204"/>
                        <a:ea typeface="Hack" panose="020B0609030202020204" pitchFamily="49" charset="0"/>
                        <a:cs typeface="Hack" panose="020B0609030202020204" pitchFamily="49" charset="0"/>
                      </a:endParaRPr>
                    </a:p>
                  </a:txBody>
                  <a:tcP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US" sz="1800" noProof="0" dirty="0"/>
                        <a:t>Preserve </a:t>
                      </a:r>
                      <a:r>
                        <a:rPr lang="en-US" sz="1800" b="1" noProof="0" dirty="0"/>
                        <a:t>special</a:t>
                      </a:r>
                      <a:r>
                        <a:rPr lang="en-US" sz="1800" noProof="0" dirty="0"/>
                        <a:t> files</a:t>
                      </a:r>
                    </a:p>
                  </a:txBody>
                  <a:tcPr/>
                </a:tc>
                <a:extLst>
                  <a:ext uri="{0D108BD9-81ED-4DB2-BD59-A6C34878D82A}">
                    <a16:rowId xmlns:a16="http://schemas.microsoft.com/office/drawing/2014/main" val="684707000"/>
                  </a:ext>
                </a:extLst>
              </a:tr>
            </a:tbl>
          </a:graphicData>
        </a:graphic>
      </p:graphicFrame>
    </p:spTree>
    <p:extLst>
      <p:ext uri="{BB962C8B-B14F-4D97-AF65-F5344CB8AC3E}">
        <p14:creationId xmlns:p14="http://schemas.microsoft.com/office/powerpoint/2010/main" val="57438695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2CEEA9-D636-C2DA-ACB2-368DF3E634BD}"/>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729C027A-1555-F7CC-3CAF-91D20D051109}"/>
              </a:ext>
            </a:extLst>
          </p:cNvPr>
          <p:cNvSpPr>
            <a:spLocks noGrp="1"/>
          </p:cNvSpPr>
          <p:nvPr>
            <p:ph type="ctrTitle"/>
          </p:nvPr>
        </p:nvSpPr>
        <p:spPr/>
        <p:txBody>
          <a:bodyPr/>
          <a:lstStyle/>
          <a:p>
            <a:r>
              <a:rPr lang="en-US" noProof="0" dirty="0" err="1"/>
              <a:t>rsync</a:t>
            </a:r>
            <a:r>
              <a:rPr lang="en-US" noProof="0" dirty="0"/>
              <a:t> switches</a:t>
            </a:r>
          </a:p>
        </p:txBody>
      </p:sp>
      <p:sp>
        <p:nvSpPr>
          <p:cNvPr id="2" name="Slide Number Placeholder 1">
            <a:extLst>
              <a:ext uri="{FF2B5EF4-FFF2-40B4-BE49-F238E27FC236}">
                <a16:creationId xmlns:a16="http://schemas.microsoft.com/office/drawing/2014/main" id="{05F7451C-4CD6-7D6C-9EA9-C05F7DEFFEC4}"/>
              </a:ext>
            </a:extLst>
          </p:cNvPr>
          <p:cNvSpPr>
            <a:spLocks noGrp="1"/>
          </p:cNvSpPr>
          <p:nvPr>
            <p:ph type="sldNum" sz="quarter" idx="12"/>
          </p:nvPr>
        </p:nvSpPr>
        <p:spPr>
          <a:prstGeom prst="rect">
            <a:avLst/>
          </a:prstGeom>
        </p:spPr>
        <p:txBody>
          <a:bodyPr/>
          <a:lstStyle/>
          <a:p>
            <a:fld id="{EF892D59-8F09-EF4B-AD6D-DA609442F868}" type="slidenum">
              <a:rPr lang="en-US" noProof="0" smtClean="0"/>
              <a:pPr/>
              <a:t>20</a:t>
            </a:fld>
            <a:endParaRPr lang="en-US" noProof="0" dirty="0"/>
          </a:p>
        </p:txBody>
      </p:sp>
      <p:graphicFrame>
        <p:nvGraphicFramePr>
          <p:cNvPr id="6" name="Table 9">
            <a:extLst>
              <a:ext uri="{FF2B5EF4-FFF2-40B4-BE49-F238E27FC236}">
                <a16:creationId xmlns:a16="http://schemas.microsoft.com/office/drawing/2014/main" id="{539B2E9D-7015-CF2B-AE6B-D731D1AC9A36}"/>
              </a:ext>
            </a:extLst>
          </p:cNvPr>
          <p:cNvGraphicFramePr>
            <a:graphicFrameLocks noGrp="1"/>
          </p:cNvGraphicFramePr>
          <p:nvPr>
            <p:extLst>
              <p:ext uri="{D42A27DB-BD31-4B8C-83A1-F6EECF244321}">
                <p14:modId xmlns:p14="http://schemas.microsoft.com/office/powerpoint/2010/main" val="2690503350"/>
              </p:ext>
            </p:extLst>
          </p:nvPr>
        </p:nvGraphicFramePr>
        <p:xfrm>
          <a:off x="2719818" y="1631649"/>
          <a:ext cx="6751783" cy="4023360"/>
        </p:xfrm>
        <a:graphic>
          <a:graphicData uri="http://schemas.openxmlformats.org/drawingml/2006/table">
            <a:tbl>
              <a:tblPr firstRow="1" bandRow="1">
                <a:tableStyleId>{21E4AEA4-8DFA-4A89-87EB-49C32662AFE0}</a:tableStyleId>
              </a:tblPr>
              <a:tblGrid>
                <a:gridCol w="1410777">
                  <a:extLst>
                    <a:ext uri="{9D8B030D-6E8A-4147-A177-3AD203B41FA5}">
                      <a16:colId xmlns:a16="http://schemas.microsoft.com/office/drawing/2014/main" val="626263416"/>
                    </a:ext>
                  </a:extLst>
                </a:gridCol>
                <a:gridCol w="5341006">
                  <a:extLst>
                    <a:ext uri="{9D8B030D-6E8A-4147-A177-3AD203B41FA5}">
                      <a16:colId xmlns:a16="http://schemas.microsoft.com/office/drawing/2014/main" val="4168138251"/>
                    </a:ext>
                  </a:extLst>
                </a:gridCol>
              </a:tblGrid>
              <a:tr h="278097">
                <a:tc>
                  <a:txBody>
                    <a:bodyPr/>
                    <a:lstStyle/>
                    <a:p>
                      <a:r>
                        <a:rPr lang="en-US" sz="1800" noProof="0" dirty="0">
                          <a:solidFill>
                            <a:schemeClr val="tx1"/>
                          </a:solidFill>
                        </a:rPr>
                        <a:t>Switch</a:t>
                      </a:r>
                    </a:p>
                  </a:txBody>
                  <a:tcPr/>
                </a:tc>
                <a:tc>
                  <a:txBody>
                    <a:bodyPr/>
                    <a:lstStyle/>
                    <a:p>
                      <a:r>
                        <a:rPr lang="en-US" sz="1800" noProof="0" dirty="0">
                          <a:solidFill>
                            <a:schemeClr val="tx1"/>
                          </a:solidFill>
                        </a:rPr>
                        <a:t>Meaning</a:t>
                      </a:r>
                    </a:p>
                  </a:txBody>
                  <a:tcPr/>
                </a:tc>
                <a:extLst>
                  <a:ext uri="{0D108BD9-81ED-4DB2-BD59-A6C34878D82A}">
                    <a16:rowId xmlns:a16="http://schemas.microsoft.com/office/drawing/2014/main" val="2211751878"/>
                  </a:ext>
                </a:extLst>
              </a:tr>
              <a:tr h="278097">
                <a:tc>
                  <a:txBody>
                    <a:bodyPr/>
                    <a:lstStyle/>
                    <a:p>
                      <a:r>
                        <a:rPr lang="en-US" sz="1800" b="1" noProof="0" dirty="0">
                          <a:solidFill>
                            <a:srgbClr val="7030A0"/>
                          </a:solidFill>
                          <a:latin typeface="Hack" panose="020B0609030202020204"/>
                        </a:rPr>
                        <a:t>-A</a:t>
                      </a:r>
                      <a:endParaRPr lang="en-US" sz="1800" b="1" noProof="0" dirty="0">
                        <a:solidFill>
                          <a:srgbClr val="7030A0"/>
                        </a:solidFill>
                        <a:latin typeface="Hack" panose="020B0609030202020204"/>
                        <a:ea typeface="Hack" panose="020B0609030202020204" pitchFamily="49" charset="0"/>
                        <a:cs typeface="Hack" panose="020B0609030202020204" pitchFamily="49" charset="0"/>
                      </a:endParaRPr>
                    </a:p>
                  </a:txBody>
                  <a:tcP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US" sz="1800" noProof="0" dirty="0"/>
                        <a:t>Preserve </a:t>
                      </a:r>
                      <a:r>
                        <a:rPr lang="en-US" sz="1800" b="1" noProof="0" dirty="0"/>
                        <a:t>ACLs</a:t>
                      </a:r>
                      <a:r>
                        <a:rPr lang="en-US" sz="1800" noProof="0" dirty="0"/>
                        <a:t> (implies </a:t>
                      </a:r>
                      <a:r>
                        <a:rPr lang="en-US" sz="1800" b="1" noProof="0" dirty="0">
                          <a:solidFill>
                            <a:srgbClr val="7030A0"/>
                          </a:solidFill>
                          <a:latin typeface="Hack" panose="020B0609030202020204"/>
                        </a:rPr>
                        <a:t>–p</a:t>
                      </a:r>
                      <a:r>
                        <a:rPr lang="en-US" sz="1800" noProof="0" dirty="0"/>
                        <a:t>)</a:t>
                      </a:r>
                    </a:p>
                  </a:txBody>
                  <a:tcPr/>
                </a:tc>
                <a:extLst>
                  <a:ext uri="{0D108BD9-81ED-4DB2-BD59-A6C34878D82A}">
                    <a16:rowId xmlns:a16="http://schemas.microsoft.com/office/drawing/2014/main" val="3973242606"/>
                  </a:ext>
                </a:extLst>
              </a:tr>
              <a:tr h="278097">
                <a:tc>
                  <a:txBody>
                    <a:bodyPr/>
                    <a:lstStyle/>
                    <a:p>
                      <a:r>
                        <a:rPr lang="en-US" sz="1800" b="1" noProof="0" dirty="0">
                          <a:solidFill>
                            <a:srgbClr val="7030A0"/>
                          </a:solidFill>
                          <a:latin typeface="Hack" panose="020B0609030202020204"/>
                        </a:rPr>
                        <a:t>-g</a:t>
                      </a:r>
                      <a:endParaRPr lang="en-US" sz="1800" b="1" noProof="0" dirty="0">
                        <a:solidFill>
                          <a:srgbClr val="7030A0"/>
                        </a:solidFill>
                        <a:latin typeface="Hack" panose="020B0609030202020204"/>
                        <a:ea typeface="Hack" panose="020B0609030202020204" pitchFamily="49" charset="0"/>
                        <a:cs typeface="Hack" panose="020B0609030202020204" pitchFamily="49" charset="0"/>
                      </a:endParaRPr>
                    </a:p>
                  </a:txBody>
                  <a:tcP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US" sz="1800" noProof="0" dirty="0"/>
                        <a:t>Preserve </a:t>
                      </a:r>
                      <a:r>
                        <a:rPr lang="en-US" sz="1800" b="1" noProof="0" dirty="0"/>
                        <a:t>g</a:t>
                      </a:r>
                      <a:r>
                        <a:rPr lang="en-US" sz="1800" noProof="0" dirty="0"/>
                        <a:t>roup</a:t>
                      </a:r>
                    </a:p>
                  </a:txBody>
                  <a:tcPr/>
                </a:tc>
                <a:extLst>
                  <a:ext uri="{0D108BD9-81ED-4DB2-BD59-A6C34878D82A}">
                    <a16:rowId xmlns:a16="http://schemas.microsoft.com/office/drawing/2014/main" val="718151255"/>
                  </a:ext>
                </a:extLst>
              </a:tr>
              <a:tr h="278097">
                <a:tc>
                  <a:txBody>
                    <a:bodyPr/>
                    <a:lstStyle/>
                    <a:p>
                      <a:r>
                        <a:rPr lang="en-US" sz="1800" b="1" noProof="0" dirty="0">
                          <a:solidFill>
                            <a:srgbClr val="7030A0"/>
                          </a:solidFill>
                          <a:latin typeface="Hack" panose="020B0609030202020204"/>
                        </a:rPr>
                        <a:t>-o</a:t>
                      </a:r>
                      <a:endParaRPr lang="en-US" sz="1800" b="1" noProof="0" dirty="0">
                        <a:solidFill>
                          <a:srgbClr val="7030A0"/>
                        </a:solidFill>
                        <a:latin typeface="Hack" panose="020B0609030202020204"/>
                        <a:ea typeface="Hack" panose="020B0609030202020204" pitchFamily="49" charset="0"/>
                        <a:cs typeface="Hack" panose="020B0609030202020204" pitchFamily="49" charset="0"/>
                      </a:endParaRPr>
                    </a:p>
                  </a:txBody>
                  <a:tcP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US" sz="1800" noProof="0" dirty="0"/>
                        <a:t>Preserve </a:t>
                      </a:r>
                      <a:r>
                        <a:rPr lang="en-US" sz="1800" b="1" noProof="0" dirty="0"/>
                        <a:t>o</a:t>
                      </a:r>
                      <a:r>
                        <a:rPr lang="en-US" sz="1800" noProof="0" dirty="0"/>
                        <a:t>wner (super-user only)</a:t>
                      </a:r>
                    </a:p>
                  </a:txBody>
                  <a:tcPr/>
                </a:tc>
                <a:extLst>
                  <a:ext uri="{0D108BD9-81ED-4DB2-BD59-A6C34878D82A}">
                    <a16:rowId xmlns:a16="http://schemas.microsoft.com/office/drawing/2014/main" val="3123228242"/>
                  </a:ext>
                </a:extLst>
              </a:tr>
              <a:tr h="278097">
                <a:tc>
                  <a:txBody>
                    <a:bodyPr/>
                    <a:lstStyle/>
                    <a:p>
                      <a:r>
                        <a:rPr lang="en-US" sz="1800" b="1" noProof="0" dirty="0">
                          <a:solidFill>
                            <a:srgbClr val="7030A0"/>
                          </a:solidFill>
                          <a:latin typeface="Hack" panose="020B0609030202020204"/>
                        </a:rPr>
                        <a:t>-t</a:t>
                      </a:r>
                      <a:endParaRPr lang="en-US" sz="1800" b="1" noProof="0" dirty="0">
                        <a:solidFill>
                          <a:srgbClr val="7030A0"/>
                        </a:solidFill>
                        <a:latin typeface="Hack" panose="020B0609030202020204"/>
                        <a:ea typeface="Hack" panose="020B0609030202020204" pitchFamily="49" charset="0"/>
                        <a:cs typeface="Hack" panose="020B0609030202020204" pitchFamily="49" charset="0"/>
                      </a:endParaRPr>
                    </a:p>
                  </a:txBody>
                  <a:tcP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US" sz="1800" noProof="0" dirty="0"/>
                        <a:t>Preserve modification </a:t>
                      </a:r>
                      <a:r>
                        <a:rPr lang="en-US" sz="1800" b="1" noProof="0" dirty="0"/>
                        <a:t>t</a:t>
                      </a:r>
                      <a:r>
                        <a:rPr lang="en-US" sz="1800" noProof="0" dirty="0"/>
                        <a:t>imes</a:t>
                      </a:r>
                    </a:p>
                  </a:txBody>
                  <a:tcPr/>
                </a:tc>
                <a:extLst>
                  <a:ext uri="{0D108BD9-81ED-4DB2-BD59-A6C34878D82A}">
                    <a16:rowId xmlns:a16="http://schemas.microsoft.com/office/drawing/2014/main" val="4170360032"/>
                  </a:ext>
                </a:extLst>
              </a:tr>
              <a:tr h="278097">
                <a:tc>
                  <a:txBody>
                    <a:bodyPr/>
                    <a:lstStyle/>
                    <a:p>
                      <a:r>
                        <a:rPr lang="en-US" sz="1800" b="1" noProof="0" dirty="0">
                          <a:solidFill>
                            <a:srgbClr val="7030A0"/>
                          </a:solidFill>
                          <a:latin typeface="Hack" panose="020B0609030202020204"/>
                        </a:rPr>
                        <a:t>-H</a:t>
                      </a:r>
                      <a:endParaRPr lang="en-US" sz="1800" b="1" noProof="0" dirty="0">
                        <a:solidFill>
                          <a:srgbClr val="7030A0"/>
                        </a:solidFill>
                        <a:latin typeface="Hack" panose="020B0609030202020204"/>
                        <a:ea typeface="Hack" panose="020B0609030202020204" pitchFamily="49" charset="0"/>
                        <a:cs typeface="Hack" panose="020B0609030202020204" pitchFamily="49" charset="0"/>
                      </a:endParaRPr>
                    </a:p>
                  </a:txBody>
                  <a:tcPr/>
                </a:tc>
                <a:tc>
                  <a:txBody>
                    <a:bodyPr/>
                    <a:lstStyle/>
                    <a:p>
                      <a:r>
                        <a:rPr lang="en-US" sz="1800" noProof="0" dirty="0"/>
                        <a:t>Preserve </a:t>
                      </a:r>
                      <a:r>
                        <a:rPr lang="en-US" sz="1800" b="1" noProof="0" dirty="0"/>
                        <a:t>h</a:t>
                      </a:r>
                      <a:r>
                        <a:rPr lang="en-US" sz="1800" noProof="0" dirty="0"/>
                        <a:t>ard links</a:t>
                      </a:r>
                    </a:p>
                  </a:txBody>
                  <a:tcPr/>
                </a:tc>
                <a:extLst>
                  <a:ext uri="{0D108BD9-81ED-4DB2-BD59-A6C34878D82A}">
                    <a16:rowId xmlns:a16="http://schemas.microsoft.com/office/drawing/2014/main" val="246758988"/>
                  </a:ext>
                </a:extLst>
              </a:tr>
              <a:tr h="278097">
                <a:tc>
                  <a:txBody>
                    <a:bodyPr/>
                    <a:lstStyle/>
                    <a:p>
                      <a:r>
                        <a:rPr lang="en-US" sz="1800" b="1" noProof="0" dirty="0">
                          <a:solidFill>
                            <a:srgbClr val="7030A0"/>
                          </a:solidFill>
                          <a:latin typeface="Hack" panose="020B0609030202020204"/>
                        </a:rPr>
                        <a:t>-X</a:t>
                      </a:r>
                      <a:endParaRPr lang="en-US" sz="1800" b="1" noProof="0" dirty="0">
                        <a:solidFill>
                          <a:srgbClr val="7030A0"/>
                        </a:solidFill>
                        <a:latin typeface="Hack" panose="020B0609030202020204"/>
                        <a:ea typeface="Hack" panose="020B0609030202020204" pitchFamily="49" charset="0"/>
                        <a:cs typeface="Hack" panose="020B0609030202020204" pitchFamily="49" charset="0"/>
                      </a:endParaRPr>
                    </a:p>
                  </a:txBody>
                  <a:tcPr/>
                </a:tc>
                <a:tc>
                  <a:txBody>
                    <a:bodyPr/>
                    <a:lstStyle/>
                    <a:p>
                      <a:r>
                        <a:rPr lang="en-US" sz="1800" noProof="0" dirty="0"/>
                        <a:t>Preserve e</a:t>
                      </a:r>
                      <a:r>
                        <a:rPr lang="en-US" sz="1800" b="1" noProof="0" dirty="0"/>
                        <a:t>x</a:t>
                      </a:r>
                      <a:r>
                        <a:rPr lang="en-US" sz="1800" noProof="0" dirty="0"/>
                        <a:t>tended attributes</a:t>
                      </a:r>
                    </a:p>
                  </a:txBody>
                  <a:tcPr/>
                </a:tc>
                <a:extLst>
                  <a:ext uri="{0D108BD9-81ED-4DB2-BD59-A6C34878D82A}">
                    <a16:rowId xmlns:a16="http://schemas.microsoft.com/office/drawing/2014/main" val="2290976005"/>
                  </a:ext>
                </a:extLst>
              </a:tr>
              <a:tr h="278097">
                <a:tc>
                  <a:txBody>
                    <a:bodyPr/>
                    <a:lstStyle/>
                    <a:p>
                      <a:r>
                        <a:rPr lang="en-US" sz="1800" b="1" noProof="0" dirty="0">
                          <a:solidFill>
                            <a:srgbClr val="7030A0"/>
                          </a:solidFill>
                          <a:latin typeface="Hack" panose="020B0609030202020204"/>
                        </a:rPr>
                        <a:t>-r</a:t>
                      </a:r>
                      <a:endParaRPr lang="en-US" sz="1800" b="1" noProof="0" dirty="0">
                        <a:solidFill>
                          <a:srgbClr val="7030A0"/>
                        </a:solidFill>
                        <a:latin typeface="Hack" panose="020B0609030202020204"/>
                        <a:ea typeface="Hack" panose="020B0609030202020204" pitchFamily="49" charset="0"/>
                        <a:cs typeface="Hack" panose="020B0609030202020204" pitchFamily="49" charset="0"/>
                      </a:endParaRPr>
                    </a:p>
                  </a:txBody>
                  <a:tcP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US" sz="1800" b="1" noProof="0" dirty="0"/>
                        <a:t>R</a:t>
                      </a:r>
                      <a:r>
                        <a:rPr lang="en-US" sz="1800" noProof="0" dirty="0"/>
                        <a:t>ecurse into directories</a:t>
                      </a:r>
                    </a:p>
                  </a:txBody>
                  <a:tcPr/>
                </a:tc>
                <a:extLst>
                  <a:ext uri="{0D108BD9-81ED-4DB2-BD59-A6C34878D82A}">
                    <a16:rowId xmlns:a16="http://schemas.microsoft.com/office/drawing/2014/main" val="1049324166"/>
                  </a:ext>
                </a:extLst>
              </a:tr>
              <a:tr h="278097">
                <a:tc>
                  <a:txBody>
                    <a:bodyPr/>
                    <a:lstStyle/>
                    <a:p>
                      <a:r>
                        <a:rPr lang="en-US" sz="1800" b="1" noProof="0" dirty="0">
                          <a:solidFill>
                            <a:srgbClr val="7030A0"/>
                          </a:solidFill>
                          <a:latin typeface="Hack" panose="020B0609030202020204"/>
                        </a:rPr>
                        <a:t>-l</a:t>
                      </a:r>
                      <a:endParaRPr lang="en-US" sz="1800" b="1" noProof="0" dirty="0">
                        <a:solidFill>
                          <a:srgbClr val="7030A0"/>
                        </a:solidFill>
                        <a:latin typeface="Hack" panose="020B0609030202020204"/>
                        <a:ea typeface="Hack" panose="020B0609030202020204" pitchFamily="49" charset="0"/>
                        <a:cs typeface="Hack" panose="020B0609030202020204" pitchFamily="49" charset="0"/>
                      </a:endParaRPr>
                    </a:p>
                  </a:txBody>
                  <a:tcP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US" sz="1800" noProof="0" dirty="0"/>
                        <a:t>Copy </a:t>
                      </a:r>
                      <a:r>
                        <a:rPr lang="en-US" sz="1800" noProof="0" dirty="0" err="1"/>
                        <a:t>sym</a:t>
                      </a:r>
                      <a:r>
                        <a:rPr lang="en-US" sz="1800" b="1" noProof="0" dirty="0" err="1"/>
                        <a:t>l</a:t>
                      </a:r>
                      <a:r>
                        <a:rPr lang="en-US" sz="1800" noProof="0" dirty="0" err="1"/>
                        <a:t>inks</a:t>
                      </a:r>
                      <a:r>
                        <a:rPr lang="en-US" sz="1800" noProof="0" dirty="0"/>
                        <a:t> as </a:t>
                      </a:r>
                      <a:r>
                        <a:rPr lang="en-US" sz="1800" noProof="0" dirty="0" err="1"/>
                        <a:t>symlinks</a:t>
                      </a:r>
                      <a:endParaRPr lang="en-US" sz="1800" noProof="0" dirty="0"/>
                    </a:p>
                  </a:txBody>
                  <a:tcPr/>
                </a:tc>
                <a:extLst>
                  <a:ext uri="{0D108BD9-81ED-4DB2-BD59-A6C34878D82A}">
                    <a16:rowId xmlns:a16="http://schemas.microsoft.com/office/drawing/2014/main" val="2777980732"/>
                  </a:ext>
                </a:extLst>
              </a:tr>
              <a:tr h="278097">
                <a:tc>
                  <a:txBody>
                    <a:bodyPr/>
                    <a:lstStyle/>
                    <a:p>
                      <a:r>
                        <a:rPr lang="en-US" sz="1800" b="1" noProof="0" dirty="0">
                          <a:solidFill>
                            <a:srgbClr val="7030A0"/>
                          </a:solidFill>
                          <a:latin typeface="Hack" panose="020B0609030202020204"/>
                        </a:rPr>
                        <a:t>-q</a:t>
                      </a:r>
                      <a:endParaRPr lang="en-US" sz="1800" b="1" noProof="0" dirty="0">
                        <a:solidFill>
                          <a:srgbClr val="7030A0"/>
                        </a:solidFill>
                        <a:latin typeface="Hack" panose="020B0609030202020204"/>
                        <a:ea typeface="Hack" panose="020B0609030202020204" pitchFamily="49" charset="0"/>
                        <a:cs typeface="Hack" panose="020B0609030202020204" pitchFamily="49" charset="0"/>
                      </a:endParaRPr>
                    </a:p>
                  </a:txBody>
                  <a:tcP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US" sz="1800" noProof="0" dirty="0"/>
                        <a:t>Suppress non-error messages (</a:t>
                      </a:r>
                      <a:r>
                        <a:rPr lang="en-US" sz="1800" b="1" noProof="0" dirty="0"/>
                        <a:t>q</a:t>
                      </a:r>
                      <a:r>
                        <a:rPr lang="en-US" sz="1800" noProof="0" dirty="0"/>
                        <a:t>uiet)</a:t>
                      </a:r>
                    </a:p>
                  </a:txBody>
                  <a:tcPr/>
                </a:tc>
                <a:extLst>
                  <a:ext uri="{0D108BD9-81ED-4DB2-BD59-A6C34878D82A}">
                    <a16:rowId xmlns:a16="http://schemas.microsoft.com/office/drawing/2014/main" val="3394646853"/>
                  </a:ext>
                </a:extLst>
              </a:tr>
              <a:tr h="278097">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US" sz="1800" b="1" noProof="0" dirty="0">
                          <a:solidFill>
                            <a:srgbClr val="7030A0"/>
                          </a:solidFill>
                          <a:latin typeface="Hack" panose="020B0609030202020204"/>
                        </a:rPr>
                        <a:t>--progress</a:t>
                      </a:r>
                      <a:endParaRPr lang="en-US" sz="1800" b="1" noProof="0" dirty="0">
                        <a:solidFill>
                          <a:srgbClr val="7030A0"/>
                        </a:solidFill>
                        <a:latin typeface="Hack" panose="020B0609030202020204"/>
                        <a:ea typeface="Hack" panose="020B0609030202020204" pitchFamily="49" charset="0"/>
                        <a:cs typeface="Hack" panose="020B0609030202020204" pitchFamily="49" charset="0"/>
                      </a:endParaRPr>
                    </a:p>
                  </a:txBody>
                  <a:tcP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US" sz="1800" noProof="0" dirty="0"/>
                        <a:t> View the </a:t>
                      </a:r>
                      <a:r>
                        <a:rPr lang="en-US" sz="1800" noProof="0" dirty="0" err="1"/>
                        <a:t>rsync</a:t>
                      </a:r>
                      <a:r>
                        <a:rPr lang="en-US" sz="1800" noProof="0" dirty="0"/>
                        <a:t> </a:t>
                      </a:r>
                      <a:r>
                        <a:rPr lang="en-US" sz="1800" b="1" noProof="0" dirty="0"/>
                        <a:t>progress</a:t>
                      </a:r>
                      <a:r>
                        <a:rPr lang="en-US" sz="1800" noProof="0" dirty="0"/>
                        <a:t> during transfer</a:t>
                      </a:r>
                    </a:p>
                  </a:txBody>
                  <a:tcPr/>
                </a:tc>
                <a:extLst>
                  <a:ext uri="{0D108BD9-81ED-4DB2-BD59-A6C34878D82A}">
                    <a16:rowId xmlns:a16="http://schemas.microsoft.com/office/drawing/2014/main" val="2351738573"/>
                  </a:ext>
                </a:extLst>
              </a:tr>
            </a:tbl>
          </a:graphicData>
        </a:graphic>
      </p:graphicFrame>
    </p:spTree>
    <p:extLst>
      <p:ext uri="{BB962C8B-B14F-4D97-AF65-F5344CB8AC3E}">
        <p14:creationId xmlns:p14="http://schemas.microsoft.com/office/powerpoint/2010/main" val="342501187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ED32BBC-8A3B-5FB1-DB0F-B65F461BDA2D}"/>
              </a:ext>
            </a:extLst>
          </p:cNvPr>
          <p:cNvSpPr>
            <a:spLocks noGrp="1"/>
          </p:cNvSpPr>
          <p:nvPr>
            <p:ph type="ctrTitle"/>
          </p:nvPr>
        </p:nvSpPr>
        <p:spPr/>
        <p:txBody>
          <a:bodyPr/>
          <a:lstStyle/>
          <a:p>
            <a:r>
              <a:rPr lang="en-US" noProof="0" dirty="0"/>
              <a:t>Compression</a:t>
            </a:r>
          </a:p>
        </p:txBody>
      </p:sp>
      <p:sp>
        <p:nvSpPr>
          <p:cNvPr id="2" name="Subtitle 1">
            <a:extLst>
              <a:ext uri="{FF2B5EF4-FFF2-40B4-BE49-F238E27FC236}">
                <a16:creationId xmlns:a16="http://schemas.microsoft.com/office/drawing/2014/main" id="{6BFC4472-BE3A-233D-2909-BB6E6C5ADAC1}"/>
              </a:ext>
            </a:extLst>
          </p:cNvPr>
          <p:cNvSpPr>
            <a:spLocks noGrp="1"/>
          </p:cNvSpPr>
          <p:nvPr>
            <p:ph type="subTitle" idx="1"/>
          </p:nvPr>
        </p:nvSpPr>
        <p:spPr/>
        <p:txBody>
          <a:bodyPr/>
          <a:lstStyle/>
          <a:p>
            <a:endParaRPr lang="en-US" noProof="0" dirty="0"/>
          </a:p>
        </p:txBody>
      </p:sp>
    </p:spTree>
    <p:extLst>
      <p:ext uri="{BB962C8B-B14F-4D97-AF65-F5344CB8AC3E}">
        <p14:creationId xmlns:p14="http://schemas.microsoft.com/office/powerpoint/2010/main" val="385311799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632688B-7A2B-02DA-29C0-D2409E9699AA}"/>
              </a:ext>
            </a:extLst>
          </p:cNvPr>
          <p:cNvSpPr>
            <a:spLocks noGrp="1"/>
          </p:cNvSpPr>
          <p:nvPr>
            <p:ph type="ctrTitle"/>
          </p:nvPr>
        </p:nvSpPr>
        <p:spPr/>
        <p:txBody>
          <a:bodyPr/>
          <a:lstStyle/>
          <a:p>
            <a:r>
              <a:rPr lang="en-US" noProof="0" dirty="0"/>
              <a:t>Traditional tools</a:t>
            </a:r>
          </a:p>
        </p:txBody>
      </p:sp>
      <p:sp>
        <p:nvSpPr>
          <p:cNvPr id="5" name="Text Placeholder 4">
            <a:extLst>
              <a:ext uri="{FF2B5EF4-FFF2-40B4-BE49-F238E27FC236}">
                <a16:creationId xmlns:a16="http://schemas.microsoft.com/office/drawing/2014/main" id="{91A8ED3D-B755-43C9-BCB1-DCF495C0C9DB}"/>
              </a:ext>
            </a:extLst>
          </p:cNvPr>
          <p:cNvSpPr>
            <a:spLocks noGrp="1"/>
          </p:cNvSpPr>
          <p:nvPr>
            <p:ph sz="quarter" idx="4"/>
          </p:nvPr>
        </p:nvSpPr>
        <p:spPr/>
        <p:txBody>
          <a:bodyPr/>
          <a:lstStyle/>
          <a:p>
            <a:pPr marL="289957" indent="-280154">
              <a:spcBef>
                <a:spcPts val="373"/>
              </a:spcBef>
              <a:buClr>
                <a:srgbClr val="000000"/>
              </a:buClr>
              <a:buFont typeface="Arial"/>
              <a:buChar char="•"/>
              <a:tabLst>
                <a:tab pos="289957" algn="l"/>
                <a:tab pos="290473" algn="l"/>
              </a:tabLst>
            </a:pPr>
            <a:r>
              <a:rPr lang="en-US" sz="1800" b="1" spc="-4" noProof="0" dirty="0">
                <a:solidFill>
                  <a:srgbClr val="002060"/>
                </a:solidFill>
                <a:latin typeface="Hack" panose="020B0609030202020204" pitchFamily="49" charset="0"/>
                <a:ea typeface="Hack" panose="020B0609030202020204" pitchFamily="49" charset="0"/>
                <a:cs typeface="Hack" panose="020B0609030202020204" pitchFamily="49" charset="0"/>
              </a:rPr>
              <a:t>compress</a:t>
            </a:r>
            <a:r>
              <a:rPr lang="en-US" sz="1800" b="1" spc="-20" noProof="0" dirty="0">
                <a:solidFill>
                  <a:srgbClr val="002060"/>
                </a:solidFill>
                <a:latin typeface="+mn-lt"/>
                <a:cs typeface="Segoe UI"/>
              </a:rPr>
              <a:t> </a:t>
            </a:r>
            <a:r>
              <a:rPr lang="en-US" sz="1800" spc="-4" noProof="0" dirty="0">
                <a:solidFill>
                  <a:srgbClr val="002060"/>
                </a:solidFill>
                <a:latin typeface="+mn-lt"/>
                <a:cs typeface="Segoe UI"/>
              </a:rPr>
              <a:t>/</a:t>
            </a:r>
            <a:r>
              <a:rPr lang="en-US" sz="1800" noProof="0" dirty="0">
                <a:solidFill>
                  <a:srgbClr val="002060"/>
                </a:solidFill>
                <a:latin typeface="+mn-lt"/>
                <a:cs typeface="Segoe UI"/>
              </a:rPr>
              <a:t> </a:t>
            </a:r>
            <a:r>
              <a:rPr lang="en-US" sz="1800" b="1" spc="-8" noProof="0" dirty="0">
                <a:solidFill>
                  <a:srgbClr val="002060"/>
                </a:solidFill>
                <a:latin typeface="Hack" panose="020B0609030202020204" pitchFamily="49" charset="0"/>
                <a:ea typeface="Hack" panose="020B0609030202020204" pitchFamily="49" charset="0"/>
                <a:cs typeface="Hack" panose="020B0609030202020204" pitchFamily="49" charset="0"/>
              </a:rPr>
              <a:t>uncompress</a:t>
            </a:r>
            <a:endParaRPr lang="en-US" sz="1800" noProof="0" dirty="0">
              <a:solidFill>
                <a:srgbClr val="002060"/>
              </a:solidFill>
              <a:latin typeface="Hack" panose="020B0609030202020204" pitchFamily="49" charset="0"/>
              <a:ea typeface="Hack" panose="020B0609030202020204" pitchFamily="49" charset="0"/>
              <a:cs typeface="Hack" panose="020B0609030202020204" pitchFamily="49" charset="0"/>
            </a:endParaRPr>
          </a:p>
          <a:p>
            <a:pPr marL="518001" lvl="1" indent="-233204">
              <a:spcBef>
                <a:spcPts val="293"/>
              </a:spcBef>
              <a:buClr>
                <a:srgbClr val="000000"/>
              </a:buClr>
              <a:buFont typeface="Arial"/>
              <a:buChar char="•"/>
              <a:tabLst>
                <a:tab pos="517485" algn="l"/>
                <a:tab pos="518001" algn="l"/>
              </a:tabLst>
            </a:pPr>
            <a:r>
              <a:rPr lang="en-US" sz="1800" spc="-16" noProof="0" dirty="0">
                <a:solidFill>
                  <a:srgbClr val="2D2C2C"/>
                </a:solidFill>
                <a:latin typeface="+mn-lt"/>
                <a:cs typeface="Segoe UI"/>
              </a:rPr>
              <a:t>Standard</a:t>
            </a:r>
            <a:r>
              <a:rPr lang="en-US" sz="1800" spc="-4" noProof="0" dirty="0">
                <a:solidFill>
                  <a:srgbClr val="2D2C2C"/>
                </a:solidFill>
                <a:latin typeface="+mn-lt"/>
                <a:cs typeface="Segoe UI"/>
              </a:rPr>
              <a:t> Unix</a:t>
            </a:r>
            <a:r>
              <a:rPr lang="en-US" sz="1800" spc="16" noProof="0" dirty="0">
                <a:solidFill>
                  <a:srgbClr val="2D2C2C"/>
                </a:solidFill>
                <a:latin typeface="+mn-lt"/>
                <a:cs typeface="Segoe UI"/>
              </a:rPr>
              <a:t> </a:t>
            </a:r>
            <a:r>
              <a:rPr lang="en-US" sz="1800" spc="-12" noProof="0" dirty="0">
                <a:solidFill>
                  <a:srgbClr val="2D2C2C"/>
                </a:solidFill>
                <a:latin typeface="+mn-lt"/>
                <a:cs typeface="Segoe UI"/>
              </a:rPr>
              <a:t>compression</a:t>
            </a:r>
            <a:r>
              <a:rPr lang="en-US" sz="1800" spc="73" noProof="0" dirty="0">
                <a:solidFill>
                  <a:srgbClr val="2D2C2C"/>
                </a:solidFill>
                <a:latin typeface="+mn-lt"/>
                <a:cs typeface="Segoe UI"/>
              </a:rPr>
              <a:t> </a:t>
            </a:r>
            <a:r>
              <a:rPr lang="en-US" sz="1800" spc="-8" noProof="0" dirty="0">
                <a:solidFill>
                  <a:srgbClr val="2D2C2C"/>
                </a:solidFill>
                <a:latin typeface="+mn-lt"/>
                <a:cs typeface="Segoe UI"/>
              </a:rPr>
              <a:t>utility</a:t>
            </a:r>
            <a:endParaRPr lang="en-US" sz="1800" noProof="0" dirty="0">
              <a:latin typeface="+mn-lt"/>
              <a:cs typeface="Segoe UI"/>
            </a:endParaRPr>
          </a:p>
          <a:p>
            <a:pPr marL="518001" lvl="1" indent="-233204">
              <a:spcBef>
                <a:spcPts val="293"/>
              </a:spcBef>
              <a:buClr>
                <a:srgbClr val="000000"/>
              </a:buClr>
              <a:buFont typeface="Arial"/>
              <a:buChar char="•"/>
              <a:tabLst>
                <a:tab pos="517485" algn="l"/>
                <a:tab pos="518001" algn="l"/>
              </a:tabLst>
            </a:pPr>
            <a:r>
              <a:rPr lang="en-US" sz="1800" spc="-16" noProof="0" dirty="0">
                <a:solidFill>
                  <a:srgbClr val="2D2C2C"/>
                </a:solidFill>
                <a:latin typeface="+mn-lt"/>
                <a:cs typeface="Segoe UI"/>
              </a:rPr>
              <a:t>Very</a:t>
            </a:r>
            <a:r>
              <a:rPr lang="en-US" sz="1800" spc="-12" noProof="0" dirty="0">
                <a:solidFill>
                  <a:srgbClr val="2D2C2C"/>
                </a:solidFill>
                <a:latin typeface="+mn-lt"/>
                <a:cs typeface="Segoe UI"/>
              </a:rPr>
              <a:t> </a:t>
            </a:r>
            <a:r>
              <a:rPr lang="en-US" sz="1800" spc="-4" noProof="0" dirty="0">
                <a:solidFill>
                  <a:srgbClr val="2D2C2C"/>
                </a:solidFill>
                <a:latin typeface="+mn-lt"/>
                <a:cs typeface="Segoe UI"/>
              </a:rPr>
              <a:t>poor </a:t>
            </a:r>
            <a:r>
              <a:rPr lang="en-US" sz="1800" spc="-12" noProof="0" dirty="0">
                <a:solidFill>
                  <a:srgbClr val="2D2C2C"/>
                </a:solidFill>
                <a:latin typeface="+mn-lt"/>
                <a:cs typeface="Segoe UI"/>
              </a:rPr>
              <a:t>compression</a:t>
            </a:r>
            <a:endParaRPr lang="en-US" sz="1800" noProof="0" dirty="0">
              <a:latin typeface="+mn-lt"/>
              <a:cs typeface="Segoe UI"/>
            </a:endParaRPr>
          </a:p>
          <a:p>
            <a:pPr marL="518001" lvl="1" indent="-233204">
              <a:spcBef>
                <a:spcPts val="293"/>
              </a:spcBef>
              <a:buClr>
                <a:srgbClr val="000000"/>
              </a:buClr>
              <a:buFont typeface="Arial"/>
              <a:buChar char="•"/>
              <a:tabLst>
                <a:tab pos="517485" algn="l"/>
                <a:tab pos="518001" algn="l"/>
              </a:tabLst>
            </a:pPr>
            <a:r>
              <a:rPr lang="en-US" sz="1800" spc="-12" noProof="0" dirty="0">
                <a:solidFill>
                  <a:srgbClr val="2D2C2C"/>
                </a:solidFill>
                <a:latin typeface="+mn-lt"/>
                <a:cs typeface="Segoe UI"/>
              </a:rPr>
              <a:t>Might be included</a:t>
            </a:r>
            <a:r>
              <a:rPr lang="en-US" sz="1800" spc="45" noProof="0" dirty="0">
                <a:solidFill>
                  <a:srgbClr val="2D2C2C"/>
                </a:solidFill>
                <a:latin typeface="+mn-lt"/>
                <a:cs typeface="Segoe UI"/>
              </a:rPr>
              <a:t> </a:t>
            </a:r>
            <a:r>
              <a:rPr lang="en-US" sz="1800" spc="-4" noProof="0" dirty="0">
                <a:solidFill>
                  <a:srgbClr val="2D2C2C"/>
                </a:solidFill>
                <a:latin typeface="+mn-lt"/>
                <a:cs typeface="Segoe UI"/>
              </a:rPr>
              <a:t>for</a:t>
            </a:r>
            <a:r>
              <a:rPr lang="en-US" sz="1800" spc="8" noProof="0" dirty="0">
                <a:solidFill>
                  <a:srgbClr val="2D2C2C"/>
                </a:solidFill>
                <a:latin typeface="+mn-lt"/>
                <a:cs typeface="Segoe UI"/>
              </a:rPr>
              <a:t> </a:t>
            </a:r>
            <a:r>
              <a:rPr lang="en-US" sz="1800" spc="-12" noProof="0" dirty="0">
                <a:solidFill>
                  <a:srgbClr val="2D2C2C"/>
                </a:solidFill>
                <a:latin typeface="+mn-lt"/>
                <a:cs typeface="Segoe UI"/>
              </a:rPr>
              <a:t>compatibility</a:t>
            </a:r>
            <a:r>
              <a:rPr lang="en-US" sz="1800" spc="61" noProof="0" dirty="0">
                <a:solidFill>
                  <a:srgbClr val="2D2C2C"/>
                </a:solidFill>
                <a:latin typeface="+mn-lt"/>
                <a:cs typeface="Segoe UI"/>
              </a:rPr>
              <a:t> </a:t>
            </a:r>
            <a:r>
              <a:rPr lang="en-US" sz="1800" spc="-4" noProof="0" dirty="0">
                <a:solidFill>
                  <a:srgbClr val="2D2C2C"/>
                </a:solidFill>
                <a:latin typeface="+mn-lt"/>
                <a:cs typeface="Segoe UI"/>
              </a:rPr>
              <a:t>(if</a:t>
            </a:r>
            <a:r>
              <a:rPr lang="en-US" sz="1800" noProof="0" dirty="0">
                <a:solidFill>
                  <a:srgbClr val="2D2C2C"/>
                </a:solidFill>
                <a:latin typeface="+mn-lt"/>
                <a:cs typeface="Segoe UI"/>
              </a:rPr>
              <a:t> </a:t>
            </a:r>
            <a:r>
              <a:rPr lang="en-US" sz="1800" spc="-4" noProof="0" dirty="0">
                <a:solidFill>
                  <a:srgbClr val="2D2C2C"/>
                </a:solidFill>
                <a:latin typeface="+mn-lt"/>
                <a:cs typeface="Segoe UI"/>
              </a:rPr>
              <a:t>at</a:t>
            </a:r>
            <a:r>
              <a:rPr lang="en-US" sz="1800" noProof="0" dirty="0">
                <a:solidFill>
                  <a:srgbClr val="2D2C2C"/>
                </a:solidFill>
                <a:latin typeface="+mn-lt"/>
                <a:cs typeface="Segoe UI"/>
              </a:rPr>
              <a:t> </a:t>
            </a:r>
            <a:r>
              <a:rPr lang="en-US" sz="1800" spc="-8" noProof="0" dirty="0">
                <a:solidFill>
                  <a:srgbClr val="2D2C2C"/>
                </a:solidFill>
                <a:latin typeface="+mn-lt"/>
                <a:cs typeface="Segoe UI"/>
              </a:rPr>
              <a:t>all: ubuntu needs </a:t>
            </a:r>
            <a:r>
              <a:rPr lang="en-US" sz="1800" b="1" spc="-8" noProof="0" dirty="0" err="1">
                <a:solidFill>
                  <a:srgbClr val="002060"/>
                </a:solidFill>
                <a:latin typeface="Hack" panose="020B0609030202020204" pitchFamily="49" charset="0"/>
                <a:ea typeface="Hack" panose="020B0609030202020204" pitchFamily="49" charset="0"/>
                <a:cs typeface="Hack" panose="020B0609030202020204" pitchFamily="49" charset="0"/>
              </a:rPr>
              <a:t>ncompress</a:t>
            </a:r>
            <a:r>
              <a:rPr lang="en-US" sz="1800" spc="-8" noProof="0" dirty="0">
                <a:solidFill>
                  <a:srgbClr val="2D2C2C"/>
                </a:solidFill>
                <a:latin typeface="+mn-lt"/>
                <a:cs typeface="Segoe UI"/>
              </a:rPr>
              <a:t> installed)</a:t>
            </a:r>
            <a:endParaRPr lang="en-US" sz="1800" noProof="0" dirty="0">
              <a:latin typeface="+mn-lt"/>
              <a:cs typeface="Segoe UI"/>
            </a:endParaRPr>
          </a:p>
          <a:p>
            <a:pPr marL="518001" lvl="1" indent="-233204">
              <a:spcBef>
                <a:spcPts val="297"/>
              </a:spcBef>
              <a:buClr>
                <a:srgbClr val="000000"/>
              </a:buClr>
              <a:buFont typeface="Arial"/>
              <a:buChar char="•"/>
              <a:tabLst>
                <a:tab pos="517485" algn="l"/>
                <a:tab pos="518001" algn="l"/>
              </a:tabLst>
            </a:pPr>
            <a:r>
              <a:rPr lang="en-US" sz="1800" spc="-8" noProof="0" dirty="0">
                <a:solidFill>
                  <a:srgbClr val="2D2C2C"/>
                </a:solidFill>
                <a:latin typeface="+mn-lt"/>
                <a:cs typeface="Segoe UI"/>
              </a:rPr>
              <a:t>Can</a:t>
            </a:r>
            <a:r>
              <a:rPr lang="en-US" sz="1800" spc="-12" noProof="0" dirty="0">
                <a:solidFill>
                  <a:srgbClr val="2D2C2C"/>
                </a:solidFill>
                <a:latin typeface="+mn-lt"/>
                <a:cs typeface="Segoe UI"/>
              </a:rPr>
              <a:t> </a:t>
            </a:r>
            <a:r>
              <a:rPr lang="en-US" sz="1800" spc="-4" noProof="0" dirty="0">
                <a:solidFill>
                  <a:srgbClr val="2D2C2C"/>
                </a:solidFill>
                <a:latin typeface="+mn-lt"/>
                <a:cs typeface="Segoe UI"/>
              </a:rPr>
              <a:t>be</a:t>
            </a:r>
            <a:r>
              <a:rPr lang="en-US" sz="1800" spc="8" noProof="0" dirty="0">
                <a:solidFill>
                  <a:srgbClr val="2D2C2C"/>
                </a:solidFill>
                <a:latin typeface="+mn-lt"/>
                <a:cs typeface="Segoe UI"/>
              </a:rPr>
              <a:t> </a:t>
            </a:r>
            <a:r>
              <a:rPr lang="en-US" sz="1800" spc="-12" noProof="0" dirty="0">
                <a:solidFill>
                  <a:srgbClr val="2D2C2C"/>
                </a:solidFill>
                <a:latin typeface="+mn-lt"/>
                <a:cs typeface="Segoe UI"/>
              </a:rPr>
              <a:t>accessed</a:t>
            </a:r>
            <a:r>
              <a:rPr lang="en-US" sz="1800" spc="53" noProof="0" dirty="0">
                <a:solidFill>
                  <a:srgbClr val="2D2C2C"/>
                </a:solidFill>
                <a:latin typeface="+mn-lt"/>
                <a:cs typeface="Segoe UI"/>
              </a:rPr>
              <a:t> </a:t>
            </a:r>
            <a:r>
              <a:rPr lang="en-US" sz="1800" spc="-4" noProof="0" dirty="0">
                <a:solidFill>
                  <a:srgbClr val="2D2C2C"/>
                </a:solidFill>
                <a:latin typeface="+mn-lt"/>
                <a:cs typeface="Segoe UI"/>
              </a:rPr>
              <a:t>with</a:t>
            </a:r>
            <a:r>
              <a:rPr lang="en-US" sz="1800" spc="16" noProof="0" dirty="0">
                <a:solidFill>
                  <a:srgbClr val="2D2C2C"/>
                </a:solidFill>
                <a:latin typeface="+mn-lt"/>
                <a:cs typeface="Segoe UI"/>
              </a:rPr>
              <a:t> </a:t>
            </a:r>
            <a:r>
              <a:rPr lang="en-US" sz="1800" b="1" spc="-8" noProof="0" dirty="0">
                <a:solidFill>
                  <a:srgbClr val="002060"/>
                </a:solidFill>
                <a:latin typeface="Hack" panose="020B0609030202020204" pitchFamily="49" charset="0"/>
                <a:ea typeface="Hack" panose="020B0609030202020204" pitchFamily="49" charset="0"/>
                <a:cs typeface="Hack" panose="020B0609030202020204" pitchFamily="49" charset="0"/>
              </a:rPr>
              <a:t>tar</a:t>
            </a:r>
            <a:r>
              <a:rPr lang="en-US" sz="1800" b="1" spc="12" noProof="0" dirty="0">
                <a:solidFill>
                  <a:srgbClr val="002060"/>
                </a:solidFill>
                <a:latin typeface="Hack" panose="020B0609030202020204" pitchFamily="49" charset="0"/>
                <a:ea typeface="Hack" panose="020B0609030202020204" pitchFamily="49" charset="0"/>
                <a:cs typeface="Hack" panose="020B0609030202020204" pitchFamily="49" charset="0"/>
              </a:rPr>
              <a:t> </a:t>
            </a:r>
            <a:r>
              <a:rPr lang="en-US" sz="1800" b="1" noProof="0" dirty="0">
                <a:solidFill>
                  <a:srgbClr val="002060"/>
                </a:solidFill>
                <a:latin typeface="Hack" panose="020B0609030202020204" pitchFamily="49" charset="0"/>
                <a:ea typeface="Hack" panose="020B0609030202020204" pitchFamily="49" charset="0"/>
                <a:cs typeface="Hack" panose="020B0609030202020204" pitchFamily="49" charset="0"/>
              </a:rPr>
              <a:t>–Z</a:t>
            </a:r>
          </a:p>
          <a:p>
            <a:pPr marL="518001" lvl="1" indent="-233204">
              <a:spcBef>
                <a:spcPts val="297"/>
              </a:spcBef>
              <a:buClr>
                <a:srgbClr val="000000"/>
              </a:buClr>
              <a:buFont typeface="Arial"/>
              <a:buChar char="•"/>
              <a:tabLst>
                <a:tab pos="517485" algn="l"/>
                <a:tab pos="518001" algn="l"/>
              </a:tabLst>
            </a:pPr>
            <a:endParaRPr lang="en-US" sz="1800" b="1" noProof="0" dirty="0">
              <a:solidFill>
                <a:srgbClr val="3333CC"/>
              </a:solidFill>
              <a:latin typeface="Hack" panose="020B0609030202020204" pitchFamily="49" charset="0"/>
              <a:ea typeface="Hack" panose="020B0609030202020204" pitchFamily="49" charset="0"/>
              <a:cs typeface="Hack" panose="020B0609030202020204" pitchFamily="49" charset="0"/>
            </a:endParaRPr>
          </a:p>
          <a:p>
            <a:pPr marL="289957" indent="-280154">
              <a:spcBef>
                <a:spcPts val="975"/>
              </a:spcBef>
              <a:buClr>
                <a:srgbClr val="000000"/>
              </a:buClr>
              <a:buFont typeface="Arial"/>
              <a:buChar char="•"/>
              <a:tabLst>
                <a:tab pos="289957" algn="l"/>
                <a:tab pos="290473" algn="l"/>
              </a:tabLst>
            </a:pPr>
            <a:r>
              <a:rPr lang="en-US" sz="1800" b="1" spc="-4" noProof="0" dirty="0">
                <a:solidFill>
                  <a:srgbClr val="002060"/>
                </a:solidFill>
                <a:latin typeface="Hack" panose="020B0609030202020204" pitchFamily="49" charset="0"/>
                <a:ea typeface="Hack" panose="020B0609030202020204" pitchFamily="49" charset="0"/>
                <a:cs typeface="Hack" panose="020B0609030202020204" pitchFamily="49" charset="0"/>
              </a:rPr>
              <a:t>zip</a:t>
            </a:r>
            <a:r>
              <a:rPr lang="en-US" sz="1800" b="1" spc="-49" noProof="0" dirty="0">
                <a:solidFill>
                  <a:srgbClr val="002060"/>
                </a:solidFill>
                <a:latin typeface="+mn-lt"/>
                <a:cs typeface="Segoe UI"/>
              </a:rPr>
              <a:t> </a:t>
            </a:r>
            <a:r>
              <a:rPr lang="en-US" sz="1800" spc="-4" noProof="0" dirty="0">
                <a:solidFill>
                  <a:srgbClr val="002060"/>
                </a:solidFill>
                <a:latin typeface="+mn-lt"/>
                <a:cs typeface="Segoe UI"/>
              </a:rPr>
              <a:t>/</a:t>
            </a:r>
            <a:r>
              <a:rPr lang="en-US" sz="1800" spc="-24" noProof="0" dirty="0">
                <a:solidFill>
                  <a:srgbClr val="002060"/>
                </a:solidFill>
                <a:latin typeface="+mn-lt"/>
                <a:cs typeface="Segoe UI"/>
              </a:rPr>
              <a:t> </a:t>
            </a:r>
            <a:r>
              <a:rPr lang="en-US" sz="1800" b="1" spc="-4" noProof="0" dirty="0">
                <a:solidFill>
                  <a:srgbClr val="002060"/>
                </a:solidFill>
                <a:latin typeface="Hack" panose="020B0609030202020204" pitchFamily="49" charset="0"/>
                <a:ea typeface="Hack" panose="020B0609030202020204" pitchFamily="49" charset="0"/>
                <a:cs typeface="Hack" panose="020B0609030202020204" pitchFamily="49" charset="0"/>
              </a:rPr>
              <a:t>unzip</a:t>
            </a:r>
            <a:endParaRPr lang="en-US" sz="1800" noProof="0" dirty="0">
              <a:solidFill>
                <a:srgbClr val="002060"/>
              </a:solidFill>
              <a:latin typeface="Hack" panose="020B0609030202020204" pitchFamily="49" charset="0"/>
              <a:ea typeface="Hack" panose="020B0609030202020204" pitchFamily="49" charset="0"/>
              <a:cs typeface="Hack" panose="020B0609030202020204" pitchFamily="49" charset="0"/>
            </a:endParaRPr>
          </a:p>
          <a:p>
            <a:pPr marL="518001" lvl="1" indent="-233204">
              <a:spcBef>
                <a:spcPts val="488"/>
              </a:spcBef>
              <a:buClr>
                <a:srgbClr val="000000"/>
              </a:buClr>
              <a:buFont typeface="Arial"/>
              <a:buChar char="•"/>
              <a:tabLst>
                <a:tab pos="517485" algn="l"/>
                <a:tab pos="518001" algn="l"/>
              </a:tabLst>
            </a:pPr>
            <a:r>
              <a:rPr lang="en-US" sz="1800" spc="-12" noProof="0" dirty="0">
                <a:solidFill>
                  <a:srgbClr val="2D2C2C"/>
                </a:solidFill>
                <a:latin typeface="+mn-lt"/>
                <a:cs typeface="Segoe UI"/>
              </a:rPr>
              <a:t>Compatible</a:t>
            </a:r>
            <a:r>
              <a:rPr lang="en-US" sz="1800" spc="16" noProof="0" dirty="0">
                <a:solidFill>
                  <a:srgbClr val="2D2C2C"/>
                </a:solidFill>
                <a:latin typeface="+mn-lt"/>
                <a:cs typeface="Segoe UI"/>
              </a:rPr>
              <a:t> </a:t>
            </a:r>
            <a:r>
              <a:rPr lang="en-US" sz="1800" spc="-4" noProof="0" dirty="0">
                <a:solidFill>
                  <a:srgbClr val="2D2C2C"/>
                </a:solidFill>
                <a:latin typeface="+mn-lt"/>
                <a:cs typeface="Segoe UI"/>
              </a:rPr>
              <a:t>with</a:t>
            </a:r>
            <a:r>
              <a:rPr lang="en-US" sz="1800" spc="12" noProof="0" dirty="0">
                <a:solidFill>
                  <a:srgbClr val="2D2C2C"/>
                </a:solidFill>
                <a:latin typeface="+mn-lt"/>
                <a:cs typeface="Segoe UI"/>
              </a:rPr>
              <a:t> </a:t>
            </a:r>
            <a:r>
              <a:rPr lang="en-US" sz="1800" b="1" spc="-4" noProof="0" dirty="0" err="1">
                <a:solidFill>
                  <a:srgbClr val="002060"/>
                </a:solidFill>
                <a:latin typeface="Hack" panose="020B0609030202020204" pitchFamily="49" charset="0"/>
                <a:ea typeface="Hack" panose="020B0609030202020204" pitchFamily="49" charset="0"/>
                <a:cs typeface="Hack" panose="020B0609030202020204" pitchFamily="49" charset="0"/>
              </a:rPr>
              <a:t>pkzip</a:t>
            </a:r>
            <a:endParaRPr lang="en-US" sz="1800" noProof="0" dirty="0">
              <a:solidFill>
                <a:srgbClr val="002060"/>
              </a:solidFill>
              <a:latin typeface="Hack" panose="020B0609030202020204" pitchFamily="49" charset="0"/>
              <a:ea typeface="Hack" panose="020B0609030202020204" pitchFamily="49" charset="0"/>
              <a:cs typeface="Hack" panose="020B0609030202020204" pitchFamily="49" charset="0"/>
            </a:endParaRPr>
          </a:p>
          <a:p>
            <a:pPr marL="518001" lvl="1" indent="-233204">
              <a:spcBef>
                <a:spcPts val="492"/>
              </a:spcBef>
              <a:buClr>
                <a:srgbClr val="000000"/>
              </a:buClr>
              <a:buFont typeface="Arial"/>
              <a:buChar char="•"/>
              <a:tabLst>
                <a:tab pos="517485" algn="l"/>
                <a:tab pos="518001" algn="l"/>
              </a:tabLst>
            </a:pPr>
            <a:r>
              <a:rPr lang="en-US" sz="1800" noProof="0" dirty="0">
                <a:solidFill>
                  <a:srgbClr val="2D2C2C"/>
                </a:solidFill>
                <a:latin typeface="+mn-lt"/>
                <a:cs typeface="Segoe UI"/>
              </a:rPr>
              <a:t>Supports</a:t>
            </a:r>
            <a:r>
              <a:rPr lang="en-US" sz="1800" spc="-4" noProof="0" dirty="0">
                <a:solidFill>
                  <a:srgbClr val="2D2C2C"/>
                </a:solidFill>
                <a:latin typeface="+mn-lt"/>
                <a:cs typeface="Segoe UI"/>
              </a:rPr>
              <a:t> </a:t>
            </a:r>
            <a:r>
              <a:rPr lang="en-US" sz="1800" spc="-8" noProof="0" dirty="0">
                <a:solidFill>
                  <a:srgbClr val="2D2C2C"/>
                </a:solidFill>
                <a:latin typeface="+mn-lt"/>
                <a:cs typeface="Segoe UI"/>
              </a:rPr>
              <a:t>self-extracting</a:t>
            </a:r>
            <a:r>
              <a:rPr lang="en-US" sz="1800" spc="61" noProof="0" dirty="0">
                <a:solidFill>
                  <a:srgbClr val="2D2C2C"/>
                </a:solidFill>
                <a:latin typeface="+mn-lt"/>
                <a:cs typeface="Segoe UI"/>
              </a:rPr>
              <a:t> </a:t>
            </a:r>
            <a:r>
              <a:rPr lang="en-US" sz="1800" spc="-8" noProof="0" dirty="0">
                <a:solidFill>
                  <a:srgbClr val="2D2C2C"/>
                </a:solidFill>
                <a:latin typeface="+mn-lt"/>
                <a:cs typeface="Segoe UI"/>
              </a:rPr>
              <a:t>archives</a:t>
            </a:r>
            <a:endParaRPr lang="en-US" sz="1800" noProof="0" dirty="0">
              <a:latin typeface="+mn-lt"/>
              <a:cs typeface="Segoe UI"/>
            </a:endParaRPr>
          </a:p>
          <a:p>
            <a:pPr marL="518001" lvl="1" indent="-233204">
              <a:spcBef>
                <a:spcPts val="293"/>
              </a:spcBef>
              <a:buClr>
                <a:srgbClr val="000000"/>
              </a:buClr>
              <a:buFont typeface="Arial"/>
              <a:buChar char="•"/>
              <a:tabLst>
                <a:tab pos="517485" algn="l"/>
                <a:tab pos="518001" algn="l"/>
              </a:tabLst>
            </a:pPr>
            <a:r>
              <a:rPr lang="en-US" sz="1800" spc="-12" noProof="0" dirty="0">
                <a:solidFill>
                  <a:srgbClr val="2D2C2C"/>
                </a:solidFill>
                <a:latin typeface="+mn-lt"/>
                <a:cs typeface="Segoe UI"/>
              </a:rPr>
              <a:t>Produces</a:t>
            </a:r>
            <a:r>
              <a:rPr lang="en-US" sz="1800" spc="33" noProof="0" dirty="0">
                <a:solidFill>
                  <a:srgbClr val="2D2C2C"/>
                </a:solidFill>
                <a:latin typeface="+mn-lt"/>
                <a:cs typeface="Segoe UI"/>
              </a:rPr>
              <a:t> </a:t>
            </a:r>
            <a:r>
              <a:rPr lang="en-US" sz="1800" spc="-4" noProof="0" dirty="0">
                <a:solidFill>
                  <a:srgbClr val="2D2C2C"/>
                </a:solidFill>
                <a:latin typeface="+mn-lt"/>
                <a:cs typeface="Segoe UI"/>
              </a:rPr>
              <a:t>one</a:t>
            </a:r>
            <a:r>
              <a:rPr lang="en-US" sz="1800" spc="16" noProof="0" dirty="0">
                <a:solidFill>
                  <a:srgbClr val="2D2C2C"/>
                </a:solidFill>
                <a:latin typeface="+mn-lt"/>
                <a:cs typeface="Segoe UI"/>
              </a:rPr>
              <a:t> </a:t>
            </a:r>
            <a:r>
              <a:rPr lang="en-US" sz="1800" spc="-8" noProof="0" dirty="0">
                <a:solidFill>
                  <a:srgbClr val="2D2C2C"/>
                </a:solidFill>
                <a:latin typeface="+mn-lt"/>
                <a:cs typeface="Segoe UI"/>
              </a:rPr>
              <a:t>archive</a:t>
            </a:r>
            <a:r>
              <a:rPr lang="en-US" sz="1800" spc="37" noProof="0" dirty="0">
                <a:solidFill>
                  <a:srgbClr val="2D2C2C"/>
                </a:solidFill>
                <a:latin typeface="+mn-lt"/>
                <a:cs typeface="Segoe UI"/>
              </a:rPr>
              <a:t> </a:t>
            </a:r>
            <a:r>
              <a:rPr lang="en-US" sz="1800" spc="-4" noProof="0" dirty="0">
                <a:solidFill>
                  <a:srgbClr val="2D2C2C"/>
                </a:solidFill>
                <a:latin typeface="+mn-lt"/>
                <a:cs typeface="Segoe UI"/>
              </a:rPr>
              <a:t>file</a:t>
            </a:r>
            <a:r>
              <a:rPr lang="en-US" sz="1800" spc="12" noProof="0" dirty="0">
                <a:solidFill>
                  <a:srgbClr val="2D2C2C"/>
                </a:solidFill>
                <a:latin typeface="+mn-lt"/>
                <a:cs typeface="Segoe UI"/>
              </a:rPr>
              <a:t> </a:t>
            </a:r>
            <a:r>
              <a:rPr lang="en-US" sz="1800" spc="-4" noProof="0" dirty="0">
                <a:solidFill>
                  <a:srgbClr val="2D2C2C"/>
                </a:solidFill>
                <a:latin typeface="+mn-lt"/>
                <a:cs typeface="Segoe UI"/>
              </a:rPr>
              <a:t>for</a:t>
            </a:r>
            <a:r>
              <a:rPr lang="en-US" sz="1800" spc="4" noProof="0" dirty="0">
                <a:solidFill>
                  <a:srgbClr val="2D2C2C"/>
                </a:solidFill>
                <a:latin typeface="+mn-lt"/>
                <a:cs typeface="Segoe UI"/>
              </a:rPr>
              <a:t> </a:t>
            </a:r>
            <a:r>
              <a:rPr lang="en-US" sz="1800" spc="-8" noProof="0" dirty="0">
                <a:solidFill>
                  <a:srgbClr val="2D2C2C"/>
                </a:solidFill>
                <a:latin typeface="+mn-lt"/>
                <a:cs typeface="Segoe UI"/>
              </a:rPr>
              <a:t>multiple</a:t>
            </a:r>
            <a:r>
              <a:rPr lang="en-US" sz="1800" spc="57" noProof="0" dirty="0">
                <a:solidFill>
                  <a:srgbClr val="2D2C2C"/>
                </a:solidFill>
                <a:latin typeface="+mn-lt"/>
                <a:cs typeface="Segoe UI"/>
              </a:rPr>
              <a:t> </a:t>
            </a:r>
            <a:r>
              <a:rPr lang="en-US" sz="1800" spc="-8" noProof="0" dirty="0">
                <a:solidFill>
                  <a:srgbClr val="2D2C2C"/>
                </a:solidFill>
                <a:latin typeface="+mn-lt"/>
                <a:cs typeface="Segoe UI"/>
              </a:rPr>
              <a:t>input</a:t>
            </a:r>
            <a:r>
              <a:rPr lang="en-US" sz="1800" spc="24" noProof="0" dirty="0">
                <a:solidFill>
                  <a:srgbClr val="2D2C2C"/>
                </a:solidFill>
                <a:latin typeface="+mn-lt"/>
                <a:cs typeface="Segoe UI"/>
              </a:rPr>
              <a:t> </a:t>
            </a:r>
            <a:r>
              <a:rPr lang="en-US" sz="1800" spc="-8" noProof="0" dirty="0">
                <a:solidFill>
                  <a:srgbClr val="2D2C2C"/>
                </a:solidFill>
                <a:latin typeface="+mn-lt"/>
                <a:cs typeface="Segoe UI"/>
              </a:rPr>
              <a:t>files</a:t>
            </a:r>
            <a:endParaRPr lang="en-US" sz="1800" noProof="0" dirty="0">
              <a:latin typeface="+mn-lt"/>
              <a:cs typeface="Segoe UI"/>
            </a:endParaRPr>
          </a:p>
          <a:p>
            <a:endParaRPr lang="en-US" sz="1800" noProof="0" dirty="0"/>
          </a:p>
        </p:txBody>
      </p:sp>
      <p:sp>
        <p:nvSpPr>
          <p:cNvPr id="2" name="Slide Number Placeholder 1">
            <a:extLst>
              <a:ext uri="{FF2B5EF4-FFF2-40B4-BE49-F238E27FC236}">
                <a16:creationId xmlns:a16="http://schemas.microsoft.com/office/drawing/2014/main" id="{A9A6FF77-D641-4417-92E7-11CC6238BF20}"/>
              </a:ext>
            </a:extLst>
          </p:cNvPr>
          <p:cNvSpPr>
            <a:spLocks noGrp="1"/>
          </p:cNvSpPr>
          <p:nvPr>
            <p:ph type="sldNum" sz="quarter" idx="12"/>
          </p:nvPr>
        </p:nvSpPr>
        <p:spPr>
          <a:prstGeom prst="rect">
            <a:avLst/>
          </a:prstGeom>
        </p:spPr>
        <p:txBody>
          <a:bodyPr/>
          <a:lstStyle/>
          <a:p>
            <a:fld id="{EF892D59-8F09-EF4B-AD6D-DA609442F868}" type="slidenum">
              <a:rPr lang="en-US" noProof="0" smtClean="0"/>
              <a:pPr/>
              <a:t>22</a:t>
            </a:fld>
            <a:endParaRPr lang="en-US" noProof="0" dirty="0"/>
          </a:p>
        </p:txBody>
      </p:sp>
      <p:sp>
        <p:nvSpPr>
          <p:cNvPr id="3" name="Rectangle 3">
            <a:extLst>
              <a:ext uri="{FF2B5EF4-FFF2-40B4-BE49-F238E27FC236}">
                <a16:creationId xmlns:a16="http://schemas.microsoft.com/office/drawing/2014/main" id="{855A20A9-A416-83A4-5822-9FF5634727B1}"/>
              </a:ext>
            </a:extLst>
          </p:cNvPr>
          <p:cNvSpPr>
            <a:spLocks noChangeArrowheads="1"/>
          </p:cNvSpPr>
          <p:nvPr/>
        </p:nvSpPr>
        <p:spPr bwMode="auto">
          <a:xfrm>
            <a:off x="4905374" y="5072418"/>
            <a:ext cx="6770687" cy="420628"/>
          </a:xfrm>
          <a:prstGeom prst="rect">
            <a:avLst/>
          </a:prstGeom>
          <a:solidFill>
            <a:schemeClr val="tx1"/>
          </a:solidFill>
          <a:ln w="12700" algn="ctr">
            <a:solidFill>
              <a:schemeClr val="bg1"/>
            </a:solidFill>
            <a:miter lim="800000"/>
            <a:headEnd/>
            <a:tailEnd/>
          </a:ln>
          <a:effectLst>
            <a:outerShdw blurRad="50800" dist="50800" dir="2700000" algn="ctr" rotWithShape="0">
              <a:schemeClr val="bg2">
                <a:lumMod val="90000"/>
              </a:schemeClr>
            </a:outerShdw>
          </a:effectLst>
        </p:spPr>
        <p:txBody>
          <a:bodyPr wrap="square" lIns="95250" tIns="91440" rIns="95250" bIns="50800">
            <a:spAutoFit/>
          </a:bodyPr>
          <a:lstStyle/>
          <a:p>
            <a:pPr marL="71199">
              <a:spcBef>
                <a:spcPts val="106"/>
              </a:spcBef>
            </a:pPr>
            <a:r>
              <a:rPr lang="en-US" spc="-4" noProof="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pc="-20"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zip</a:t>
            </a:r>
            <a:r>
              <a:rPr lang="en-US" b="1" spc="-16"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–r</a:t>
            </a:r>
            <a:r>
              <a:rPr lang="en-US" b="1" spc="-16"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arch.zip</a:t>
            </a:r>
            <a:r>
              <a:rPr lang="en-US" b="1" spc="-20"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a:t>
            </a:r>
            <a:endParaRPr lang="en-US" noProof="0" dirty="0">
              <a:solidFill>
                <a:schemeClr val="bg1"/>
              </a:solidFill>
              <a:latin typeface="Hack" panose="020B0609030202020204" pitchFamily="49" charset="0"/>
              <a:ea typeface="Hack" panose="020B0609030202020204" pitchFamily="49" charset="0"/>
              <a:cs typeface="Hack" panose="020B0609030202020204" pitchFamily="49" charset="0"/>
            </a:endParaRPr>
          </a:p>
        </p:txBody>
      </p:sp>
      <p:sp>
        <p:nvSpPr>
          <p:cNvPr id="7" name="Rectangle 3">
            <a:extLst>
              <a:ext uri="{FF2B5EF4-FFF2-40B4-BE49-F238E27FC236}">
                <a16:creationId xmlns:a16="http://schemas.microsoft.com/office/drawing/2014/main" id="{E711B0AD-FE1A-4B9B-B1BA-DB52459F87B3}"/>
              </a:ext>
            </a:extLst>
          </p:cNvPr>
          <p:cNvSpPr>
            <a:spLocks noChangeArrowheads="1"/>
          </p:cNvSpPr>
          <p:nvPr/>
        </p:nvSpPr>
        <p:spPr bwMode="auto">
          <a:xfrm>
            <a:off x="4905375" y="5756050"/>
            <a:ext cx="6770687" cy="389850"/>
          </a:xfrm>
          <a:prstGeom prst="rect">
            <a:avLst/>
          </a:prstGeom>
          <a:solidFill>
            <a:schemeClr val="tx1"/>
          </a:solidFill>
          <a:ln w="12700" algn="ctr">
            <a:solidFill>
              <a:schemeClr val="bg1"/>
            </a:solidFill>
            <a:miter lim="800000"/>
            <a:headEnd/>
            <a:tailEnd/>
          </a:ln>
          <a:effectLst>
            <a:outerShdw blurRad="50800" dist="50800" dir="2700000" algn="ctr" rotWithShape="0">
              <a:schemeClr val="bg2">
                <a:lumMod val="90000"/>
              </a:schemeClr>
            </a:outerShdw>
          </a:effectLst>
        </p:spPr>
        <p:txBody>
          <a:bodyPr wrap="square" lIns="95250" tIns="91440" rIns="95250" bIns="50800">
            <a:spAutoFit/>
          </a:bodyPr>
          <a:lstStyle/>
          <a:p>
            <a:pPr marL="71199">
              <a:spcBef>
                <a:spcPts val="106"/>
              </a:spcBef>
            </a:pPr>
            <a:r>
              <a:rPr lang="en-US" sz="1600" spc="-4" noProof="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z="1600" spc="-20"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sz="1600" b="1" spc="-20" noProof="0" dirty="0">
                <a:solidFill>
                  <a:schemeClr val="bg1"/>
                </a:solidFill>
                <a:latin typeface="Hack" panose="020B0609030202020204" pitchFamily="49" charset="0"/>
                <a:ea typeface="Hack" panose="020B0609030202020204" pitchFamily="49" charset="0"/>
                <a:cs typeface="Hack" panose="020B0609030202020204" pitchFamily="49" charset="0"/>
              </a:rPr>
              <a:t>un</a:t>
            </a:r>
            <a:r>
              <a:rPr lang="en-US" sz="1600" b="1" spc="-4" noProof="0" dirty="0">
                <a:solidFill>
                  <a:schemeClr val="bg1"/>
                </a:solidFill>
                <a:latin typeface="Hack" panose="020B0609030202020204" pitchFamily="49" charset="0"/>
                <a:ea typeface="Hack" panose="020B0609030202020204" pitchFamily="49" charset="0"/>
                <a:cs typeface="Hack" panose="020B0609030202020204" pitchFamily="49" charset="0"/>
              </a:rPr>
              <a:t>zip</a:t>
            </a:r>
            <a:r>
              <a:rPr lang="en-US" sz="1600" b="1" spc="-16"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sz="1600" b="1" spc="-4" noProof="0" dirty="0">
                <a:solidFill>
                  <a:schemeClr val="bg1"/>
                </a:solidFill>
                <a:latin typeface="Hack" panose="020B0609030202020204" pitchFamily="49" charset="0"/>
                <a:ea typeface="Hack" panose="020B0609030202020204" pitchFamily="49" charset="0"/>
                <a:cs typeface="Hack" panose="020B0609030202020204" pitchFamily="49" charset="0"/>
              </a:rPr>
              <a:t>–r</a:t>
            </a:r>
            <a:r>
              <a:rPr lang="en-US" sz="1600" b="1" spc="-16"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sz="1600" b="1" spc="-4" noProof="0" dirty="0">
                <a:solidFill>
                  <a:schemeClr val="bg1"/>
                </a:solidFill>
                <a:latin typeface="Hack" panose="020B0609030202020204" pitchFamily="49" charset="0"/>
                <a:ea typeface="Hack" panose="020B0609030202020204" pitchFamily="49" charset="0"/>
                <a:cs typeface="Hack" panose="020B0609030202020204" pitchFamily="49" charset="0"/>
              </a:rPr>
              <a:t>arch.zip</a:t>
            </a:r>
            <a:r>
              <a:rPr lang="en-US" sz="1600" b="1" spc="-20"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sz="1600" b="1" spc="-4" noProof="0" dirty="0">
                <a:solidFill>
                  <a:schemeClr val="bg1"/>
                </a:solidFill>
                <a:latin typeface="Hack" panose="020B0609030202020204" pitchFamily="49" charset="0"/>
                <a:ea typeface="Hack" panose="020B0609030202020204" pitchFamily="49" charset="0"/>
                <a:cs typeface="Hack" panose="020B0609030202020204" pitchFamily="49" charset="0"/>
              </a:rPr>
              <a:t>*</a:t>
            </a:r>
            <a:endParaRPr lang="en-US" sz="1600" noProof="0" dirty="0">
              <a:solidFill>
                <a:schemeClr val="bg1"/>
              </a:solidFill>
              <a:latin typeface="Hack" panose="020B0609030202020204" pitchFamily="49" charset="0"/>
              <a:ea typeface="Hack" panose="020B0609030202020204" pitchFamily="49" charset="0"/>
              <a:cs typeface="Hack" panose="020B0609030202020204" pitchFamily="49" charset="0"/>
            </a:endParaRPr>
          </a:p>
        </p:txBody>
      </p:sp>
    </p:spTree>
    <p:extLst>
      <p:ext uri="{BB962C8B-B14F-4D97-AF65-F5344CB8AC3E}">
        <p14:creationId xmlns:p14="http://schemas.microsoft.com/office/powerpoint/2010/main" val="137033290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D7E8287-D6AC-C749-1994-8EE430E20934}"/>
              </a:ext>
            </a:extLst>
          </p:cNvPr>
          <p:cNvSpPr>
            <a:spLocks noGrp="1"/>
          </p:cNvSpPr>
          <p:nvPr>
            <p:ph type="ctrTitle"/>
          </p:nvPr>
        </p:nvSpPr>
        <p:spPr/>
        <p:txBody>
          <a:bodyPr/>
          <a:lstStyle/>
          <a:p>
            <a:r>
              <a:rPr lang="en-US" noProof="0" dirty="0"/>
              <a:t>Modern tools</a:t>
            </a:r>
          </a:p>
        </p:txBody>
      </p:sp>
      <p:sp>
        <p:nvSpPr>
          <p:cNvPr id="5" name="Text Placeholder 4">
            <a:extLst>
              <a:ext uri="{FF2B5EF4-FFF2-40B4-BE49-F238E27FC236}">
                <a16:creationId xmlns:a16="http://schemas.microsoft.com/office/drawing/2014/main" id="{91A8ED3D-B755-43C9-BCB1-DCF495C0C9DB}"/>
              </a:ext>
            </a:extLst>
          </p:cNvPr>
          <p:cNvSpPr>
            <a:spLocks noGrp="1"/>
          </p:cNvSpPr>
          <p:nvPr>
            <p:ph type="body" sz="quarter" idx="14"/>
          </p:nvPr>
        </p:nvSpPr>
        <p:spPr/>
        <p:txBody>
          <a:bodyPr/>
          <a:lstStyle/>
          <a:p>
            <a:pPr marL="289957" indent="-280154">
              <a:spcBef>
                <a:spcPts val="1056"/>
              </a:spcBef>
              <a:buClr>
                <a:srgbClr val="000000"/>
              </a:buClr>
              <a:buFont typeface="Arial"/>
              <a:buChar char="•"/>
              <a:tabLst>
                <a:tab pos="289957" algn="l"/>
                <a:tab pos="290473" algn="l"/>
              </a:tabLst>
            </a:pPr>
            <a:r>
              <a:rPr lang="en-US" sz="1800" b="1" spc="-8" noProof="0" dirty="0" err="1">
                <a:solidFill>
                  <a:srgbClr val="3333CC"/>
                </a:solidFill>
                <a:latin typeface="Hack" panose="020B0609030202020204" pitchFamily="49" charset="0"/>
                <a:ea typeface="Hack" panose="020B0609030202020204" pitchFamily="49" charset="0"/>
                <a:cs typeface="Hack" panose="020B0609030202020204" pitchFamily="49" charset="0"/>
              </a:rPr>
              <a:t>gzip</a:t>
            </a:r>
            <a:r>
              <a:rPr lang="en-US" sz="1800" b="1" spc="-16" noProof="0" dirty="0">
                <a:solidFill>
                  <a:srgbClr val="3333CC"/>
                </a:solidFill>
                <a:latin typeface="+mn-lt"/>
                <a:cs typeface="Segoe UI"/>
              </a:rPr>
              <a:t> </a:t>
            </a:r>
            <a:r>
              <a:rPr lang="en-US" sz="1800" spc="-4" noProof="0" dirty="0">
                <a:solidFill>
                  <a:srgbClr val="2D2C2C"/>
                </a:solidFill>
                <a:latin typeface="+mn-lt"/>
                <a:cs typeface="Segoe UI"/>
              </a:rPr>
              <a:t>/</a:t>
            </a:r>
            <a:r>
              <a:rPr lang="en-US" sz="1800" spc="-12" noProof="0" dirty="0">
                <a:solidFill>
                  <a:srgbClr val="2D2C2C"/>
                </a:solidFill>
                <a:latin typeface="+mn-lt"/>
                <a:cs typeface="Segoe UI"/>
              </a:rPr>
              <a:t> </a:t>
            </a:r>
            <a:r>
              <a:rPr lang="en-US" sz="1800" b="1" spc="-8" noProof="0" dirty="0" err="1">
                <a:solidFill>
                  <a:srgbClr val="3333CC"/>
                </a:solidFill>
                <a:latin typeface="Hack" panose="020B0609030202020204" pitchFamily="49" charset="0"/>
                <a:ea typeface="Hack" panose="020B0609030202020204" pitchFamily="49" charset="0"/>
                <a:cs typeface="Hack" panose="020B0609030202020204" pitchFamily="49" charset="0"/>
              </a:rPr>
              <a:t>gunzip</a:t>
            </a:r>
            <a:r>
              <a:rPr lang="en-US" sz="1800" b="1" spc="8" noProof="0" dirty="0">
                <a:solidFill>
                  <a:srgbClr val="3333CC"/>
                </a:solidFill>
                <a:latin typeface="+mn-lt"/>
                <a:cs typeface="Segoe UI"/>
              </a:rPr>
              <a:t> </a:t>
            </a:r>
            <a:r>
              <a:rPr lang="en-US" sz="1800" spc="-4" noProof="0" dirty="0">
                <a:solidFill>
                  <a:srgbClr val="2D2C2C"/>
                </a:solidFill>
                <a:latin typeface="+mn-lt"/>
                <a:cs typeface="Segoe UI"/>
              </a:rPr>
              <a:t>/</a:t>
            </a:r>
            <a:r>
              <a:rPr lang="en-US" sz="1800" spc="8" noProof="0" dirty="0">
                <a:solidFill>
                  <a:srgbClr val="2D2C2C"/>
                </a:solidFill>
                <a:latin typeface="+mn-lt"/>
                <a:cs typeface="Segoe UI"/>
              </a:rPr>
              <a:t> </a:t>
            </a:r>
            <a:r>
              <a:rPr lang="en-US" sz="1800" b="1" spc="-4" noProof="0" dirty="0" err="1">
                <a:solidFill>
                  <a:srgbClr val="3333CC"/>
                </a:solidFill>
                <a:latin typeface="Hack" panose="020B0609030202020204" pitchFamily="49" charset="0"/>
                <a:ea typeface="Hack" panose="020B0609030202020204" pitchFamily="49" charset="0"/>
                <a:cs typeface="Hack" panose="020B0609030202020204" pitchFamily="49" charset="0"/>
              </a:rPr>
              <a:t>zcat</a:t>
            </a:r>
            <a:endParaRPr lang="en-US" sz="1800" noProof="0" dirty="0">
              <a:latin typeface="Hack" panose="020B0609030202020204" pitchFamily="49" charset="0"/>
              <a:ea typeface="Hack" panose="020B0609030202020204" pitchFamily="49" charset="0"/>
              <a:cs typeface="Hack" panose="020B0609030202020204" pitchFamily="49" charset="0"/>
            </a:endParaRPr>
          </a:p>
          <a:p>
            <a:pPr marL="518001" lvl="1" indent="-233204">
              <a:spcBef>
                <a:spcPts val="979"/>
              </a:spcBef>
              <a:buClr>
                <a:srgbClr val="000000"/>
              </a:buClr>
              <a:buFont typeface="Arial"/>
              <a:buChar char="•"/>
              <a:tabLst>
                <a:tab pos="517485" algn="l"/>
                <a:tab pos="518001" algn="l"/>
              </a:tabLst>
            </a:pPr>
            <a:r>
              <a:rPr lang="en-US" sz="1800" spc="-8" noProof="0" dirty="0">
                <a:solidFill>
                  <a:srgbClr val="2D2C2C"/>
                </a:solidFill>
                <a:latin typeface="+mn-lt"/>
                <a:cs typeface="Segoe UI"/>
              </a:rPr>
              <a:t>Can un-compress</a:t>
            </a:r>
            <a:r>
              <a:rPr lang="en-US" sz="1800" spc="69" noProof="0" dirty="0">
                <a:solidFill>
                  <a:srgbClr val="2D2C2C"/>
                </a:solidFill>
                <a:latin typeface="+mn-lt"/>
                <a:cs typeface="Segoe UI"/>
              </a:rPr>
              <a:t> </a:t>
            </a:r>
            <a:r>
              <a:rPr lang="en-US" sz="1800" spc="-8" noProof="0" dirty="0">
                <a:solidFill>
                  <a:srgbClr val="2D2C2C"/>
                </a:solidFill>
                <a:latin typeface="+mn-lt"/>
                <a:cs typeface="Segoe UI"/>
              </a:rPr>
              <a:t>files</a:t>
            </a:r>
            <a:r>
              <a:rPr lang="en-US" sz="1800" spc="33" noProof="0" dirty="0">
                <a:solidFill>
                  <a:srgbClr val="2D2C2C"/>
                </a:solidFill>
                <a:latin typeface="+mn-lt"/>
                <a:cs typeface="Segoe UI"/>
              </a:rPr>
              <a:t> </a:t>
            </a:r>
            <a:r>
              <a:rPr lang="en-US" sz="1800" spc="-8" noProof="0" dirty="0">
                <a:solidFill>
                  <a:srgbClr val="2D2C2C"/>
                </a:solidFill>
                <a:latin typeface="+mn-lt"/>
                <a:cs typeface="Segoe UI"/>
              </a:rPr>
              <a:t>from</a:t>
            </a:r>
            <a:r>
              <a:rPr lang="en-US" sz="1800" spc="8" noProof="0" dirty="0">
                <a:solidFill>
                  <a:srgbClr val="2D2C2C"/>
                </a:solidFill>
                <a:latin typeface="+mn-lt"/>
                <a:cs typeface="Segoe UI"/>
              </a:rPr>
              <a:t> </a:t>
            </a:r>
            <a:r>
              <a:rPr lang="en-US" sz="1800" b="1" spc="-4" noProof="0" dirty="0">
                <a:solidFill>
                  <a:srgbClr val="3333CC"/>
                </a:solidFill>
                <a:latin typeface="+mn-lt"/>
                <a:cs typeface="Segoe UI"/>
              </a:rPr>
              <a:t>zip</a:t>
            </a:r>
            <a:r>
              <a:rPr lang="en-US" sz="1800" b="1" spc="-8" noProof="0" dirty="0">
                <a:solidFill>
                  <a:srgbClr val="3333CC"/>
                </a:solidFill>
                <a:latin typeface="+mn-lt"/>
                <a:cs typeface="Segoe UI"/>
              </a:rPr>
              <a:t> </a:t>
            </a:r>
            <a:r>
              <a:rPr lang="en-US" sz="1800" spc="-4" noProof="0" dirty="0">
                <a:solidFill>
                  <a:srgbClr val="2D2C2C"/>
                </a:solidFill>
                <a:latin typeface="+mn-lt"/>
                <a:cs typeface="Segoe UI"/>
              </a:rPr>
              <a:t>and</a:t>
            </a:r>
            <a:r>
              <a:rPr lang="en-US" sz="1800" spc="16" noProof="0" dirty="0">
                <a:solidFill>
                  <a:srgbClr val="2D2C2C"/>
                </a:solidFill>
                <a:latin typeface="+mn-lt"/>
                <a:cs typeface="Segoe UI"/>
              </a:rPr>
              <a:t> also </a:t>
            </a:r>
            <a:r>
              <a:rPr lang="en-US" sz="1800" b="1" spc="-4" noProof="0" dirty="0">
                <a:solidFill>
                  <a:srgbClr val="3333CC"/>
                </a:solidFill>
                <a:latin typeface="+mn-lt"/>
                <a:cs typeface="Segoe UI"/>
              </a:rPr>
              <a:t>compress</a:t>
            </a:r>
          </a:p>
          <a:p>
            <a:pPr marL="518001" lvl="1" indent="-233204">
              <a:spcBef>
                <a:spcPts val="979"/>
              </a:spcBef>
              <a:buClr>
                <a:srgbClr val="000000"/>
              </a:buClr>
              <a:buFont typeface="Arial"/>
              <a:buChar char="•"/>
              <a:tabLst>
                <a:tab pos="517485" algn="l"/>
                <a:tab pos="518001" algn="l"/>
              </a:tabLst>
            </a:pPr>
            <a:r>
              <a:rPr lang="en-US" sz="1800" spc="-8" noProof="0" dirty="0">
                <a:solidFill>
                  <a:srgbClr val="2D2C2C"/>
                </a:solidFill>
                <a:latin typeface="+mn-lt"/>
                <a:cs typeface="Segoe UI"/>
              </a:rPr>
              <a:t>used</a:t>
            </a:r>
            <a:r>
              <a:rPr lang="en-US" sz="1800" spc="41" noProof="0" dirty="0">
                <a:solidFill>
                  <a:srgbClr val="2D2C2C"/>
                </a:solidFill>
                <a:latin typeface="+mn-lt"/>
                <a:cs typeface="Segoe UI"/>
              </a:rPr>
              <a:t> </a:t>
            </a:r>
            <a:r>
              <a:rPr lang="en-US" sz="1800" spc="-4" noProof="0" dirty="0">
                <a:solidFill>
                  <a:srgbClr val="2D2C2C"/>
                </a:solidFill>
                <a:latin typeface="+mn-lt"/>
                <a:cs typeface="Segoe UI"/>
              </a:rPr>
              <a:t>by</a:t>
            </a:r>
            <a:r>
              <a:rPr lang="en-US" sz="1800" spc="4" noProof="0" dirty="0">
                <a:solidFill>
                  <a:srgbClr val="2D2C2C"/>
                </a:solidFill>
                <a:latin typeface="+mn-lt"/>
                <a:cs typeface="Segoe UI"/>
              </a:rPr>
              <a:t> </a:t>
            </a:r>
            <a:r>
              <a:rPr lang="en-US" sz="1800" b="1" spc="-8" noProof="0" dirty="0">
                <a:solidFill>
                  <a:srgbClr val="3333CC"/>
                </a:solidFill>
                <a:latin typeface="Hack" panose="020B0609030202020204" pitchFamily="49" charset="0"/>
                <a:ea typeface="Hack" panose="020B0609030202020204" pitchFamily="49" charset="0"/>
                <a:cs typeface="Hack" panose="020B0609030202020204" pitchFamily="49" charset="0"/>
              </a:rPr>
              <a:t>tar</a:t>
            </a:r>
            <a:r>
              <a:rPr lang="en-US" sz="1800" b="1" noProof="0" dirty="0">
                <a:solidFill>
                  <a:srgbClr val="3333CC"/>
                </a:solidFill>
                <a:latin typeface="Hack" panose="020B0609030202020204" pitchFamily="49" charset="0"/>
                <a:ea typeface="Hack" panose="020B0609030202020204" pitchFamily="49" charset="0"/>
                <a:cs typeface="Hack" panose="020B0609030202020204" pitchFamily="49" charset="0"/>
              </a:rPr>
              <a:t> -z</a:t>
            </a:r>
            <a:endParaRPr lang="en-US" sz="1800" noProof="0" dirty="0">
              <a:latin typeface="Hack" panose="020B0609030202020204" pitchFamily="49" charset="0"/>
              <a:ea typeface="Hack" panose="020B0609030202020204" pitchFamily="49" charset="0"/>
              <a:cs typeface="Hack" panose="020B0609030202020204" pitchFamily="49" charset="0"/>
            </a:endParaRPr>
          </a:p>
          <a:p>
            <a:pPr marL="289957" indent="-280154">
              <a:spcBef>
                <a:spcPts val="780"/>
              </a:spcBef>
              <a:buClr>
                <a:srgbClr val="000000"/>
              </a:buClr>
              <a:buFont typeface="Arial"/>
              <a:buChar char="•"/>
              <a:tabLst>
                <a:tab pos="289957" algn="l"/>
                <a:tab pos="290473" algn="l"/>
              </a:tabLst>
            </a:pPr>
            <a:r>
              <a:rPr lang="en-US" sz="1800" b="1" spc="-8" noProof="0" dirty="0">
                <a:solidFill>
                  <a:srgbClr val="3333CC"/>
                </a:solidFill>
                <a:latin typeface="Hack" panose="020B0609030202020204" pitchFamily="49" charset="0"/>
                <a:ea typeface="Hack" panose="020B0609030202020204" pitchFamily="49" charset="0"/>
                <a:cs typeface="Hack" panose="020B0609030202020204" pitchFamily="49" charset="0"/>
              </a:rPr>
              <a:t>bzip2</a:t>
            </a:r>
            <a:r>
              <a:rPr lang="en-US" sz="1800" b="1" spc="-4" noProof="0" dirty="0">
                <a:solidFill>
                  <a:srgbClr val="3333CC"/>
                </a:solidFill>
                <a:latin typeface="+mn-lt"/>
                <a:cs typeface="Segoe UI"/>
              </a:rPr>
              <a:t> </a:t>
            </a:r>
            <a:r>
              <a:rPr lang="en-US" sz="1800" spc="-4" noProof="0" dirty="0">
                <a:solidFill>
                  <a:srgbClr val="2D2C2C"/>
                </a:solidFill>
                <a:latin typeface="+mn-lt"/>
                <a:cs typeface="Segoe UI"/>
              </a:rPr>
              <a:t>/</a:t>
            </a:r>
            <a:r>
              <a:rPr lang="en-US" sz="1800" spc="-16" noProof="0" dirty="0">
                <a:solidFill>
                  <a:srgbClr val="2D2C2C"/>
                </a:solidFill>
                <a:latin typeface="+mn-lt"/>
                <a:cs typeface="Segoe UI"/>
              </a:rPr>
              <a:t> </a:t>
            </a:r>
            <a:r>
              <a:rPr lang="en-US" sz="1800" b="1" spc="-8" noProof="0" dirty="0">
                <a:solidFill>
                  <a:srgbClr val="3333CC"/>
                </a:solidFill>
                <a:latin typeface="+mn-lt"/>
                <a:cs typeface="Segoe UI"/>
              </a:rPr>
              <a:t>bunzip2</a:t>
            </a:r>
            <a:r>
              <a:rPr lang="en-US" sz="1800" b="1" spc="16" noProof="0" dirty="0">
                <a:solidFill>
                  <a:srgbClr val="3333CC"/>
                </a:solidFill>
                <a:latin typeface="+mn-lt"/>
                <a:cs typeface="Segoe UI"/>
              </a:rPr>
              <a:t> </a:t>
            </a:r>
            <a:r>
              <a:rPr lang="en-US" sz="1800" spc="-4" noProof="0" dirty="0">
                <a:solidFill>
                  <a:srgbClr val="2D2C2C"/>
                </a:solidFill>
                <a:latin typeface="+mn-lt"/>
                <a:cs typeface="Segoe UI"/>
              </a:rPr>
              <a:t>/</a:t>
            </a:r>
            <a:r>
              <a:rPr lang="en-US" sz="1800" spc="-16" noProof="0" dirty="0">
                <a:solidFill>
                  <a:srgbClr val="2D2C2C"/>
                </a:solidFill>
                <a:latin typeface="+mn-lt"/>
                <a:cs typeface="Segoe UI"/>
              </a:rPr>
              <a:t> </a:t>
            </a:r>
            <a:r>
              <a:rPr lang="en-US" sz="1800" b="1" spc="-4" noProof="0" dirty="0" err="1">
                <a:solidFill>
                  <a:srgbClr val="3333CC"/>
                </a:solidFill>
                <a:latin typeface="+mn-lt"/>
                <a:cs typeface="Segoe UI"/>
              </a:rPr>
              <a:t>bzcat</a:t>
            </a:r>
            <a:endParaRPr lang="en-US" sz="1800" noProof="0" dirty="0">
              <a:latin typeface="+mn-lt"/>
              <a:cs typeface="Segoe UI"/>
            </a:endParaRPr>
          </a:p>
          <a:p>
            <a:pPr marL="518001" lvl="1" indent="-233204">
              <a:spcBef>
                <a:spcPts val="975"/>
              </a:spcBef>
              <a:buClr>
                <a:srgbClr val="000000"/>
              </a:buClr>
              <a:buFont typeface="Arial"/>
              <a:buChar char="•"/>
              <a:tabLst>
                <a:tab pos="517485" algn="l"/>
                <a:tab pos="518001" algn="l"/>
              </a:tabLst>
            </a:pPr>
            <a:r>
              <a:rPr lang="en-US" sz="1800" spc="-4" noProof="0" dirty="0">
                <a:solidFill>
                  <a:srgbClr val="2D2C2C"/>
                </a:solidFill>
                <a:latin typeface="+mn-lt"/>
                <a:cs typeface="Segoe UI"/>
              </a:rPr>
              <a:t>Block</a:t>
            </a:r>
            <a:r>
              <a:rPr lang="en-US" sz="1800" spc="-16" noProof="0" dirty="0">
                <a:solidFill>
                  <a:srgbClr val="2D2C2C"/>
                </a:solidFill>
                <a:latin typeface="+mn-lt"/>
                <a:cs typeface="Segoe UI"/>
              </a:rPr>
              <a:t> </a:t>
            </a:r>
            <a:r>
              <a:rPr lang="en-US" sz="1800" spc="-8" noProof="0" dirty="0">
                <a:solidFill>
                  <a:srgbClr val="2D2C2C"/>
                </a:solidFill>
                <a:latin typeface="+mn-lt"/>
                <a:cs typeface="Segoe UI"/>
              </a:rPr>
              <a:t>oriented</a:t>
            </a:r>
            <a:r>
              <a:rPr lang="en-US" sz="1800" spc="61" noProof="0" dirty="0">
                <a:solidFill>
                  <a:srgbClr val="2D2C2C"/>
                </a:solidFill>
                <a:latin typeface="+mn-lt"/>
                <a:cs typeface="Segoe UI"/>
              </a:rPr>
              <a:t> </a:t>
            </a:r>
            <a:r>
              <a:rPr lang="en-US" sz="1800" spc="-8" noProof="0" dirty="0">
                <a:solidFill>
                  <a:srgbClr val="2D2C2C"/>
                </a:solidFill>
                <a:latin typeface="+mn-lt"/>
                <a:cs typeface="Segoe UI"/>
              </a:rPr>
              <a:t>and</a:t>
            </a:r>
            <a:r>
              <a:rPr lang="en-US" sz="1800" noProof="0" dirty="0">
                <a:solidFill>
                  <a:srgbClr val="2D2C2C"/>
                </a:solidFill>
                <a:latin typeface="+mn-lt"/>
                <a:cs typeface="Segoe UI"/>
              </a:rPr>
              <a:t> </a:t>
            </a:r>
            <a:r>
              <a:rPr lang="en-US" sz="1800" spc="-12" noProof="0" dirty="0">
                <a:solidFill>
                  <a:srgbClr val="2D2C2C"/>
                </a:solidFill>
                <a:latin typeface="+mn-lt"/>
                <a:cs typeface="Segoe UI"/>
              </a:rPr>
              <a:t>resilient</a:t>
            </a:r>
          </a:p>
          <a:p>
            <a:pPr marL="518001" lvl="1" indent="-233204">
              <a:spcBef>
                <a:spcPts val="975"/>
              </a:spcBef>
              <a:buClr>
                <a:srgbClr val="000000"/>
              </a:buClr>
              <a:buFont typeface="Arial"/>
              <a:buChar char="•"/>
              <a:tabLst>
                <a:tab pos="517485" algn="l"/>
                <a:tab pos="518001" algn="l"/>
              </a:tabLst>
            </a:pPr>
            <a:r>
              <a:rPr lang="en-US" sz="1800" spc="-8" noProof="0" dirty="0">
                <a:solidFill>
                  <a:srgbClr val="2D2C2C"/>
                </a:solidFill>
                <a:latin typeface="+mn-lt"/>
                <a:cs typeface="Segoe UI"/>
              </a:rPr>
              <a:t>used</a:t>
            </a:r>
            <a:r>
              <a:rPr lang="en-US" sz="1800" spc="16" noProof="0" dirty="0">
                <a:solidFill>
                  <a:srgbClr val="2D2C2C"/>
                </a:solidFill>
                <a:latin typeface="+mn-lt"/>
                <a:cs typeface="Segoe UI"/>
              </a:rPr>
              <a:t> </a:t>
            </a:r>
            <a:r>
              <a:rPr lang="en-US" sz="1800" spc="-4" noProof="0" dirty="0">
                <a:solidFill>
                  <a:srgbClr val="2D2C2C"/>
                </a:solidFill>
                <a:latin typeface="+mn-lt"/>
                <a:cs typeface="Segoe UI"/>
              </a:rPr>
              <a:t>by </a:t>
            </a:r>
            <a:r>
              <a:rPr lang="en-US" sz="1800" spc="-8" noProof="0" dirty="0">
                <a:solidFill>
                  <a:srgbClr val="2D2C2C"/>
                </a:solidFill>
                <a:latin typeface="+mn-lt"/>
                <a:cs typeface="Segoe UI"/>
              </a:rPr>
              <a:t>GNU</a:t>
            </a:r>
            <a:r>
              <a:rPr lang="en-US" sz="1800" spc="37" noProof="0" dirty="0">
                <a:solidFill>
                  <a:srgbClr val="2D2C2C"/>
                </a:solidFill>
                <a:latin typeface="+mn-lt"/>
                <a:cs typeface="Segoe UI"/>
              </a:rPr>
              <a:t> </a:t>
            </a:r>
            <a:r>
              <a:rPr lang="en-US" sz="1800" b="1" spc="-4" noProof="0" dirty="0">
                <a:solidFill>
                  <a:srgbClr val="3333CC"/>
                </a:solidFill>
                <a:latin typeface="+mn-lt"/>
                <a:cs typeface="Segoe UI"/>
              </a:rPr>
              <a:t>tar</a:t>
            </a:r>
            <a:r>
              <a:rPr lang="en-US" sz="1800" b="1" spc="16" noProof="0" dirty="0">
                <a:solidFill>
                  <a:srgbClr val="3333CC"/>
                </a:solidFill>
                <a:latin typeface="+mn-lt"/>
                <a:cs typeface="Segoe UI"/>
              </a:rPr>
              <a:t> </a:t>
            </a:r>
            <a:r>
              <a:rPr lang="en-US" sz="1800" b="1" noProof="0" dirty="0">
                <a:solidFill>
                  <a:srgbClr val="3333CC"/>
                </a:solidFill>
                <a:latin typeface="+mn-lt"/>
                <a:cs typeface="Segoe UI"/>
              </a:rPr>
              <a:t>–j</a:t>
            </a:r>
            <a:endParaRPr lang="en-US" sz="1800" noProof="0" dirty="0">
              <a:latin typeface="+mn-lt"/>
              <a:cs typeface="Segoe UI"/>
            </a:endParaRPr>
          </a:p>
          <a:p>
            <a:pPr marL="289957" indent="-280154">
              <a:spcBef>
                <a:spcPts val="780"/>
              </a:spcBef>
              <a:buClr>
                <a:srgbClr val="000000"/>
              </a:buClr>
              <a:buFont typeface="Arial"/>
              <a:buChar char="•"/>
              <a:tabLst>
                <a:tab pos="289957" algn="l"/>
                <a:tab pos="290473" algn="l"/>
              </a:tabLst>
            </a:pPr>
            <a:r>
              <a:rPr lang="en-US" sz="1800" b="1" spc="-4" noProof="0" dirty="0" err="1">
                <a:solidFill>
                  <a:srgbClr val="3333CC"/>
                </a:solidFill>
                <a:latin typeface="+mn-lt"/>
                <a:cs typeface="Segoe UI"/>
              </a:rPr>
              <a:t>xz</a:t>
            </a:r>
            <a:r>
              <a:rPr lang="en-US" sz="1800" b="1" spc="-41" noProof="0" dirty="0">
                <a:solidFill>
                  <a:srgbClr val="3333CC"/>
                </a:solidFill>
                <a:latin typeface="+mn-lt"/>
                <a:cs typeface="Segoe UI"/>
              </a:rPr>
              <a:t> </a:t>
            </a:r>
            <a:r>
              <a:rPr lang="en-US" sz="1800" spc="-4" noProof="0" dirty="0">
                <a:solidFill>
                  <a:srgbClr val="2D2C2C"/>
                </a:solidFill>
                <a:latin typeface="+mn-lt"/>
                <a:cs typeface="Segoe UI"/>
              </a:rPr>
              <a:t>/</a:t>
            </a:r>
            <a:r>
              <a:rPr lang="en-US" sz="1800" spc="-28" noProof="0" dirty="0">
                <a:solidFill>
                  <a:srgbClr val="2D2C2C"/>
                </a:solidFill>
                <a:latin typeface="+mn-lt"/>
                <a:cs typeface="Segoe UI"/>
              </a:rPr>
              <a:t> </a:t>
            </a:r>
            <a:r>
              <a:rPr lang="en-US" sz="1800" b="1" spc="-8" noProof="0" dirty="0" err="1">
                <a:solidFill>
                  <a:srgbClr val="3333CC"/>
                </a:solidFill>
                <a:latin typeface="+mn-lt"/>
                <a:cs typeface="Segoe UI"/>
              </a:rPr>
              <a:t>unxz</a:t>
            </a:r>
            <a:endParaRPr lang="en-US" sz="1800" noProof="0" dirty="0">
              <a:latin typeface="+mn-lt"/>
              <a:cs typeface="Segoe UI"/>
            </a:endParaRPr>
          </a:p>
          <a:p>
            <a:pPr marL="518001" lvl="1" indent="-233204">
              <a:spcBef>
                <a:spcPts val="979"/>
              </a:spcBef>
              <a:buClr>
                <a:srgbClr val="000000"/>
              </a:buClr>
              <a:buFont typeface="Arial"/>
              <a:buChar char="•"/>
              <a:tabLst>
                <a:tab pos="517485" algn="l"/>
                <a:tab pos="518001" algn="l"/>
              </a:tabLst>
            </a:pPr>
            <a:r>
              <a:rPr lang="en-US" sz="1800" spc="-16" noProof="0" dirty="0">
                <a:solidFill>
                  <a:srgbClr val="2D2C2C"/>
                </a:solidFill>
                <a:latin typeface="+mn-lt"/>
                <a:cs typeface="Segoe UI"/>
              </a:rPr>
              <a:t>Standard</a:t>
            </a:r>
            <a:r>
              <a:rPr lang="en-US" sz="1800" noProof="0" dirty="0">
                <a:solidFill>
                  <a:srgbClr val="2D2C2C"/>
                </a:solidFill>
                <a:latin typeface="+mn-lt"/>
                <a:cs typeface="Segoe UI"/>
              </a:rPr>
              <a:t> </a:t>
            </a:r>
            <a:r>
              <a:rPr lang="en-US" sz="1800" spc="-4" noProof="0" dirty="0">
                <a:solidFill>
                  <a:srgbClr val="2D2C2C"/>
                </a:solidFill>
                <a:latin typeface="+mn-lt"/>
                <a:cs typeface="Segoe UI"/>
              </a:rPr>
              <a:t>Unix</a:t>
            </a:r>
            <a:r>
              <a:rPr lang="en-US" sz="1800" spc="16" noProof="0" dirty="0">
                <a:solidFill>
                  <a:srgbClr val="2D2C2C"/>
                </a:solidFill>
                <a:latin typeface="+mn-lt"/>
                <a:cs typeface="Segoe UI"/>
              </a:rPr>
              <a:t> </a:t>
            </a:r>
            <a:r>
              <a:rPr lang="en-US" sz="1800" spc="-12" noProof="0" dirty="0">
                <a:solidFill>
                  <a:srgbClr val="2D2C2C"/>
                </a:solidFill>
                <a:latin typeface="+mn-lt"/>
                <a:cs typeface="Segoe UI"/>
              </a:rPr>
              <a:t>compression</a:t>
            </a:r>
            <a:r>
              <a:rPr lang="en-US" sz="1800" spc="81" noProof="0" dirty="0">
                <a:solidFill>
                  <a:srgbClr val="2D2C2C"/>
                </a:solidFill>
                <a:latin typeface="+mn-lt"/>
                <a:cs typeface="Segoe UI"/>
              </a:rPr>
              <a:t> </a:t>
            </a:r>
            <a:r>
              <a:rPr lang="en-US" sz="1800" spc="-8" noProof="0" dirty="0">
                <a:solidFill>
                  <a:srgbClr val="2D2C2C"/>
                </a:solidFill>
                <a:latin typeface="+mn-lt"/>
                <a:cs typeface="Segoe UI"/>
              </a:rPr>
              <a:t>utility</a:t>
            </a:r>
          </a:p>
          <a:p>
            <a:pPr marL="518001" lvl="1" indent="-233204">
              <a:spcBef>
                <a:spcPts val="979"/>
              </a:spcBef>
              <a:buClr>
                <a:srgbClr val="000000"/>
              </a:buClr>
              <a:buFont typeface="Arial"/>
              <a:buChar char="•"/>
              <a:tabLst>
                <a:tab pos="517485" algn="l"/>
                <a:tab pos="518001" algn="l"/>
              </a:tabLst>
            </a:pPr>
            <a:r>
              <a:rPr lang="en-US" sz="1800" spc="-8" noProof="0" dirty="0">
                <a:solidFill>
                  <a:srgbClr val="2D2C2C"/>
                </a:solidFill>
                <a:latin typeface="+mn-lt"/>
                <a:cs typeface="Segoe UI"/>
              </a:rPr>
              <a:t>used</a:t>
            </a:r>
            <a:r>
              <a:rPr lang="en-US" sz="1800" spc="28" noProof="0" dirty="0">
                <a:solidFill>
                  <a:srgbClr val="2D2C2C"/>
                </a:solidFill>
                <a:latin typeface="+mn-lt"/>
                <a:cs typeface="Segoe UI"/>
              </a:rPr>
              <a:t> </a:t>
            </a:r>
            <a:r>
              <a:rPr lang="en-US" sz="1800" spc="-4" noProof="0" dirty="0">
                <a:solidFill>
                  <a:srgbClr val="2D2C2C"/>
                </a:solidFill>
                <a:latin typeface="+mn-lt"/>
                <a:cs typeface="Segoe UI"/>
              </a:rPr>
              <a:t>by</a:t>
            </a:r>
            <a:r>
              <a:rPr lang="en-US" sz="1800" noProof="0" dirty="0">
                <a:solidFill>
                  <a:srgbClr val="2D2C2C"/>
                </a:solidFill>
                <a:latin typeface="+mn-lt"/>
                <a:cs typeface="Segoe UI"/>
              </a:rPr>
              <a:t> </a:t>
            </a:r>
            <a:r>
              <a:rPr lang="en-US" sz="1800" spc="-8" noProof="0" dirty="0">
                <a:solidFill>
                  <a:srgbClr val="2D2C2C"/>
                </a:solidFill>
                <a:latin typeface="+mn-lt"/>
                <a:cs typeface="Segoe UI"/>
              </a:rPr>
              <a:t>GNU</a:t>
            </a:r>
            <a:r>
              <a:rPr lang="en-US" sz="1800" spc="49" noProof="0" dirty="0">
                <a:solidFill>
                  <a:srgbClr val="2D2C2C"/>
                </a:solidFill>
                <a:latin typeface="+mn-lt"/>
                <a:cs typeface="Segoe UI"/>
              </a:rPr>
              <a:t> </a:t>
            </a:r>
            <a:r>
              <a:rPr lang="en-US" sz="1800" b="1" spc="-8" noProof="0" dirty="0">
                <a:solidFill>
                  <a:srgbClr val="3333CC"/>
                </a:solidFill>
                <a:latin typeface="+mn-lt"/>
                <a:cs typeface="Segoe UI"/>
              </a:rPr>
              <a:t>tar</a:t>
            </a:r>
            <a:r>
              <a:rPr lang="en-US" sz="1800" b="1" noProof="0" dirty="0">
                <a:solidFill>
                  <a:srgbClr val="3333CC"/>
                </a:solidFill>
                <a:latin typeface="+mn-lt"/>
                <a:cs typeface="Segoe UI"/>
              </a:rPr>
              <a:t> –J</a:t>
            </a:r>
            <a:endParaRPr lang="en-US" sz="1800" noProof="0" dirty="0">
              <a:latin typeface="+mn-lt"/>
              <a:cs typeface="Segoe UI"/>
            </a:endParaRPr>
          </a:p>
          <a:p>
            <a:endParaRPr lang="en-US" sz="1800" noProof="0" dirty="0"/>
          </a:p>
        </p:txBody>
      </p:sp>
      <p:sp>
        <p:nvSpPr>
          <p:cNvPr id="2" name="Slide Number Placeholder 1">
            <a:extLst>
              <a:ext uri="{FF2B5EF4-FFF2-40B4-BE49-F238E27FC236}">
                <a16:creationId xmlns:a16="http://schemas.microsoft.com/office/drawing/2014/main" id="{A9A6FF77-D641-4417-92E7-11CC6238BF20}"/>
              </a:ext>
            </a:extLst>
          </p:cNvPr>
          <p:cNvSpPr>
            <a:spLocks noGrp="1"/>
          </p:cNvSpPr>
          <p:nvPr>
            <p:ph type="sldNum" sz="quarter" idx="12"/>
          </p:nvPr>
        </p:nvSpPr>
        <p:spPr>
          <a:prstGeom prst="rect">
            <a:avLst/>
          </a:prstGeom>
        </p:spPr>
        <p:txBody>
          <a:bodyPr/>
          <a:lstStyle/>
          <a:p>
            <a:fld id="{EF892D59-8F09-EF4B-AD6D-DA609442F868}" type="slidenum">
              <a:rPr lang="en-US" noProof="0" smtClean="0"/>
              <a:pPr/>
              <a:t>23</a:t>
            </a:fld>
            <a:endParaRPr lang="en-US" noProof="0" dirty="0"/>
          </a:p>
        </p:txBody>
      </p:sp>
    </p:spTree>
    <p:extLst>
      <p:ext uri="{BB962C8B-B14F-4D97-AF65-F5344CB8AC3E}">
        <p14:creationId xmlns:p14="http://schemas.microsoft.com/office/powerpoint/2010/main" val="299491355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8BE0A43C-2121-916A-288D-8078165642E2}"/>
              </a:ext>
            </a:extLst>
          </p:cNvPr>
          <p:cNvSpPr>
            <a:spLocks noGrp="1"/>
          </p:cNvSpPr>
          <p:nvPr>
            <p:ph type="ctrTitle"/>
          </p:nvPr>
        </p:nvSpPr>
        <p:spPr/>
        <p:txBody>
          <a:bodyPr/>
          <a:lstStyle/>
          <a:p>
            <a:r>
              <a:rPr lang="en-US" noProof="0" dirty="0"/>
              <a:t>Modern tools with tar</a:t>
            </a:r>
          </a:p>
        </p:txBody>
      </p:sp>
      <p:sp>
        <p:nvSpPr>
          <p:cNvPr id="5" name="Text Placeholder 4">
            <a:extLst>
              <a:ext uri="{FF2B5EF4-FFF2-40B4-BE49-F238E27FC236}">
                <a16:creationId xmlns:a16="http://schemas.microsoft.com/office/drawing/2014/main" id="{91A8ED3D-B755-43C9-BCB1-DCF495C0C9DB}"/>
              </a:ext>
            </a:extLst>
          </p:cNvPr>
          <p:cNvSpPr>
            <a:spLocks noGrp="1"/>
          </p:cNvSpPr>
          <p:nvPr>
            <p:ph sz="quarter" idx="4"/>
          </p:nvPr>
        </p:nvSpPr>
        <p:spPr/>
        <p:txBody>
          <a:bodyPr/>
          <a:lstStyle/>
          <a:p>
            <a:pPr marL="289957" indent="-280154">
              <a:spcBef>
                <a:spcPts val="780"/>
              </a:spcBef>
              <a:buClr>
                <a:srgbClr val="000000"/>
              </a:buClr>
              <a:buFont typeface="Arial"/>
              <a:buChar char="•"/>
              <a:tabLst>
                <a:tab pos="289957" algn="l"/>
                <a:tab pos="290473" algn="l"/>
              </a:tabLst>
            </a:pPr>
            <a:r>
              <a:rPr lang="en-US" sz="1800" spc="-8" noProof="0" dirty="0">
                <a:solidFill>
                  <a:srgbClr val="2D2C2C"/>
                </a:solidFill>
                <a:latin typeface="+mn-lt"/>
                <a:cs typeface="Segoe UI"/>
              </a:rPr>
              <a:t>Using</a:t>
            </a:r>
            <a:r>
              <a:rPr lang="en-US" sz="1800" spc="-12" noProof="0" dirty="0">
                <a:solidFill>
                  <a:srgbClr val="2D2C2C"/>
                </a:solidFill>
                <a:latin typeface="+mn-lt"/>
                <a:cs typeface="Segoe UI"/>
              </a:rPr>
              <a:t> compression</a:t>
            </a:r>
            <a:r>
              <a:rPr lang="en-US" sz="1800" spc="73" noProof="0" dirty="0">
                <a:solidFill>
                  <a:srgbClr val="2D2C2C"/>
                </a:solidFill>
                <a:latin typeface="+mn-lt"/>
                <a:cs typeface="Segoe UI"/>
              </a:rPr>
              <a:t> </a:t>
            </a:r>
            <a:r>
              <a:rPr lang="en-US" sz="1800" spc="-8" noProof="0" dirty="0">
                <a:solidFill>
                  <a:srgbClr val="2D2C2C"/>
                </a:solidFill>
                <a:latin typeface="+mn-lt"/>
                <a:cs typeface="Segoe UI"/>
              </a:rPr>
              <a:t>tools </a:t>
            </a:r>
            <a:r>
              <a:rPr lang="en-US" spc="-8" noProof="0" dirty="0">
                <a:solidFill>
                  <a:srgbClr val="2D2C2C"/>
                </a:solidFill>
                <a:cs typeface="Segoe UI"/>
              </a:rPr>
              <a:t>w</a:t>
            </a:r>
            <a:r>
              <a:rPr lang="en-US" sz="1800" spc="-8" noProof="0" dirty="0">
                <a:solidFill>
                  <a:srgbClr val="2D2C2C"/>
                </a:solidFill>
                <a:latin typeface="+mn-lt"/>
                <a:cs typeface="Segoe UI"/>
              </a:rPr>
              <a:t>ith</a:t>
            </a:r>
            <a:r>
              <a:rPr lang="en-US" sz="1800" spc="-24" noProof="0" dirty="0">
                <a:solidFill>
                  <a:srgbClr val="2D2C2C"/>
                </a:solidFill>
                <a:latin typeface="+mn-lt"/>
                <a:cs typeface="Segoe UI"/>
              </a:rPr>
              <a:t> </a:t>
            </a:r>
            <a:r>
              <a:rPr lang="en-US" sz="1800" spc="-8" noProof="0" dirty="0">
                <a:solidFill>
                  <a:srgbClr val="2D2C2C"/>
                </a:solidFill>
                <a:latin typeface="+mn-lt"/>
                <a:cs typeface="Segoe UI"/>
              </a:rPr>
              <a:t>older</a:t>
            </a:r>
            <a:r>
              <a:rPr lang="en-US" sz="1800" spc="24" noProof="0" dirty="0">
                <a:solidFill>
                  <a:srgbClr val="2D2C2C"/>
                </a:solidFill>
                <a:latin typeface="+mn-lt"/>
                <a:cs typeface="Segoe UI"/>
              </a:rPr>
              <a:t> </a:t>
            </a:r>
            <a:r>
              <a:rPr lang="en-US" sz="1800" b="1" spc="-8" noProof="0" dirty="0">
                <a:solidFill>
                  <a:srgbClr val="3333CC"/>
                </a:solidFill>
                <a:latin typeface="Hack" panose="020B0609030202020204" pitchFamily="49" charset="0"/>
                <a:ea typeface="Hack" panose="020B0609030202020204" pitchFamily="49" charset="0"/>
                <a:cs typeface="Hack" panose="020B0609030202020204" pitchFamily="49" charset="0"/>
              </a:rPr>
              <a:t>tar</a:t>
            </a:r>
            <a:r>
              <a:rPr lang="en-US" sz="1800" b="1" spc="16" noProof="0" dirty="0">
                <a:solidFill>
                  <a:srgbClr val="3333CC"/>
                </a:solidFill>
                <a:latin typeface="+mn-lt"/>
                <a:cs typeface="Segoe UI"/>
              </a:rPr>
              <a:t> </a:t>
            </a:r>
            <a:r>
              <a:rPr lang="en-US" sz="1800" spc="-4" noProof="0" dirty="0">
                <a:solidFill>
                  <a:srgbClr val="2D2C2C"/>
                </a:solidFill>
                <a:latin typeface="+mn-lt"/>
                <a:cs typeface="Segoe UI"/>
              </a:rPr>
              <a:t>versions</a:t>
            </a:r>
            <a:r>
              <a:rPr lang="en-US" spc="-4" noProof="0" dirty="0">
                <a:solidFill>
                  <a:srgbClr val="2D2C2C"/>
                </a:solidFill>
                <a:cs typeface="Segoe UI"/>
              </a:rPr>
              <a:t> </a:t>
            </a:r>
            <a:r>
              <a:rPr lang="en-US" sz="1800" spc="-8" noProof="0" dirty="0">
                <a:solidFill>
                  <a:srgbClr val="2D2C2C"/>
                </a:solidFill>
                <a:latin typeface="+mn-lt"/>
                <a:cs typeface="Segoe UI"/>
              </a:rPr>
              <a:t>that have</a:t>
            </a:r>
            <a:r>
              <a:rPr lang="en-US" sz="1800" spc="12" noProof="0" dirty="0">
                <a:solidFill>
                  <a:srgbClr val="2D2C2C"/>
                </a:solidFill>
                <a:latin typeface="+mn-lt"/>
                <a:cs typeface="Segoe UI"/>
              </a:rPr>
              <a:t> </a:t>
            </a:r>
            <a:r>
              <a:rPr lang="en-US" sz="1800" spc="-4" noProof="0" dirty="0">
                <a:solidFill>
                  <a:srgbClr val="2D2C2C"/>
                </a:solidFill>
                <a:latin typeface="+mn-lt"/>
                <a:cs typeface="Segoe UI"/>
              </a:rPr>
              <a:t>no</a:t>
            </a:r>
            <a:r>
              <a:rPr lang="en-US" sz="1800" noProof="0" dirty="0">
                <a:solidFill>
                  <a:srgbClr val="2D2C2C"/>
                </a:solidFill>
                <a:latin typeface="+mn-lt"/>
                <a:cs typeface="Segoe UI"/>
              </a:rPr>
              <a:t> </a:t>
            </a:r>
            <a:r>
              <a:rPr lang="en-US" sz="1800" spc="-12" noProof="0" dirty="0">
                <a:solidFill>
                  <a:srgbClr val="2D2C2C"/>
                </a:solidFill>
                <a:latin typeface="+mn-lt"/>
                <a:cs typeface="Segoe UI"/>
              </a:rPr>
              <a:t>compression </a:t>
            </a:r>
            <a:r>
              <a:rPr lang="en-US" sz="1800" spc="-435" noProof="0" dirty="0">
                <a:solidFill>
                  <a:srgbClr val="2D2C2C"/>
                </a:solidFill>
                <a:latin typeface="+mn-lt"/>
                <a:cs typeface="Segoe UI"/>
              </a:rPr>
              <a:t> </a:t>
            </a:r>
            <a:r>
              <a:rPr lang="en-US" sz="1800" spc="-8" noProof="0" dirty="0">
                <a:solidFill>
                  <a:srgbClr val="2D2C2C"/>
                </a:solidFill>
                <a:latin typeface="+mn-lt"/>
                <a:cs typeface="Segoe UI"/>
              </a:rPr>
              <a:t>tool </a:t>
            </a:r>
            <a:r>
              <a:rPr lang="en-US" sz="1800" spc="-12" noProof="0" dirty="0">
                <a:solidFill>
                  <a:srgbClr val="2D2C2C"/>
                </a:solidFill>
                <a:latin typeface="+mn-lt"/>
                <a:cs typeface="Segoe UI"/>
              </a:rPr>
              <a:t>awareness (or for newer compression tools)</a:t>
            </a:r>
            <a:r>
              <a:rPr lang="en-US" spc="-12" noProof="0" dirty="0">
                <a:solidFill>
                  <a:srgbClr val="2D2C2C"/>
                </a:solidFill>
                <a:cs typeface="Segoe UI"/>
              </a:rPr>
              <a:t>:</a:t>
            </a:r>
            <a:endParaRPr lang="en-US" sz="1800" spc="-12" noProof="0" dirty="0">
              <a:solidFill>
                <a:srgbClr val="2D2C2C"/>
              </a:solidFill>
              <a:latin typeface="+mn-lt"/>
              <a:cs typeface="Segoe UI"/>
            </a:endParaRPr>
          </a:p>
          <a:p>
            <a:pPr marL="747157" lvl="1" indent="-280154">
              <a:spcBef>
                <a:spcPts val="780"/>
              </a:spcBef>
              <a:buClr>
                <a:srgbClr val="000000"/>
              </a:buClr>
              <a:buFont typeface="Arial"/>
              <a:buChar char="•"/>
              <a:tabLst>
                <a:tab pos="289957" algn="l"/>
                <a:tab pos="290473" algn="l"/>
              </a:tabLst>
            </a:pPr>
            <a:r>
              <a:rPr lang="en-US" noProof="0" dirty="0">
                <a:solidFill>
                  <a:schemeClr val="tx1"/>
                </a:solidFill>
                <a:latin typeface="+mn-lt"/>
                <a:cs typeface="Segoe UI"/>
              </a:rPr>
              <a:t>Note: The </a:t>
            </a:r>
            <a:r>
              <a:rPr lang="en-US" b="1" noProof="0" dirty="0">
                <a:solidFill>
                  <a:schemeClr val="tx1"/>
                </a:solidFill>
                <a:latin typeface="Hack" panose="020B0609030202020204" pitchFamily="49" charset="0"/>
                <a:ea typeface="Hack" panose="020B0609030202020204" pitchFamily="49" charset="0"/>
                <a:cs typeface="Hack" panose="020B0609030202020204" pitchFamily="49" charset="0"/>
              </a:rPr>
              <a:t>–</a:t>
            </a:r>
            <a:r>
              <a:rPr lang="en-US" noProof="0" dirty="0">
                <a:solidFill>
                  <a:schemeClr val="tx1"/>
                </a:solidFill>
                <a:latin typeface="+mn-lt"/>
                <a:cs typeface="Segoe UI"/>
              </a:rPr>
              <a:t> as the output file forces it to output into the pipe in the compression and read from the pipe in the decompression.</a:t>
            </a:r>
          </a:p>
          <a:p>
            <a:pPr marL="9803" indent="0">
              <a:spcBef>
                <a:spcPts val="780"/>
              </a:spcBef>
              <a:buClr>
                <a:srgbClr val="000000"/>
              </a:buClr>
              <a:buNone/>
              <a:tabLst>
                <a:tab pos="289957" algn="l"/>
                <a:tab pos="290473" algn="l"/>
              </a:tabLst>
            </a:pPr>
            <a:endParaRPr lang="en-US" sz="1800" noProof="0" dirty="0">
              <a:solidFill>
                <a:schemeClr val="tx1"/>
              </a:solidFill>
              <a:cs typeface="Segoe UI"/>
            </a:endParaRPr>
          </a:p>
          <a:p>
            <a:pPr marL="289957" indent="-280154">
              <a:spcBef>
                <a:spcPts val="780"/>
              </a:spcBef>
              <a:buClr>
                <a:srgbClr val="000000"/>
              </a:buClr>
              <a:buFont typeface="Arial"/>
              <a:buChar char="•"/>
              <a:tabLst>
                <a:tab pos="289957" algn="l"/>
                <a:tab pos="290473" algn="l"/>
              </a:tabLst>
            </a:pPr>
            <a:endParaRPr lang="en-US" sz="1800" noProof="0" dirty="0">
              <a:latin typeface="+mn-lt"/>
              <a:cs typeface="Segoe UI"/>
            </a:endParaRPr>
          </a:p>
          <a:p>
            <a:pPr marL="289957" indent="-280154">
              <a:spcBef>
                <a:spcPts val="780"/>
              </a:spcBef>
              <a:buClr>
                <a:srgbClr val="000000"/>
              </a:buClr>
              <a:buFont typeface="Arial"/>
              <a:buChar char="•"/>
              <a:tabLst>
                <a:tab pos="289957" algn="l"/>
                <a:tab pos="290473" algn="l"/>
              </a:tabLst>
            </a:pPr>
            <a:endParaRPr lang="en-US" sz="1800" noProof="0" dirty="0">
              <a:cs typeface="Segoe UI"/>
            </a:endParaRPr>
          </a:p>
          <a:p>
            <a:pPr marL="289957" indent="-280154">
              <a:spcBef>
                <a:spcPts val="780"/>
              </a:spcBef>
              <a:buClr>
                <a:srgbClr val="000000"/>
              </a:buClr>
              <a:buFont typeface="Arial"/>
              <a:buChar char="•"/>
              <a:tabLst>
                <a:tab pos="289957" algn="l"/>
                <a:tab pos="290473" algn="l"/>
              </a:tabLst>
            </a:pPr>
            <a:endParaRPr lang="en-US" sz="1800" noProof="0" dirty="0">
              <a:latin typeface="+mn-lt"/>
              <a:cs typeface="Segoe UI"/>
            </a:endParaRPr>
          </a:p>
          <a:p>
            <a:pPr marL="289957" indent="-280154">
              <a:spcBef>
                <a:spcPts val="780"/>
              </a:spcBef>
              <a:buClr>
                <a:srgbClr val="000000"/>
              </a:buClr>
              <a:buFont typeface="Arial"/>
              <a:buChar char="•"/>
              <a:tabLst>
                <a:tab pos="289957" algn="l"/>
                <a:tab pos="290473" algn="l"/>
              </a:tabLst>
            </a:pPr>
            <a:r>
              <a:rPr lang="en-US" sz="1800" spc="-8" noProof="0" dirty="0">
                <a:solidFill>
                  <a:srgbClr val="2D2C2C"/>
                </a:solidFill>
                <a:latin typeface="+mn-lt"/>
                <a:cs typeface="Segoe UI"/>
              </a:rPr>
              <a:t>With</a:t>
            </a:r>
            <a:r>
              <a:rPr lang="en-US" sz="1800" spc="-28" noProof="0" dirty="0">
                <a:solidFill>
                  <a:srgbClr val="2D2C2C"/>
                </a:solidFill>
                <a:latin typeface="+mn-lt"/>
                <a:cs typeface="Segoe UI"/>
              </a:rPr>
              <a:t> </a:t>
            </a:r>
            <a:r>
              <a:rPr lang="en-US" sz="1800" spc="-8" noProof="0" dirty="0">
                <a:solidFill>
                  <a:srgbClr val="2D2C2C"/>
                </a:solidFill>
                <a:latin typeface="+mn-lt"/>
                <a:cs typeface="Segoe UI"/>
              </a:rPr>
              <a:t>modern</a:t>
            </a:r>
            <a:r>
              <a:rPr lang="en-US" sz="1800" spc="33" noProof="0" dirty="0">
                <a:solidFill>
                  <a:srgbClr val="2D2C2C"/>
                </a:solidFill>
                <a:latin typeface="+mn-lt"/>
                <a:cs typeface="Segoe UI"/>
              </a:rPr>
              <a:t> </a:t>
            </a:r>
            <a:r>
              <a:rPr lang="en-US" sz="1800" spc="-8" noProof="0" dirty="0">
                <a:solidFill>
                  <a:srgbClr val="2D2C2C"/>
                </a:solidFill>
                <a:latin typeface="+mn-lt"/>
                <a:cs typeface="Segoe UI"/>
              </a:rPr>
              <a:t>GNU</a:t>
            </a:r>
            <a:r>
              <a:rPr lang="en-US" sz="1800" spc="16" noProof="0" dirty="0">
                <a:solidFill>
                  <a:srgbClr val="2D2C2C"/>
                </a:solidFill>
                <a:latin typeface="+mn-lt"/>
                <a:cs typeface="Segoe UI"/>
              </a:rPr>
              <a:t> </a:t>
            </a:r>
            <a:r>
              <a:rPr lang="en-US" sz="1800" b="1" spc="-4" noProof="0" dirty="0">
                <a:solidFill>
                  <a:srgbClr val="3333CC"/>
                </a:solidFill>
                <a:latin typeface="Hack" panose="020B0609030202020204" pitchFamily="49" charset="0"/>
                <a:ea typeface="Hack" panose="020B0609030202020204" pitchFamily="49" charset="0"/>
                <a:cs typeface="Hack" panose="020B0609030202020204" pitchFamily="49" charset="0"/>
              </a:rPr>
              <a:t>tar</a:t>
            </a:r>
            <a:r>
              <a:rPr lang="en-US" sz="1800" b="1" spc="-4" noProof="0" dirty="0">
                <a:solidFill>
                  <a:srgbClr val="3333CC"/>
                </a:solidFill>
                <a:latin typeface="+mn-lt"/>
                <a:cs typeface="Segoe UI"/>
              </a:rPr>
              <a:t> </a:t>
            </a:r>
            <a:r>
              <a:rPr lang="en-US" sz="1800" spc="-4" noProof="0" dirty="0">
                <a:solidFill>
                  <a:srgbClr val="2D2C2C"/>
                </a:solidFill>
                <a:latin typeface="+mn-lt"/>
                <a:cs typeface="Segoe UI"/>
              </a:rPr>
              <a:t>versions,</a:t>
            </a:r>
            <a:r>
              <a:rPr lang="en-US" sz="1800" spc="8" noProof="0" dirty="0">
                <a:solidFill>
                  <a:srgbClr val="2D2C2C"/>
                </a:solidFill>
                <a:latin typeface="+mn-lt"/>
                <a:cs typeface="Segoe UI"/>
              </a:rPr>
              <a:t> </a:t>
            </a:r>
            <a:r>
              <a:rPr lang="en-US" sz="1800" spc="-8" noProof="0" dirty="0">
                <a:solidFill>
                  <a:srgbClr val="2D2C2C"/>
                </a:solidFill>
                <a:latin typeface="+mn-lt"/>
                <a:cs typeface="Segoe UI"/>
              </a:rPr>
              <a:t>that</a:t>
            </a:r>
            <a:r>
              <a:rPr lang="en-US" sz="1800" spc="12" noProof="0" dirty="0">
                <a:solidFill>
                  <a:srgbClr val="2D2C2C"/>
                </a:solidFill>
                <a:latin typeface="+mn-lt"/>
                <a:cs typeface="Segoe UI"/>
              </a:rPr>
              <a:t> </a:t>
            </a:r>
            <a:r>
              <a:rPr lang="en-US" sz="1800" spc="-4" noProof="0" dirty="0">
                <a:solidFill>
                  <a:srgbClr val="2D2C2C"/>
                </a:solidFill>
                <a:latin typeface="+mn-lt"/>
                <a:cs typeface="Segoe UI"/>
              </a:rPr>
              <a:t>have</a:t>
            </a:r>
            <a:r>
              <a:rPr lang="en-US" sz="1800" noProof="0" dirty="0">
                <a:solidFill>
                  <a:srgbClr val="2D2C2C"/>
                </a:solidFill>
                <a:latin typeface="+mn-lt"/>
                <a:cs typeface="Segoe UI"/>
              </a:rPr>
              <a:t> </a:t>
            </a:r>
            <a:r>
              <a:rPr lang="en-US" sz="1800" spc="-12" noProof="0" dirty="0">
                <a:solidFill>
                  <a:srgbClr val="2D2C2C"/>
                </a:solidFill>
                <a:latin typeface="+mn-lt"/>
                <a:cs typeface="Segoe UI"/>
              </a:rPr>
              <a:t>compression</a:t>
            </a:r>
            <a:r>
              <a:rPr lang="en-US" sz="1800" spc="41" noProof="0" dirty="0">
                <a:solidFill>
                  <a:srgbClr val="2D2C2C"/>
                </a:solidFill>
                <a:latin typeface="+mn-lt"/>
                <a:cs typeface="Segoe UI"/>
              </a:rPr>
              <a:t> </a:t>
            </a:r>
            <a:r>
              <a:rPr lang="en-US" sz="1800" spc="-12" noProof="0" dirty="0">
                <a:solidFill>
                  <a:srgbClr val="2D2C2C"/>
                </a:solidFill>
                <a:latin typeface="+mn-lt"/>
                <a:cs typeface="Segoe UI"/>
              </a:rPr>
              <a:t>awareness:</a:t>
            </a:r>
            <a:endParaRPr lang="en-US" sz="1800" noProof="0" dirty="0">
              <a:latin typeface="+mn-lt"/>
              <a:cs typeface="Segoe UI"/>
            </a:endParaRPr>
          </a:p>
        </p:txBody>
      </p:sp>
      <p:sp>
        <p:nvSpPr>
          <p:cNvPr id="2" name="Slide Number Placeholder 1">
            <a:extLst>
              <a:ext uri="{FF2B5EF4-FFF2-40B4-BE49-F238E27FC236}">
                <a16:creationId xmlns:a16="http://schemas.microsoft.com/office/drawing/2014/main" id="{A9A6FF77-D641-4417-92E7-11CC6238BF20}"/>
              </a:ext>
            </a:extLst>
          </p:cNvPr>
          <p:cNvSpPr>
            <a:spLocks noGrp="1"/>
          </p:cNvSpPr>
          <p:nvPr>
            <p:ph type="sldNum" sz="quarter" idx="12"/>
          </p:nvPr>
        </p:nvSpPr>
        <p:spPr>
          <a:prstGeom prst="rect">
            <a:avLst/>
          </a:prstGeom>
        </p:spPr>
        <p:txBody>
          <a:bodyPr/>
          <a:lstStyle/>
          <a:p>
            <a:fld id="{EF892D59-8F09-EF4B-AD6D-DA609442F868}" type="slidenum">
              <a:rPr lang="en-US" noProof="0" smtClean="0"/>
              <a:pPr/>
              <a:t>24</a:t>
            </a:fld>
            <a:endParaRPr lang="en-US" noProof="0" dirty="0"/>
          </a:p>
        </p:txBody>
      </p:sp>
      <p:sp>
        <p:nvSpPr>
          <p:cNvPr id="3" name="Rectangle 3">
            <a:extLst>
              <a:ext uri="{FF2B5EF4-FFF2-40B4-BE49-F238E27FC236}">
                <a16:creationId xmlns:a16="http://schemas.microsoft.com/office/drawing/2014/main" id="{51A9FC0C-9B82-BFC5-C9EE-97A09EF7B1DF}"/>
              </a:ext>
            </a:extLst>
          </p:cNvPr>
          <p:cNvSpPr>
            <a:spLocks noChangeArrowheads="1"/>
          </p:cNvSpPr>
          <p:nvPr/>
        </p:nvSpPr>
        <p:spPr bwMode="auto">
          <a:xfrm>
            <a:off x="514350" y="3080186"/>
            <a:ext cx="5406097" cy="697627"/>
          </a:xfrm>
          <a:prstGeom prst="rect">
            <a:avLst/>
          </a:prstGeom>
          <a:solidFill>
            <a:schemeClr val="tx1"/>
          </a:solidFill>
          <a:ln w="12700" algn="ctr">
            <a:solidFill>
              <a:schemeClr val="bg1"/>
            </a:solidFill>
            <a:miter lim="800000"/>
            <a:headEnd/>
            <a:tailEnd/>
          </a:ln>
          <a:effectLst>
            <a:outerShdw blurRad="50800" dist="50800" dir="2700000" algn="ctr" rotWithShape="0">
              <a:schemeClr val="bg2">
                <a:lumMod val="90000"/>
              </a:schemeClr>
            </a:outerShdw>
          </a:effectLst>
        </p:spPr>
        <p:txBody>
          <a:bodyPr wrap="square" lIns="95250" tIns="91440" rIns="95250" bIns="50800">
            <a:spAutoFit/>
          </a:bodyPr>
          <a:lstStyle/>
          <a:p>
            <a:pPr marL="71715">
              <a:spcBef>
                <a:spcPts val="106"/>
              </a:spcBef>
            </a:pPr>
            <a:r>
              <a:rPr lang="en-US" spc="-4" noProof="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pc="-8"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tar</a:t>
            </a:r>
            <a:r>
              <a:rPr lang="en-US" b="1" spc="-8"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a:t>
            </a:r>
            <a:r>
              <a:rPr lang="en-US" b="1" spc="-4" noProof="0" dirty="0" err="1">
                <a:solidFill>
                  <a:schemeClr val="bg1"/>
                </a:solidFill>
                <a:latin typeface="Hack" panose="020B0609030202020204" pitchFamily="49" charset="0"/>
                <a:ea typeface="Hack" panose="020B0609030202020204" pitchFamily="49" charset="0"/>
                <a:cs typeface="Hack" panose="020B0609030202020204" pitchFamily="49" charset="0"/>
              </a:rPr>
              <a:t>cvf</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8"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a:t>
            </a:r>
            <a:r>
              <a:rPr lang="en-US" b="1" spc="-12"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a:t>
            </a:r>
            <a:r>
              <a:rPr lang="en-US" b="1" spc="-8"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err="1">
                <a:solidFill>
                  <a:schemeClr val="bg1"/>
                </a:solidFill>
                <a:latin typeface="Hack" panose="020B0609030202020204" pitchFamily="49" charset="0"/>
                <a:ea typeface="Hack" panose="020B0609030202020204" pitchFamily="49" charset="0"/>
                <a:cs typeface="Hack" panose="020B0609030202020204" pitchFamily="49" charset="0"/>
              </a:rPr>
              <a:t>gzip</a:t>
            </a:r>
            <a:r>
              <a:rPr lang="en-US" b="1" spc="-8"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&gt;</a:t>
            </a:r>
            <a:r>
              <a:rPr lang="en-US" b="1" spc="-8"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arch.tgz</a:t>
            </a:r>
            <a:endParaRPr lang="en-US" noProof="0" dirty="0">
              <a:solidFill>
                <a:schemeClr val="bg1"/>
              </a:solidFill>
              <a:latin typeface="Hack" panose="020B0609030202020204" pitchFamily="49" charset="0"/>
              <a:ea typeface="Hack" panose="020B0609030202020204" pitchFamily="49" charset="0"/>
              <a:cs typeface="Hack" panose="020B0609030202020204" pitchFamily="49" charset="0"/>
            </a:endParaRPr>
          </a:p>
          <a:p>
            <a:pPr marL="71715"/>
            <a:r>
              <a:rPr lang="en-US" spc="-4" noProof="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pc="-4"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err="1">
                <a:solidFill>
                  <a:schemeClr val="bg1"/>
                </a:solidFill>
                <a:latin typeface="Hack" panose="020B0609030202020204" pitchFamily="49" charset="0"/>
                <a:ea typeface="Hack" panose="020B0609030202020204" pitchFamily="49" charset="0"/>
                <a:cs typeface="Hack" panose="020B0609030202020204" pitchFamily="49" charset="0"/>
              </a:rPr>
              <a:t>gunzip</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 –c</a:t>
            </a:r>
            <a:r>
              <a:rPr lang="en-US" b="1" spc="-8"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arch.tgz | tar</a:t>
            </a:r>
            <a:r>
              <a:rPr lang="en-US" b="1"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a:t>
            </a:r>
            <a:r>
              <a:rPr lang="en-US" b="1" spc="-4" noProof="0" dirty="0" err="1">
                <a:solidFill>
                  <a:schemeClr val="bg1"/>
                </a:solidFill>
                <a:latin typeface="Hack" panose="020B0609030202020204" pitchFamily="49" charset="0"/>
                <a:ea typeface="Hack" panose="020B0609030202020204" pitchFamily="49" charset="0"/>
                <a:cs typeface="Hack" panose="020B0609030202020204" pitchFamily="49" charset="0"/>
              </a:rPr>
              <a:t>xvf</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 –</a:t>
            </a:r>
            <a:endParaRPr lang="en-US" noProof="0" dirty="0">
              <a:solidFill>
                <a:schemeClr val="bg1"/>
              </a:solidFill>
              <a:latin typeface="Hack" panose="020B0609030202020204" pitchFamily="49" charset="0"/>
              <a:ea typeface="Hack" panose="020B0609030202020204" pitchFamily="49" charset="0"/>
              <a:cs typeface="Hack" panose="020B0609030202020204" pitchFamily="49" charset="0"/>
            </a:endParaRPr>
          </a:p>
        </p:txBody>
      </p:sp>
      <p:sp>
        <p:nvSpPr>
          <p:cNvPr id="4" name="Rectangle 3">
            <a:extLst>
              <a:ext uri="{FF2B5EF4-FFF2-40B4-BE49-F238E27FC236}">
                <a16:creationId xmlns:a16="http://schemas.microsoft.com/office/drawing/2014/main" id="{EE0E6A63-B1D6-481C-837A-70D688245F6D}"/>
              </a:ext>
            </a:extLst>
          </p:cNvPr>
          <p:cNvSpPr>
            <a:spLocks noChangeArrowheads="1"/>
          </p:cNvSpPr>
          <p:nvPr/>
        </p:nvSpPr>
        <p:spPr bwMode="auto">
          <a:xfrm>
            <a:off x="514350" y="4776077"/>
            <a:ext cx="5406097" cy="697627"/>
          </a:xfrm>
          <a:prstGeom prst="rect">
            <a:avLst/>
          </a:prstGeom>
          <a:solidFill>
            <a:schemeClr val="tx1"/>
          </a:solidFill>
          <a:ln w="12700" algn="ctr">
            <a:solidFill>
              <a:schemeClr val="bg1"/>
            </a:solidFill>
            <a:miter lim="800000"/>
            <a:headEnd/>
            <a:tailEnd/>
          </a:ln>
          <a:effectLst>
            <a:outerShdw blurRad="50800" dist="50800" dir="2700000" algn="ctr" rotWithShape="0">
              <a:schemeClr val="bg2">
                <a:lumMod val="90000"/>
              </a:schemeClr>
            </a:outerShdw>
          </a:effectLst>
        </p:spPr>
        <p:txBody>
          <a:bodyPr wrap="square" lIns="95250" tIns="91440" rIns="95250" bIns="50800">
            <a:spAutoFit/>
          </a:bodyPr>
          <a:lstStyle/>
          <a:p>
            <a:pPr marL="71199">
              <a:spcBef>
                <a:spcPts val="110"/>
              </a:spcBef>
            </a:pPr>
            <a:r>
              <a:rPr lang="en-US" spc="-4" noProof="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pc="-16"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tar</a:t>
            </a:r>
            <a:r>
              <a:rPr lang="en-US" b="1" spc="-16"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a:t>
            </a:r>
            <a:r>
              <a:rPr lang="en-US" b="1" spc="-4" noProof="0" dirty="0" err="1">
                <a:solidFill>
                  <a:schemeClr val="bg1"/>
                </a:solidFill>
                <a:latin typeface="Hack" panose="020B0609030202020204" pitchFamily="49" charset="0"/>
                <a:ea typeface="Hack" panose="020B0609030202020204" pitchFamily="49" charset="0"/>
                <a:cs typeface="Hack" panose="020B0609030202020204" pitchFamily="49" charset="0"/>
              </a:rPr>
              <a:t>xzvf</a:t>
            </a:r>
            <a:r>
              <a:rPr lang="en-US" b="1" spc="-16"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arch.tgz</a:t>
            </a:r>
            <a:endParaRPr lang="en-US" noProof="0" dirty="0">
              <a:solidFill>
                <a:schemeClr val="bg1"/>
              </a:solidFill>
              <a:latin typeface="Hack" panose="020B0609030202020204" pitchFamily="49" charset="0"/>
              <a:ea typeface="Hack" panose="020B0609030202020204" pitchFamily="49" charset="0"/>
              <a:cs typeface="Hack" panose="020B0609030202020204" pitchFamily="49" charset="0"/>
            </a:endParaRPr>
          </a:p>
          <a:p>
            <a:pPr marL="71199"/>
            <a:r>
              <a:rPr lang="en-US" spc="-4" noProof="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pc="-16"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tar</a:t>
            </a:r>
            <a:r>
              <a:rPr lang="en-US" b="1" spc="-16"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a:t>
            </a:r>
            <a:r>
              <a:rPr lang="en-US" b="1" spc="-4" noProof="0" dirty="0" err="1">
                <a:solidFill>
                  <a:schemeClr val="bg1"/>
                </a:solidFill>
                <a:latin typeface="Hack" panose="020B0609030202020204" pitchFamily="49" charset="0"/>
                <a:ea typeface="Hack" panose="020B0609030202020204" pitchFamily="49" charset="0"/>
                <a:cs typeface="Hack" panose="020B0609030202020204" pitchFamily="49" charset="0"/>
              </a:rPr>
              <a:t>czvf</a:t>
            </a:r>
            <a:r>
              <a:rPr lang="en-US" b="1" spc="-16"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arch.tgz</a:t>
            </a:r>
            <a:r>
              <a:rPr lang="en-US" b="1" spc="-16"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a:t>
            </a:r>
            <a:endParaRPr lang="en-US" noProof="0" dirty="0">
              <a:solidFill>
                <a:schemeClr val="bg1"/>
              </a:solidFill>
              <a:latin typeface="Hack" panose="020B0609030202020204" pitchFamily="49" charset="0"/>
              <a:ea typeface="Hack" panose="020B0609030202020204" pitchFamily="49" charset="0"/>
              <a:cs typeface="Hack" panose="020B0609030202020204" pitchFamily="49" charset="0"/>
            </a:endParaRPr>
          </a:p>
        </p:txBody>
      </p:sp>
    </p:spTree>
    <p:extLst>
      <p:ext uri="{BB962C8B-B14F-4D97-AF65-F5344CB8AC3E}">
        <p14:creationId xmlns:p14="http://schemas.microsoft.com/office/powerpoint/2010/main" val="322886218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8A27696D-0EB9-43DD-ABBF-0F33CCE3A51C}"/>
              </a:ext>
            </a:extLst>
          </p:cNvPr>
          <p:cNvSpPr>
            <a:spLocks noGrp="1"/>
          </p:cNvSpPr>
          <p:nvPr>
            <p:ph type="ctrTitle"/>
          </p:nvPr>
        </p:nvSpPr>
        <p:spPr/>
        <p:txBody>
          <a:bodyPr/>
          <a:lstStyle/>
          <a:p>
            <a:r>
              <a:rPr lang="en-US" noProof="0" dirty="0"/>
              <a:t>z tools</a:t>
            </a:r>
          </a:p>
        </p:txBody>
      </p:sp>
      <p:sp>
        <p:nvSpPr>
          <p:cNvPr id="5" name="Text Placeholder 4">
            <a:extLst>
              <a:ext uri="{FF2B5EF4-FFF2-40B4-BE49-F238E27FC236}">
                <a16:creationId xmlns:a16="http://schemas.microsoft.com/office/drawing/2014/main" id="{91A8ED3D-B755-43C9-BCB1-DCF495C0C9DB}"/>
              </a:ext>
            </a:extLst>
          </p:cNvPr>
          <p:cNvSpPr>
            <a:spLocks noGrp="1"/>
          </p:cNvSpPr>
          <p:nvPr>
            <p:ph sz="quarter" idx="4"/>
          </p:nvPr>
        </p:nvSpPr>
        <p:spPr/>
        <p:txBody>
          <a:bodyPr/>
          <a:lstStyle/>
          <a:p>
            <a:pPr marL="289957" indent="-280154">
              <a:spcBef>
                <a:spcPts val="569"/>
              </a:spcBef>
              <a:buClr>
                <a:srgbClr val="000000"/>
              </a:buClr>
              <a:buFont typeface="Arial"/>
              <a:buChar char="•"/>
              <a:tabLst>
                <a:tab pos="289957" algn="l"/>
                <a:tab pos="290473" algn="l"/>
              </a:tabLst>
            </a:pPr>
            <a:r>
              <a:rPr lang="en-US" sz="1800" spc="-8" noProof="0" dirty="0">
                <a:solidFill>
                  <a:srgbClr val="2D2C2C"/>
                </a:solidFill>
                <a:latin typeface="+mn-lt"/>
                <a:cs typeface="Segoe UI"/>
              </a:rPr>
              <a:t>Number</a:t>
            </a:r>
            <a:r>
              <a:rPr lang="en-US" sz="1800" spc="37" noProof="0" dirty="0">
                <a:solidFill>
                  <a:srgbClr val="2D2C2C"/>
                </a:solidFill>
                <a:latin typeface="+mn-lt"/>
                <a:cs typeface="Segoe UI"/>
              </a:rPr>
              <a:t> </a:t>
            </a:r>
            <a:r>
              <a:rPr lang="en-US" sz="1800" spc="-20" noProof="0" dirty="0">
                <a:solidFill>
                  <a:srgbClr val="2D2C2C"/>
                </a:solidFill>
                <a:latin typeface="+mn-lt"/>
                <a:cs typeface="Segoe UI"/>
              </a:rPr>
              <a:t>of</a:t>
            </a:r>
            <a:r>
              <a:rPr lang="en-US" sz="1800" noProof="0" dirty="0">
                <a:solidFill>
                  <a:srgbClr val="2D2C2C"/>
                </a:solidFill>
                <a:latin typeface="+mn-lt"/>
                <a:cs typeface="Segoe UI"/>
              </a:rPr>
              <a:t> </a:t>
            </a:r>
            <a:r>
              <a:rPr lang="en-US" sz="1800" spc="-8" noProof="0" dirty="0">
                <a:solidFill>
                  <a:srgbClr val="2D2C2C"/>
                </a:solidFill>
                <a:latin typeface="+mn-lt"/>
                <a:cs typeface="Segoe UI"/>
              </a:rPr>
              <a:t>utilities</a:t>
            </a:r>
            <a:r>
              <a:rPr lang="en-US" sz="1800" spc="53" noProof="0" dirty="0">
                <a:solidFill>
                  <a:srgbClr val="2D2C2C"/>
                </a:solidFill>
                <a:latin typeface="+mn-lt"/>
                <a:cs typeface="Segoe UI"/>
              </a:rPr>
              <a:t> </a:t>
            </a:r>
            <a:r>
              <a:rPr lang="en-US" sz="1800" spc="-8" noProof="0" dirty="0">
                <a:solidFill>
                  <a:srgbClr val="2D2C2C"/>
                </a:solidFill>
                <a:latin typeface="+mn-lt"/>
                <a:cs typeface="Segoe UI"/>
              </a:rPr>
              <a:t>can</a:t>
            </a:r>
            <a:r>
              <a:rPr lang="en-US" sz="1800" spc="16" noProof="0" dirty="0">
                <a:solidFill>
                  <a:srgbClr val="2D2C2C"/>
                </a:solidFill>
                <a:latin typeface="+mn-lt"/>
                <a:cs typeface="Segoe UI"/>
              </a:rPr>
              <a:t> </a:t>
            </a:r>
            <a:r>
              <a:rPr lang="en-US" sz="1800" spc="-12" noProof="0" dirty="0">
                <a:solidFill>
                  <a:srgbClr val="2D2C2C"/>
                </a:solidFill>
                <a:latin typeface="+mn-lt"/>
                <a:cs typeface="Segoe UI"/>
              </a:rPr>
              <a:t>read</a:t>
            </a:r>
            <a:r>
              <a:rPr lang="en-US" sz="1800" spc="20" noProof="0" dirty="0">
                <a:solidFill>
                  <a:srgbClr val="2D2C2C"/>
                </a:solidFill>
                <a:latin typeface="+mn-lt"/>
                <a:cs typeface="Segoe UI"/>
              </a:rPr>
              <a:t> </a:t>
            </a:r>
            <a:r>
              <a:rPr lang="en-US" sz="1800" spc="-12" noProof="0" dirty="0">
                <a:solidFill>
                  <a:srgbClr val="2D2C2C"/>
                </a:solidFill>
                <a:latin typeface="+mn-lt"/>
                <a:cs typeface="Segoe UI"/>
              </a:rPr>
              <a:t>compressed</a:t>
            </a:r>
            <a:r>
              <a:rPr lang="en-US" sz="1800" spc="61" noProof="0" dirty="0">
                <a:solidFill>
                  <a:srgbClr val="2D2C2C"/>
                </a:solidFill>
                <a:latin typeface="+mn-lt"/>
                <a:cs typeface="Segoe UI"/>
              </a:rPr>
              <a:t> </a:t>
            </a:r>
            <a:r>
              <a:rPr lang="en-US" sz="1800" spc="-8" noProof="0" dirty="0">
                <a:solidFill>
                  <a:srgbClr val="2D2C2C"/>
                </a:solidFill>
                <a:latin typeface="+mn-lt"/>
                <a:cs typeface="Segoe UI"/>
              </a:rPr>
              <a:t>files</a:t>
            </a:r>
            <a:r>
              <a:rPr lang="en-US" sz="1800" spc="33" noProof="0" dirty="0">
                <a:solidFill>
                  <a:srgbClr val="2D2C2C"/>
                </a:solidFill>
                <a:latin typeface="+mn-lt"/>
                <a:cs typeface="Segoe UI"/>
              </a:rPr>
              <a:t> </a:t>
            </a:r>
            <a:r>
              <a:rPr lang="en-US" spc="-4" noProof="0" dirty="0">
                <a:solidFill>
                  <a:srgbClr val="2D2C2C"/>
                </a:solidFill>
                <a:cs typeface="Segoe UI"/>
              </a:rPr>
              <a:t>“</a:t>
            </a:r>
            <a:r>
              <a:rPr lang="en-US" sz="1800" spc="-4" noProof="0" dirty="0">
                <a:solidFill>
                  <a:srgbClr val="2D2C2C"/>
                </a:solidFill>
                <a:latin typeface="+mn-lt"/>
                <a:cs typeface="Segoe UI"/>
              </a:rPr>
              <a:t>on</a:t>
            </a:r>
            <a:r>
              <a:rPr lang="en-US" sz="1800" spc="20" noProof="0" dirty="0">
                <a:solidFill>
                  <a:srgbClr val="2D2C2C"/>
                </a:solidFill>
                <a:latin typeface="+mn-lt"/>
                <a:cs typeface="Segoe UI"/>
              </a:rPr>
              <a:t> </a:t>
            </a:r>
            <a:r>
              <a:rPr lang="en-US" sz="1800" spc="-4" noProof="0" dirty="0">
                <a:solidFill>
                  <a:srgbClr val="2D2C2C"/>
                </a:solidFill>
                <a:latin typeface="+mn-lt"/>
                <a:cs typeface="Segoe UI"/>
              </a:rPr>
              <a:t>the</a:t>
            </a:r>
            <a:r>
              <a:rPr lang="en-US" sz="1800" spc="12" noProof="0" dirty="0">
                <a:solidFill>
                  <a:srgbClr val="2D2C2C"/>
                </a:solidFill>
                <a:latin typeface="+mn-lt"/>
                <a:cs typeface="Segoe UI"/>
              </a:rPr>
              <a:t> </a:t>
            </a:r>
            <a:r>
              <a:rPr lang="en-US" sz="1800" noProof="0" dirty="0">
                <a:solidFill>
                  <a:srgbClr val="2D2C2C"/>
                </a:solidFill>
                <a:latin typeface="+mn-lt"/>
                <a:cs typeface="Segoe UI"/>
              </a:rPr>
              <a:t>fly”</a:t>
            </a:r>
          </a:p>
          <a:p>
            <a:pPr marL="469953" lvl="1" indent="-280154">
              <a:spcBef>
                <a:spcPts val="569"/>
              </a:spcBef>
              <a:buClr>
                <a:srgbClr val="000000"/>
              </a:buClr>
              <a:buFont typeface="Arial"/>
              <a:buChar char="•"/>
              <a:tabLst>
                <a:tab pos="289957" algn="l"/>
                <a:tab pos="290473" algn="l"/>
              </a:tabLst>
            </a:pPr>
            <a:r>
              <a:rPr lang="en-US" sz="1800" noProof="0" dirty="0">
                <a:solidFill>
                  <a:srgbClr val="2D2C2C"/>
                </a:solidFill>
                <a:latin typeface="+mn-lt"/>
                <a:cs typeface="Segoe UI"/>
              </a:rPr>
              <a:t>Eliminating the need for decompression before use</a:t>
            </a:r>
            <a:endParaRPr lang="en-US" sz="1800" noProof="0" dirty="0">
              <a:latin typeface="+mn-lt"/>
              <a:cs typeface="Segoe UI"/>
            </a:endParaRPr>
          </a:p>
          <a:p>
            <a:pPr marL="518001" lvl="1" indent="-233204">
              <a:spcBef>
                <a:spcPts val="488"/>
              </a:spcBef>
              <a:buClr>
                <a:srgbClr val="000000"/>
              </a:buClr>
              <a:buFont typeface="Arial"/>
              <a:buChar char="•"/>
              <a:tabLst>
                <a:tab pos="517485" algn="l"/>
                <a:tab pos="518001" algn="l"/>
              </a:tabLst>
            </a:pPr>
            <a:r>
              <a:rPr lang="en-US" spc="-12" noProof="0" dirty="0">
                <a:solidFill>
                  <a:srgbClr val="2D2C2C"/>
                </a:solidFill>
                <a:cs typeface="Segoe UI"/>
              </a:rPr>
              <a:t>R</a:t>
            </a:r>
            <a:r>
              <a:rPr lang="en-US" sz="1800" spc="-12" noProof="0" dirty="0">
                <a:solidFill>
                  <a:srgbClr val="2D2C2C"/>
                </a:solidFill>
                <a:latin typeface="+mn-lt"/>
                <a:cs typeface="Segoe UI"/>
              </a:rPr>
              <a:t>eferred</a:t>
            </a:r>
            <a:r>
              <a:rPr lang="en-US" sz="1800" spc="37" noProof="0" dirty="0">
                <a:solidFill>
                  <a:srgbClr val="2D2C2C"/>
                </a:solidFill>
                <a:latin typeface="+mn-lt"/>
                <a:cs typeface="Segoe UI"/>
              </a:rPr>
              <a:t> </a:t>
            </a:r>
            <a:r>
              <a:rPr lang="en-US" sz="1800" spc="-16" noProof="0" dirty="0">
                <a:solidFill>
                  <a:srgbClr val="2D2C2C"/>
                </a:solidFill>
                <a:latin typeface="+mn-lt"/>
                <a:cs typeface="Segoe UI"/>
              </a:rPr>
              <a:t>to</a:t>
            </a:r>
            <a:r>
              <a:rPr lang="en-US" sz="1800" spc="20" noProof="0" dirty="0">
                <a:solidFill>
                  <a:srgbClr val="2D2C2C"/>
                </a:solidFill>
                <a:latin typeface="+mn-lt"/>
                <a:cs typeface="Segoe UI"/>
              </a:rPr>
              <a:t> </a:t>
            </a:r>
            <a:r>
              <a:rPr lang="en-US" sz="1800" spc="-4" noProof="0" dirty="0">
                <a:solidFill>
                  <a:srgbClr val="2D2C2C"/>
                </a:solidFill>
                <a:latin typeface="+mn-lt"/>
                <a:cs typeface="Segoe UI"/>
              </a:rPr>
              <a:t>as</a:t>
            </a:r>
            <a:r>
              <a:rPr lang="en-US" sz="1800" spc="-12" noProof="0" dirty="0">
                <a:solidFill>
                  <a:srgbClr val="2D2C2C"/>
                </a:solidFill>
                <a:latin typeface="+mn-lt"/>
                <a:cs typeface="Segoe UI"/>
              </a:rPr>
              <a:t> </a:t>
            </a:r>
            <a:r>
              <a:rPr lang="en-US" sz="1800" noProof="0" dirty="0">
                <a:solidFill>
                  <a:srgbClr val="2D2C2C"/>
                </a:solidFill>
                <a:latin typeface="+mn-lt"/>
                <a:cs typeface="Segoe UI"/>
              </a:rPr>
              <a:t>“</a:t>
            </a:r>
            <a:r>
              <a:rPr lang="en-US" sz="1800" b="1" noProof="0" dirty="0">
                <a:solidFill>
                  <a:srgbClr val="0000C7"/>
                </a:solidFill>
                <a:latin typeface="+mn-lt"/>
                <a:cs typeface="Segoe UI"/>
              </a:rPr>
              <a:t>z</a:t>
            </a:r>
            <a:r>
              <a:rPr lang="en-US" sz="1800" noProof="0" dirty="0">
                <a:solidFill>
                  <a:srgbClr val="2D2C2C"/>
                </a:solidFill>
                <a:latin typeface="+mn-lt"/>
                <a:cs typeface="Segoe UI"/>
              </a:rPr>
              <a:t>”</a:t>
            </a:r>
            <a:r>
              <a:rPr lang="en-US" sz="1800" spc="12" noProof="0" dirty="0">
                <a:solidFill>
                  <a:srgbClr val="2D2C2C"/>
                </a:solidFill>
                <a:latin typeface="+mn-lt"/>
                <a:cs typeface="Segoe UI"/>
              </a:rPr>
              <a:t> </a:t>
            </a:r>
            <a:r>
              <a:rPr lang="en-US" sz="1800" spc="-8" noProof="0" dirty="0">
                <a:solidFill>
                  <a:srgbClr val="2D2C2C"/>
                </a:solidFill>
                <a:latin typeface="+mn-lt"/>
                <a:cs typeface="Segoe UI"/>
              </a:rPr>
              <a:t>commands, because they typically start with z</a:t>
            </a:r>
            <a:endParaRPr lang="en-US" sz="1800" noProof="0" dirty="0">
              <a:latin typeface="+mn-lt"/>
              <a:cs typeface="Segoe UI"/>
            </a:endParaRPr>
          </a:p>
          <a:p>
            <a:pPr marL="0" indent="0">
              <a:buNone/>
            </a:pPr>
            <a:endParaRPr lang="en-US" sz="1800" noProof="0" dirty="0"/>
          </a:p>
        </p:txBody>
      </p:sp>
      <p:sp>
        <p:nvSpPr>
          <p:cNvPr id="2" name="Slide Number Placeholder 1">
            <a:extLst>
              <a:ext uri="{FF2B5EF4-FFF2-40B4-BE49-F238E27FC236}">
                <a16:creationId xmlns:a16="http://schemas.microsoft.com/office/drawing/2014/main" id="{A9A6FF77-D641-4417-92E7-11CC6238BF20}"/>
              </a:ext>
            </a:extLst>
          </p:cNvPr>
          <p:cNvSpPr>
            <a:spLocks noGrp="1"/>
          </p:cNvSpPr>
          <p:nvPr>
            <p:ph type="sldNum" sz="quarter" idx="12"/>
          </p:nvPr>
        </p:nvSpPr>
        <p:spPr>
          <a:prstGeom prst="rect">
            <a:avLst/>
          </a:prstGeom>
        </p:spPr>
        <p:txBody>
          <a:bodyPr/>
          <a:lstStyle/>
          <a:p>
            <a:fld id="{EF892D59-8F09-EF4B-AD6D-DA609442F868}" type="slidenum">
              <a:rPr lang="en-US" noProof="0" smtClean="0"/>
              <a:pPr/>
              <a:t>25</a:t>
            </a:fld>
            <a:endParaRPr lang="en-US" noProof="0" dirty="0"/>
          </a:p>
        </p:txBody>
      </p:sp>
      <p:sp>
        <p:nvSpPr>
          <p:cNvPr id="3" name="Rectangle 3">
            <a:extLst>
              <a:ext uri="{FF2B5EF4-FFF2-40B4-BE49-F238E27FC236}">
                <a16:creationId xmlns:a16="http://schemas.microsoft.com/office/drawing/2014/main" id="{1D0EB1B9-974A-6BAF-F230-83624F89B870}"/>
              </a:ext>
            </a:extLst>
          </p:cNvPr>
          <p:cNvSpPr>
            <a:spLocks noChangeArrowheads="1"/>
          </p:cNvSpPr>
          <p:nvPr/>
        </p:nvSpPr>
        <p:spPr bwMode="auto">
          <a:xfrm>
            <a:off x="514350" y="4389102"/>
            <a:ext cx="6770687" cy="1486946"/>
          </a:xfrm>
          <a:prstGeom prst="rect">
            <a:avLst/>
          </a:prstGeom>
          <a:solidFill>
            <a:schemeClr val="tx1"/>
          </a:solidFill>
          <a:ln w="12700" algn="ctr">
            <a:solidFill>
              <a:schemeClr val="bg1"/>
            </a:solidFill>
            <a:miter lim="800000"/>
            <a:headEnd/>
            <a:tailEnd/>
          </a:ln>
          <a:effectLst>
            <a:outerShdw blurRad="50800" dist="50800" dir="2700000" algn="ctr" rotWithShape="0">
              <a:schemeClr val="bg2">
                <a:lumMod val="90000"/>
              </a:schemeClr>
            </a:outerShdw>
          </a:effectLst>
        </p:spPr>
        <p:txBody>
          <a:bodyPr wrap="square" lIns="95250" tIns="91440" rIns="95250" bIns="50800">
            <a:spAutoFit/>
          </a:bodyPr>
          <a:lstStyle/>
          <a:p>
            <a:pPr marL="10319">
              <a:spcBef>
                <a:spcPts val="77"/>
              </a:spcBef>
            </a:pPr>
            <a:r>
              <a:rPr lang="en-US" spc="-4" noProof="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pc="-8"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err="1">
                <a:solidFill>
                  <a:schemeClr val="bg1"/>
                </a:solidFill>
                <a:latin typeface="Hack" panose="020B0609030202020204" pitchFamily="49" charset="0"/>
                <a:ea typeface="Hack" panose="020B0609030202020204" pitchFamily="49" charset="0"/>
                <a:cs typeface="Hack" panose="020B0609030202020204" pitchFamily="49" charset="0"/>
              </a:rPr>
              <a:t>sudo</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err="1">
                <a:solidFill>
                  <a:schemeClr val="bg1"/>
                </a:solidFill>
                <a:latin typeface="Hack" panose="020B0609030202020204" pitchFamily="49" charset="0"/>
                <a:ea typeface="Hack" panose="020B0609030202020204" pitchFamily="49" charset="0"/>
                <a:cs typeface="Hack" panose="020B0609030202020204" pitchFamily="49" charset="0"/>
              </a:rPr>
              <a:t>usermod</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 -c "log</a:t>
            </a:r>
            <a:r>
              <a:rPr lang="en-US" b="1" spc="-8"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daemon" syslog</a:t>
            </a:r>
            <a:endParaRPr lang="en-US" noProof="0" dirty="0">
              <a:solidFill>
                <a:schemeClr val="bg1"/>
              </a:solidFill>
              <a:latin typeface="Hack" panose="020B0609030202020204" pitchFamily="49" charset="0"/>
              <a:ea typeface="Hack" panose="020B0609030202020204" pitchFamily="49" charset="0"/>
              <a:cs typeface="Hack" panose="020B0609030202020204" pitchFamily="49" charset="0"/>
            </a:endParaRPr>
          </a:p>
          <a:p>
            <a:pPr marL="10319">
              <a:lnSpc>
                <a:spcPts val="1905"/>
              </a:lnSpc>
            </a:pPr>
            <a:r>
              <a:rPr lang="en-US" spc="-4" noProof="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pc="-24"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err="1">
                <a:solidFill>
                  <a:schemeClr val="bg1"/>
                </a:solidFill>
                <a:latin typeface="Hack" panose="020B0609030202020204" pitchFamily="49" charset="0"/>
                <a:ea typeface="Hack" panose="020B0609030202020204" pitchFamily="49" charset="0"/>
                <a:cs typeface="Hack" panose="020B0609030202020204" pitchFamily="49" charset="0"/>
              </a:rPr>
              <a:t>zdiff</a:t>
            </a:r>
            <a:r>
              <a:rPr lang="en-US" b="1" spc="-20"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a:t>
            </a:r>
            <a:r>
              <a:rPr lang="en-US" b="1" spc="-4" noProof="0" dirty="0" err="1">
                <a:solidFill>
                  <a:schemeClr val="bg1"/>
                </a:solidFill>
                <a:latin typeface="Hack" panose="020B0609030202020204" pitchFamily="49" charset="0"/>
                <a:ea typeface="Hack" panose="020B0609030202020204" pitchFamily="49" charset="0"/>
                <a:cs typeface="Hack" panose="020B0609030202020204" pitchFamily="49" charset="0"/>
              </a:rPr>
              <a:t>etc</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/passwd</a:t>
            </a:r>
            <a:r>
              <a:rPr lang="en-US" b="1" spc="-20"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passwd.gz</a:t>
            </a:r>
            <a:endParaRPr lang="en-US" noProof="0" dirty="0">
              <a:solidFill>
                <a:schemeClr val="bg1"/>
              </a:solidFill>
              <a:latin typeface="Hack" panose="020B0609030202020204" pitchFamily="49" charset="0"/>
              <a:ea typeface="Hack" panose="020B0609030202020204" pitchFamily="49" charset="0"/>
              <a:cs typeface="Hack" panose="020B0609030202020204" pitchFamily="49" charset="0"/>
            </a:endParaRPr>
          </a:p>
          <a:p>
            <a:pPr marL="10319">
              <a:lnSpc>
                <a:spcPts val="1641"/>
              </a:lnSpc>
            </a:pPr>
            <a:r>
              <a:rPr lang="en-US" sz="1400" spc="-4" noProof="0" dirty="0">
                <a:solidFill>
                  <a:schemeClr val="bg1"/>
                </a:solidFill>
                <a:latin typeface="Hack" panose="020B0609030202020204" pitchFamily="49" charset="0"/>
                <a:ea typeface="Hack" panose="020B0609030202020204" pitchFamily="49" charset="0"/>
                <a:cs typeface="Hack" panose="020B0609030202020204" pitchFamily="49" charset="0"/>
              </a:rPr>
              <a:t>20c20</a:t>
            </a:r>
            <a:endParaRPr lang="en-US" sz="1400" noProof="0" dirty="0">
              <a:solidFill>
                <a:schemeClr val="bg1"/>
              </a:solidFill>
              <a:latin typeface="Hack" panose="020B0609030202020204" pitchFamily="49" charset="0"/>
              <a:ea typeface="Hack" panose="020B0609030202020204" pitchFamily="49" charset="0"/>
              <a:cs typeface="Hack" panose="020B0609030202020204" pitchFamily="49" charset="0"/>
            </a:endParaRPr>
          </a:p>
          <a:p>
            <a:pPr marL="10319">
              <a:lnSpc>
                <a:spcPts val="1629"/>
              </a:lnSpc>
            </a:pPr>
            <a:r>
              <a:rPr lang="en-US" sz="1400" noProof="0" dirty="0">
                <a:solidFill>
                  <a:schemeClr val="bg1"/>
                </a:solidFill>
                <a:latin typeface="Hack" panose="020B0609030202020204" pitchFamily="49" charset="0"/>
                <a:ea typeface="Hack" panose="020B0609030202020204" pitchFamily="49" charset="0"/>
                <a:cs typeface="Hack" panose="020B0609030202020204" pitchFamily="49" charset="0"/>
              </a:rPr>
              <a:t>&lt;</a:t>
            </a:r>
            <a:r>
              <a:rPr lang="en-US" sz="1400" spc="-20"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sz="1400" spc="-8" noProof="0" dirty="0">
                <a:solidFill>
                  <a:schemeClr val="bg1"/>
                </a:solidFill>
                <a:latin typeface="Hack" panose="020B0609030202020204" pitchFamily="49" charset="0"/>
                <a:ea typeface="Hack" panose="020B0609030202020204" pitchFamily="49" charset="0"/>
                <a:cs typeface="Hack" panose="020B0609030202020204" pitchFamily="49" charset="0"/>
              </a:rPr>
              <a:t>syslog:x:101:103:log</a:t>
            </a:r>
            <a:r>
              <a:rPr lang="en-US" sz="1400" spc="-37"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sz="1400" spc="-8" noProof="0" dirty="0">
                <a:solidFill>
                  <a:schemeClr val="bg1"/>
                </a:solidFill>
                <a:latin typeface="Hack" panose="020B0609030202020204" pitchFamily="49" charset="0"/>
                <a:ea typeface="Hack" panose="020B0609030202020204" pitchFamily="49" charset="0"/>
                <a:cs typeface="Hack" panose="020B0609030202020204" pitchFamily="49" charset="0"/>
              </a:rPr>
              <a:t>daemon:/home/syslog:/bin/false</a:t>
            </a:r>
            <a:endParaRPr lang="en-US" sz="1400" noProof="0" dirty="0">
              <a:solidFill>
                <a:schemeClr val="bg1"/>
              </a:solidFill>
              <a:latin typeface="Hack" panose="020B0609030202020204" pitchFamily="49" charset="0"/>
              <a:ea typeface="Hack" panose="020B0609030202020204" pitchFamily="49" charset="0"/>
              <a:cs typeface="Hack" panose="020B0609030202020204" pitchFamily="49" charset="0"/>
            </a:endParaRPr>
          </a:p>
          <a:p>
            <a:pPr marL="10319">
              <a:lnSpc>
                <a:spcPts val="1629"/>
              </a:lnSpc>
            </a:pPr>
            <a:r>
              <a:rPr lang="en-US" sz="1400" spc="-4" noProof="0" dirty="0">
                <a:solidFill>
                  <a:schemeClr val="bg1"/>
                </a:solidFill>
                <a:latin typeface="Hack" panose="020B0609030202020204" pitchFamily="49" charset="0"/>
                <a:ea typeface="Hack" panose="020B0609030202020204" pitchFamily="49" charset="0"/>
                <a:cs typeface="Hack" panose="020B0609030202020204" pitchFamily="49" charset="0"/>
              </a:rPr>
              <a:t>---</a:t>
            </a:r>
            <a:endParaRPr lang="en-US" sz="1400" noProof="0" dirty="0">
              <a:solidFill>
                <a:schemeClr val="bg1"/>
              </a:solidFill>
              <a:latin typeface="Hack" panose="020B0609030202020204" pitchFamily="49" charset="0"/>
              <a:ea typeface="Hack" panose="020B0609030202020204" pitchFamily="49" charset="0"/>
              <a:cs typeface="Hack" panose="020B0609030202020204" pitchFamily="49" charset="0"/>
            </a:endParaRPr>
          </a:p>
          <a:p>
            <a:pPr marL="10319">
              <a:lnSpc>
                <a:spcPts val="1686"/>
              </a:lnSpc>
            </a:pPr>
            <a:r>
              <a:rPr lang="en-US" sz="1400" noProof="0" dirty="0">
                <a:solidFill>
                  <a:schemeClr val="bg1"/>
                </a:solidFill>
                <a:latin typeface="Hack" panose="020B0609030202020204" pitchFamily="49" charset="0"/>
                <a:ea typeface="Hack" panose="020B0609030202020204" pitchFamily="49" charset="0"/>
                <a:cs typeface="Hack" panose="020B0609030202020204" pitchFamily="49" charset="0"/>
              </a:rPr>
              <a:t>&gt;</a:t>
            </a:r>
            <a:r>
              <a:rPr lang="en-US" sz="1400" spc="-37"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sz="1400" spc="-8" noProof="0" dirty="0">
                <a:solidFill>
                  <a:schemeClr val="bg1"/>
                </a:solidFill>
                <a:latin typeface="Hack" panose="020B0609030202020204" pitchFamily="49" charset="0"/>
                <a:ea typeface="Hack" panose="020B0609030202020204" pitchFamily="49" charset="0"/>
                <a:cs typeface="Hack" panose="020B0609030202020204" pitchFamily="49" charset="0"/>
              </a:rPr>
              <a:t>syslog:x:101:103::/home/syslog:/bin/false</a:t>
            </a:r>
            <a:endParaRPr lang="en-US" sz="1400" noProof="0" dirty="0">
              <a:solidFill>
                <a:schemeClr val="bg1"/>
              </a:solidFill>
              <a:latin typeface="Hack" panose="020B0609030202020204" pitchFamily="49" charset="0"/>
              <a:ea typeface="Hack" panose="020B0609030202020204" pitchFamily="49" charset="0"/>
              <a:cs typeface="Hack" panose="020B0609030202020204" pitchFamily="49" charset="0"/>
            </a:endParaRPr>
          </a:p>
        </p:txBody>
      </p:sp>
      <p:sp>
        <p:nvSpPr>
          <p:cNvPr id="4" name="Rectangle 3">
            <a:extLst>
              <a:ext uri="{FF2B5EF4-FFF2-40B4-BE49-F238E27FC236}">
                <a16:creationId xmlns:a16="http://schemas.microsoft.com/office/drawing/2014/main" id="{F5EA46FD-FD28-F22E-BAA8-61BE52CDE668}"/>
              </a:ext>
            </a:extLst>
          </p:cNvPr>
          <p:cNvSpPr>
            <a:spLocks noChangeArrowheads="1"/>
          </p:cNvSpPr>
          <p:nvPr/>
        </p:nvSpPr>
        <p:spPr bwMode="auto">
          <a:xfrm>
            <a:off x="514350" y="3049858"/>
            <a:ext cx="6770686" cy="1041311"/>
          </a:xfrm>
          <a:prstGeom prst="rect">
            <a:avLst/>
          </a:prstGeom>
          <a:solidFill>
            <a:schemeClr val="tx1"/>
          </a:solidFill>
          <a:ln w="12700" algn="ctr">
            <a:solidFill>
              <a:schemeClr val="bg1"/>
            </a:solidFill>
            <a:miter lim="800000"/>
            <a:headEnd/>
            <a:tailEnd/>
          </a:ln>
          <a:effectLst>
            <a:outerShdw blurRad="50800" dist="50800" dir="2700000" algn="ctr" rotWithShape="0">
              <a:schemeClr val="bg2">
                <a:lumMod val="90000"/>
              </a:schemeClr>
            </a:outerShdw>
          </a:effectLst>
        </p:spPr>
        <p:txBody>
          <a:bodyPr wrap="square" lIns="95250" tIns="91440" rIns="95250" bIns="50800">
            <a:spAutoFit/>
          </a:bodyPr>
          <a:lstStyle/>
          <a:p>
            <a:pPr marL="71199">
              <a:lnSpc>
                <a:spcPts val="1629"/>
              </a:lnSpc>
            </a:pPr>
            <a:r>
              <a:rPr lang="en-US" spc="-4" noProof="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pc="-33"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cp /</a:t>
            </a:r>
            <a:r>
              <a:rPr lang="en-US" b="1" spc="-4" noProof="0" dirty="0" err="1">
                <a:solidFill>
                  <a:schemeClr val="bg1"/>
                </a:solidFill>
                <a:latin typeface="Hack" panose="020B0609030202020204" pitchFamily="49" charset="0"/>
                <a:ea typeface="Hack" panose="020B0609030202020204" pitchFamily="49" charset="0"/>
                <a:cs typeface="Hack" panose="020B0609030202020204" pitchFamily="49" charset="0"/>
              </a:rPr>
              <a:t>etc</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/passwd ~</a:t>
            </a:r>
            <a:endParaRPr lang="en-US" noProof="0" dirty="0">
              <a:solidFill>
                <a:schemeClr val="bg1"/>
              </a:solidFill>
              <a:latin typeface="Hack" panose="020B0609030202020204" pitchFamily="49" charset="0"/>
              <a:ea typeface="Hack" panose="020B0609030202020204" pitchFamily="49" charset="0"/>
              <a:cs typeface="Hack" panose="020B0609030202020204" pitchFamily="49" charset="0"/>
            </a:endParaRPr>
          </a:p>
          <a:p>
            <a:pPr marL="71199">
              <a:lnSpc>
                <a:spcPts val="1788"/>
              </a:lnSpc>
            </a:pPr>
            <a:r>
              <a:rPr lang="en-US" spc="-4" noProof="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pc="-28"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err="1">
                <a:solidFill>
                  <a:schemeClr val="bg1"/>
                </a:solidFill>
                <a:latin typeface="Hack" panose="020B0609030202020204" pitchFamily="49" charset="0"/>
                <a:ea typeface="Hack" panose="020B0609030202020204" pitchFamily="49" charset="0"/>
                <a:cs typeface="Hack" panose="020B0609030202020204" pitchFamily="49" charset="0"/>
              </a:rPr>
              <a:t>gzip</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 ~/passwd</a:t>
            </a:r>
          </a:p>
          <a:p>
            <a:pPr marL="71199">
              <a:lnSpc>
                <a:spcPts val="1788"/>
              </a:lnSpc>
            </a:pPr>
            <a:r>
              <a:rPr lang="en-US" spc="-4" noProof="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pc="-28"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err="1">
                <a:solidFill>
                  <a:schemeClr val="bg1"/>
                </a:solidFill>
                <a:latin typeface="Hack" panose="020B0609030202020204" pitchFamily="49" charset="0"/>
                <a:ea typeface="Hack" panose="020B0609030202020204" pitchFamily="49" charset="0"/>
                <a:cs typeface="Hack" panose="020B0609030202020204" pitchFamily="49" charset="0"/>
              </a:rPr>
              <a:t>zgrep</a:t>
            </a:r>
            <a:r>
              <a:rPr lang="en-US" b="1" spc="-16"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root</a:t>
            </a:r>
            <a:r>
              <a:rPr lang="en-US" b="1" spc="-16"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~/passwd.gz</a:t>
            </a:r>
            <a:endParaRPr lang="en-US" noProof="0" dirty="0">
              <a:solidFill>
                <a:schemeClr val="bg1"/>
              </a:solidFill>
              <a:latin typeface="Hack" panose="020B0609030202020204" pitchFamily="49" charset="0"/>
              <a:ea typeface="Hack" panose="020B0609030202020204" pitchFamily="49" charset="0"/>
              <a:cs typeface="Hack" panose="020B0609030202020204" pitchFamily="49" charset="0"/>
            </a:endParaRPr>
          </a:p>
          <a:p>
            <a:pPr marL="71199">
              <a:lnSpc>
                <a:spcPts val="1788"/>
              </a:lnSpc>
            </a:pPr>
            <a:r>
              <a:rPr lang="en-US" sz="1600" spc="-4" noProof="0" dirty="0">
                <a:solidFill>
                  <a:schemeClr val="bg1"/>
                </a:solidFill>
                <a:latin typeface="Hack" panose="020B0609030202020204" pitchFamily="49" charset="0"/>
                <a:ea typeface="Hack" panose="020B0609030202020204" pitchFamily="49" charset="0"/>
                <a:cs typeface="Hack" panose="020B0609030202020204" pitchFamily="49" charset="0"/>
              </a:rPr>
              <a:t>root::0:0:root:/root:/bin/bash</a:t>
            </a:r>
            <a:endParaRPr lang="en-US" sz="1600" noProof="0" dirty="0">
              <a:solidFill>
                <a:schemeClr val="bg1"/>
              </a:solidFill>
              <a:latin typeface="Hack" panose="020B0609030202020204" pitchFamily="49" charset="0"/>
              <a:ea typeface="Hack" panose="020B0609030202020204" pitchFamily="49" charset="0"/>
              <a:cs typeface="Hack" panose="020B0609030202020204" pitchFamily="49" charset="0"/>
            </a:endParaRPr>
          </a:p>
        </p:txBody>
      </p:sp>
    </p:spTree>
    <p:extLst>
      <p:ext uri="{BB962C8B-B14F-4D97-AF65-F5344CB8AC3E}">
        <p14:creationId xmlns:p14="http://schemas.microsoft.com/office/powerpoint/2010/main" val="339384920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2172141D-3A81-D84F-CDF9-4F694196B74E}"/>
              </a:ext>
            </a:extLst>
          </p:cNvPr>
          <p:cNvSpPr>
            <a:spLocks noGrp="1"/>
          </p:cNvSpPr>
          <p:nvPr>
            <p:ph type="ctrTitle"/>
          </p:nvPr>
        </p:nvSpPr>
        <p:spPr/>
        <p:txBody>
          <a:bodyPr/>
          <a:lstStyle/>
          <a:p>
            <a:r>
              <a:rPr lang="en-US" noProof="0" dirty="0"/>
              <a:t>Review and lab</a:t>
            </a:r>
          </a:p>
        </p:txBody>
      </p:sp>
      <p:sp>
        <p:nvSpPr>
          <p:cNvPr id="6" name="Subtitle 5">
            <a:extLst>
              <a:ext uri="{FF2B5EF4-FFF2-40B4-BE49-F238E27FC236}">
                <a16:creationId xmlns:a16="http://schemas.microsoft.com/office/drawing/2014/main" id="{56AA0EAC-98DA-5C74-F3C2-AEE92FA01D79}"/>
              </a:ext>
            </a:extLst>
          </p:cNvPr>
          <p:cNvSpPr>
            <a:spLocks noGrp="1"/>
          </p:cNvSpPr>
          <p:nvPr>
            <p:ph type="subTitle" idx="1"/>
          </p:nvPr>
        </p:nvSpPr>
        <p:spPr/>
        <p:txBody>
          <a:bodyPr/>
          <a:lstStyle/>
          <a:p>
            <a:endParaRPr lang="en-US" noProof="0" dirty="0"/>
          </a:p>
        </p:txBody>
      </p:sp>
    </p:spTree>
    <p:extLst>
      <p:ext uri="{BB962C8B-B14F-4D97-AF65-F5344CB8AC3E}">
        <p14:creationId xmlns:p14="http://schemas.microsoft.com/office/powerpoint/2010/main" val="243714271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7BC04298-B649-CC9B-A37A-112F1DBE1A0D}"/>
              </a:ext>
            </a:extLst>
          </p:cNvPr>
          <p:cNvSpPr>
            <a:spLocks noGrp="1"/>
          </p:cNvSpPr>
          <p:nvPr>
            <p:ph type="ctrTitle"/>
          </p:nvPr>
        </p:nvSpPr>
        <p:spPr/>
        <p:txBody>
          <a:bodyPr/>
          <a:lstStyle/>
          <a:p>
            <a:r>
              <a:rPr lang="en-US" noProof="0" dirty="0"/>
              <a:t>Review questions</a:t>
            </a:r>
          </a:p>
        </p:txBody>
      </p:sp>
      <p:sp>
        <p:nvSpPr>
          <p:cNvPr id="4" name="Text Placeholder 3">
            <a:extLst>
              <a:ext uri="{FF2B5EF4-FFF2-40B4-BE49-F238E27FC236}">
                <a16:creationId xmlns:a16="http://schemas.microsoft.com/office/drawing/2014/main" id="{E9C5A723-C0B1-124B-8CB6-AA3105C9A4E6}"/>
              </a:ext>
            </a:extLst>
          </p:cNvPr>
          <p:cNvSpPr>
            <a:spLocks noGrp="1"/>
          </p:cNvSpPr>
          <p:nvPr>
            <p:ph type="body" sz="quarter" idx="14"/>
          </p:nvPr>
        </p:nvSpPr>
        <p:spPr>
          <a:xfrm>
            <a:off x="443921" y="1733108"/>
            <a:ext cx="7686287" cy="4665747"/>
          </a:xfrm>
        </p:spPr>
        <p:txBody>
          <a:bodyPr>
            <a:normAutofit/>
          </a:bodyPr>
          <a:lstStyle/>
          <a:p>
            <a:pPr marL="342900" lvl="4" indent="-342900">
              <a:lnSpc>
                <a:spcPct val="150000"/>
              </a:lnSpc>
              <a:spcAft>
                <a:spcPts val="0"/>
              </a:spcAft>
              <a:buFont typeface="+mj-lt"/>
              <a:buAutoNum type="alphaLcParenR"/>
            </a:pPr>
            <a:r>
              <a:rPr lang="en-US" noProof="0" dirty="0"/>
              <a:t>You need to create an image copy of a disk. The tools available to you are tar, dd, </a:t>
            </a:r>
            <a:r>
              <a:rPr lang="en-US" noProof="0" dirty="0" err="1"/>
              <a:t>cpio</a:t>
            </a:r>
            <a:r>
              <a:rPr lang="en-US" noProof="0" dirty="0"/>
              <a:t>, and dump. Which of them is best for the task?</a:t>
            </a:r>
          </a:p>
          <a:p>
            <a:pPr marL="342900" lvl="4" indent="-342900">
              <a:lnSpc>
                <a:spcPct val="150000"/>
              </a:lnSpc>
              <a:spcAft>
                <a:spcPts val="0"/>
              </a:spcAft>
              <a:buFont typeface="+mj-lt"/>
              <a:buAutoNum type="alphaLcParenR"/>
            </a:pPr>
            <a:r>
              <a:rPr lang="en-US" noProof="0" dirty="0"/>
              <a:t>Which of the contemporary compression tools gives the best ratio?</a:t>
            </a:r>
          </a:p>
          <a:p>
            <a:pPr marL="342900" lvl="4" indent="-342900">
              <a:lnSpc>
                <a:spcPct val="150000"/>
              </a:lnSpc>
              <a:spcAft>
                <a:spcPts val="0"/>
              </a:spcAft>
              <a:buFont typeface="+mj-lt"/>
              <a:buAutoNum type="alphaLcParenR"/>
            </a:pPr>
            <a:r>
              <a:rPr lang="en-US" noProof="0" dirty="0"/>
              <a:t>Out of tar, dd, </a:t>
            </a:r>
            <a:r>
              <a:rPr lang="en-US" noProof="0" dirty="0" err="1"/>
              <a:t>cpio</a:t>
            </a:r>
            <a:r>
              <a:rPr lang="en-US" noProof="0" dirty="0"/>
              <a:t>, and dump, which utility backs up an entire ext3 file system?</a:t>
            </a:r>
          </a:p>
          <a:p>
            <a:pPr marL="342900" lvl="4" indent="-342900">
              <a:lnSpc>
                <a:spcPct val="150000"/>
              </a:lnSpc>
              <a:spcAft>
                <a:spcPts val="0"/>
              </a:spcAft>
              <a:buFont typeface="+mj-lt"/>
              <a:buAutoNum type="alphaLcParenR"/>
            </a:pPr>
            <a:r>
              <a:rPr lang="en-US" noProof="0" dirty="0"/>
              <a:t>Which option to tar will list the contents of a tar archive?</a:t>
            </a:r>
          </a:p>
          <a:p>
            <a:pPr marL="342900" lvl="4" indent="-342900">
              <a:lnSpc>
                <a:spcPct val="150000"/>
              </a:lnSpc>
              <a:spcAft>
                <a:spcPts val="0"/>
              </a:spcAft>
              <a:buFont typeface="+mj-lt"/>
              <a:buAutoNum type="alphaLcParenR"/>
            </a:pPr>
            <a:r>
              <a:rPr lang="en-US" noProof="0" dirty="0"/>
              <a:t>Which directory will tar place the files being restored (extracted)?</a:t>
            </a:r>
          </a:p>
          <a:p>
            <a:pPr marL="342900" lvl="4" indent="-342900">
              <a:lnSpc>
                <a:spcPct val="150000"/>
              </a:lnSpc>
              <a:spcAft>
                <a:spcPts val="0"/>
              </a:spcAft>
              <a:buFont typeface="+mj-lt"/>
              <a:buAutoNum type="alphaLcParenR"/>
            </a:pPr>
            <a:r>
              <a:rPr lang="en-US" noProof="0" dirty="0"/>
              <a:t>What is (arguably) the simplest method of identifying all z tools available to you on your system? (Hint: this is more about using bash than testing you compression tool knowledge.) </a:t>
            </a:r>
          </a:p>
          <a:p>
            <a:endParaRPr lang="en-US" noProof="0" dirty="0"/>
          </a:p>
        </p:txBody>
      </p:sp>
      <p:sp>
        <p:nvSpPr>
          <p:cNvPr id="2" name="Slide Number Placeholder 1">
            <a:extLst>
              <a:ext uri="{FF2B5EF4-FFF2-40B4-BE49-F238E27FC236}">
                <a16:creationId xmlns:a16="http://schemas.microsoft.com/office/drawing/2014/main" id="{D7EC235F-614F-714E-A97F-4FF50EFF14FD}"/>
              </a:ext>
            </a:extLst>
          </p:cNvPr>
          <p:cNvSpPr>
            <a:spLocks noGrp="1"/>
          </p:cNvSpPr>
          <p:nvPr>
            <p:ph type="sldNum" sz="quarter" idx="12"/>
          </p:nvPr>
        </p:nvSpPr>
        <p:spPr>
          <a:prstGeom prst="rect">
            <a:avLst/>
          </a:prstGeom>
        </p:spPr>
        <p:txBody>
          <a:bodyPr/>
          <a:lstStyle/>
          <a:p>
            <a:fld id="{EF892D59-8F09-EF4B-AD6D-DA609442F868}" type="slidenum">
              <a:rPr lang="en-US" noProof="0" smtClean="0"/>
              <a:pPr/>
              <a:t>27</a:t>
            </a:fld>
            <a:endParaRPr lang="en-US" noProof="0" dirty="0"/>
          </a:p>
        </p:txBody>
      </p:sp>
    </p:spTree>
    <p:extLst>
      <p:ext uri="{BB962C8B-B14F-4D97-AF65-F5344CB8AC3E}">
        <p14:creationId xmlns:p14="http://schemas.microsoft.com/office/powerpoint/2010/main" val="307286123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456097F5-B511-A700-E7F9-AD14CA6EBA8F}"/>
              </a:ext>
            </a:extLst>
          </p:cNvPr>
          <p:cNvSpPr>
            <a:spLocks noGrp="1"/>
          </p:cNvSpPr>
          <p:nvPr>
            <p:ph type="ctrTitle"/>
          </p:nvPr>
        </p:nvSpPr>
        <p:spPr>
          <a:xfrm>
            <a:off x="443921" y="500194"/>
            <a:ext cx="6679721" cy="858985"/>
          </a:xfrm>
        </p:spPr>
        <p:txBody>
          <a:bodyPr/>
          <a:lstStyle/>
          <a:p>
            <a:r>
              <a:rPr lang="en-US" noProof="0" dirty="0"/>
              <a:t>Practical exercise 12</a:t>
            </a:r>
          </a:p>
        </p:txBody>
      </p:sp>
      <p:sp>
        <p:nvSpPr>
          <p:cNvPr id="4" name="Text Placeholder 3">
            <a:extLst>
              <a:ext uri="{FF2B5EF4-FFF2-40B4-BE49-F238E27FC236}">
                <a16:creationId xmlns:a16="http://schemas.microsoft.com/office/drawing/2014/main" id="{E9C5A723-C0B1-124B-8CB6-AA3105C9A4E6}"/>
              </a:ext>
            </a:extLst>
          </p:cNvPr>
          <p:cNvSpPr>
            <a:spLocks noGrp="1"/>
          </p:cNvSpPr>
          <p:nvPr>
            <p:ph type="body" sz="quarter" idx="13"/>
          </p:nvPr>
        </p:nvSpPr>
        <p:spPr>
          <a:xfrm>
            <a:off x="443921" y="1733108"/>
            <a:ext cx="6679721" cy="4061405"/>
          </a:xfrm>
        </p:spPr>
        <p:txBody>
          <a:bodyPr/>
          <a:lstStyle/>
          <a:p>
            <a:pPr marL="285750" indent="-285750">
              <a:buFont typeface="Arial" panose="020B0604020202020204" pitchFamily="34" charset="0"/>
              <a:buChar char="•"/>
            </a:pPr>
            <a:r>
              <a:rPr lang="en-US" noProof="0" dirty="0"/>
              <a:t>In the accompanying Exercise Guide</a:t>
            </a:r>
          </a:p>
        </p:txBody>
      </p:sp>
      <p:sp>
        <p:nvSpPr>
          <p:cNvPr id="2" name="Slide Number Placeholder 1">
            <a:extLst>
              <a:ext uri="{FF2B5EF4-FFF2-40B4-BE49-F238E27FC236}">
                <a16:creationId xmlns:a16="http://schemas.microsoft.com/office/drawing/2014/main" id="{D7EC235F-614F-714E-A97F-4FF50EFF14FD}"/>
              </a:ext>
            </a:extLst>
          </p:cNvPr>
          <p:cNvSpPr>
            <a:spLocks noGrp="1"/>
          </p:cNvSpPr>
          <p:nvPr>
            <p:ph type="sldNum" sz="quarter" idx="4294967295"/>
          </p:nvPr>
        </p:nvSpPr>
        <p:spPr>
          <a:xfrm>
            <a:off x="11407775" y="6511925"/>
            <a:ext cx="784225" cy="179388"/>
          </a:xfrm>
          <a:prstGeom prst="rect">
            <a:avLst/>
          </a:prstGeom>
        </p:spPr>
        <p:txBody>
          <a:bodyPr/>
          <a:lstStyle/>
          <a:p>
            <a:fld id="{EF892D59-8F09-EF4B-AD6D-DA609442F868}" type="slidenum">
              <a:rPr lang="en-US" noProof="0" smtClean="0"/>
              <a:pPr/>
              <a:t>28</a:t>
            </a:fld>
            <a:endParaRPr lang="en-US" noProof="0" dirty="0"/>
          </a:p>
        </p:txBody>
      </p:sp>
    </p:spTree>
    <p:extLst>
      <p:ext uri="{BB962C8B-B14F-4D97-AF65-F5344CB8AC3E}">
        <p14:creationId xmlns:p14="http://schemas.microsoft.com/office/powerpoint/2010/main" val="73505604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2D0B37A-FBFD-F854-C0B7-15FBF36CF93D}"/>
              </a:ext>
            </a:extLst>
          </p:cNvPr>
          <p:cNvSpPr>
            <a:spLocks noGrp="1"/>
          </p:cNvSpPr>
          <p:nvPr>
            <p:ph type="ctrTitle"/>
          </p:nvPr>
        </p:nvSpPr>
        <p:spPr/>
        <p:txBody>
          <a:bodyPr/>
          <a:lstStyle/>
          <a:p>
            <a:r>
              <a:rPr lang="en-US" noProof="0" dirty="0"/>
              <a:t>Summary</a:t>
            </a:r>
          </a:p>
        </p:txBody>
      </p:sp>
      <p:sp>
        <p:nvSpPr>
          <p:cNvPr id="6" name="Text Placeholder 5">
            <a:extLst>
              <a:ext uri="{FF2B5EF4-FFF2-40B4-BE49-F238E27FC236}">
                <a16:creationId xmlns:a16="http://schemas.microsoft.com/office/drawing/2014/main" id="{9ECDB192-E59C-C44D-B6D5-3E31ED8088B5}"/>
              </a:ext>
            </a:extLst>
          </p:cNvPr>
          <p:cNvSpPr>
            <a:spLocks noGrp="1"/>
          </p:cNvSpPr>
          <p:nvPr>
            <p:ph type="body" sz="quarter" idx="14"/>
          </p:nvPr>
        </p:nvSpPr>
        <p:spPr>
          <a:xfrm>
            <a:off x="443921" y="1733108"/>
            <a:ext cx="7686287" cy="4399837"/>
          </a:xfrm>
        </p:spPr>
        <p:txBody>
          <a:bodyPr/>
          <a:lstStyle/>
          <a:p>
            <a:pPr marL="289957" indent="-280154">
              <a:spcBef>
                <a:spcPts val="569"/>
              </a:spcBef>
              <a:buClr>
                <a:srgbClr val="000000"/>
              </a:buClr>
              <a:buFont typeface="Arial"/>
              <a:buChar char="•"/>
              <a:tabLst>
                <a:tab pos="289957" algn="l"/>
                <a:tab pos="290473" algn="l"/>
              </a:tabLst>
            </a:pPr>
            <a:r>
              <a:rPr lang="en-US" sz="1800" spc="-20" noProof="0" dirty="0">
                <a:solidFill>
                  <a:srgbClr val="2D2C2C"/>
                </a:solidFill>
                <a:latin typeface="+mn-lt"/>
                <a:cs typeface="Segoe UI"/>
              </a:rPr>
              <a:t>Traditional</a:t>
            </a:r>
            <a:r>
              <a:rPr lang="en-US" sz="1800" noProof="0" dirty="0">
                <a:solidFill>
                  <a:srgbClr val="2D2C2C"/>
                </a:solidFill>
                <a:latin typeface="+mn-lt"/>
                <a:cs typeface="Segoe UI"/>
              </a:rPr>
              <a:t> </a:t>
            </a:r>
            <a:r>
              <a:rPr lang="en-US" sz="1800" spc="-8" noProof="0" dirty="0">
                <a:solidFill>
                  <a:srgbClr val="2D2C2C"/>
                </a:solidFill>
                <a:latin typeface="+mn-lt"/>
                <a:cs typeface="Segoe UI"/>
              </a:rPr>
              <a:t>tools</a:t>
            </a:r>
            <a:r>
              <a:rPr lang="en-US" sz="1800" spc="4" noProof="0" dirty="0">
                <a:solidFill>
                  <a:srgbClr val="2D2C2C"/>
                </a:solidFill>
                <a:latin typeface="+mn-lt"/>
                <a:cs typeface="Segoe UI"/>
              </a:rPr>
              <a:t> </a:t>
            </a:r>
            <a:r>
              <a:rPr lang="en-US" sz="1800" spc="-8" noProof="0" dirty="0">
                <a:solidFill>
                  <a:srgbClr val="2D2C2C"/>
                </a:solidFill>
                <a:latin typeface="+mn-lt"/>
                <a:cs typeface="Segoe UI"/>
              </a:rPr>
              <a:t>include:</a:t>
            </a:r>
            <a:endParaRPr lang="en-US" sz="1800" noProof="0" dirty="0">
              <a:latin typeface="+mn-lt"/>
              <a:cs typeface="Segoe UI"/>
            </a:endParaRPr>
          </a:p>
          <a:p>
            <a:pPr marL="518001" lvl="1" indent="-233204">
              <a:spcBef>
                <a:spcPts val="492"/>
              </a:spcBef>
              <a:buClr>
                <a:srgbClr val="000000"/>
              </a:buClr>
              <a:buFont typeface="Arial"/>
              <a:buChar char="•"/>
              <a:tabLst>
                <a:tab pos="517485" algn="l"/>
                <a:tab pos="518001" algn="l"/>
              </a:tabLst>
            </a:pPr>
            <a:r>
              <a:rPr lang="en-US" sz="1800" spc="-53" noProof="0" dirty="0">
                <a:solidFill>
                  <a:srgbClr val="2D2C2C"/>
                </a:solidFill>
                <a:latin typeface="+mn-lt"/>
                <a:cs typeface="Segoe UI"/>
              </a:rPr>
              <a:t>Tape</a:t>
            </a:r>
            <a:r>
              <a:rPr lang="en-US" sz="1800" spc="-4" noProof="0" dirty="0">
                <a:solidFill>
                  <a:srgbClr val="2D2C2C"/>
                </a:solidFill>
                <a:latin typeface="+mn-lt"/>
                <a:cs typeface="Segoe UI"/>
              </a:rPr>
              <a:t> </a:t>
            </a:r>
            <a:r>
              <a:rPr lang="en-US" sz="1800" spc="-8" noProof="0" dirty="0">
                <a:solidFill>
                  <a:srgbClr val="2D2C2C"/>
                </a:solidFill>
                <a:latin typeface="+mn-lt"/>
                <a:cs typeface="Segoe UI"/>
              </a:rPr>
              <a:t>archive</a:t>
            </a:r>
            <a:r>
              <a:rPr lang="en-US" sz="1800" spc="16" noProof="0" dirty="0">
                <a:solidFill>
                  <a:srgbClr val="2D2C2C"/>
                </a:solidFill>
                <a:latin typeface="+mn-lt"/>
                <a:cs typeface="Segoe UI"/>
              </a:rPr>
              <a:t> </a:t>
            </a:r>
            <a:r>
              <a:rPr lang="en-US" sz="1800" spc="-4" noProof="0" dirty="0">
                <a:solidFill>
                  <a:srgbClr val="2D2C2C"/>
                </a:solidFill>
                <a:latin typeface="+mn-lt"/>
                <a:cs typeface="Segoe UI"/>
              </a:rPr>
              <a:t>with</a:t>
            </a:r>
            <a:r>
              <a:rPr lang="en-US" sz="1800" spc="8" noProof="0" dirty="0">
                <a:solidFill>
                  <a:srgbClr val="2D2C2C"/>
                </a:solidFill>
                <a:latin typeface="+mn-lt"/>
                <a:cs typeface="Segoe UI"/>
              </a:rPr>
              <a:t> </a:t>
            </a:r>
            <a:r>
              <a:rPr lang="en-US" sz="1800" b="1" spc="-8" noProof="0" dirty="0">
                <a:solidFill>
                  <a:srgbClr val="0000C7"/>
                </a:solidFill>
                <a:latin typeface="Hack" panose="020B0609030202020204" pitchFamily="49" charset="0"/>
                <a:ea typeface="Hack" panose="020B0609030202020204" pitchFamily="49" charset="0"/>
                <a:cs typeface="Hack" panose="020B0609030202020204" pitchFamily="49" charset="0"/>
              </a:rPr>
              <a:t>tar</a:t>
            </a:r>
            <a:r>
              <a:rPr lang="en-US" noProof="0" dirty="0">
                <a:solidFill>
                  <a:srgbClr val="2D2C2C"/>
                </a:solidFill>
                <a:cs typeface="Segoe UI"/>
              </a:rPr>
              <a:t>.</a:t>
            </a:r>
          </a:p>
          <a:p>
            <a:pPr marL="518001" lvl="1" indent="-233204">
              <a:spcBef>
                <a:spcPts val="492"/>
              </a:spcBef>
              <a:buClr>
                <a:srgbClr val="000000"/>
              </a:buClr>
              <a:buFont typeface="Arial"/>
              <a:buChar char="•"/>
              <a:tabLst>
                <a:tab pos="517485" algn="l"/>
                <a:tab pos="518001" algn="l"/>
              </a:tabLst>
            </a:pPr>
            <a:r>
              <a:rPr lang="en-US" sz="1800" spc="-8" noProof="0" dirty="0">
                <a:solidFill>
                  <a:srgbClr val="2D2C2C"/>
                </a:solidFill>
                <a:latin typeface="+mn-lt"/>
                <a:cs typeface="Segoe UI"/>
              </a:rPr>
              <a:t>Copying</a:t>
            </a:r>
            <a:r>
              <a:rPr lang="en-US" sz="1800" noProof="0" dirty="0">
                <a:solidFill>
                  <a:srgbClr val="2D2C2C"/>
                </a:solidFill>
                <a:latin typeface="+mn-lt"/>
                <a:cs typeface="Segoe UI"/>
              </a:rPr>
              <a:t> </a:t>
            </a:r>
            <a:r>
              <a:rPr lang="en-US" sz="1800" b="1" spc="-12" noProof="0" dirty="0">
                <a:solidFill>
                  <a:srgbClr val="2D2C2C"/>
                </a:solidFill>
                <a:latin typeface="+mn-lt"/>
                <a:cs typeface="Segoe UI"/>
              </a:rPr>
              <a:t>stdin</a:t>
            </a:r>
            <a:r>
              <a:rPr lang="en-US" sz="1800" b="1" spc="41" noProof="0" dirty="0">
                <a:solidFill>
                  <a:srgbClr val="2D2C2C"/>
                </a:solidFill>
                <a:latin typeface="+mn-lt"/>
                <a:cs typeface="Segoe UI"/>
              </a:rPr>
              <a:t> </a:t>
            </a:r>
            <a:r>
              <a:rPr lang="en-US" sz="1800" spc="-16" noProof="0" dirty="0">
                <a:solidFill>
                  <a:srgbClr val="2D2C2C"/>
                </a:solidFill>
                <a:latin typeface="+mn-lt"/>
                <a:cs typeface="Segoe UI"/>
              </a:rPr>
              <a:t>to</a:t>
            </a:r>
            <a:r>
              <a:rPr lang="en-US" sz="1800" spc="4" noProof="0" dirty="0">
                <a:solidFill>
                  <a:srgbClr val="2D2C2C"/>
                </a:solidFill>
                <a:latin typeface="+mn-lt"/>
                <a:cs typeface="Segoe UI"/>
              </a:rPr>
              <a:t> </a:t>
            </a:r>
            <a:r>
              <a:rPr lang="en-US" sz="1800" b="1" spc="-8" noProof="0" dirty="0" err="1">
                <a:solidFill>
                  <a:srgbClr val="2D2C2C"/>
                </a:solidFill>
                <a:latin typeface="+mn-lt"/>
                <a:cs typeface="Segoe UI"/>
              </a:rPr>
              <a:t>stdout</a:t>
            </a:r>
            <a:r>
              <a:rPr lang="en-US" sz="1800" b="1" spc="8" noProof="0" dirty="0">
                <a:solidFill>
                  <a:srgbClr val="2D2C2C"/>
                </a:solidFill>
                <a:latin typeface="+mn-lt"/>
                <a:cs typeface="Segoe UI"/>
              </a:rPr>
              <a:t> </a:t>
            </a:r>
            <a:r>
              <a:rPr lang="en-US" sz="1800" spc="-4" noProof="0" dirty="0">
                <a:solidFill>
                  <a:srgbClr val="2D2C2C"/>
                </a:solidFill>
                <a:latin typeface="+mn-lt"/>
                <a:cs typeface="Segoe UI"/>
              </a:rPr>
              <a:t>with</a:t>
            </a:r>
            <a:r>
              <a:rPr lang="en-US" sz="1800" spc="12" noProof="0" dirty="0">
                <a:solidFill>
                  <a:srgbClr val="2D2C2C"/>
                </a:solidFill>
                <a:latin typeface="+mn-lt"/>
                <a:cs typeface="Segoe UI"/>
              </a:rPr>
              <a:t> </a:t>
            </a:r>
            <a:r>
              <a:rPr lang="en-US" sz="1800" b="1" spc="-8" noProof="0" dirty="0" err="1">
                <a:solidFill>
                  <a:srgbClr val="0000C7"/>
                </a:solidFill>
                <a:latin typeface="Hack" panose="020B0609030202020204" pitchFamily="49" charset="0"/>
                <a:ea typeface="Hack" panose="020B0609030202020204" pitchFamily="49" charset="0"/>
                <a:cs typeface="Hack" panose="020B0609030202020204" pitchFamily="49" charset="0"/>
              </a:rPr>
              <a:t>cpio</a:t>
            </a:r>
            <a:r>
              <a:rPr lang="en-US" noProof="0" dirty="0">
                <a:solidFill>
                  <a:srgbClr val="2D2C2C"/>
                </a:solidFill>
                <a:cs typeface="Segoe UI"/>
              </a:rPr>
              <a:t>.</a:t>
            </a:r>
          </a:p>
          <a:p>
            <a:pPr marL="518001" lvl="1" indent="-233204">
              <a:spcBef>
                <a:spcPts val="492"/>
              </a:spcBef>
              <a:buClr>
                <a:srgbClr val="000000"/>
              </a:buClr>
              <a:buFont typeface="Arial"/>
              <a:buChar char="•"/>
              <a:tabLst>
                <a:tab pos="517485" algn="l"/>
                <a:tab pos="518001" algn="l"/>
              </a:tabLst>
            </a:pPr>
            <a:r>
              <a:rPr lang="en-US" sz="1800" spc="-8" noProof="0" dirty="0">
                <a:solidFill>
                  <a:srgbClr val="2D2C2C"/>
                </a:solidFill>
                <a:latin typeface="+mn-lt"/>
                <a:cs typeface="Segoe UI"/>
              </a:rPr>
              <a:t>Copy</a:t>
            </a:r>
            <a:r>
              <a:rPr lang="en-US" sz="1800" spc="-12" noProof="0" dirty="0">
                <a:solidFill>
                  <a:srgbClr val="2D2C2C"/>
                </a:solidFill>
                <a:latin typeface="+mn-lt"/>
                <a:cs typeface="Segoe UI"/>
              </a:rPr>
              <a:t> </a:t>
            </a:r>
            <a:r>
              <a:rPr lang="en-US" sz="1800" spc="-4" noProof="0" dirty="0">
                <a:solidFill>
                  <a:srgbClr val="2D2C2C"/>
                </a:solidFill>
                <a:latin typeface="+mn-lt"/>
                <a:cs typeface="Segoe UI"/>
              </a:rPr>
              <a:t>and</a:t>
            </a:r>
            <a:r>
              <a:rPr lang="en-US" sz="1800" spc="-12" noProof="0" dirty="0">
                <a:solidFill>
                  <a:srgbClr val="2D2C2C"/>
                </a:solidFill>
                <a:latin typeface="+mn-lt"/>
                <a:cs typeface="Segoe UI"/>
              </a:rPr>
              <a:t> </a:t>
            </a:r>
            <a:r>
              <a:rPr lang="en-US" sz="1800" noProof="0" dirty="0">
                <a:solidFill>
                  <a:srgbClr val="2D2C2C"/>
                </a:solidFill>
                <a:latin typeface="+mn-lt"/>
                <a:cs typeface="Segoe UI"/>
              </a:rPr>
              <a:t>convert</a:t>
            </a:r>
            <a:r>
              <a:rPr lang="en-US" sz="1800" spc="33" noProof="0" dirty="0">
                <a:solidFill>
                  <a:srgbClr val="2D2C2C"/>
                </a:solidFill>
                <a:latin typeface="+mn-lt"/>
                <a:cs typeface="Segoe UI"/>
              </a:rPr>
              <a:t> </a:t>
            </a:r>
            <a:r>
              <a:rPr lang="en-US" sz="1800" spc="-8" noProof="0" dirty="0">
                <a:solidFill>
                  <a:srgbClr val="2D2C2C"/>
                </a:solidFill>
                <a:latin typeface="+mn-lt"/>
                <a:cs typeface="Segoe UI"/>
              </a:rPr>
              <a:t>with</a:t>
            </a:r>
            <a:r>
              <a:rPr lang="en-US" sz="1800" spc="16" noProof="0" dirty="0">
                <a:solidFill>
                  <a:srgbClr val="2D2C2C"/>
                </a:solidFill>
                <a:latin typeface="+mn-lt"/>
                <a:cs typeface="Segoe UI"/>
              </a:rPr>
              <a:t> </a:t>
            </a:r>
            <a:r>
              <a:rPr lang="en-US" sz="1800" b="1" spc="-16" noProof="0" dirty="0">
                <a:solidFill>
                  <a:srgbClr val="0000C7"/>
                </a:solidFill>
                <a:latin typeface="Hack" panose="020B0609030202020204" pitchFamily="49" charset="0"/>
                <a:ea typeface="Hack" panose="020B0609030202020204" pitchFamily="49" charset="0"/>
                <a:cs typeface="Hack" panose="020B0609030202020204" pitchFamily="49" charset="0"/>
              </a:rPr>
              <a:t>dd</a:t>
            </a:r>
            <a:r>
              <a:rPr lang="en-US" noProof="0" dirty="0">
                <a:solidFill>
                  <a:srgbClr val="2D2C2C"/>
                </a:solidFill>
                <a:cs typeface="Segoe UI"/>
              </a:rPr>
              <a:t>.</a:t>
            </a:r>
          </a:p>
          <a:p>
            <a:pPr marL="289957" indent="-280154">
              <a:spcBef>
                <a:spcPts val="975"/>
              </a:spcBef>
              <a:buClr>
                <a:srgbClr val="000000"/>
              </a:buClr>
              <a:buFont typeface="Arial"/>
              <a:buChar char="•"/>
              <a:tabLst>
                <a:tab pos="289957" algn="l"/>
                <a:tab pos="290473" algn="l"/>
              </a:tabLst>
            </a:pPr>
            <a:r>
              <a:rPr lang="en-US" sz="1800" spc="-4" noProof="0" dirty="0">
                <a:solidFill>
                  <a:srgbClr val="2D2C2C"/>
                </a:solidFill>
                <a:latin typeface="+mn-lt"/>
                <a:cs typeface="Segoe UI"/>
              </a:rPr>
              <a:t>File</a:t>
            </a:r>
            <a:r>
              <a:rPr lang="en-US" sz="1800" spc="-16" noProof="0" dirty="0">
                <a:solidFill>
                  <a:srgbClr val="2D2C2C"/>
                </a:solidFill>
                <a:latin typeface="+mn-lt"/>
                <a:cs typeface="Segoe UI"/>
              </a:rPr>
              <a:t> systems</a:t>
            </a:r>
            <a:r>
              <a:rPr lang="en-US" sz="1800" spc="49" noProof="0" dirty="0">
                <a:solidFill>
                  <a:srgbClr val="2D2C2C"/>
                </a:solidFill>
                <a:latin typeface="+mn-lt"/>
                <a:cs typeface="Segoe UI"/>
              </a:rPr>
              <a:t> </a:t>
            </a:r>
            <a:r>
              <a:rPr lang="en-US" sz="1800" spc="-8" noProof="0" dirty="0">
                <a:solidFill>
                  <a:srgbClr val="2D2C2C"/>
                </a:solidFill>
                <a:latin typeface="+mn-lt"/>
                <a:cs typeface="Segoe UI"/>
              </a:rPr>
              <a:t>can</a:t>
            </a:r>
            <a:r>
              <a:rPr lang="en-US" sz="1800" spc="16" noProof="0" dirty="0">
                <a:solidFill>
                  <a:srgbClr val="2D2C2C"/>
                </a:solidFill>
                <a:latin typeface="+mn-lt"/>
                <a:cs typeface="Segoe UI"/>
              </a:rPr>
              <a:t> </a:t>
            </a:r>
            <a:r>
              <a:rPr lang="en-US" sz="1800" spc="-4" noProof="0" dirty="0">
                <a:solidFill>
                  <a:srgbClr val="2D2C2C"/>
                </a:solidFill>
                <a:latin typeface="+mn-lt"/>
                <a:cs typeface="Segoe UI"/>
              </a:rPr>
              <a:t>be</a:t>
            </a:r>
            <a:r>
              <a:rPr lang="en-US" sz="1800" spc="12" noProof="0" dirty="0">
                <a:solidFill>
                  <a:srgbClr val="2D2C2C"/>
                </a:solidFill>
                <a:latin typeface="+mn-lt"/>
                <a:cs typeface="Segoe UI"/>
              </a:rPr>
              <a:t> </a:t>
            </a:r>
            <a:r>
              <a:rPr lang="en-US" sz="1800" spc="-8" noProof="0" dirty="0">
                <a:solidFill>
                  <a:srgbClr val="2D2C2C"/>
                </a:solidFill>
                <a:latin typeface="+mn-lt"/>
                <a:cs typeface="Segoe UI"/>
              </a:rPr>
              <a:t>synchronized</a:t>
            </a:r>
            <a:r>
              <a:rPr lang="en-US" sz="1800" spc="77" noProof="0" dirty="0">
                <a:solidFill>
                  <a:srgbClr val="2D2C2C"/>
                </a:solidFill>
                <a:latin typeface="+mn-lt"/>
                <a:cs typeface="Segoe UI"/>
              </a:rPr>
              <a:t> </a:t>
            </a:r>
            <a:r>
              <a:rPr lang="en-US" sz="1800" spc="-4" noProof="0" dirty="0">
                <a:solidFill>
                  <a:srgbClr val="2D2C2C"/>
                </a:solidFill>
                <a:latin typeface="+mn-lt"/>
                <a:cs typeface="Segoe UI"/>
              </a:rPr>
              <a:t>with</a:t>
            </a:r>
            <a:r>
              <a:rPr lang="en-US" sz="1800" spc="33" noProof="0" dirty="0">
                <a:solidFill>
                  <a:srgbClr val="2D2C2C"/>
                </a:solidFill>
                <a:latin typeface="+mn-lt"/>
                <a:cs typeface="Segoe UI"/>
              </a:rPr>
              <a:t> </a:t>
            </a:r>
            <a:r>
              <a:rPr lang="en-US" sz="1800" b="1" spc="-4" noProof="0" dirty="0" err="1">
                <a:solidFill>
                  <a:srgbClr val="0000C7"/>
                </a:solidFill>
                <a:latin typeface="Hack" panose="020B0609030202020204" pitchFamily="49" charset="0"/>
                <a:ea typeface="Hack" panose="020B0609030202020204" pitchFamily="49" charset="0"/>
                <a:cs typeface="Hack" panose="020B0609030202020204" pitchFamily="49" charset="0"/>
              </a:rPr>
              <a:t>rsync</a:t>
            </a:r>
            <a:r>
              <a:rPr lang="en-US" noProof="0" dirty="0">
                <a:solidFill>
                  <a:srgbClr val="2D2C2C"/>
                </a:solidFill>
                <a:cs typeface="Segoe UI"/>
              </a:rPr>
              <a:t>.</a:t>
            </a:r>
          </a:p>
          <a:p>
            <a:pPr marL="518001" lvl="1" indent="-233204">
              <a:spcBef>
                <a:spcPts val="488"/>
              </a:spcBef>
              <a:buClr>
                <a:srgbClr val="000000"/>
              </a:buClr>
              <a:buFont typeface="Arial"/>
              <a:buChar char="•"/>
              <a:tabLst>
                <a:tab pos="517485" algn="l"/>
                <a:tab pos="518001" algn="l"/>
              </a:tabLst>
            </a:pPr>
            <a:r>
              <a:rPr lang="en-US" sz="1800" spc="-8" noProof="0" dirty="0">
                <a:solidFill>
                  <a:srgbClr val="2D2C2C"/>
                </a:solidFill>
                <a:latin typeface="+mn-lt"/>
                <a:cs typeface="Segoe UI"/>
              </a:rPr>
              <a:t>They’re applied</a:t>
            </a:r>
            <a:r>
              <a:rPr lang="en-US" sz="1800" noProof="0" dirty="0">
                <a:solidFill>
                  <a:srgbClr val="2D2C2C"/>
                </a:solidFill>
                <a:latin typeface="+mn-lt"/>
                <a:cs typeface="Segoe UI"/>
              </a:rPr>
              <a:t> </a:t>
            </a:r>
            <a:r>
              <a:rPr lang="en-US" sz="1800" spc="-8" noProof="0" dirty="0">
                <a:solidFill>
                  <a:srgbClr val="2D2C2C"/>
                </a:solidFill>
                <a:latin typeface="+mn-lt"/>
                <a:cs typeface="Segoe UI"/>
              </a:rPr>
              <a:t>either</a:t>
            </a:r>
            <a:r>
              <a:rPr lang="en-US" sz="1800" spc="41" noProof="0" dirty="0">
                <a:solidFill>
                  <a:srgbClr val="2D2C2C"/>
                </a:solidFill>
                <a:latin typeface="+mn-lt"/>
                <a:cs typeface="Segoe UI"/>
              </a:rPr>
              <a:t> </a:t>
            </a:r>
            <a:r>
              <a:rPr lang="en-US" sz="1800" spc="-8" noProof="0" dirty="0">
                <a:solidFill>
                  <a:srgbClr val="2D2C2C"/>
                </a:solidFill>
                <a:latin typeface="+mn-lt"/>
                <a:cs typeface="Segoe UI"/>
              </a:rPr>
              <a:t>as</a:t>
            </a:r>
            <a:r>
              <a:rPr lang="en-US" sz="1800" spc="12" noProof="0" dirty="0">
                <a:solidFill>
                  <a:srgbClr val="2D2C2C"/>
                </a:solidFill>
                <a:latin typeface="+mn-lt"/>
                <a:cs typeface="Segoe UI"/>
              </a:rPr>
              <a:t> </a:t>
            </a:r>
            <a:r>
              <a:rPr lang="en-US" sz="1800" b="1" spc="-8" noProof="0" dirty="0">
                <a:solidFill>
                  <a:srgbClr val="2D2C2C"/>
                </a:solidFill>
                <a:latin typeface="+mn-lt"/>
                <a:cs typeface="Segoe UI"/>
              </a:rPr>
              <a:t>delta</a:t>
            </a:r>
            <a:r>
              <a:rPr lang="en-US" sz="1800" spc="37" noProof="0" dirty="0">
                <a:solidFill>
                  <a:srgbClr val="2D2C2C"/>
                </a:solidFill>
                <a:latin typeface="+mn-lt"/>
                <a:cs typeface="Segoe UI"/>
              </a:rPr>
              <a:t> </a:t>
            </a:r>
            <a:r>
              <a:rPr lang="en-US" sz="1800" spc="-4" noProof="0" dirty="0">
                <a:solidFill>
                  <a:srgbClr val="2D2C2C"/>
                </a:solidFill>
                <a:latin typeface="+mn-lt"/>
                <a:cs typeface="Segoe UI"/>
              </a:rPr>
              <a:t>copy </a:t>
            </a:r>
            <a:r>
              <a:rPr lang="en-US" sz="1800" spc="-8" noProof="0" dirty="0">
                <a:solidFill>
                  <a:srgbClr val="2D2C2C"/>
                </a:solidFill>
                <a:latin typeface="+mn-lt"/>
                <a:cs typeface="Segoe UI"/>
              </a:rPr>
              <a:t>tool</a:t>
            </a:r>
            <a:r>
              <a:rPr lang="en-US" sz="1800" spc="20" noProof="0" dirty="0">
                <a:solidFill>
                  <a:srgbClr val="2D2C2C"/>
                </a:solidFill>
                <a:latin typeface="+mn-lt"/>
                <a:cs typeface="Segoe UI"/>
              </a:rPr>
              <a:t> </a:t>
            </a:r>
            <a:r>
              <a:rPr lang="en-US" sz="1800" spc="-4" noProof="0" dirty="0">
                <a:solidFill>
                  <a:srgbClr val="2D2C2C"/>
                </a:solidFill>
                <a:latin typeface="+mn-lt"/>
                <a:cs typeface="Segoe UI"/>
              </a:rPr>
              <a:t>or</a:t>
            </a:r>
            <a:r>
              <a:rPr lang="en-US" sz="1800" spc="4" noProof="0" dirty="0">
                <a:solidFill>
                  <a:srgbClr val="2D2C2C"/>
                </a:solidFill>
                <a:latin typeface="+mn-lt"/>
                <a:cs typeface="Segoe UI"/>
              </a:rPr>
              <a:t> </a:t>
            </a:r>
            <a:r>
              <a:rPr lang="en-US" sz="1800" spc="-4" noProof="0" dirty="0">
                <a:solidFill>
                  <a:srgbClr val="2D2C2C"/>
                </a:solidFill>
                <a:latin typeface="+mn-lt"/>
                <a:cs typeface="Segoe UI"/>
              </a:rPr>
              <a:t>a</a:t>
            </a:r>
            <a:r>
              <a:rPr lang="en-US" sz="1800" spc="-8" noProof="0" dirty="0">
                <a:solidFill>
                  <a:srgbClr val="2D2C2C"/>
                </a:solidFill>
                <a:latin typeface="+mn-lt"/>
                <a:cs typeface="Segoe UI"/>
              </a:rPr>
              <a:t> </a:t>
            </a:r>
            <a:r>
              <a:rPr lang="en-US" sz="1800" spc="-4" noProof="0" dirty="0">
                <a:solidFill>
                  <a:srgbClr val="2D2C2C"/>
                </a:solidFill>
                <a:latin typeface="+mn-lt"/>
                <a:cs typeface="Segoe UI"/>
              </a:rPr>
              <a:t>network</a:t>
            </a:r>
            <a:r>
              <a:rPr lang="en-US" sz="1800" spc="37" noProof="0" dirty="0">
                <a:solidFill>
                  <a:srgbClr val="2D2C2C"/>
                </a:solidFill>
                <a:latin typeface="+mn-lt"/>
                <a:cs typeface="Segoe UI"/>
              </a:rPr>
              <a:t> </a:t>
            </a:r>
            <a:r>
              <a:rPr lang="en-US" sz="1800" noProof="0" dirty="0">
                <a:solidFill>
                  <a:srgbClr val="2D2C2C"/>
                </a:solidFill>
                <a:latin typeface="+mn-lt"/>
                <a:cs typeface="Segoe UI"/>
              </a:rPr>
              <a:t>service.</a:t>
            </a:r>
            <a:endParaRPr lang="en-US" sz="1800" noProof="0" dirty="0">
              <a:latin typeface="+mn-lt"/>
              <a:cs typeface="Segoe UI"/>
            </a:endParaRPr>
          </a:p>
          <a:p>
            <a:pPr marL="289957" indent="-280154">
              <a:spcBef>
                <a:spcPts val="975"/>
              </a:spcBef>
              <a:buClr>
                <a:srgbClr val="000000"/>
              </a:buClr>
              <a:buFont typeface="Arial"/>
              <a:buChar char="•"/>
              <a:tabLst>
                <a:tab pos="289957" algn="l"/>
                <a:tab pos="290473" algn="l"/>
              </a:tabLst>
            </a:pPr>
            <a:r>
              <a:rPr lang="en-US" sz="1800" spc="-4" noProof="0" dirty="0">
                <a:solidFill>
                  <a:srgbClr val="2D2C2C"/>
                </a:solidFill>
                <a:latin typeface="+mn-lt"/>
                <a:cs typeface="Segoe UI"/>
              </a:rPr>
              <a:t>Modern </a:t>
            </a:r>
            <a:r>
              <a:rPr lang="en-US" sz="1800" spc="-12" noProof="0" dirty="0">
                <a:solidFill>
                  <a:srgbClr val="2D2C2C"/>
                </a:solidFill>
                <a:latin typeface="+mn-lt"/>
                <a:cs typeface="Segoe UI"/>
              </a:rPr>
              <a:t>compression</a:t>
            </a:r>
            <a:r>
              <a:rPr lang="en-US" sz="1800" spc="69" noProof="0" dirty="0">
                <a:solidFill>
                  <a:srgbClr val="2D2C2C"/>
                </a:solidFill>
                <a:latin typeface="+mn-lt"/>
                <a:cs typeface="Segoe UI"/>
              </a:rPr>
              <a:t> </a:t>
            </a:r>
            <a:r>
              <a:rPr lang="en-US" sz="1800" spc="-8" noProof="0" dirty="0">
                <a:solidFill>
                  <a:srgbClr val="2D2C2C"/>
                </a:solidFill>
                <a:latin typeface="+mn-lt"/>
                <a:cs typeface="Segoe UI"/>
              </a:rPr>
              <a:t>tools</a:t>
            </a:r>
            <a:r>
              <a:rPr lang="en-US" sz="1800" spc="4" noProof="0" dirty="0">
                <a:solidFill>
                  <a:srgbClr val="2D2C2C"/>
                </a:solidFill>
                <a:latin typeface="+mn-lt"/>
                <a:cs typeface="Segoe UI"/>
              </a:rPr>
              <a:t> </a:t>
            </a:r>
            <a:r>
              <a:rPr lang="en-US" sz="1800" spc="-8" noProof="0" dirty="0">
                <a:solidFill>
                  <a:srgbClr val="2D2C2C"/>
                </a:solidFill>
                <a:latin typeface="+mn-lt"/>
                <a:cs typeface="Segoe UI"/>
              </a:rPr>
              <a:t>include</a:t>
            </a:r>
            <a:r>
              <a:rPr lang="en-US" spc="-8" noProof="0" dirty="0">
                <a:solidFill>
                  <a:srgbClr val="2D2C2C"/>
                </a:solidFill>
                <a:cs typeface="Segoe UI"/>
              </a:rPr>
              <a:t> </a:t>
            </a:r>
            <a:r>
              <a:rPr lang="en-US" sz="1800" b="1" spc="-4" noProof="0" dirty="0">
                <a:solidFill>
                  <a:srgbClr val="0000C7"/>
                </a:solidFill>
                <a:latin typeface="Hack" panose="020B0609030202020204" pitchFamily="49" charset="0"/>
                <a:ea typeface="Hack" panose="020B0609030202020204" pitchFamily="49" charset="0"/>
                <a:cs typeface="Hack" panose="020B0609030202020204" pitchFamily="49" charset="0"/>
              </a:rPr>
              <a:t>zip</a:t>
            </a:r>
            <a:r>
              <a:rPr lang="en-US" sz="1800" spc="-4" noProof="0" dirty="0">
                <a:solidFill>
                  <a:srgbClr val="2D2C2C"/>
                </a:solidFill>
                <a:latin typeface="+mn-lt"/>
                <a:cs typeface="Segoe UI"/>
              </a:rPr>
              <a:t>,</a:t>
            </a:r>
            <a:r>
              <a:rPr lang="en-US" sz="1800" spc="-28" noProof="0" dirty="0">
                <a:solidFill>
                  <a:srgbClr val="2D2C2C"/>
                </a:solidFill>
                <a:latin typeface="+mn-lt"/>
                <a:cs typeface="Segoe UI"/>
              </a:rPr>
              <a:t> </a:t>
            </a:r>
            <a:r>
              <a:rPr lang="en-US" sz="1800" b="1" spc="-8" noProof="0" dirty="0" err="1">
                <a:solidFill>
                  <a:srgbClr val="0000C7"/>
                </a:solidFill>
                <a:latin typeface="Hack" panose="020B0609030202020204" pitchFamily="49" charset="0"/>
                <a:ea typeface="Hack" panose="020B0609030202020204" pitchFamily="49" charset="0"/>
                <a:cs typeface="Hack" panose="020B0609030202020204" pitchFamily="49" charset="0"/>
              </a:rPr>
              <a:t>gzip</a:t>
            </a:r>
            <a:r>
              <a:rPr lang="en-US" sz="1800" spc="-8" noProof="0" dirty="0">
                <a:solidFill>
                  <a:srgbClr val="2D2C2C"/>
                </a:solidFill>
                <a:latin typeface="+mn-lt"/>
                <a:cs typeface="Segoe UI"/>
              </a:rPr>
              <a:t>,</a:t>
            </a:r>
            <a:r>
              <a:rPr lang="en-US" sz="1800" spc="12" noProof="0" dirty="0">
                <a:solidFill>
                  <a:srgbClr val="2D2C2C"/>
                </a:solidFill>
                <a:latin typeface="+mn-lt"/>
                <a:cs typeface="Segoe UI"/>
              </a:rPr>
              <a:t> </a:t>
            </a:r>
            <a:r>
              <a:rPr lang="en-US" sz="1800" b="1" spc="-8" noProof="0" dirty="0">
                <a:solidFill>
                  <a:srgbClr val="0000C7"/>
                </a:solidFill>
                <a:latin typeface="Hack" panose="020B0609030202020204" pitchFamily="49" charset="0"/>
                <a:ea typeface="Hack" panose="020B0609030202020204" pitchFamily="49" charset="0"/>
                <a:cs typeface="Hack" panose="020B0609030202020204" pitchFamily="49" charset="0"/>
              </a:rPr>
              <a:t>bzip2</a:t>
            </a:r>
            <a:r>
              <a:rPr lang="en-US" sz="1800" spc="-8" noProof="0" dirty="0">
                <a:solidFill>
                  <a:srgbClr val="2D2C2C"/>
                </a:solidFill>
                <a:latin typeface="+mn-lt"/>
                <a:cs typeface="Segoe UI"/>
              </a:rPr>
              <a:t>, and</a:t>
            </a:r>
            <a:r>
              <a:rPr lang="en-US" sz="1800" spc="12" noProof="0" dirty="0">
                <a:solidFill>
                  <a:srgbClr val="2D2C2C"/>
                </a:solidFill>
                <a:latin typeface="+mn-lt"/>
                <a:cs typeface="Segoe UI"/>
              </a:rPr>
              <a:t> </a:t>
            </a:r>
            <a:r>
              <a:rPr lang="en-US" sz="1800" b="1" spc="-4" noProof="0" dirty="0" err="1">
                <a:solidFill>
                  <a:srgbClr val="0000C7"/>
                </a:solidFill>
                <a:latin typeface="Hack" panose="020B0609030202020204" pitchFamily="49" charset="0"/>
                <a:ea typeface="Hack" panose="020B0609030202020204" pitchFamily="49" charset="0"/>
                <a:cs typeface="Hack" panose="020B0609030202020204" pitchFamily="49" charset="0"/>
              </a:rPr>
              <a:t>xz</a:t>
            </a:r>
            <a:r>
              <a:rPr lang="en-US" spc="-8" noProof="0" dirty="0">
                <a:solidFill>
                  <a:srgbClr val="2D2C2C"/>
                </a:solidFill>
                <a:cs typeface="Segoe UI"/>
              </a:rPr>
              <a:t>.</a:t>
            </a:r>
          </a:p>
          <a:p>
            <a:pPr marL="289957" indent="-280154">
              <a:spcBef>
                <a:spcPts val="975"/>
              </a:spcBef>
              <a:buClr>
                <a:srgbClr val="000000"/>
              </a:buClr>
              <a:buFont typeface="Arial"/>
              <a:buChar char="•"/>
              <a:tabLst>
                <a:tab pos="289957" algn="l"/>
                <a:tab pos="290473" algn="l"/>
              </a:tabLst>
            </a:pPr>
            <a:r>
              <a:rPr lang="en-US" spc="-12" noProof="0" dirty="0">
                <a:solidFill>
                  <a:srgbClr val="2D2C2C"/>
                </a:solidFill>
                <a:latin typeface="+mn-lt"/>
                <a:cs typeface="Segoe UI"/>
              </a:rPr>
              <a:t>Compressed</a:t>
            </a:r>
            <a:r>
              <a:rPr lang="en-US" spc="57" noProof="0" dirty="0">
                <a:solidFill>
                  <a:srgbClr val="2D2C2C"/>
                </a:solidFill>
                <a:latin typeface="+mn-lt"/>
                <a:cs typeface="Segoe UI"/>
              </a:rPr>
              <a:t> </a:t>
            </a:r>
            <a:r>
              <a:rPr lang="en-US" spc="-8" noProof="0" dirty="0">
                <a:solidFill>
                  <a:srgbClr val="2D2C2C"/>
                </a:solidFill>
                <a:latin typeface="+mn-lt"/>
                <a:cs typeface="Segoe UI"/>
              </a:rPr>
              <a:t>files</a:t>
            </a:r>
            <a:r>
              <a:rPr lang="en-US" spc="16" noProof="0" dirty="0">
                <a:solidFill>
                  <a:srgbClr val="2D2C2C"/>
                </a:solidFill>
                <a:latin typeface="+mn-lt"/>
                <a:cs typeface="Segoe UI"/>
              </a:rPr>
              <a:t> </a:t>
            </a:r>
            <a:r>
              <a:rPr lang="en-US" spc="-8" noProof="0" dirty="0">
                <a:solidFill>
                  <a:srgbClr val="2D2C2C"/>
                </a:solidFill>
                <a:latin typeface="+mn-lt"/>
                <a:cs typeface="Segoe UI"/>
              </a:rPr>
              <a:t>can</a:t>
            </a:r>
            <a:r>
              <a:rPr lang="en-US" spc="16" noProof="0" dirty="0">
                <a:solidFill>
                  <a:srgbClr val="2D2C2C"/>
                </a:solidFill>
                <a:latin typeface="+mn-lt"/>
                <a:cs typeface="Segoe UI"/>
              </a:rPr>
              <a:t> </a:t>
            </a:r>
            <a:r>
              <a:rPr lang="en-US" spc="-4" noProof="0" dirty="0">
                <a:solidFill>
                  <a:srgbClr val="2D2C2C"/>
                </a:solidFill>
                <a:latin typeface="+mn-lt"/>
                <a:cs typeface="Segoe UI"/>
              </a:rPr>
              <a:t>be</a:t>
            </a:r>
            <a:r>
              <a:rPr lang="en-US" spc="16" noProof="0" dirty="0">
                <a:solidFill>
                  <a:srgbClr val="2D2C2C"/>
                </a:solidFill>
                <a:latin typeface="+mn-lt"/>
                <a:cs typeface="Segoe UI"/>
              </a:rPr>
              <a:t> </a:t>
            </a:r>
            <a:r>
              <a:rPr lang="en-US" spc="-8" noProof="0" dirty="0">
                <a:solidFill>
                  <a:srgbClr val="2D2C2C"/>
                </a:solidFill>
                <a:latin typeface="+mn-lt"/>
                <a:cs typeface="Segoe UI"/>
              </a:rPr>
              <a:t>opened</a:t>
            </a:r>
            <a:r>
              <a:rPr lang="en-US" spc="41" noProof="0" dirty="0">
                <a:solidFill>
                  <a:srgbClr val="2D2C2C"/>
                </a:solidFill>
                <a:latin typeface="+mn-lt"/>
                <a:cs typeface="Segoe UI"/>
              </a:rPr>
              <a:t> </a:t>
            </a:r>
            <a:r>
              <a:rPr lang="en-US" spc="-4" noProof="0" dirty="0">
                <a:solidFill>
                  <a:srgbClr val="2D2C2C"/>
                </a:solidFill>
                <a:latin typeface="+mn-lt"/>
                <a:cs typeface="Segoe UI"/>
              </a:rPr>
              <a:t>with</a:t>
            </a:r>
            <a:r>
              <a:rPr lang="en-US" spc="16" noProof="0" dirty="0">
                <a:solidFill>
                  <a:srgbClr val="2D2C2C"/>
                </a:solidFill>
                <a:latin typeface="+mn-lt"/>
                <a:cs typeface="Segoe UI"/>
              </a:rPr>
              <a:t> </a:t>
            </a:r>
            <a:r>
              <a:rPr lang="en-US" spc="-4" noProof="0" dirty="0">
                <a:solidFill>
                  <a:srgbClr val="2D2C2C"/>
                </a:solidFill>
                <a:latin typeface="+mn-lt"/>
                <a:cs typeface="Segoe UI"/>
              </a:rPr>
              <a:t>the</a:t>
            </a:r>
            <a:r>
              <a:rPr lang="en-US" spc="20" noProof="0" dirty="0">
                <a:solidFill>
                  <a:srgbClr val="2D2C2C"/>
                </a:solidFill>
                <a:latin typeface="+mn-lt"/>
                <a:cs typeface="Segoe UI"/>
              </a:rPr>
              <a:t> </a:t>
            </a:r>
            <a:r>
              <a:rPr lang="en-US" b="1" spc="-4" noProof="0" dirty="0">
                <a:solidFill>
                  <a:srgbClr val="0000C7"/>
                </a:solidFill>
                <a:latin typeface="Hack" panose="020B0609030202020204" pitchFamily="49" charset="0"/>
                <a:ea typeface="Hack" panose="020B0609030202020204" pitchFamily="49" charset="0"/>
                <a:cs typeface="Hack" panose="020B0609030202020204" pitchFamily="49" charset="0"/>
              </a:rPr>
              <a:t>z</a:t>
            </a:r>
            <a:r>
              <a:rPr lang="en-US" b="1" spc="-4" noProof="0" dirty="0">
                <a:solidFill>
                  <a:srgbClr val="0000C7"/>
                </a:solidFill>
                <a:ea typeface="Hack" panose="020B0609030202020204" pitchFamily="49" charset="0"/>
                <a:cs typeface="Segoe UI"/>
              </a:rPr>
              <a:t> </a:t>
            </a:r>
            <a:r>
              <a:rPr lang="en-US" spc="-8" noProof="0" dirty="0">
                <a:solidFill>
                  <a:srgbClr val="2D2C2C"/>
                </a:solidFill>
                <a:latin typeface="+mn-lt"/>
                <a:cs typeface="Segoe UI"/>
              </a:rPr>
              <a:t>tools.</a:t>
            </a:r>
            <a:endParaRPr lang="en-US" noProof="0" dirty="0">
              <a:latin typeface="+mn-lt"/>
              <a:cs typeface="Segoe UI"/>
            </a:endParaRPr>
          </a:p>
          <a:p>
            <a:endParaRPr lang="en-US" sz="1800" noProof="0" dirty="0"/>
          </a:p>
          <a:p>
            <a:endParaRPr lang="en-US" noProof="0" dirty="0"/>
          </a:p>
        </p:txBody>
      </p:sp>
      <p:sp>
        <p:nvSpPr>
          <p:cNvPr id="2" name="Slide Number Placeholder 1">
            <a:extLst>
              <a:ext uri="{FF2B5EF4-FFF2-40B4-BE49-F238E27FC236}">
                <a16:creationId xmlns:a16="http://schemas.microsoft.com/office/drawing/2014/main" id="{F111C5DB-635E-4576-A4C3-837B7E452E1E}"/>
              </a:ext>
            </a:extLst>
          </p:cNvPr>
          <p:cNvSpPr>
            <a:spLocks noGrp="1"/>
          </p:cNvSpPr>
          <p:nvPr>
            <p:ph type="sldNum" sz="quarter" idx="12"/>
          </p:nvPr>
        </p:nvSpPr>
        <p:spPr>
          <a:prstGeom prst="rect">
            <a:avLst/>
          </a:prstGeom>
        </p:spPr>
        <p:txBody>
          <a:bodyPr/>
          <a:lstStyle/>
          <a:p>
            <a:fld id="{EF892D59-8F09-EF4B-AD6D-DA609442F868}" type="slidenum">
              <a:rPr lang="en-US" noProof="0" smtClean="0"/>
              <a:pPr/>
              <a:t>29</a:t>
            </a:fld>
            <a:endParaRPr lang="en-US" noProof="0" dirty="0"/>
          </a:p>
        </p:txBody>
      </p:sp>
    </p:spTree>
    <p:extLst>
      <p:ext uri="{BB962C8B-B14F-4D97-AF65-F5344CB8AC3E}">
        <p14:creationId xmlns:p14="http://schemas.microsoft.com/office/powerpoint/2010/main" val="1451311382"/>
      </p:ext>
    </p:extLst>
  </p:cSld>
  <p:clrMapOvr>
    <a:masterClrMapping/>
  </p:clrMapOvr>
</p:sld>
</file>

<file path=ppt/theme/theme1.xml><?xml version="1.0" encoding="utf-8"?>
<a:theme xmlns:a="http://schemas.openxmlformats.org/drawingml/2006/main" name="Cover Slides - Business/Marketing">
  <a:themeElements>
    <a:clrScheme name="QA new">
      <a:dk1>
        <a:srgbClr val="0D0D0D"/>
      </a:dk1>
      <a:lt1>
        <a:sysClr val="window" lastClr="FFFFFF"/>
      </a:lt1>
      <a:dk2>
        <a:srgbClr val="0D0D0D"/>
      </a:dk2>
      <a:lt2>
        <a:srgbClr val="F2F2F2"/>
      </a:lt2>
      <a:accent1>
        <a:srgbClr val="2FB7DA"/>
      </a:accent1>
      <a:accent2>
        <a:srgbClr val="FCAC69"/>
      </a:accent2>
      <a:accent3>
        <a:srgbClr val="9E84F5"/>
      </a:accent3>
      <a:accent4>
        <a:srgbClr val="FC5B61"/>
      </a:accent4>
      <a:accent5>
        <a:srgbClr val="82CAAE"/>
      </a:accent5>
      <a:accent6>
        <a:srgbClr val="FFDC57"/>
      </a:accent6>
      <a:hlink>
        <a:srgbClr val="467886"/>
      </a:hlink>
      <a:folHlink>
        <a:srgbClr val="96607D"/>
      </a:folHlink>
    </a:clrScheme>
    <a:fontScheme name="QA - Theme font Figtree">
      <a:majorFont>
        <a:latin typeface="Figtree ExtraBold"/>
        <a:ea typeface=""/>
        <a:cs typeface=""/>
      </a:majorFont>
      <a:minorFont>
        <a:latin typeface="Figtre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QAPPTDeck_07June2024_Draft10_WIP" id="{31718AEA-A993-4BB7-B3DF-78738FFB6F18}" vid="{6ECD9A05-B13E-4324-B75B-08409513F687}"/>
    </a:ext>
  </a:extLst>
</a:theme>
</file>

<file path=ppt/theme/theme2.xml><?xml version="1.0" encoding="utf-8"?>
<a:theme xmlns:a="http://schemas.openxmlformats.org/drawingml/2006/main" name="Divider Slides">
  <a:themeElements>
    <a:clrScheme name="QA new">
      <a:dk1>
        <a:srgbClr val="0D0D0D"/>
      </a:dk1>
      <a:lt1>
        <a:sysClr val="window" lastClr="FFFFFF"/>
      </a:lt1>
      <a:dk2>
        <a:srgbClr val="0D0D0D"/>
      </a:dk2>
      <a:lt2>
        <a:srgbClr val="F2F2F2"/>
      </a:lt2>
      <a:accent1>
        <a:srgbClr val="2FB7DA"/>
      </a:accent1>
      <a:accent2>
        <a:srgbClr val="FCAC69"/>
      </a:accent2>
      <a:accent3>
        <a:srgbClr val="9E84F5"/>
      </a:accent3>
      <a:accent4>
        <a:srgbClr val="FC5B61"/>
      </a:accent4>
      <a:accent5>
        <a:srgbClr val="82CAAE"/>
      </a:accent5>
      <a:accent6>
        <a:srgbClr val="FFDC57"/>
      </a:accent6>
      <a:hlink>
        <a:srgbClr val="467886"/>
      </a:hlink>
      <a:folHlink>
        <a:srgbClr val="96607D"/>
      </a:folHlink>
    </a:clrScheme>
    <a:fontScheme name="QA - Theme font Figtree">
      <a:majorFont>
        <a:latin typeface="Figtree ExtraBold"/>
        <a:ea typeface=""/>
        <a:cs typeface=""/>
      </a:majorFont>
      <a:minorFont>
        <a:latin typeface="Figtre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QAPPTDeck_07June2024_Draft10_WIP" id="{31718AEA-A993-4BB7-B3DF-78738FFB6F18}" vid="{6E6B1516-6D1C-4FBD-AF93-6EEE726A80B9}"/>
    </a:ext>
  </a:extLst>
</a:theme>
</file>

<file path=ppt/theme/theme3.xml><?xml version="1.0" encoding="utf-8"?>
<a:theme xmlns:a="http://schemas.openxmlformats.org/drawingml/2006/main" name="Blue Module">
  <a:themeElements>
    <a:clrScheme name="QA new">
      <a:dk1>
        <a:srgbClr val="0D0D0D"/>
      </a:dk1>
      <a:lt1>
        <a:sysClr val="window" lastClr="FFFFFF"/>
      </a:lt1>
      <a:dk2>
        <a:srgbClr val="0D0D0D"/>
      </a:dk2>
      <a:lt2>
        <a:srgbClr val="F2F2F2"/>
      </a:lt2>
      <a:accent1>
        <a:srgbClr val="2FB7DA"/>
      </a:accent1>
      <a:accent2>
        <a:srgbClr val="FCAC69"/>
      </a:accent2>
      <a:accent3>
        <a:srgbClr val="9E84F5"/>
      </a:accent3>
      <a:accent4>
        <a:srgbClr val="FC5B61"/>
      </a:accent4>
      <a:accent5>
        <a:srgbClr val="82CAAE"/>
      </a:accent5>
      <a:accent6>
        <a:srgbClr val="FFDC57"/>
      </a:accent6>
      <a:hlink>
        <a:srgbClr val="467886"/>
      </a:hlink>
      <a:folHlink>
        <a:srgbClr val="96607D"/>
      </a:folHlink>
    </a:clrScheme>
    <a:fontScheme name="QA - Theme font Figtree">
      <a:majorFont>
        <a:latin typeface="Figtree ExtraBold"/>
        <a:ea typeface=""/>
        <a:cs typeface=""/>
      </a:majorFont>
      <a:minorFont>
        <a:latin typeface="Figtre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QAPPTDeck_07June2024_Draft10_WIP" id="{31718AEA-A993-4BB7-B3DF-78738FFB6F18}" vid="{99BD60D0-E4C9-4F6E-BF4B-1B224EC6A50A}"/>
    </a:ext>
  </a:extLst>
</a:theme>
</file>

<file path=ppt/theme/theme4.xml><?xml version="1.0" encoding="utf-8"?>
<a:theme xmlns:a="http://schemas.openxmlformats.org/drawingml/2006/main" name="Yellow Module">
  <a:themeElements>
    <a:clrScheme name="QA new">
      <a:dk1>
        <a:srgbClr val="0D0D0D"/>
      </a:dk1>
      <a:lt1>
        <a:sysClr val="window" lastClr="FFFFFF"/>
      </a:lt1>
      <a:dk2>
        <a:srgbClr val="0D0D0D"/>
      </a:dk2>
      <a:lt2>
        <a:srgbClr val="F2F2F2"/>
      </a:lt2>
      <a:accent1>
        <a:srgbClr val="2FB7DA"/>
      </a:accent1>
      <a:accent2>
        <a:srgbClr val="FCAC69"/>
      </a:accent2>
      <a:accent3>
        <a:srgbClr val="9E84F5"/>
      </a:accent3>
      <a:accent4>
        <a:srgbClr val="FC5B61"/>
      </a:accent4>
      <a:accent5>
        <a:srgbClr val="82CAAE"/>
      </a:accent5>
      <a:accent6>
        <a:srgbClr val="FFDC57"/>
      </a:accent6>
      <a:hlink>
        <a:srgbClr val="467886"/>
      </a:hlink>
      <a:folHlink>
        <a:srgbClr val="96607D"/>
      </a:folHlink>
    </a:clrScheme>
    <a:fontScheme name="QA - Theme font Figtree">
      <a:majorFont>
        <a:latin typeface="Figtree ExtraBold"/>
        <a:ea typeface=""/>
        <a:cs typeface=""/>
      </a:majorFont>
      <a:minorFont>
        <a:latin typeface="Figtre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QAPPTDeck_07June2024_Draft10_WIP" id="{31718AEA-A993-4BB7-B3DF-78738FFB6F18}" vid="{99BD60D0-E4C9-4F6E-BF4B-1B224EC6A50A}"/>
    </a:ext>
  </a:extLst>
</a:theme>
</file>

<file path=ppt/theme/theme5.xml><?xml version="1.0" encoding="utf-8"?>
<a:theme xmlns:a="http://schemas.openxmlformats.org/drawingml/2006/main" name="Red Module">
  <a:themeElements>
    <a:clrScheme name="QA new">
      <a:dk1>
        <a:srgbClr val="0D0D0D"/>
      </a:dk1>
      <a:lt1>
        <a:sysClr val="window" lastClr="FFFFFF"/>
      </a:lt1>
      <a:dk2>
        <a:srgbClr val="0D0D0D"/>
      </a:dk2>
      <a:lt2>
        <a:srgbClr val="F2F2F2"/>
      </a:lt2>
      <a:accent1>
        <a:srgbClr val="2FB7DA"/>
      </a:accent1>
      <a:accent2>
        <a:srgbClr val="FCAC69"/>
      </a:accent2>
      <a:accent3>
        <a:srgbClr val="9E84F5"/>
      </a:accent3>
      <a:accent4>
        <a:srgbClr val="FC5B61"/>
      </a:accent4>
      <a:accent5>
        <a:srgbClr val="82CAAE"/>
      </a:accent5>
      <a:accent6>
        <a:srgbClr val="FFDC57"/>
      </a:accent6>
      <a:hlink>
        <a:srgbClr val="467886"/>
      </a:hlink>
      <a:folHlink>
        <a:srgbClr val="96607D"/>
      </a:folHlink>
    </a:clrScheme>
    <a:fontScheme name="QA - Theme font Figtree">
      <a:majorFont>
        <a:latin typeface="Figtree ExtraBold"/>
        <a:ea typeface=""/>
        <a:cs typeface=""/>
      </a:majorFont>
      <a:minorFont>
        <a:latin typeface="Figtre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QAPPTDeck_07June2024_Draft10_WIP" id="{31718AEA-A993-4BB7-B3DF-78738FFB6F18}" vid="{99BD60D0-E4C9-4F6E-BF4B-1B224EC6A50A}"/>
    </a:ext>
  </a:extLst>
</a:theme>
</file>

<file path=ppt/theme/theme6.xml><?xml version="1.0" encoding="utf-8"?>
<a:theme xmlns:a="http://schemas.openxmlformats.org/drawingml/2006/main" name="Purple Module">
  <a:themeElements>
    <a:clrScheme name="QA new">
      <a:dk1>
        <a:srgbClr val="0D0D0D"/>
      </a:dk1>
      <a:lt1>
        <a:sysClr val="window" lastClr="FFFFFF"/>
      </a:lt1>
      <a:dk2>
        <a:srgbClr val="0D0D0D"/>
      </a:dk2>
      <a:lt2>
        <a:srgbClr val="F2F2F2"/>
      </a:lt2>
      <a:accent1>
        <a:srgbClr val="2FB7DA"/>
      </a:accent1>
      <a:accent2>
        <a:srgbClr val="FCAC69"/>
      </a:accent2>
      <a:accent3>
        <a:srgbClr val="9E84F5"/>
      </a:accent3>
      <a:accent4>
        <a:srgbClr val="FC5B61"/>
      </a:accent4>
      <a:accent5>
        <a:srgbClr val="82CAAE"/>
      </a:accent5>
      <a:accent6>
        <a:srgbClr val="FFDC57"/>
      </a:accent6>
      <a:hlink>
        <a:srgbClr val="467886"/>
      </a:hlink>
      <a:folHlink>
        <a:srgbClr val="96607D"/>
      </a:folHlink>
    </a:clrScheme>
    <a:fontScheme name="QA - Theme font Figtree">
      <a:majorFont>
        <a:latin typeface="Figtree ExtraBold"/>
        <a:ea typeface=""/>
        <a:cs typeface=""/>
      </a:majorFont>
      <a:minorFont>
        <a:latin typeface="Figtre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QAPPTDeck_07June2024_Draft10_WIP" id="{31718AEA-A993-4BB7-B3DF-78738FFB6F18}" vid="{99BD60D0-E4C9-4F6E-BF4B-1B224EC6A50A}"/>
    </a:ext>
  </a:extLst>
</a:theme>
</file>

<file path=ppt/theme/theme7.xml><?xml version="1.0" encoding="utf-8"?>
<a:theme xmlns:a="http://schemas.openxmlformats.org/drawingml/2006/main" name="Orange Module">
  <a:themeElements>
    <a:clrScheme name="QA new">
      <a:dk1>
        <a:srgbClr val="0D0D0D"/>
      </a:dk1>
      <a:lt1>
        <a:sysClr val="window" lastClr="FFFFFF"/>
      </a:lt1>
      <a:dk2>
        <a:srgbClr val="0D0D0D"/>
      </a:dk2>
      <a:lt2>
        <a:srgbClr val="F2F2F2"/>
      </a:lt2>
      <a:accent1>
        <a:srgbClr val="2FB7DA"/>
      </a:accent1>
      <a:accent2>
        <a:srgbClr val="FCAC69"/>
      </a:accent2>
      <a:accent3>
        <a:srgbClr val="9E84F5"/>
      </a:accent3>
      <a:accent4>
        <a:srgbClr val="FC5B61"/>
      </a:accent4>
      <a:accent5>
        <a:srgbClr val="82CAAE"/>
      </a:accent5>
      <a:accent6>
        <a:srgbClr val="FFDC57"/>
      </a:accent6>
      <a:hlink>
        <a:srgbClr val="467886"/>
      </a:hlink>
      <a:folHlink>
        <a:srgbClr val="96607D"/>
      </a:folHlink>
    </a:clrScheme>
    <a:fontScheme name="QA - Theme font Figtree">
      <a:majorFont>
        <a:latin typeface="Figtree ExtraBold"/>
        <a:ea typeface=""/>
        <a:cs typeface=""/>
      </a:majorFont>
      <a:minorFont>
        <a:latin typeface="Figtre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QAPPTDeck_07June2024_Draft10_WIP" id="{31718AEA-A993-4BB7-B3DF-78738FFB6F18}" vid="{99BD60D0-E4C9-4F6E-BF4B-1B224EC6A50A}"/>
    </a:ext>
  </a:extLst>
</a:theme>
</file>

<file path=ppt/theme/theme8.xml><?xml version="1.0" encoding="utf-8"?>
<a:theme xmlns:a="http://schemas.openxmlformats.org/drawingml/2006/main" name="Green Module">
  <a:themeElements>
    <a:clrScheme name="QA new">
      <a:dk1>
        <a:srgbClr val="0D0D0D"/>
      </a:dk1>
      <a:lt1>
        <a:sysClr val="window" lastClr="FFFFFF"/>
      </a:lt1>
      <a:dk2>
        <a:srgbClr val="0D0D0D"/>
      </a:dk2>
      <a:lt2>
        <a:srgbClr val="F2F2F2"/>
      </a:lt2>
      <a:accent1>
        <a:srgbClr val="2FB7DA"/>
      </a:accent1>
      <a:accent2>
        <a:srgbClr val="FCAC69"/>
      </a:accent2>
      <a:accent3>
        <a:srgbClr val="9E84F5"/>
      </a:accent3>
      <a:accent4>
        <a:srgbClr val="FC5B61"/>
      </a:accent4>
      <a:accent5>
        <a:srgbClr val="82CAAE"/>
      </a:accent5>
      <a:accent6>
        <a:srgbClr val="FFDC57"/>
      </a:accent6>
      <a:hlink>
        <a:srgbClr val="467886"/>
      </a:hlink>
      <a:folHlink>
        <a:srgbClr val="96607D"/>
      </a:folHlink>
    </a:clrScheme>
    <a:fontScheme name="QA - Theme font Figtree">
      <a:majorFont>
        <a:latin typeface="Figtree ExtraBold"/>
        <a:ea typeface=""/>
        <a:cs typeface=""/>
      </a:majorFont>
      <a:minorFont>
        <a:latin typeface="Figtre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QAPPTDeck_07June2024_Draft10_WIP" id="{31718AEA-A993-4BB7-B3DF-78738FFB6F18}" vid="{99BD60D0-E4C9-4F6E-BF4B-1B224EC6A50A}"/>
    </a:ext>
  </a:extLst>
</a:theme>
</file>

<file path=ppt/theme/theme9.xml><?xml version="1.0" encoding="utf-8"?>
<a:theme xmlns:a="http://schemas.openxmlformats.org/drawingml/2006/main" name="B/W Module">
  <a:themeElements>
    <a:clrScheme name="QA new">
      <a:dk1>
        <a:srgbClr val="0D0D0D"/>
      </a:dk1>
      <a:lt1>
        <a:sysClr val="window" lastClr="FFFFFF"/>
      </a:lt1>
      <a:dk2>
        <a:srgbClr val="0D0D0D"/>
      </a:dk2>
      <a:lt2>
        <a:srgbClr val="F2F2F2"/>
      </a:lt2>
      <a:accent1>
        <a:srgbClr val="2FB7DA"/>
      </a:accent1>
      <a:accent2>
        <a:srgbClr val="FCAC69"/>
      </a:accent2>
      <a:accent3>
        <a:srgbClr val="9E84F5"/>
      </a:accent3>
      <a:accent4>
        <a:srgbClr val="FC5B61"/>
      </a:accent4>
      <a:accent5>
        <a:srgbClr val="82CAAE"/>
      </a:accent5>
      <a:accent6>
        <a:srgbClr val="FFDC57"/>
      </a:accent6>
      <a:hlink>
        <a:srgbClr val="467886"/>
      </a:hlink>
      <a:folHlink>
        <a:srgbClr val="96607D"/>
      </a:folHlink>
    </a:clrScheme>
    <a:fontScheme name="QA - Theme font Figtree">
      <a:majorFont>
        <a:latin typeface="Figtree ExtraBold"/>
        <a:ea typeface=""/>
        <a:cs typeface=""/>
      </a:majorFont>
      <a:minorFont>
        <a:latin typeface="Figtre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QAPPTDeck_07June2024_Draft10_WIP" id="{31718AEA-A993-4BB7-B3DF-78738FFB6F18}" vid="{99BD60D0-E4C9-4F6E-BF4B-1B224EC6A50A}"/>
    </a:ext>
  </a:extLst>
</a:theme>
</file>

<file path=ppt/theme/theme10.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EC56BBB1E4FF9742A33FBD8267A09A09" ma:contentTypeVersion="20" ma:contentTypeDescription="Create a new document." ma:contentTypeScope="" ma:versionID="20b712914e31333b2350e8d9f89ed109">
  <xsd:schema xmlns:xsd="http://www.w3.org/2001/XMLSchema" xmlns:xs="http://www.w3.org/2001/XMLSchema" xmlns:p="http://schemas.microsoft.com/office/2006/metadata/properties" xmlns:ns2="4851bab5-d36a-4f24-a761-998180967d12" xmlns:ns3="52e7f57a-cc1d-4bce-9b60-d9dd785361c7" targetNamespace="http://schemas.microsoft.com/office/2006/metadata/properties" ma:root="true" ma:fieldsID="2b6d7960c137aa88f38dc03ba7d04627" ns2:_="" ns3:_="">
    <xsd:import namespace="4851bab5-d36a-4f24-a761-998180967d12"/>
    <xsd:import namespace="52e7f57a-cc1d-4bce-9b60-d9dd785361c7"/>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ServiceAutoTags" minOccurs="0"/>
                <xsd:element ref="ns2:MediaServiceOCR" minOccurs="0"/>
                <xsd:element ref="ns2:MediaServiceLocation" minOccurs="0"/>
                <xsd:element ref="ns2:MediaServiceGenerationTime" minOccurs="0"/>
                <xsd:element ref="ns2:MediaServiceEventHashCode" minOccurs="0"/>
                <xsd:element ref="ns2:MediaServiceAutoKeyPoints" minOccurs="0"/>
                <xsd:element ref="ns2:MediaServiceKeyPoints" minOccurs="0"/>
                <xsd:element ref="ns3:SharedWithUsers" minOccurs="0"/>
                <xsd:element ref="ns3:SharedWithDetails" minOccurs="0"/>
                <xsd:element ref="ns3:TaxCatchAll" minOccurs="0"/>
                <xsd:element ref="ns2:lcf76f155ced4ddcb4097134ff3c332f" minOccurs="0"/>
                <xsd:element ref="ns2:MediaServiceObjectDetectorVersions" minOccurs="0"/>
                <xsd:element ref="ns2:MediaLengthInSecond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851bab5-d36a-4f24-a761-998180967d1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Tags" ma:index="11" nillable="true" ma:displayName="Tags" ma:internalName="MediaServiceAutoTags" ma:readOnly="true">
      <xsd:simpleType>
        <xsd:restriction base="dms:Text"/>
      </xsd:simpleType>
    </xsd:element>
    <xsd:element name="MediaServiceOCR" ma:index="12" nillable="true" ma:displayName="Extracted Text" ma:internalName="MediaServiceOCR" ma:readOnly="true">
      <xsd:simpleType>
        <xsd:restriction base="dms:Note">
          <xsd:maxLength value="255"/>
        </xsd:restriction>
      </xsd:simpleType>
    </xsd:element>
    <xsd:element name="MediaServiceLocation" ma:index="13" nillable="true" ma:displayName="Location" ma:internalName="MediaServiceLocation"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true">
      <xsd:simpleType>
        <xsd:restriction base="dms:Note">
          <xsd:maxLength value="255"/>
        </xsd:restrictio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85f1f1f9-0179-4c93-b971-8e9741e04503"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3" nillable="true" ma:displayName="MediaServiceObjectDetectorVersions" ma:description="" ma:hidden="true" ma:indexed="true" ma:internalName="MediaServiceObjectDetectorVersions" ma:readOnly="true">
      <xsd:simpleType>
        <xsd:restriction base="dms:Text"/>
      </xsd:simpleType>
    </xsd:element>
    <xsd:element name="MediaLengthInSeconds" ma:index="24" nillable="true" ma:displayName="MediaLengthInSeconds" ma:hidden="true" ma:internalName="MediaLengthInSeconds" ma:readOnly="true">
      <xsd:simpleType>
        <xsd:restriction base="dms:Unknown"/>
      </xsd:simpleType>
    </xsd:element>
    <xsd:element name="MediaServiceSearchProperties" ma:index="25"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52e7f57a-cc1d-4bce-9b60-d9dd785361c7" elementFormDefault="qualified">
    <xsd:import namespace="http://schemas.microsoft.com/office/2006/documentManagement/types"/>
    <xsd:import namespace="http://schemas.microsoft.com/office/infopath/2007/PartnerControls"/>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element name="TaxCatchAll" ma:index="20" nillable="true" ma:displayName="Taxonomy Catch All Column" ma:hidden="true" ma:list="{3d87296d-c167-4d27-bd74-7208a540dcb7}" ma:internalName="TaxCatchAll" ma:showField="CatchAllData" ma:web="52e7f57a-cc1d-4bce-9b60-d9dd785361c7">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TaxCatchAll xmlns="52e7f57a-cc1d-4bce-9b60-d9dd785361c7" xsi:nil="true"/>
    <lcf76f155ced4ddcb4097134ff3c332f xmlns="4851bab5-d36a-4f24-a761-998180967d12">
      <Terms xmlns="http://schemas.microsoft.com/office/infopath/2007/PartnerControls"/>
    </lcf76f155ced4ddcb4097134ff3c332f>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45EC4E0F-9D58-4792-B66B-076551BA2D5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4851bab5-d36a-4f24-a761-998180967d12"/>
    <ds:schemaRef ds:uri="52e7f57a-cc1d-4bce-9b60-d9dd785361c7"/>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CAC71F1D-A98C-43DF-A986-061295C23702}">
  <ds:schemaRefs>
    <ds:schemaRef ds:uri="52e7f57a-cc1d-4bce-9b60-d9dd785361c7"/>
    <ds:schemaRef ds:uri="http://purl.org/dc/terms/"/>
    <ds:schemaRef ds:uri="http://schemas.openxmlformats.org/package/2006/metadata/core-properties"/>
    <ds:schemaRef ds:uri="http://schemas.microsoft.com/office/2006/documentManagement/types"/>
    <ds:schemaRef ds:uri="http://schemas.microsoft.com/office/infopath/2007/PartnerControls"/>
    <ds:schemaRef ds:uri="http://purl.org/dc/elements/1.1/"/>
    <ds:schemaRef ds:uri="http://schemas.microsoft.com/office/2006/metadata/properties"/>
    <ds:schemaRef ds:uri="4851bab5-d36a-4f24-a761-998180967d12"/>
    <ds:schemaRef ds:uri="http://www.w3.org/XML/1998/namespace"/>
    <ds:schemaRef ds:uri="http://purl.org/dc/dcmitype/"/>
  </ds:schemaRefs>
</ds:datastoreItem>
</file>

<file path=customXml/itemProps3.xml><?xml version="1.0" encoding="utf-8"?>
<ds:datastoreItem xmlns:ds="http://schemas.openxmlformats.org/officeDocument/2006/customXml" ds:itemID="{E0CF5967-01BD-40C1-B1E3-8E6CDE2BF890}">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QAPPTDeck_Jun2024_v1Main</Template>
  <TotalTime>19397</TotalTime>
  <Words>2946</Words>
  <Application>Microsoft Office PowerPoint</Application>
  <PresentationFormat>Widescreen</PresentationFormat>
  <Paragraphs>402</Paragraphs>
  <Slides>29</Slides>
  <Notes>29</Notes>
  <HiddenSlides>0</HiddenSlides>
  <MMClips>0</MMClips>
  <ScaleCrop>false</ScaleCrop>
  <HeadingPairs>
    <vt:vector size="6" baseType="variant">
      <vt:variant>
        <vt:lpstr>Fonts Used</vt:lpstr>
      </vt:variant>
      <vt:variant>
        <vt:i4>8</vt:i4>
      </vt:variant>
      <vt:variant>
        <vt:lpstr>Theme</vt:lpstr>
      </vt:variant>
      <vt:variant>
        <vt:i4>9</vt:i4>
      </vt:variant>
      <vt:variant>
        <vt:lpstr>Slide Titles</vt:lpstr>
      </vt:variant>
      <vt:variant>
        <vt:i4>29</vt:i4>
      </vt:variant>
    </vt:vector>
  </HeadingPairs>
  <TitlesOfParts>
    <vt:vector size="46" baseType="lpstr">
      <vt:lpstr>Aptos</vt:lpstr>
      <vt:lpstr>Arial</vt:lpstr>
      <vt:lpstr>Courier New</vt:lpstr>
      <vt:lpstr>DejaVu Sans Mono</vt:lpstr>
      <vt:lpstr>Figtree</vt:lpstr>
      <vt:lpstr>Hack</vt:lpstr>
      <vt:lpstr>Montserrat</vt:lpstr>
      <vt:lpstr>Segoe UI</vt:lpstr>
      <vt:lpstr>Cover Slides - Business/Marketing</vt:lpstr>
      <vt:lpstr>Divider Slides</vt:lpstr>
      <vt:lpstr>Blue Module</vt:lpstr>
      <vt:lpstr>Yellow Module</vt:lpstr>
      <vt:lpstr>Red Module</vt:lpstr>
      <vt:lpstr>Purple Module</vt:lpstr>
      <vt:lpstr>Orange Module</vt:lpstr>
      <vt:lpstr>Green Module</vt:lpstr>
      <vt:lpstr>B/W Module</vt:lpstr>
      <vt:lpstr>Module 12: Backup and compression tools</vt:lpstr>
      <vt:lpstr>Contents</vt:lpstr>
      <vt:lpstr>dd</vt:lpstr>
      <vt:lpstr>dd</vt:lpstr>
      <vt:lpstr>dd options</vt:lpstr>
      <vt:lpstr>Example: Clone a disk</vt:lpstr>
      <vt:lpstr>Example: Create a zeroed-out file</vt:lpstr>
      <vt:lpstr>tar</vt:lpstr>
      <vt:lpstr>tar command</vt:lpstr>
      <vt:lpstr>tar switches</vt:lpstr>
      <vt:lpstr>jar command (solaris)</vt:lpstr>
      <vt:lpstr>cpio</vt:lpstr>
      <vt:lpstr>cpio command</vt:lpstr>
      <vt:lpstr>Examples</vt:lpstr>
      <vt:lpstr>pax</vt:lpstr>
      <vt:lpstr>pax command</vt:lpstr>
      <vt:lpstr>rsync</vt:lpstr>
      <vt:lpstr>rsync command</vt:lpstr>
      <vt:lpstr>rsync switches</vt:lpstr>
      <vt:lpstr>rsync switches</vt:lpstr>
      <vt:lpstr>Compression</vt:lpstr>
      <vt:lpstr>Traditional tools</vt:lpstr>
      <vt:lpstr>Modern tools</vt:lpstr>
      <vt:lpstr>Modern tools with tar</vt:lpstr>
      <vt:lpstr>z tools</vt:lpstr>
      <vt:lpstr>Review and lab</vt:lpstr>
      <vt:lpstr>Review questions</vt:lpstr>
      <vt:lpstr>Practical exercise 12</vt:lpstr>
      <vt:lpstr>Summary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This is a cover slide</dc:title>
  <dc:creator>Haynes, Amanda</dc:creator>
  <cp:lastModifiedBy>Feist, Ella</cp:lastModifiedBy>
  <cp:revision>42</cp:revision>
  <dcterms:created xsi:type="dcterms:W3CDTF">2024-06-24T11:44:08Z</dcterms:created>
  <dcterms:modified xsi:type="dcterms:W3CDTF">2025-05-30T13:25:07Z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0x010100075BAD9D95F28D4EB8D45E8498D5AAA1</vt:lpwstr>
  </property>
  <property fmtid="{D5CDD505-2E9C-101B-9397-08002B2CF9AE}" pid="3" name="MediaServiceImageTags">
    <vt:lpwstr/>
  </property>
</Properties>
</file>