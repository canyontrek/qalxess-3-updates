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5.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6.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885" r:id="rId6"/>
    <p:sldMasterId id="2147483897" r:id="rId7"/>
    <p:sldMasterId id="2147483908" r:id="rId8"/>
    <p:sldMasterId id="2147483919" r:id="rId9"/>
    <p:sldMasterId id="2147483930" r:id="rId10"/>
  </p:sldMasterIdLst>
  <p:notesMasterIdLst>
    <p:notesMasterId r:id="rId39"/>
  </p:notesMasterIdLst>
  <p:sldIdLst>
    <p:sldId id="1465" r:id="rId11"/>
    <p:sldId id="1466" r:id="rId12"/>
    <p:sldId id="1467" r:id="rId13"/>
    <p:sldId id="1468" r:id="rId14"/>
    <p:sldId id="1469" r:id="rId15"/>
    <p:sldId id="1470" r:id="rId16"/>
    <p:sldId id="1471" r:id="rId17"/>
    <p:sldId id="1472" r:id="rId18"/>
    <p:sldId id="1473" r:id="rId19"/>
    <p:sldId id="1474" r:id="rId20"/>
    <p:sldId id="1475" r:id="rId21"/>
    <p:sldId id="1476" r:id="rId22"/>
    <p:sldId id="1477" r:id="rId23"/>
    <p:sldId id="1478" r:id="rId24"/>
    <p:sldId id="1479" r:id="rId25"/>
    <p:sldId id="1480" r:id="rId26"/>
    <p:sldId id="1481" r:id="rId27"/>
    <p:sldId id="1491" r:id="rId28"/>
    <p:sldId id="1482" r:id="rId29"/>
    <p:sldId id="1483" r:id="rId30"/>
    <p:sldId id="1484" r:id="rId31"/>
    <p:sldId id="1485" r:id="rId32"/>
    <p:sldId id="1486" r:id="rId33"/>
    <p:sldId id="1487" r:id="rId34"/>
    <p:sldId id="1492" r:id="rId35"/>
    <p:sldId id="1488" r:id="rId36"/>
    <p:sldId id="1489" r:id="rId37"/>
    <p:sldId id="1490"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465"/>
            <p14:sldId id="1466"/>
            <p14:sldId id="1467"/>
            <p14:sldId id="1468"/>
            <p14:sldId id="1469"/>
            <p14:sldId id="1470"/>
            <p14:sldId id="1471"/>
            <p14:sldId id="1472"/>
            <p14:sldId id="1473"/>
            <p14:sldId id="1474"/>
            <p14:sldId id="1475"/>
            <p14:sldId id="1476"/>
            <p14:sldId id="1477"/>
            <p14:sldId id="1478"/>
            <p14:sldId id="1479"/>
            <p14:sldId id="1480"/>
            <p14:sldId id="1481"/>
            <p14:sldId id="1491"/>
            <p14:sldId id="1482"/>
            <p14:sldId id="1483"/>
            <p14:sldId id="1484"/>
            <p14:sldId id="1485"/>
            <p14:sldId id="1486"/>
            <p14:sldId id="1487"/>
            <p14:sldId id="1492"/>
            <p14:sldId id="1488"/>
            <p14:sldId id="1489"/>
            <p14:sldId id="149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A82221-7CE4-4322-9106-793B3EF20975}" v="5" dt="2025-05-30T13:33:32.963"/>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horzBarState="maximized">
    <p:restoredLeft sz="10565"/>
    <p:restoredTop sz="91387"/>
  </p:normalViewPr>
  <p:slideViewPr>
    <p:cSldViewPr snapToGrid="0">
      <p:cViewPr varScale="1">
        <p:scale>
          <a:sx n="103" d="100"/>
          <a:sy n="103" d="100"/>
        </p:scale>
        <p:origin x="1164" y="312"/>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p:scale>
          <a:sx n="110" d="100"/>
          <a:sy n="110" d="100"/>
        </p:scale>
        <p:origin x="3348" y="-72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52A82221-7CE4-4322-9106-793B3EF20975}"/>
    <pc:docChg chg="modSld">
      <pc:chgData name="Feist, Ella" userId="992bbaf2-811d-42cb-a4d6-e7fc45e325e8" providerId="ADAL" clId="{52A82221-7CE4-4322-9106-793B3EF20975}" dt="2025-05-30T13:33:49.671" v="22" actId="207"/>
      <pc:docMkLst>
        <pc:docMk/>
      </pc:docMkLst>
      <pc:sldChg chg="modNotes">
        <pc:chgData name="Feist, Ella" userId="992bbaf2-811d-42cb-a4d6-e7fc45e325e8" providerId="ADAL" clId="{52A82221-7CE4-4322-9106-793B3EF20975}" dt="2025-05-30T13:32:35.090" v="1" actId="20577"/>
        <pc:sldMkLst>
          <pc:docMk/>
          <pc:sldMk cId="1103919962" sldId="1468"/>
        </pc:sldMkLst>
      </pc:sldChg>
      <pc:sldChg chg="modNotes">
        <pc:chgData name="Feist, Ella" userId="992bbaf2-811d-42cb-a4d6-e7fc45e325e8" providerId="ADAL" clId="{52A82221-7CE4-4322-9106-793B3EF20975}" dt="2025-05-30T13:32:50.092" v="5" actId="20577"/>
        <pc:sldMkLst>
          <pc:docMk/>
          <pc:sldMk cId="736362936" sldId="1471"/>
        </pc:sldMkLst>
      </pc:sldChg>
      <pc:sldChg chg="modNotes">
        <pc:chgData name="Feist, Ella" userId="992bbaf2-811d-42cb-a4d6-e7fc45e325e8" providerId="ADAL" clId="{52A82221-7CE4-4322-9106-793B3EF20975}" dt="2025-05-30T13:32:55.004" v="6" actId="207"/>
        <pc:sldMkLst>
          <pc:docMk/>
          <pc:sldMk cId="2092081068" sldId="1474"/>
        </pc:sldMkLst>
      </pc:sldChg>
      <pc:sldChg chg="modNotes">
        <pc:chgData name="Feist, Ella" userId="992bbaf2-811d-42cb-a4d6-e7fc45e325e8" providerId="ADAL" clId="{52A82221-7CE4-4322-9106-793B3EF20975}" dt="2025-05-30T13:32:58.550" v="7" actId="207"/>
        <pc:sldMkLst>
          <pc:docMk/>
          <pc:sldMk cId="3015672553" sldId="1477"/>
        </pc:sldMkLst>
      </pc:sldChg>
      <pc:sldChg chg="modNotes">
        <pc:chgData name="Feist, Ella" userId="992bbaf2-811d-42cb-a4d6-e7fc45e325e8" providerId="ADAL" clId="{52A82221-7CE4-4322-9106-793B3EF20975}" dt="2025-05-30T13:33:06.393" v="11" actId="20577"/>
        <pc:sldMkLst>
          <pc:docMk/>
          <pc:sldMk cId="1806465375" sldId="1478"/>
        </pc:sldMkLst>
      </pc:sldChg>
      <pc:sldChg chg="modNotes">
        <pc:chgData name="Feist, Ella" userId="992bbaf2-811d-42cb-a4d6-e7fc45e325e8" providerId="ADAL" clId="{52A82221-7CE4-4322-9106-793B3EF20975}" dt="2025-05-30T13:33:23.045" v="14"/>
        <pc:sldMkLst>
          <pc:docMk/>
          <pc:sldMk cId="2924320258" sldId="1479"/>
        </pc:sldMkLst>
      </pc:sldChg>
      <pc:sldChg chg="modNotes">
        <pc:chgData name="Feist, Ella" userId="992bbaf2-811d-42cb-a4d6-e7fc45e325e8" providerId="ADAL" clId="{52A82221-7CE4-4322-9106-793B3EF20975}" dt="2025-05-30T13:33:32.963" v="16"/>
        <pc:sldMkLst>
          <pc:docMk/>
          <pc:sldMk cId="186010998" sldId="1481"/>
        </pc:sldMkLst>
      </pc:sldChg>
      <pc:sldChg chg="modNotes">
        <pc:chgData name="Feist, Ella" userId="992bbaf2-811d-42cb-a4d6-e7fc45e325e8" providerId="ADAL" clId="{52A82221-7CE4-4322-9106-793B3EF20975}" dt="2025-05-30T13:33:37.034" v="17" actId="207"/>
        <pc:sldMkLst>
          <pc:docMk/>
          <pc:sldMk cId="3773248836" sldId="1483"/>
        </pc:sldMkLst>
      </pc:sldChg>
      <pc:sldChg chg="modNotes">
        <pc:chgData name="Feist, Ella" userId="992bbaf2-811d-42cb-a4d6-e7fc45e325e8" providerId="ADAL" clId="{52A82221-7CE4-4322-9106-793B3EF20975}" dt="2025-05-30T13:33:40.207" v="18" actId="207"/>
        <pc:sldMkLst>
          <pc:docMk/>
          <pc:sldMk cId="2010543454" sldId="1484"/>
        </pc:sldMkLst>
      </pc:sldChg>
      <pc:sldChg chg="modNotes">
        <pc:chgData name="Feist, Ella" userId="992bbaf2-811d-42cb-a4d6-e7fc45e325e8" providerId="ADAL" clId="{52A82221-7CE4-4322-9106-793B3EF20975}" dt="2025-05-30T13:33:46.391" v="21" actId="20577"/>
        <pc:sldMkLst>
          <pc:docMk/>
          <pc:sldMk cId="2054063558" sldId="1485"/>
        </pc:sldMkLst>
      </pc:sldChg>
      <pc:sldChg chg="modNotes">
        <pc:chgData name="Feist, Ella" userId="992bbaf2-811d-42cb-a4d6-e7fc45e325e8" providerId="ADAL" clId="{52A82221-7CE4-4322-9106-793B3EF20975}" dt="2025-05-30T13:33:49.671" v="22" actId="207"/>
        <pc:sldMkLst>
          <pc:docMk/>
          <pc:sldMk cId="2071086106" sldId="1486"/>
        </pc:sldMkLst>
      </pc:sldChg>
    </pc:docChg>
  </pc:docChgLst>
  <pc:docChgLst>
    <pc:chgData name="Feist, Ella" userId="992bbaf2-811d-42cb-a4d6-e7fc45e325e8" providerId="ADAL" clId="{8BFB6802-8C6F-4EAD-96D4-626FF0CA2C5C}"/>
    <pc:docChg chg="undo redo custSel modSld delMainMaster">
      <pc:chgData name="Feist, Ella" userId="992bbaf2-811d-42cb-a4d6-e7fc45e325e8" providerId="ADAL" clId="{8BFB6802-8C6F-4EAD-96D4-626FF0CA2C5C}" dt="2025-05-29T09:31:08.357" v="288" actId="790"/>
      <pc:docMkLst>
        <pc:docMk/>
      </pc:docMkLst>
      <pc:sldChg chg="modSp mod">
        <pc:chgData name="Feist, Ella" userId="992bbaf2-811d-42cb-a4d6-e7fc45e325e8" providerId="ADAL" clId="{8BFB6802-8C6F-4EAD-96D4-626FF0CA2C5C}" dt="2025-05-29T09:31:08.357" v="288" actId="790"/>
        <pc:sldMkLst>
          <pc:docMk/>
          <pc:sldMk cId="55029641" sldId="1465"/>
        </pc:sldMkLst>
        <pc:spChg chg="mod">
          <ac:chgData name="Feist, Ella" userId="992bbaf2-811d-42cb-a4d6-e7fc45e325e8" providerId="ADAL" clId="{8BFB6802-8C6F-4EAD-96D4-626FF0CA2C5C}" dt="2025-05-29T09:31:08.357" v="288" actId="790"/>
          <ac:spMkLst>
            <pc:docMk/>
            <pc:sldMk cId="55029641" sldId="1465"/>
            <ac:spMk id="2" creationId="{5D427EEB-17E7-DF79-0100-F8A6CC2CDDA6}"/>
          </ac:spMkLst>
        </pc:spChg>
        <pc:spChg chg="mod">
          <ac:chgData name="Feist, Ella" userId="992bbaf2-811d-42cb-a4d6-e7fc45e325e8" providerId="ADAL" clId="{8BFB6802-8C6F-4EAD-96D4-626FF0CA2C5C}" dt="2025-05-29T09:31:08.357" v="288" actId="790"/>
          <ac:spMkLst>
            <pc:docMk/>
            <pc:sldMk cId="55029641" sldId="1465"/>
            <ac:spMk id="4" creationId="{441B5810-8C67-B742-B639-848419728702}"/>
          </ac:spMkLst>
        </pc:spChg>
        <pc:graphicFrameChg chg="mod modGraphic">
          <ac:chgData name="Feist, Ella" userId="992bbaf2-811d-42cb-a4d6-e7fc45e325e8" providerId="ADAL" clId="{8BFB6802-8C6F-4EAD-96D4-626FF0CA2C5C}" dt="2025-05-29T09:31:08.357" v="288" actId="790"/>
          <ac:graphicFrameMkLst>
            <pc:docMk/>
            <pc:sldMk cId="55029641" sldId="1465"/>
            <ac:graphicFrameMk id="6" creationId="{D2FB8268-2389-AF98-A25A-DC7BE9A20D26}"/>
          </ac:graphicFrameMkLst>
        </pc:graphicFrameChg>
      </pc:sldChg>
      <pc:sldChg chg="modSp mod">
        <pc:chgData name="Feist, Ella" userId="992bbaf2-811d-42cb-a4d6-e7fc45e325e8" providerId="ADAL" clId="{8BFB6802-8C6F-4EAD-96D4-626FF0CA2C5C}" dt="2025-05-29T09:31:08.357" v="288" actId="790"/>
        <pc:sldMkLst>
          <pc:docMk/>
          <pc:sldMk cId="3272254858" sldId="1466"/>
        </pc:sldMkLst>
        <pc:spChg chg="mod">
          <ac:chgData name="Feist, Ella" userId="992bbaf2-811d-42cb-a4d6-e7fc45e325e8" providerId="ADAL" clId="{8BFB6802-8C6F-4EAD-96D4-626FF0CA2C5C}" dt="2025-05-29T09:31:08.357" v="288" actId="790"/>
          <ac:spMkLst>
            <pc:docMk/>
            <pc:sldMk cId="3272254858" sldId="1466"/>
            <ac:spMk id="4" creationId="{00000000-0000-0000-0000-000000000000}"/>
          </ac:spMkLst>
        </pc:spChg>
        <pc:spChg chg="mod">
          <ac:chgData name="Feist, Ella" userId="992bbaf2-811d-42cb-a4d6-e7fc45e325e8" providerId="ADAL" clId="{8BFB6802-8C6F-4EAD-96D4-626FF0CA2C5C}" dt="2025-05-29T09:31:08.357" v="288" actId="790"/>
          <ac:spMkLst>
            <pc:docMk/>
            <pc:sldMk cId="3272254858" sldId="1466"/>
            <ac:spMk id="6" creationId="{00000000-0000-0000-0000-000000000000}"/>
          </ac:spMkLst>
        </pc:spChg>
      </pc:sldChg>
      <pc:sldChg chg="modSp mod">
        <pc:chgData name="Feist, Ella" userId="992bbaf2-811d-42cb-a4d6-e7fc45e325e8" providerId="ADAL" clId="{8BFB6802-8C6F-4EAD-96D4-626FF0CA2C5C}" dt="2025-05-29T09:31:08.357" v="288" actId="790"/>
        <pc:sldMkLst>
          <pc:docMk/>
          <pc:sldMk cId="4179874538" sldId="1467"/>
        </pc:sldMkLst>
        <pc:spChg chg="mod">
          <ac:chgData name="Feist, Ella" userId="992bbaf2-811d-42cb-a4d6-e7fc45e325e8" providerId="ADAL" clId="{8BFB6802-8C6F-4EAD-96D4-626FF0CA2C5C}" dt="2025-05-29T09:31:08.357" v="288" actId="790"/>
          <ac:spMkLst>
            <pc:docMk/>
            <pc:sldMk cId="4179874538" sldId="1467"/>
            <ac:spMk id="3" creationId="{7EB73912-331A-5B92-82DC-B9EF892D5003}"/>
          </ac:spMkLst>
        </pc:spChg>
        <pc:spChg chg="mod">
          <ac:chgData name="Feist, Ella" userId="992bbaf2-811d-42cb-a4d6-e7fc45e325e8" providerId="ADAL" clId="{8BFB6802-8C6F-4EAD-96D4-626FF0CA2C5C}" dt="2025-05-29T09:31:08.357" v="288" actId="790"/>
          <ac:spMkLst>
            <pc:docMk/>
            <pc:sldMk cId="4179874538" sldId="1467"/>
            <ac:spMk id="4" creationId="{9ED32BBC-8A3B-5FB1-DB0F-B65F461BDA2D}"/>
          </ac:spMkLst>
        </pc:spChg>
      </pc:sldChg>
      <pc:sldChg chg="delSp modSp mod">
        <pc:chgData name="Feist, Ella" userId="992bbaf2-811d-42cb-a4d6-e7fc45e325e8" providerId="ADAL" clId="{8BFB6802-8C6F-4EAD-96D4-626FF0CA2C5C}" dt="2025-05-29T09:31:08.357" v="288" actId="790"/>
        <pc:sldMkLst>
          <pc:docMk/>
          <pc:sldMk cId="1103919962" sldId="1468"/>
        </pc:sldMkLst>
        <pc:spChg chg="mod">
          <ac:chgData name="Feist, Ella" userId="992bbaf2-811d-42cb-a4d6-e7fc45e325e8" providerId="ADAL" clId="{8BFB6802-8C6F-4EAD-96D4-626FF0CA2C5C}" dt="2025-05-29T09:31:08.357" v="288" actId="790"/>
          <ac:spMkLst>
            <pc:docMk/>
            <pc:sldMk cId="1103919962" sldId="1468"/>
            <ac:spMk id="2" creationId="{A9A6FF77-D641-4417-92E7-11CC6238BF20}"/>
          </ac:spMkLst>
        </pc:spChg>
        <pc:spChg chg="mod">
          <ac:chgData name="Feist, Ella" userId="992bbaf2-811d-42cb-a4d6-e7fc45e325e8" providerId="ADAL" clId="{8BFB6802-8C6F-4EAD-96D4-626FF0CA2C5C}" dt="2025-05-29T09:31:08.357" v="288" actId="790"/>
          <ac:spMkLst>
            <pc:docMk/>
            <pc:sldMk cId="1103919962" sldId="1468"/>
            <ac:spMk id="3" creationId="{CE31D562-71CD-AA72-4892-A36EB14C77DD}"/>
          </ac:spMkLst>
        </pc:spChg>
        <pc:spChg chg="del">
          <ac:chgData name="Feist, Ella" userId="992bbaf2-811d-42cb-a4d6-e7fc45e325e8" providerId="ADAL" clId="{8BFB6802-8C6F-4EAD-96D4-626FF0CA2C5C}" dt="2025-05-29T09:15:05.605" v="16" actId="478"/>
          <ac:spMkLst>
            <pc:docMk/>
            <pc:sldMk cId="1103919962" sldId="1468"/>
            <ac:spMk id="4" creationId="{38BC9731-1D00-37C8-2D74-50BE301DD657}"/>
          </ac:spMkLst>
        </pc:spChg>
        <pc:spChg chg="mod">
          <ac:chgData name="Feist, Ella" userId="992bbaf2-811d-42cb-a4d6-e7fc45e325e8" providerId="ADAL" clId="{8BFB6802-8C6F-4EAD-96D4-626FF0CA2C5C}" dt="2025-05-29T09:31:08.357" v="288" actId="790"/>
          <ac:spMkLst>
            <pc:docMk/>
            <pc:sldMk cId="1103919962" sldId="1468"/>
            <ac:spMk id="9" creationId="{3CD9D373-EEBC-7710-B111-13A637E7408F}"/>
          </ac:spMkLst>
        </pc:spChg>
        <pc:spChg chg="mod">
          <ac:chgData name="Feist, Ella" userId="992bbaf2-811d-42cb-a4d6-e7fc45e325e8" providerId="ADAL" clId="{8BFB6802-8C6F-4EAD-96D4-626FF0CA2C5C}" dt="2025-05-29T09:31:08.357" v="288" actId="790"/>
          <ac:spMkLst>
            <pc:docMk/>
            <pc:sldMk cId="1103919962" sldId="1468"/>
            <ac:spMk id="10" creationId="{AB034EDE-081B-8041-F52F-DF9B9C5371CA}"/>
          </ac:spMkLst>
        </pc:spChg>
        <pc:spChg chg="mod">
          <ac:chgData name="Feist, Ella" userId="992bbaf2-811d-42cb-a4d6-e7fc45e325e8" providerId="ADAL" clId="{8BFB6802-8C6F-4EAD-96D4-626FF0CA2C5C}" dt="2025-05-29T09:31:08.357" v="288" actId="790"/>
          <ac:spMkLst>
            <pc:docMk/>
            <pc:sldMk cId="1103919962" sldId="1468"/>
            <ac:spMk id="11" creationId="{61E3AA40-8F0C-1918-9E65-529C47572D98}"/>
          </ac:spMkLst>
        </pc:spChg>
        <pc:spChg chg="mod">
          <ac:chgData name="Feist, Ella" userId="992bbaf2-811d-42cb-a4d6-e7fc45e325e8" providerId="ADAL" clId="{8BFB6802-8C6F-4EAD-96D4-626FF0CA2C5C}" dt="2025-05-29T09:31:08.357" v="288" actId="790"/>
          <ac:spMkLst>
            <pc:docMk/>
            <pc:sldMk cId="1103919962" sldId="1468"/>
            <ac:spMk id="13" creationId="{A0F10EEB-443D-3637-877D-72CB4221DD18}"/>
          </ac:spMkLst>
        </pc:spChg>
        <pc:spChg chg="mod">
          <ac:chgData name="Feist, Ella" userId="992bbaf2-811d-42cb-a4d6-e7fc45e325e8" providerId="ADAL" clId="{8BFB6802-8C6F-4EAD-96D4-626FF0CA2C5C}" dt="2025-05-29T09:31:08.357" v="288" actId="790"/>
          <ac:spMkLst>
            <pc:docMk/>
            <pc:sldMk cId="1103919962" sldId="1468"/>
            <ac:spMk id="15" creationId="{EE20F3B7-343C-C4AB-966C-7BBC050BBDC2}"/>
          </ac:spMkLst>
        </pc:spChg>
        <pc:spChg chg="mod">
          <ac:chgData name="Feist, Ella" userId="992bbaf2-811d-42cb-a4d6-e7fc45e325e8" providerId="ADAL" clId="{8BFB6802-8C6F-4EAD-96D4-626FF0CA2C5C}" dt="2025-05-29T09:31:08.357" v="288" actId="790"/>
          <ac:spMkLst>
            <pc:docMk/>
            <pc:sldMk cId="1103919962" sldId="1468"/>
            <ac:spMk id="16" creationId="{9A911FAD-1CA2-91FF-A116-F6F26E6B8EC1}"/>
          </ac:spMkLst>
        </pc:spChg>
        <pc:spChg chg="mod">
          <ac:chgData name="Feist, Ella" userId="992bbaf2-811d-42cb-a4d6-e7fc45e325e8" providerId="ADAL" clId="{8BFB6802-8C6F-4EAD-96D4-626FF0CA2C5C}" dt="2025-05-29T09:31:08.357" v="288" actId="790"/>
          <ac:spMkLst>
            <pc:docMk/>
            <pc:sldMk cId="1103919962" sldId="1468"/>
            <ac:spMk id="17" creationId="{280BACB4-7C3D-64DA-3CD4-FEE2192013A6}"/>
          </ac:spMkLst>
        </pc:spChg>
        <pc:spChg chg="mod">
          <ac:chgData name="Feist, Ella" userId="992bbaf2-811d-42cb-a4d6-e7fc45e325e8" providerId="ADAL" clId="{8BFB6802-8C6F-4EAD-96D4-626FF0CA2C5C}" dt="2025-05-29T09:31:08.357" v="288" actId="790"/>
          <ac:spMkLst>
            <pc:docMk/>
            <pc:sldMk cId="1103919962" sldId="1468"/>
            <ac:spMk id="18" creationId="{9BAF663C-AE01-EAD4-B512-D3D9BF88A761}"/>
          </ac:spMkLst>
        </pc:spChg>
        <pc:graphicFrameChg chg="mod modGraphic">
          <ac:chgData name="Feist, Ella" userId="992bbaf2-811d-42cb-a4d6-e7fc45e325e8" providerId="ADAL" clId="{8BFB6802-8C6F-4EAD-96D4-626FF0CA2C5C}" dt="2025-05-29T09:15:31.303" v="23" actId="2711"/>
          <ac:graphicFrameMkLst>
            <pc:docMk/>
            <pc:sldMk cId="1103919962" sldId="1468"/>
            <ac:graphicFrameMk id="6" creationId="{8E6AB02E-D023-3B5A-683E-3787E1AC2692}"/>
          </ac:graphicFrameMkLst>
        </pc:graphicFrameChg>
      </pc:sldChg>
      <pc:sldChg chg="modSp mod">
        <pc:chgData name="Feist, Ella" userId="992bbaf2-811d-42cb-a4d6-e7fc45e325e8" providerId="ADAL" clId="{8BFB6802-8C6F-4EAD-96D4-626FF0CA2C5C}" dt="2025-05-29T09:31:08.357" v="288" actId="790"/>
        <pc:sldMkLst>
          <pc:docMk/>
          <pc:sldMk cId="1044997607" sldId="1469"/>
        </pc:sldMkLst>
        <pc:spChg chg="mod">
          <ac:chgData name="Feist, Ella" userId="992bbaf2-811d-42cb-a4d6-e7fc45e325e8" providerId="ADAL" clId="{8BFB6802-8C6F-4EAD-96D4-626FF0CA2C5C}" dt="2025-05-29T09:31:08.357" v="288" actId="790"/>
          <ac:spMkLst>
            <pc:docMk/>
            <pc:sldMk cId="1044997607" sldId="1469"/>
            <ac:spMk id="4" creationId="{9ED32BBC-8A3B-5FB1-DB0F-B65F461BDA2D}"/>
          </ac:spMkLst>
        </pc:spChg>
        <pc:spChg chg="mod">
          <ac:chgData name="Feist, Ella" userId="992bbaf2-811d-42cb-a4d6-e7fc45e325e8" providerId="ADAL" clId="{8BFB6802-8C6F-4EAD-96D4-626FF0CA2C5C}" dt="2025-05-29T09:31:08.357" v="288" actId="790"/>
          <ac:spMkLst>
            <pc:docMk/>
            <pc:sldMk cId="1044997607" sldId="1469"/>
            <ac:spMk id="5" creationId="{A237C06B-8CF0-B53E-3066-07692A1B1012}"/>
          </ac:spMkLst>
        </pc:spChg>
      </pc:sldChg>
      <pc:sldChg chg="modSp mod">
        <pc:chgData name="Feist, Ella" userId="992bbaf2-811d-42cb-a4d6-e7fc45e325e8" providerId="ADAL" clId="{8BFB6802-8C6F-4EAD-96D4-626FF0CA2C5C}" dt="2025-05-29T09:31:08.357" v="288" actId="790"/>
        <pc:sldMkLst>
          <pc:docMk/>
          <pc:sldMk cId="483347205" sldId="1470"/>
        </pc:sldMkLst>
        <pc:spChg chg="mod">
          <ac:chgData name="Feist, Ella" userId="992bbaf2-811d-42cb-a4d6-e7fc45e325e8" providerId="ADAL" clId="{8BFB6802-8C6F-4EAD-96D4-626FF0CA2C5C}" dt="2025-05-29T09:31:08.357" v="288" actId="790"/>
          <ac:spMkLst>
            <pc:docMk/>
            <pc:sldMk cId="483347205" sldId="1470"/>
            <ac:spMk id="2" creationId="{A9A6FF77-D641-4417-92E7-11CC6238BF20}"/>
          </ac:spMkLst>
        </pc:spChg>
        <pc:spChg chg="mod">
          <ac:chgData name="Feist, Ella" userId="992bbaf2-811d-42cb-a4d6-e7fc45e325e8" providerId="ADAL" clId="{8BFB6802-8C6F-4EAD-96D4-626FF0CA2C5C}" dt="2025-05-29T09:31:08.357" v="288" actId="790"/>
          <ac:spMkLst>
            <pc:docMk/>
            <pc:sldMk cId="483347205" sldId="1470"/>
            <ac:spMk id="3" creationId="{E1E091CF-49BB-9DFC-EBCE-9A182CAB8884}"/>
          </ac:spMkLst>
        </pc:spChg>
        <pc:spChg chg="mod">
          <ac:chgData name="Feist, Ella" userId="992bbaf2-811d-42cb-a4d6-e7fc45e325e8" providerId="ADAL" clId="{8BFB6802-8C6F-4EAD-96D4-626FF0CA2C5C}" dt="2025-05-29T09:31:08.357" v="288" actId="790"/>
          <ac:spMkLst>
            <pc:docMk/>
            <pc:sldMk cId="483347205" sldId="1470"/>
            <ac:spMk id="4" creationId="{8CA89E5F-0971-63C7-6F6D-25B955940708}"/>
          </ac:spMkLst>
        </pc:spChg>
        <pc:spChg chg="mod">
          <ac:chgData name="Feist, Ella" userId="992bbaf2-811d-42cb-a4d6-e7fc45e325e8" providerId="ADAL" clId="{8BFB6802-8C6F-4EAD-96D4-626FF0CA2C5C}" dt="2025-05-29T09:31:08.357" v="288" actId="790"/>
          <ac:spMkLst>
            <pc:docMk/>
            <pc:sldMk cId="483347205" sldId="1470"/>
            <ac:spMk id="5" creationId="{91A8ED3D-B755-43C9-BCB1-DCF495C0C9DB}"/>
          </ac:spMkLst>
        </pc:spChg>
      </pc:sldChg>
      <pc:sldChg chg="delSp modSp mod">
        <pc:chgData name="Feist, Ella" userId="992bbaf2-811d-42cb-a4d6-e7fc45e325e8" providerId="ADAL" clId="{8BFB6802-8C6F-4EAD-96D4-626FF0CA2C5C}" dt="2025-05-29T09:31:08.357" v="288" actId="790"/>
        <pc:sldMkLst>
          <pc:docMk/>
          <pc:sldMk cId="736362936" sldId="1471"/>
        </pc:sldMkLst>
        <pc:spChg chg="mod">
          <ac:chgData name="Feist, Ella" userId="992bbaf2-811d-42cb-a4d6-e7fc45e325e8" providerId="ADAL" clId="{8BFB6802-8C6F-4EAD-96D4-626FF0CA2C5C}" dt="2025-05-29T09:16:39.740" v="41" actId="20577"/>
          <ac:spMkLst>
            <pc:docMk/>
            <pc:sldMk cId="736362936" sldId="1471"/>
            <ac:spMk id="3" creationId="{6296CE8E-58CF-2DDC-4630-914E9A7C9B53}"/>
          </ac:spMkLst>
        </pc:spChg>
        <pc:spChg chg="del">
          <ac:chgData name="Feist, Ella" userId="992bbaf2-811d-42cb-a4d6-e7fc45e325e8" providerId="ADAL" clId="{8BFB6802-8C6F-4EAD-96D4-626FF0CA2C5C}" dt="2025-05-29T09:16:41.790" v="42" actId="478"/>
          <ac:spMkLst>
            <pc:docMk/>
            <pc:sldMk cId="736362936" sldId="1471"/>
            <ac:spMk id="10" creationId="{711CB54A-215A-8A68-8D35-7D4934AD4779}"/>
          </ac:spMkLst>
        </pc:spChg>
        <pc:spChg chg="mod">
          <ac:chgData name="Feist, Ella" userId="992bbaf2-811d-42cb-a4d6-e7fc45e325e8" providerId="ADAL" clId="{8BFB6802-8C6F-4EAD-96D4-626FF0CA2C5C}" dt="2025-05-29T09:31:08.357" v="288" actId="790"/>
          <ac:spMkLst>
            <pc:docMk/>
            <pc:sldMk cId="736362936" sldId="1471"/>
            <ac:spMk id="19" creationId="{70D032D5-1F74-A21F-3A26-13B54F7FFBDB}"/>
          </ac:spMkLst>
        </pc:spChg>
        <pc:spChg chg="mod">
          <ac:chgData name="Feist, Ella" userId="992bbaf2-811d-42cb-a4d6-e7fc45e325e8" providerId="ADAL" clId="{8BFB6802-8C6F-4EAD-96D4-626FF0CA2C5C}" dt="2025-05-29T09:31:08.357" v="288" actId="790"/>
          <ac:spMkLst>
            <pc:docMk/>
            <pc:sldMk cId="736362936" sldId="1471"/>
            <ac:spMk id="99" creationId="{19720540-8A05-FD38-7240-E0151E9AA215}"/>
          </ac:spMkLst>
        </pc:spChg>
        <pc:spChg chg="mod">
          <ac:chgData name="Feist, Ella" userId="992bbaf2-811d-42cb-a4d6-e7fc45e325e8" providerId="ADAL" clId="{8BFB6802-8C6F-4EAD-96D4-626FF0CA2C5C}" dt="2025-05-29T09:31:08.357" v="288" actId="790"/>
          <ac:spMkLst>
            <pc:docMk/>
            <pc:sldMk cId="736362936" sldId="1471"/>
            <ac:spMk id="102" creationId="{3DCB7D7B-AC57-2360-E01C-0EFA77E64B4F}"/>
          </ac:spMkLst>
        </pc:spChg>
        <pc:spChg chg="mod">
          <ac:chgData name="Feist, Ella" userId="992bbaf2-811d-42cb-a4d6-e7fc45e325e8" providerId="ADAL" clId="{8BFB6802-8C6F-4EAD-96D4-626FF0CA2C5C}" dt="2025-05-29T09:31:08.357" v="288" actId="790"/>
          <ac:spMkLst>
            <pc:docMk/>
            <pc:sldMk cId="736362936" sldId="1471"/>
            <ac:spMk id="113" creationId="{06DA7EC8-56B4-55AF-91A9-75DC3843FA63}"/>
          </ac:spMkLst>
        </pc:spChg>
        <pc:spChg chg="mod">
          <ac:chgData name="Feist, Ella" userId="992bbaf2-811d-42cb-a4d6-e7fc45e325e8" providerId="ADAL" clId="{8BFB6802-8C6F-4EAD-96D4-626FF0CA2C5C}" dt="2025-05-29T09:31:08.357" v="288" actId="790"/>
          <ac:spMkLst>
            <pc:docMk/>
            <pc:sldMk cId="736362936" sldId="1471"/>
            <ac:spMk id="117" creationId="{1F432F5A-C235-B4A2-829F-A5A22BC2CF10}"/>
          </ac:spMkLst>
        </pc:spChg>
        <pc:spChg chg="mod">
          <ac:chgData name="Feist, Ella" userId="992bbaf2-811d-42cb-a4d6-e7fc45e325e8" providerId="ADAL" clId="{8BFB6802-8C6F-4EAD-96D4-626FF0CA2C5C}" dt="2025-05-29T09:31:08.357" v="288" actId="790"/>
          <ac:spMkLst>
            <pc:docMk/>
            <pc:sldMk cId="736362936" sldId="1471"/>
            <ac:spMk id="122" creationId="{0F54655D-305A-1041-D2E8-97B851682891}"/>
          </ac:spMkLst>
        </pc:spChg>
        <pc:spChg chg="mod">
          <ac:chgData name="Feist, Ella" userId="992bbaf2-811d-42cb-a4d6-e7fc45e325e8" providerId="ADAL" clId="{8BFB6802-8C6F-4EAD-96D4-626FF0CA2C5C}" dt="2025-05-29T09:31:08.357" v="288" actId="790"/>
          <ac:spMkLst>
            <pc:docMk/>
            <pc:sldMk cId="736362936" sldId="1471"/>
            <ac:spMk id="128" creationId="{64B1B196-3C79-97F6-8A66-E8C7B6EB49AC}"/>
          </ac:spMkLst>
        </pc:spChg>
        <pc:spChg chg="mod">
          <ac:chgData name="Feist, Ella" userId="992bbaf2-811d-42cb-a4d6-e7fc45e325e8" providerId="ADAL" clId="{8BFB6802-8C6F-4EAD-96D4-626FF0CA2C5C}" dt="2025-05-29T09:31:08.357" v="288" actId="790"/>
          <ac:spMkLst>
            <pc:docMk/>
            <pc:sldMk cId="736362936" sldId="1471"/>
            <ac:spMk id="129" creationId="{6B38B749-1D15-D3CF-3012-5729DDB02B67}"/>
          </ac:spMkLst>
        </pc:spChg>
        <pc:spChg chg="mod">
          <ac:chgData name="Feist, Ella" userId="992bbaf2-811d-42cb-a4d6-e7fc45e325e8" providerId="ADAL" clId="{8BFB6802-8C6F-4EAD-96D4-626FF0CA2C5C}" dt="2025-05-29T09:31:08.357" v="288" actId="790"/>
          <ac:spMkLst>
            <pc:docMk/>
            <pc:sldMk cId="736362936" sldId="1471"/>
            <ac:spMk id="135" creationId="{5524215B-42A8-A5F5-8A11-83022D56E64F}"/>
          </ac:spMkLst>
        </pc:spChg>
        <pc:spChg chg="mod">
          <ac:chgData name="Feist, Ella" userId="992bbaf2-811d-42cb-a4d6-e7fc45e325e8" providerId="ADAL" clId="{8BFB6802-8C6F-4EAD-96D4-626FF0CA2C5C}" dt="2025-05-29T09:31:08.357" v="288" actId="790"/>
          <ac:spMkLst>
            <pc:docMk/>
            <pc:sldMk cId="736362936" sldId="1471"/>
            <ac:spMk id="136" creationId="{1A9F63C0-E069-3D21-5FF2-D487D742DA1C}"/>
          </ac:spMkLst>
        </pc:spChg>
      </pc:sldChg>
      <pc:sldChg chg="modSp mod modClrScheme chgLayout">
        <pc:chgData name="Feist, Ella" userId="992bbaf2-811d-42cb-a4d6-e7fc45e325e8" providerId="ADAL" clId="{8BFB6802-8C6F-4EAD-96D4-626FF0CA2C5C}" dt="2025-05-29T09:31:08.357" v="288" actId="790"/>
        <pc:sldMkLst>
          <pc:docMk/>
          <pc:sldMk cId="1312046030" sldId="1472"/>
        </pc:sldMkLst>
        <pc:spChg chg="mod ord">
          <ac:chgData name="Feist, Ella" userId="992bbaf2-811d-42cb-a4d6-e7fc45e325e8" providerId="ADAL" clId="{8BFB6802-8C6F-4EAD-96D4-626FF0CA2C5C}" dt="2025-05-29T09:31:08.357" v="288" actId="790"/>
          <ac:spMkLst>
            <pc:docMk/>
            <pc:sldMk cId="1312046030" sldId="1472"/>
            <ac:spMk id="2" creationId="{A9A6FF77-D641-4417-92E7-11CC6238BF20}"/>
          </ac:spMkLst>
        </pc:spChg>
        <pc:spChg chg="mod ord">
          <ac:chgData name="Feist, Ella" userId="992bbaf2-811d-42cb-a4d6-e7fc45e325e8" providerId="ADAL" clId="{8BFB6802-8C6F-4EAD-96D4-626FF0CA2C5C}" dt="2025-05-29T09:31:08.357" v="288" actId="790"/>
          <ac:spMkLst>
            <pc:docMk/>
            <pc:sldMk cId="1312046030" sldId="1472"/>
            <ac:spMk id="4" creationId="{3131DBC3-C8A5-C7B1-62A5-053D621FB714}"/>
          </ac:spMkLst>
        </pc:spChg>
        <pc:spChg chg="mod ord">
          <ac:chgData name="Feist, Ella" userId="992bbaf2-811d-42cb-a4d6-e7fc45e325e8" providerId="ADAL" clId="{8BFB6802-8C6F-4EAD-96D4-626FF0CA2C5C}" dt="2025-05-29T09:31:08.357" v="288" actId="790"/>
          <ac:spMkLst>
            <pc:docMk/>
            <pc:sldMk cId="1312046030" sldId="1472"/>
            <ac:spMk id="5" creationId="{91A8ED3D-B755-43C9-BCB1-DCF495C0C9DB}"/>
          </ac:spMkLst>
        </pc:spChg>
        <pc:graphicFrameChg chg="mod">
          <ac:chgData name="Feist, Ella" userId="992bbaf2-811d-42cb-a4d6-e7fc45e325e8" providerId="ADAL" clId="{8BFB6802-8C6F-4EAD-96D4-626FF0CA2C5C}" dt="2025-05-29T09:17:00.402" v="45" actId="1076"/>
          <ac:graphicFrameMkLst>
            <pc:docMk/>
            <pc:sldMk cId="1312046030" sldId="1472"/>
            <ac:graphicFrameMk id="3" creationId="{36E185A3-4F6C-E4AF-139A-8C4B78C68857}"/>
          </ac:graphicFrameMkLst>
        </pc:graphicFrameChg>
        <pc:picChg chg="mod">
          <ac:chgData name="Feist, Ella" userId="992bbaf2-811d-42cb-a4d6-e7fc45e325e8" providerId="ADAL" clId="{8BFB6802-8C6F-4EAD-96D4-626FF0CA2C5C}" dt="2025-05-29T09:17:02.985" v="46" actId="1076"/>
          <ac:picMkLst>
            <pc:docMk/>
            <pc:sldMk cId="1312046030" sldId="1472"/>
            <ac:picMk id="1026" creationId="{DD7846E5-C491-AF19-8248-451AE62EF2B7}"/>
          </ac:picMkLst>
        </pc:picChg>
      </pc:sldChg>
      <pc:sldChg chg="modSp mod">
        <pc:chgData name="Feist, Ella" userId="992bbaf2-811d-42cb-a4d6-e7fc45e325e8" providerId="ADAL" clId="{8BFB6802-8C6F-4EAD-96D4-626FF0CA2C5C}" dt="2025-05-29T09:31:08.357" v="288" actId="790"/>
        <pc:sldMkLst>
          <pc:docMk/>
          <pc:sldMk cId="175936665" sldId="1473"/>
        </pc:sldMkLst>
        <pc:spChg chg="mod">
          <ac:chgData name="Feist, Ella" userId="992bbaf2-811d-42cb-a4d6-e7fc45e325e8" providerId="ADAL" clId="{8BFB6802-8C6F-4EAD-96D4-626FF0CA2C5C}" dt="2025-05-29T09:31:08.357" v="288" actId="790"/>
          <ac:spMkLst>
            <pc:docMk/>
            <pc:sldMk cId="175936665" sldId="1473"/>
            <ac:spMk id="2" creationId="{A9A6FF77-D641-4417-92E7-11CC6238BF20}"/>
          </ac:spMkLst>
        </pc:spChg>
        <pc:spChg chg="mod">
          <ac:chgData name="Feist, Ella" userId="992bbaf2-811d-42cb-a4d6-e7fc45e325e8" providerId="ADAL" clId="{8BFB6802-8C6F-4EAD-96D4-626FF0CA2C5C}" dt="2025-05-29T09:31:08.357" v="288" actId="790"/>
          <ac:spMkLst>
            <pc:docMk/>
            <pc:sldMk cId="175936665" sldId="1473"/>
            <ac:spMk id="3" creationId="{C3E390C8-C555-C0B9-A223-8DB01B8B8A55}"/>
          </ac:spMkLst>
        </pc:spChg>
        <pc:spChg chg="mod">
          <ac:chgData name="Feist, Ella" userId="992bbaf2-811d-42cb-a4d6-e7fc45e325e8" providerId="ADAL" clId="{8BFB6802-8C6F-4EAD-96D4-626FF0CA2C5C}" dt="2025-05-29T09:31:08.357" v="288" actId="790"/>
          <ac:spMkLst>
            <pc:docMk/>
            <pc:sldMk cId="175936665" sldId="1473"/>
            <ac:spMk id="5" creationId="{91A8ED3D-B755-43C9-BCB1-DCF495C0C9DB}"/>
          </ac:spMkLst>
        </pc:spChg>
        <pc:spChg chg="mod">
          <ac:chgData name="Feist, Ella" userId="992bbaf2-811d-42cb-a4d6-e7fc45e325e8" providerId="ADAL" clId="{8BFB6802-8C6F-4EAD-96D4-626FF0CA2C5C}" dt="2025-05-29T09:31:08.357" v="288" actId="790"/>
          <ac:spMkLst>
            <pc:docMk/>
            <pc:sldMk cId="175936665" sldId="1473"/>
            <ac:spMk id="7" creationId="{A12CE0AC-CFC9-B1EF-E255-DD6940322D11}"/>
          </ac:spMkLst>
        </pc:spChg>
      </pc:sldChg>
      <pc:sldChg chg="modSp mod">
        <pc:chgData name="Feist, Ella" userId="992bbaf2-811d-42cb-a4d6-e7fc45e325e8" providerId="ADAL" clId="{8BFB6802-8C6F-4EAD-96D4-626FF0CA2C5C}" dt="2025-05-29T09:31:08.357" v="288" actId="790"/>
        <pc:sldMkLst>
          <pc:docMk/>
          <pc:sldMk cId="2092081068" sldId="1474"/>
        </pc:sldMkLst>
        <pc:spChg chg="mod">
          <ac:chgData name="Feist, Ella" userId="992bbaf2-811d-42cb-a4d6-e7fc45e325e8" providerId="ADAL" clId="{8BFB6802-8C6F-4EAD-96D4-626FF0CA2C5C}" dt="2025-05-29T09:31:08.357" v="288" actId="790"/>
          <ac:spMkLst>
            <pc:docMk/>
            <pc:sldMk cId="2092081068" sldId="1474"/>
            <ac:spMk id="2" creationId="{A9A6FF77-D641-4417-92E7-11CC6238BF20}"/>
          </ac:spMkLst>
        </pc:spChg>
        <pc:spChg chg="mod">
          <ac:chgData name="Feist, Ella" userId="992bbaf2-811d-42cb-a4d6-e7fc45e325e8" providerId="ADAL" clId="{8BFB6802-8C6F-4EAD-96D4-626FF0CA2C5C}" dt="2025-05-29T09:31:08.357" v="288" actId="790"/>
          <ac:spMkLst>
            <pc:docMk/>
            <pc:sldMk cId="2092081068" sldId="1474"/>
            <ac:spMk id="3" creationId="{4429FFE0-2E60-46DD-2068-1C579198AA0E}"/>
          </ac:spMkLst>
        </pc:spChg>
        <pc:spChg chg="mod">
          <ac:chgData name="Feist, Ella" userId="992bbaf2-811d-42cb-a4d6-e7fc45e325e8" providerId="ADAL" clId="{8BFB6802-8C6F-4EAD-96D4-626FF0CA2C5C}" dt="2025-05-29T09:31:08.357" v="288" actId="790"/>
          <ac:spMkLst>
            <pc:docMk/>
            <pc:sldMk cId="2092081068" sldId="1474"/>
            <ac:spMk id="4" creationId="{55EE3A6C-3E09-5D47-3835-776B831BAF48}"/>
          </ac:spMkLst>
        </pc:spChg>
        <pc:spChg chg="mod">
          <ac:chgData name="Feist, Ella" userId="992bbaf2-811d-42cb-a4d6-e7fc45e325e8" providerId="ADAL" clId="{8BFB6802-8C6F-4EAD-96D4-626FF0CA2C5C}" dt="2025-05-29T09:31:08.357" v="288" actId="790"/>
          <ac:spMkLst>
            <pc:docMk/>
            <pc:sldMk cId="2092081068" sldId="1474"/>
            <ac:spMk id="5" creationId="{91A8ED3D-B755-43C9-BCB1-DCF495C0C9DB}"/>
          </ac:spMkLst>
        </pc:spChg>
        <pc:spChg chg="mod">
          <ac:chgData name="Feist, Ella" userId="992bbaf2-811d-42cb-a4d6-e7fc45e325e8" providerId="ADAL" clId="{8BFB6802-8C6F-4EAD-96D4-626FF0CA2C5C}" dt="2025-05-29T09:31:08.357" v="288" actId="790"/>
          <ac:spMkLst>
            <pc:docMk/>
            <pc:sldMk cId="2092081068" sldId="1474"/>
            <ac:spMk id="7" creationId="{CA3BCD5A-7650-BA0D-4E22-369F2FEA8B3E}"/>
          </ac:spMkLst>
        </pc:spChg>
        <pc:spChg chg="mod">
          <ac:chgData name="Feist, Ella" userId="992bbaf2-811d-42cb-a4d6-e7fc45e325e8" providerId="ADAL" clId="{8BFB6802-8C6F-4EAD-96D4-626FF0CA2C5C}" dt="2025-05-29T09:31:08.357" v="288" actId="790"/>
          <ac:spMkLst>
            <pc:docMk/>
            <pc:sldMk cId="2092081068" sldId="1474"/>
            <ac:spMk id="8" creationId="{88635C2A-AC27-6E4D-4C41-A9C29F1DBFE0}"/>
          </ac:spMkLst>
        </pc:spChg>
      </pc:sldChg>
      <pc:sldChg chg="modSp mod">
        <pc:chgData name="Feist, Ella" userId="992bbaf2-811d-42cb-a4d6-e7fc45e325e8" providerId="ADAL" clId="{8BFB6802-8C6F-4EAD-96D4-626FF0CA2C5C}" dt="2025-05-29T09:31:08.357" v="288" actId="790"/>
        <pc:sldMkLst>
          <pc:docMk/>
          <pc:sldMk cId="3243554252" sldId="1475"/>
        </pc:sldMkLst>
        <pc:spChg chg="mod">
          <ac:chgData name="Feist, Ella" userId="992bbaf2-811d-42cb-a4d6-e7fc45e325e8" providerId="ADAL" clId="{8BFB6802-8C6F-4EAD-96D4-626FF0CA2C5C}" dt="2025-05-29T09:31:08.357" v="288" actId="790"/>
          <ac:spMkLst>
            <pc:docMk/>
            <pc:sldMk cId="3243554252" sldId="1475"/>
            <ac:spMk id="2" creationId="{A9A6FF77-D641-4417-92E7-11CC6238BF20}"/>
          </ac:spMkLst>
        </pc:spChg>
        <pc:spChg chg="mod">
          <ac:chgData name="Feist, Ella" userId="992bbaf2-811d-42cb-a4d6-e7fc45e325e8" providerId="ADAL" clId="{8BFB6802-8C6F-4EAD-96D4-626FF0CA2C5C}" dt="2025-05-29T09:31:08.357" v="288" actId="790"/>
          <ac:spMkLst>
            <pc:docMk/>
            <pc:sldMk cId="3243554252" sldId="1475"/>
            <ac:spMk id="3" creationId="{4429FFE0-2E60-46DD-2068-1C579198AA0E}"/>
          </ac:spMkLst>
        </pc:spChg>
        <pc:spChg chg="mod">
          <ac:chgData name="Feist, Ella" userId="992bbaf2-811d-42cb-a4d6-e7fc45e325e8" providerId="ADAL" clId="{8BFB6802-8C6F-4EAD-96D4-626FF0CA2C5C}" dt="2025-05-29T09:31:08.357" v="288" actId="790"/>
          <ac:spMkLst>
            <pc:docMk/>
            <pc:sldMk cId="3243554252" sldId="1475"/>
            <ac:spMk id="4" creationId="{55EE3A6C-3E09-5D47-3835-776B831BAF48}"/>
          </ac:spMkLst>
        </pc:spChg>
        <pc:spChg chg="mod">
          <ac:chgData name="Feist, Ella" userId="992bbaf2-811d-42cb-a4d6-e7fc45e325e8" providerId="ADAL" clId="{8BFB6802-8C6F-4EAD-96D4-626FF0CA2C5C}" dt="2025-05-29T09:31:08.357" v="288" actId="790"/>
          <ac:spMkLst>
            <pc:docMk/>
            <pc:sldMk cId="3243554252" sldId="1475"/>
            <ac:spMk id="5" creationId="{91A8ED3D-B755-43C9-BCB1-DCF495C0C9DB}"/>
          </ac:spMkLst>
        </pc:spChg>
        <pc:spChg chg="mod">
          <ac:chgData name="Feist, Ella" userId="992bbaf2-811d-42cb-a4d6-e7fc45e325e8" providerId="ADAL" clId="{8BFB6802-8C6F-4EAD-96D4-626FF0CA2C5C}" dt="2025-05-29T09:31:08.357" v="288" actId="790"/>
          <ac:spMkLst>
            <pc:docMk/>
            <pc:sldMk cId="3243554252" sldId="1475"/>
            <ac:spMk id="7" creationId="{223CB086-C281-175B-37A2-1229CCDD7933}"/>
          </ac:spMkLst>
        </pc:spChg>
        <pc:spChg chg="mod">
          <ac:chgData name="Feist, Ella" userId="992bbaf2-811d-42cb-a4d6-e7fc45e325e8" providerId="ADAL" clId="{8BFB6802-8C6F-4EAD-96D4-626FF0CA2C5C}" dt="2025-05-29T09:31:08.357" v="288" actId="790"/>
          <ac:spMkLst>
            <pc:docMk/>
            <pc:sldMk cId="3243554252" sldId="1475"/>
            <ac:spMk id="8" creationId="{793969BE-F8FB-266C-DE9D-9AE4F8576027}"/>
          </ac:spMkLst>
        </pc:spChg>
        <pc:picChg chg="mod">
          <ac:chgData name="Feist, Ella" userId="992bbaf2-811d-42cb-a4d6-e7fc45e325e8" providerId="ADAL" clId="{8BFB6802-8C6F-4EAD-96D4-626FF0CA2C5C}" dt="2025-05-29T09:20:10.009" v="71" actId="1076"/>
          <ac:picMkLst>
            <pc:docMk/>
            <pc:sldMk cId="3243554252" sldId="1475"/>
            <ac:picMk id="6" creationId="{267BF4DF-991F-FDEF-1985-65C12297C6CC}"/>
          </ac:picMkLst>
        </pc:picChg>
      </pc:sldChg>
      <pc:sldChg chg="modSp mod">
        <pc:chgData name="Feist, Ella" userId="992bbaf2-811d-42cb-a4d6-e7fc45e325e8" providerId="ADAL" clId="{8BFB6802-8C6F-4EAD-96D4-626FF0CA2C5C}" dt="2025-05-29T09:31:08.357" v="288" actId="790"/>
        <pc:sldMkLst>
          <pc:docMk/>
          <pc:sldMk cId="1092568336" sldId="1476"/>
        </pc:sldMkLst>
        <pc:spChg chg="mod">
          <ac:chgData name="Feist, Ella" userId="992bbaf2-811d-42cb-a4d6-e7fc45e325e8" providerId="ADAL" clId="{8BFB6802-8C6F-4EAD-96D4-626FF0CA2C5C}" dt="2025-05-29T09:31:08.357" v="288" actId="790"/>
          <ac:spMkLst>
            <pc:docMk/>
            <pc:sldMk cId="1092568336" sldId="1476"/>
            <ac:spMk id="4" creationId="{9ED32BBC-8A3B-5FB1-DB0F-B65F461BDA2D}"/>
          </ac:spMkLst>
        </pc:spChg>
        <pc:spChg chg="mod">
          <ac:chgData name="Feist, Ella" userId="992bbaf2-811d-42cb-a4d6-e7fc45e325e8" providerId="ADAL" clId="{8BFB6802-8C6F-4EAD-96D4-626FF0CA2C5C}" dt="2025-05-29T09:31:08.357" v="288" actId="790"/>
          <ac:spMkLst>
            <pc:docMk/>
            <pc:sldMk cId="1092568336" sldId="1476"/>
            <ac:spMk id="5" creationId="{08F76FB3-53A1-7ADC-F1F2-8EFB7D103C1A}"/>
          </ac:spMkLst>
        </pc:spChg>
      </pc:sldChg>
      <pc:sldChg chg="modSp mod">
        <pc:chgData name="Feist, Ella" userId="992bbaf2-811d-42cb-a4d6-e7fc45e325e8" providerId="ADAL" clId="{8BFB6802-8C6F-4EAD-96D4-626FF0CA2C5C}" dt="2025-05-29T09:31:08.357" v="288" actId="790"/>
        <pc:sldMkLst>
          <pc:docMk/>
          <pc:sldMk cId="3015672553" sldId="1477"/>
        </pc:sldMkLst>
        <pc:spChg chg="mod">
          <ac:chgData name="Feist, Ella" userId="992bbaf2-811d-42cb-a4d6-e7fc45e325e8" providerId="ADAL" clId="{8BFB6802-8C6F-4EAD-96D4-626FF0CA2C5C}" dt="2025-05-29T09:31:08.357" v="288" actId="790"/>
          <ac:spMkLst>
            <pc:docMk/>
            <pc:sldMk cId="3015672553" sldId="1477"/>
            <ac:spMk id="2" creationId="{A9A6FF77-D641-4417-92E7-11CC6238BF20}"/>
          </ac:spMkLst>
        </pc:spChg>
        <pc:spChg chg="mod">
          <ac:chgData name="Feist, Ella" userId="992bbaf2-811d-42cb-a4d6-e7fc45e325e8" providerId="ADAL" clId="{8BFB6802-8C6F-4EAD-96D4-626FF0CA2C5C}" dt="2025-05-29T09:31:08.357" v="288" actId="790"/>
          <ac:spMkLst>
            <pc:docMk/>
            <pc:sldMk cId="3015672553" sldId="1477"/>
            <ac:spMk id="3" creationId="{1846F2A7-68A6-18E2-69D4-413D0B398000}"/>
          </ac:spMkLst>
        </pc:spChg>
        <pc:spChg chg="mod">
          <ac:chgData name="Feist, Ella" userId="992bbaf2-811d-42cb-a4d6-e7fc45e325e8" providerId="ADAL" clId="{8BFB6802-8C6F-4EAD-96D4-626FF0CA2C5C}" dt="2025-05-29T09:31:08.357" v="288" actId="790"/>
          <ac:spMkLst>
            <pc:docMk/>
            <pc:sldMk cId="3015672553" sldId="1477"/>
            <ac:spMk id="4" creationId="{FD148502-D453-AB50-21B8-C494EC2DEC37}"/>
          </ac:spMkLst>
        </pc:spChg>
        <pc:spChg chg="mod">
          <ac:chgData name="Feist, Ella" userId="992bbaf2-811d-42cb-a4d6-e7fc45e325e8" providerId="ADAL" clId="{8BFB6802-8C6F-4EAD-96D4-626FF0CA2C5C}" dt="2025-05-29T09:31:08.357" v="288" actId="790"/>
          <ac:spMkLst>
            <pc:docMk/>
            <pc:sldMk cId="3015672553" sldId="1477"/>
            <ac:spMk id="5" creationId="{91A8ED3D-B755-43C9-BCB1-DCF495C0C9DB}"/>
          </ac:spMkLst>
        </pc:spChg>
        <pc:spChg chg="mod">
          <ac:chgData name="Feist, Ella" userId="992bbaf2-811d-42cb-a4d6-e7fc45e325e8" providerId="ADAL" clId="{8BFB6802-8C6F-4EAD-96D4-626FF0CA2C5C}" dt="2025-05-29T09:31:08.357" v="288" actId="790"/>
          <ac:spMkLst>
            <pc:docMk/>
            <pc:sldMk cId="3015672553" sldId="1477"/>
            <ac:spMk id="7" creationId="{9A87C591-E4A5-CD14-12DE-5A55AEA644C3}"/>
          </ac:spMkLst>
        </pc:spChg>
      </pc:sldChg>
      <pc:sldChg chg="modSp mod">
        <pc:chgData name="Feist, Ella" userId="992bbaf2-811d-42cb-a4d6-e7fc45e325e8" providerId="ADAL" clId="{8BFB6802-8C6F-4EAD-96D4-626FF0CA2C5C}" dt="2025-05-29T09:31:08.357" v="288" actId="790"/>
        <pc:sldMkLst>
          <pc:docMk/>
          <pc:sldMk cId="1806465375" sldId="1478"/>
        </pc:sldMkLst>
        <pc:spChg chg="mod">
          <ac:chgData name="Feist, Ella" userId="992bbaf2-811d-42cb-a4d6-e7fc45e325e8" providerId="ADAL" clId="{8BFB6802-8C6F-4EAD-96D4-626FF0CA2C5C}" dt="2025-05-29T09:31:08.357" v="288" actId="790"/>
          <ac:spMkLst>
            <pc:docMk/>
            <pc:sldMk cId="1806465375" sldId="1478"/>
            <ac:spMk id="2" creationId="{A9A6FF77-D641-4417-92E7-11CC6238BF20}"/>
          </ac:spMkLst>
        </pc:spChg>
        <pc:spChg chg="mod">
          <ac:chgData name="Feist, Ella" userId="992bbaf2-811d-42cb-a4d6-e7fc45e325e8" providerId="ADAL" clId="{8BFB6802-8C6F-4EAD-96D4-626FF0CA2C5C}" dt="2025-05-29T09:31:08.357" v="288" actId="790"/>
          <ac:spMkLst>
            <pc:docMk/>
            <pc:sldMk cId="1806465375" sldId="1478"/>
            <ac:spMk id="3" creationId="{7AC81B99-C295-3748-FE42-DAA8832AB848}"/>
          </ac:spMkLst>
        </pc:spChg>
        <pc:spChg chg="mod">
          <ac:chgData name="Feist, Ella" userId="992bbaf2-811d-42cb-a4d6-e7fc45e325e8" providerId="ADAL" clId="{8BFB6802-8C6F-4EAD-96D4-626FF0CA2C5C}" dt="2025-05-29T09:31:08.357" v="288" actId="790"/>
          <ac:spMkLst>
            <pc:docMk/>
            <pc:sldMk cId="1806465375" sldId="1478"/>
            <ac:spMk id="4" creationId="{CD054FD1-45CC-1D0C-6840-BC62EF9EFA03}"/>
          </ac:spMkLst>
        </pc:spChg>
        <pc:spChg chg="mod">
          <ac:chgData name="Feist, Ella" userId="992bbaf2-811d-42cb-a4d6-e7fc45e325e8" providerId="ADAL" clId="{8BFB6802-8C6F-4EAD-96D4-626FF0CA2C5C}" dt="2025-05-29T09:31:08.357" v="288" actId="790"/>
          <ac:spMkLst>
            <pc:docMk/>
            <pc:sldMk cId="1806465375" sldId="1478"/>
            <ac:spMk id="5" creationId="{91A8ED3D-B755-43C9-BCB1-DCF495C0C9DB}"/>
          </ac:spMkLst>
        </pc:spChg>
        <pc:spChg chg="mod">
          <ac:chgData name="Feist, Ella" userId="992bbaf2-811d-42cb-a4d6-e7fc45e325e8" providerId="ADAL" clId="{8BFB6802-8C6F-4EAD-96D4-626FF0CA2C5C}" dt="2025-05-29T09:31:08.357" v="288" actId="790"/>
          <ac:spMkLst>
            <pc:docMk/>
            <pc:sldMk cId="1806465375" sldId="1478"/>
            <ac:spMk id="7" creationId="{CACFE536-02F1-BA73-B884-D967F916CF0A}"/>
          </ac:spMkLst>
        </pc:spChg>
        <pc:spChg chg="mod">
          <ac:chgData name="Feist, Ella" userId="992bbaf2-811d-42cb-a4d6-e7fc45e325e8" providerId="ADAL" clId="{8BFB6802-8C6F-4EAD-96D4-626FF0CA2C5C}" dt="2025-05-29T09:31:08.357" v="288" actId="790"/>
          <ac:spMkLst>
            <pc:docMk/>
            <pc:sldMk cId="1806465375" sldId="1478"/>
            <ac:spMk id="8" creationId="{4D61CE23-F9FE-1CE1-6B52-48E9BAA5C7AF}"/>
          </ac:spMkLst>
        </pc:spChg>
        <pc:spChg chg="mod">
          <ac:chgData name="Feist, Ella" userId="992bbaf2-811d-42cb-a4d6-e7fc45e325e8" providerId="ADAL" clId="{8BFB6802-8C6F-4EAD-96D4-626FF0CA2C5C}" dt="2025-05-29T09:31:08.357" v="288" actId="790"/>
          <ac:spMkLst>
            <pc:docMk/>
            <pc:sldMk cId="1806465375" sldId="1478"/>
            <ac:spMk id="10" creationId="{0BCF434D-7ECA-BA17-3E2A-093B0C291416}"/>
          </ac:spMkLst>
        </pc:spChg>
        <pc:spChg chg="mod">
          <ac:chgData name="Feist, Ella" userId="992bbaf2-811d-42cb-a4d6-e7fc45e325e8" providerId="ADAL" clId="{8BFB6802-8C6F-4EAD-96D4-626FF0CA2C5C}" dt="2025-05-29T09:31:08.357" v="288" actId="790"/>
          <ac:spMkLst>
            <pc:docMk/>
            <pc:sldMk cId="1806465375" sldId="1478"/>
            <ac:spMk id="11" creationId="{E6105DC1-22FD-B638-C1BE-B6FB3EFBB74E}"/>
          </ac:spMkLst>
        </pc:spChg>
      </pc:sldChg>
      <pc:sldChg chg="modSp mod">
        <pc:chgData name="Feist, Ella" userId="992bbaf2-811d-42cb-a4d6-e7fc45e325e8" providerId="ADAL" clId="{8BFB6802-8C6F-4EAD-96D4-626FF0CA2C5C}" dt="2025-05-29T09:31:08.357" v="288" actId="790"/>
        <pc:sldMkLst>
          <pc:docMk/>
          <pc:sldMk cId="2924320258" sldId="1479"/>
        </pc:sldMkLst>
        <pc:spChg chg="mod">
          <ac:chgData name="Feist, Ella" userId="992bbaf2-811d-42cb-a4d6-e7fc45e325e8" providerId="ADAL" clId="{8BFB6802-8C6F-4EAD-96D4-626FF0CA2C5C}" dt="2025-05-29T09:31:08.357" v="288" actId="790"/>
          <ac:spMkLst>
            <pc:docMk/>
            <pc:sldMk cId="2924320258" sldId="1479"/>
            <ac:spMk id="2" creationId="{A9A6FF77-D641-4417-92E7-11CC6238BF20}"/>
          </ac:spMkLst>
        </pc:spChg>
        <pc:spChg chg="mod">
          <ac:chgData name="Feist, Ella" userId="992bbaf2-811d-42cb-a4d6-e7fc45e325e8" providerId="ADAL" clId="{8BFB6802-8C6F-4EAD-96D4-626FF0CA2C5C}" dt="2025-05-29T09:31:08.357" v="288" actId="790"/>
          <ac:spMkLst>
            <pc:docMk/>
            <pc:sldMk cId="2924320258" sldId="1479"/>
            <ac:spMk id="4" creationId="{2A0429D8-476A-E4DF-90D6-FC9D2FA0FE79}"/>
          </ac:spMkLst>
        </pc:spChg>
        <pc:spChg chg="mod">
          <ac:chgData name="Feist, Ella" userId="992bbaf2-811d-42cb-a4d6-e7fc45e325e8" providerId="ADAL" clId="{8BFB6802-8C6F-4EAD-96D4-626FF0CA2C5C}" dt="2025-05-29T09:31:08.357" v="288" actId="790"/>
          <ac:spMkLst>
            <pc:docMk/>
            <pc:sldMk cId="2924320258" sldId="1479"/>
            <ac:spMk id="5" creationId="{91A8ED3D-B755-43C9-BCB1-DCF495C0C9DB}"/>
          </ac:spMkLst>
        </pc:spChg>
        <pc:spChg chg="mod">
          <ac:chgData name="Feist, Ella" userId="992bbaf2-811d-42cb-a4d6-e7fc45e325e8" providerId="ADAL" clId="{8BFB6802-8C6F-4EAD-96D4-626FF0CA2C5C}" dt="2025-05-29T09:31:08.357" v="288" actId="790"/>
          <ac:spMkLst>
            <pc:docMk/>
            <pc:sldMk cId="2924320258" sldId="1479"/>
            <ac:spMk id="7" creationId="{9CEC4568-8024-019E-FF4B-25C03E4217A8}"/>
          </ac:spMkLst>
        </pc:spChg>
        <pc:spChg chg="mod">
          <ac:chgData name="Feist, Ella" userId="992bbaf2-811d-42cb-a4d6-e7fc45e325e8" providerId="ADAL" clId="{8BFB6802-8C6F-4EAD-96D4-626FF0CA2C5C}" dt="2025-05-29T09:31:08.357" v="288" actId="790"/>
          <ac:spMkLst>
            <pc:docMk/>
            <pc:sldMk cId="2924320258" sldId="1479"/>
            <ac:spMk id="8" creationId="{B2806AD8-0C15-0182-7D0B-2E8AB30AD2A1}"/>
          </ac:spMkLst>
        </pc:spChg>
        <pc:spChg chg="mod">
          <ac:chgData name="Feist, Ella" userId="992bbaf2-811d-42cb-a4d6-e7fc45e325e8" providerId="ADAL" clId="{8BFB6802-8C6F-4EAD-96D4-626FF0CA2C5C}" dt="2025-05-29T09:31:08.357" v="288" actId="790"/>
          <ac:spMkLst>
            <pc:docMk/>
            <pc:sldMk cId="2924320258" sldId="1479"/>
            <ac:spMk id="10" creationId="{7E92359B-73D6-CB32-1671-07CDBEF02326}"/>
          </ac:spMkLst>
        </pc:spChg>
        <pc:spChg chg="mod">
          <ac:chgData name="Feist, Ella" userId="992bbaf2-811d-42cb-a4d6-e7fc45e325e8" providerId="ADAL" clId="{8BFB6802-8C6F-4EAD-96D4-626FF0CA2C5C}" dt="2025-05-29T09:31:08.357" v="288" actId="790"/>
          <ac:spMkLst>
            <pc:docMk/>
            <pc:sldMk cId="2924320258" sldId="1479"/>
            <ac:spMk id="11" creationId="{E40DD632-4028-67A1-8B80-013A8D1608FD}"/>
          </ac:spMkLst>
        </pc:spChg>
        <pc:spChg chg="mod">
          <ac:chgData name="Feist, Ella" userId="992bbaf2-811d-42cb-a4d6-e7fc45e325e8" providerId="ADAL" clId="{8BFB6802-8C6F-4EAD-96D4-626FF0CA2C5C}" dt="2025-05-29T09:31:08.357" v="288" actId="790"/>
          <ac:spMkLst>
            <pc:docMk/>
            <pc:sldMk cId="2924320258" sldId="1479"/>
            <ac:spMk id="12" creationId="{693FDCFD-507C-8AE8-EDE3-071F1AE05F8A}"/>
          </ac:spMkLst>
        </pc:spChg>
        <pc:spChg chg="mod">
          <ac:chgData name="Feist, Ella" userId="992bbaf2-811d-42cb-a4d6-e7fc45e325e8" providerId="ADAL" clId="{8BFB6802-8C6F-4EAD-96D4-626FF0CA2C5C}" dt="2025-05-29T09:31:08.357" v="288" actId="790"/>
          <ac:spMkLst>
            <pc:docMk/>
            <pc:sldMk cId="2924320258" sldId="1479"/>
            <ac:spMk id="13" creationId="{24730500-5AB2-1F28-59DC-ED708ED0BF43}"/>
          </ac:spMkLst>
        </pc:spChg>
        <pc:spChg chg="mod">
          <ac:chgData name="Feist, Ella" userId="992bbaf2-811d-42cb-a4d6-e7fc45e325e8" providerId="ADAL" clId="{8BFB6802-8C6F-4EAD-96D4-626FF0CA2C5C}" dt="2025-05-29T09:31:08.357" v="288" actId="790"/>
          <ac:spMkLst>
            <pc:docMk/>
            <pc:sldMk cId="2924320258" sldId="1479"/>
            <ac:spMk id="14" creationId="{0E25685D-68B2-2E3D-AFF8-BF197EDAB10E}"/>
          </ac:spMkLst>
        </pc:spChg>
        <pc:grpChg chg="mod">
          <ac:chgData name="Feist, Ella" userId="992bbaf2-811d-42cb-a4d6-e7fc45e325e8" providerId="ADAL" clId="{8BFB6802-8C6F-4EAD-96D4-626FF0CA2C5C}" dt="2025-05-29T09:22:32.387" v="113" actId="1076"/>
          <ac:grpSpMkLst>
            <pc:docMk/>
            <pc:sldMk cId="2924320258" sldId="1479"/>
            <ac:grpSpMk id="15" creationId="{F91C8957-5B9F-D478-675B-575C4158F7C6}"/>
          </ac:grpSpMkLst>
        </pc:grpChg>
      </pc:sldChg>
      <pc:sldChg chg="modSp mod">
        <pc:chgData name="Feist, Ella" userId="992bbaf2-811d-42cb-a4d6-e7fc45e325e8" providerId="ADAL" clId="{8BFB6802-8C6F-4EAD-96D4-626FF0CA2C5C}" dt="2025-05-29T09:31:08.357" v="288" actId="790"/>
        <pc:sldMkLst>
          <pc:docMk/>
          <pc:sldMk cId="2062241985" sldId="1480"/>
        </pc:sldMkLst>
        <pc:spChg chg="mod">
          <ac:chgData name="Feist, Ella" userId="992bbaf2-811d-42cb-a4d6-e7fc45e325e8" providerId="ADAL" clId="{8BFB6802-8C6F-4EAD-96D4-626FF0CA2C5C}" dt="2025-05-29T09:31:08.357" v="288" actId="790"/>
          <ac:spMkLst>
            <pc:docMk/>
            <pc:sldMk cId="2062241985" sldId="1480"/>
            <ac:spMk id="2" creationId="{A9A6FF77-D641-4417-92E7-11CC6238BF20}"/>
          </ac:spMkLst>
        </pc:spChg>
        <pc:spChg chg="mod">
          <ac:chgData name="Feist, Ella" userId="992bbaf2-811d-42cb-a4d6-e7fc45e325e8" providerId="ADAL" clId="{8BFB6802-8C6F-4EAD-96D4-626FF0CA2C5C}" dt="2025-05-29T09:31:08.357" v="288" actId="790"/>
          <ac:spMkLst>
            <pc:docMk/>
            <pc:sldMk cId="2062241985" sldId="1480"/>
            <ac:spMk id="4" creationId="{646FA0BC-B481-821E-595B-B86EF3D58FFD}"/>
          </ac:spMkLst>
        </pc:spChg>
        <pc:spChg chg="mod">
          <ac:chgData name="Feist, Ella" userId="992bbaf2-811d-42cb-a4d6-e7fc45e325e8" providerId="ADAL" clId="{8BFB6802-8C6F-4EAD-96D4-626FF0CA2C5C}" dt="2025-05-29T09:31:08.357" v="288" actId="790"/>
          <ac:spMkLst>
            <pc:docMk/>
            <pc:sldMk cId="2062241985" sldId="1480"/>
            <ac:spMk id="5" creationId="{91A8ED3D-B755-43C9-BCB1-DCF495C0C9DB}"/>
          </ac:spMkLst>
        </pc:spChg>
        <pc:spChg chg="mod">
          <ac:chgData name="Feist, Ella" userId="992bbaf2-811d-42cb-a4d6-e7fc45e325e8" providerId="ADAL" clId="{8BFB6802-8C6F-4EAD-96D4-626FF0CA2C5C}" dt="2025-05-29T09:31:08.357" v="288" actId="790"/>
          <ac:spMkLst>
            <pc:docMk/>
            <pc:sldMk cId="2062241985" sldId="1480"/>
            <ac:spMk id="7" creationId="{9051CC8B-21EE-D700-B39D-F5C880BBA39E}"/>
          </ac:spMkLst>
        </pc:spChg>
        <pc:spChg chg="mod">
          <ac:chgData name="Feist, Ella" userId="992bbaf2-811d-42cb-a4d6-e7fc45e325e8" providerId="ADAL" clId="{8BFB6802-8C6F-4EAD-96D4-626FF0CA2C5C}" dt="2025-05-29T09:31:08.357" v="288" actId="790"/>
          <ac:spMkLst>
            <pc:docMk/>
            <pc:sldMk cId="2062241985" sldId="1480"/>
            <ac:spMk id="11" creationId="{E6105DC1-22FD-B638-C1BE-B6FB3EFBB74E}"/>
          </ac:spMkLst>
        </pc:spChg>
        <pc:graphicFrameChg chg="mod modGraphic">
          <ac:chgData name="Feist, Ella" userId="992bbaf2-811d-42cb-a4d6-e7fc45e325e8" providerId="ADAL" clId="{8BFB6802-8C6F-4EAD-96D4-626FF0CA2C5C}" dt="2025-05-29T09:31:08.357" v="288" actId="790"/>
          <ac:graphicFrameMkLst>
            <pc:docMk/>
            <pc:sldMk cId="2062241985" sldId="1480"/>
            <ac:graphicFrameMk id="6" creationId="{BB0CF467-2441-FB96-5AE3-E895C4AFCEF8}"/>
          </ac:graphicFrameMkLst>
        </pc:graphicFrameChg>
      </pc:sldChg>
      <pc:sldChg chg="modSp mod">
        <pc:chgData name="Feist, Ella" userId="992bbaf2-811d-42cb-a4d6-e7fc45e325e8" providerId="ADAL" clId="{8BFB6802-8C6F-4EAD-96D4-626FF0CA2C5C}" dt="2025-05-29T09:31:08.357" v="288" actId="790"/>
        <pc:sldMkLst>
          <pc:docMk/>
          <pc:sldMk cId="186010998" sldId="1481"/>
        </pc:sldMkLst>
        <pc:spChg chg="mod">
          <ac:chgData name="Feist, Ella" userId="992bbaf2-811d-42cb-a4d6-e7fc45e325e8" providerId="ADAL" clId="{8BFB6802-8C6F-4EAD-96D4-626FF0CA2C5C}" dt="2025-05-29T09:31:08.357" v="288" actId="790"/>
          <ac:spMkLst>
            <pc:docMk/>
            <pc:sldMk cId="186010998" sldId="1481"/>
            <ac:spMk id="2" creationId="{A9A6FF77-D641-4417-92E7-11CC6238BF20}"/>
          </ac:spMkLst>
        </pc:spChg>
        <pc:spChg chg="mod">
          <ac:chgData name="Feist, Ella" userId="992bbaf2-811d-42cb-a4d6-e7fc45e325e8" providerId="ADAL" clId="{8BFB6802-8C6F-4EAD-96D4-626FF0CA2C5C}" dt="2025-05-29T09:31:08.357" v="288" actId="790"/>
          <ac:spMkLst>
            <pc:docMk/>
            <pc:sldMk cId="186010998" sldId="1481"/>
            <ac:spMk id="3" creationId="{531BEF15-4E37-CD84-6DFB-97DEA4E15135}"/>
          </ac:spMkLst>
        </pc:spChg>
        <pc:spChg chg="mod">
          <ac:chgData name="Feist, Ella" userId="992bbaf2-811d-42cb-a4d6-e7fc45e325e8" providerId="ADAL" clId="{8BFB6802-8C6F-4EAD-96D4-626FF0CA2C5C}" dt="2025-05-29T09:31:08.357" v="288" actId="790"/>
          <ac:spMkLst>
            <pc:docMk/>
            <pc:sldMk cId="186010998" sldId="1481"/>
            <ac:spMk id="4" creationId="{962E2CB2-619B-86B4-D521-A145000FDA31}"/>
          </ac:spMkLst>
        </pc:spChg>
        <pc:spChg chg="mod">
          <ac:chgData name="Feist, Ella" userId="992bbaf2-811d-42cb-a4d6-e7fc45e325e8" providerId="ADAL" clId="{8BFB6802-8C6F-4EAD-96D4-626FF0CA2C5C}" dt="2025-05-29T09:31:08.357" v="288" actId="790"/>
          <ac:spMkLst>
            <pc:docMk/>
            <pc:sldMk cId="186010998" sldId="1481"/>
            <ac:spMk id="5" creationId="{91A8ED3D-B755-43C9-BCB1-DCF495C0C9DB}"/>
          </ac:spMkLst>
        </pc:spChg>
        <pc:spChg chg="mod">
          <ac:chgData name="Feist, Ella" userId="992bbaf2-811d-42cb-a4d6-e7fc45e325e8" providerId="ADAL" clId="{8BFB6802-8C6F-4EAD-96D4-626FF0CA2C5C}" dt="2025-05-29T09:31:08.357" v="288" actId="790"/>
          <ac:spMkLst>
            <pc:docMk/>
            <pc:sldMk cId="186010998" sldId="1481"/>
            <ac:spMk id="7" creationId="{9CEC4568-8024-019E-FF4B-25C03E4217A8}"/>
          </ac:spMkLst>
        </pc:spChg>
        <pc:spChg chg="mod">
          <ac:chgData name="Feist, Ella" userId="992bbaf2-811d-42cb-a4d6-e7fc45e325e8" providerId="ADAL" clId="{8BFB6802-8C6F-4EAD-96D4-626FF0CA2C5C}" dt="2025-05-29T09:31:08.357" v="288" actId="790"/>
          <ac:spMkLst>
            <pc:docMk/>
            <pc:sldMk cId="186010998" sldId="1481"/>
            <ac:spMk id="8" creationId="{8822B6C9-AEEF-2229-2F5A-24681FD9F64E}"/>
          </ac:spMkLst>
        </pc:spChg>
        <pc:spChg chg="mod">
          <ac:chgData name="Feist, Ella" userId="992bbaf2-811d-42cb-a4d6-e7fc45e325e8" providerId="ADAL" clId="{8BFB6802-8C6F-4EAD-96D4-626FF0CA2C5C}" dt="2025-05-29T09:31:08.357" v="288" actId="790"/>
          <ac:spMkLst>
            <pc:docMk/>
            <pc:sldMk cId="186010998" sldId="1481"/>
            <ac:spMk id="9" creationId="{AFC64ED1-F8EB-F599-677F-ACAD5F587044}"/>
          </ac:spMkLst>
        </pc:spChg>
        <pc:spChg chg="mod">
          <ac:chgData name="Feist, Ella" userId="992bbaf2-811d-42cb-a4d6-e7fc45e325e8" providerId="ADAL" clId="{8BFB6802-8C6F-4EAD-96D4-626FF0CA2C5C}" dt="2025-05-29T09:31:08.357" v="288" actId="790"/>
          <ac:spMkLst>
            <pc:docMk/>
            <pc:sldMk cId="186010998" sldId="1481"/>
            <ac:spMk id="10" creationId="{43078EC3-269A-945A-A618-E5E2C14B7186}"/>
          </ac:spMkLst>
        </pc:spChg>
        <pc:spChg chg="mod">
          <ac:chgData name="Feist, Ella" userId="992bbaf2-811d-42cb-a4d6-e7fc45e325e8" providerId="ADAL" clId="{8BFB6802-8C6F-4EAD-96D4-626FF0CA2C5C}" dt="2025-05-29T09:31:08.357" v="288" actId="790"/>
          <ac:spMkLst>
            <pc:docMk/>
            <pc:sldMk cId="186010998" sldId="1481"/>
            <ac:spMk id="11" creationId="{AFD7E995-0927-4F57-7B3A-5BCDE7DBCCF0}"/>
          </ac:spMkLst>
        </pc:spChg>
        <pc:spChg chg="mod">
          <ac:chgData name="Feist, Ella" userId="992bbaf2-811d-42cb-a4d6-e7fc45e325e8" providerId="ADAL" clId="{8BFB6802-8C6F-4EAD-96D4-626FF0CA2C5C}" dt="2025-05-29T09:31:08.357" v="288" actId="790"/>
          <ac:spMkLst>
            <pc:docMk/>
            <pc:sldMk cId="186010998" sldId="1481"/>
            <ac:spMk id="12" creationId="{6E7FB021-046C-A61E-FB05-AD7067559CCE}"/>
          </ac:spMkLst>
        </pc:spChg>
        <pc:grpChg chg="mod">
          <ac:chgData name="Feist, Ella" userId="992bbaf2-811d-42cb-a4d6-e7fc45e325e8" providerId="ADAL" clId="{8BFB6802-8C6F-4EAD-96D4-626FF0CA2C5C}" dt="2025-05-29T09:24:08.869" v="142" actId="1076"/>
          <ac:grpSpMkLst>
            <pc:docMk/>
            <pc:sldMk cId="186010998" sldId="1481"/>
            <ac:grpSpMk id="13" creationId="{0EBA452E-EEAE-67D4-2FD1-F5C79ADF4D2D}"/>
          </ac:grpSpMkLst>
        </pc:grpChg>
      </pc:sldChg>
      <pc:sldChg chg="addSp delSp modSp mod chgLayout">
        <pc:chgData name="Feist, Ella" userId="992bbaf2-811d-42cb-a4d6-e7fc45e325e8" providerId="ADAL" clId="{8BFB6802-8C6F-4EAD-96D4-626FF0CA2C5C}" dt="2025-05-29T09:31:08.357" v="288" actId="790"/>
        <pc:sldMkLst>
          <pc:docMk/>
          <pc:sldMk cId="904973129" sldId="1482"/>
        </pc:sldMkLst>
        <pc:spChg chg="mod ord">
          <ac:chgData name="Feist, Ella" userId="992bbaf2-811d-42cb-a4d6-e7fc45e325e8" providerId="ADAL" clId="{8BFB6802-8C6F-4EAD-96D4-626FF0CA2C5C}" dt="2025-05-29T09:31:08.357" v="288" actId="790"/>
          <ac:spMkLst>
            <pc:docMk/>
            <pc:sldMk cId="904973129" sldId="1482"/>
            <ac:spMk id="2" creationId="{D7EC235F-614F-714E-A97F-4FF50EFF14FD}"/>
          </ac:spMkLst>
        </pc:spChg>
        <pc:spChg chg="add del mod">
          <ac:chgData name="Feist, Ella" userId="992bbaf2-811d-42cb-a4d6-e7fc45e325e8" providerId="ADAL" clId="{8BFB6802-8C6F-4EAD-96D4-626FF0CA2C5C}" dt="2025-05-29T09:24:15.481" v="145" actId="6264"/>
          <ac:spMkLst>
            <pc:docMk/>
            <pc:sldMk cId="904973129" sldId="1482"/>
            <ac:spMk id="3" creationId="{ED2D131F-4B51-25F8-E1AC-3B89900AE134}"/>
          </ac:spMkLst>
        </pc:spChg>
        <pc:spChg chg="mod ord">
          <ac:chgData name="Feist, Ella" userId="992bbaf2-811d-42cb-a4d6-e7fc45e325e8" providerId="ADAL" clId="{8BFB6802-8C6F-4EAD-96D4-626FF0CA2C5C}" dt="2025-05-29T09:31:08.357" v="288" actId="790"/>
          <ac:spMkLst>
            <pc:docMk/>
            <pc:sldMk cId="904973129" sldId="1482"/>
            <ac:spMk id="4" creationId="{E9C5A723-C0B1-124B-8CB6-AA3105C9A4E6}"/>
          </ac:spMkLst>
        </pc:spChg>
        <pc:spChg chg="mod ord">
          <ac:chgData name="Feist, Ella" userId="992bbaf2-811d-42cb-a4d6-e7fc45e325e8" providerId="ADAL" clId="{8BFB6802-8C6F-4EAD-96D4-626FF0CA2C5C}" dt="2025-05-29T09:31:08.357" v="288" actId="790"/>
          <ac:spMkLst>
            <pc:docMk/>
            <pc:sldMk cId="904973129" sldId="1482"/>
            <ac:spMk id="5" creationId="{7DD43A70-3728-6813-4825-A24E43D3E967}"/>
          </ac:spMkLst>
        </pc:spChg>
        <pc:spChg chg="add del mod">
          <ac:chgData name="Feist, Ella" userId="992bbaf2-811d-42cb-a4d6-e7fc45e325e8" providerId="ADAL" clId="{8BFB6802-8C6F-4EAD-96D4-626FF0CA2C5C}" dt="2025-05-29T09:24:15.481" v="145" actId="6264"/>
          <ac:spMkLst>
            <pc:docMk/>
            <pc:sldMk cId="904973129" sldId="1482"/>
            <ac:spMk id="7" creationId="{7FC90514-58F7-5297-8D54-A3E5AAD4C63D}"/>
          </ac:spMkLst>
        </pc:spChg>
        <pc:spChg chg="del">
          <ac:chgData name="Feist, Ella" userId="992bbaf2-811d-42cb-a4d6-e7fc45e325e8" providerId="ADAL" clId="{8BFB6802-8C6F-4EAD-96D4-626FF0CA2C5C}" dt="2025-05-29T09:24:14.286" v="144" actId="478"/>
          <ac:spMkLst>
            <pc:docMk/>
            <pc:sldMk cId="904973129" sldId="1482"/>
            <ac:spMk id="9" creationId="{352AF3D1-2A4B-FD28-D0BA-EF2630A36F07}"/>
          </ac:spMkLst>
        </pc:spChg>
        <pc:picChg chg="del">
          <ac:chgData name="Feist, Ella" userId="992bbaf2-811d-42cb-a4d6-e7fc45e325e8" providerId="ADAL" clId="{8BFB6802-8C6F-4EAD-96D4-626FF0CA2C5C}" dt="2025-05-29T09:24:13.449" v="143" actId="478"/>
          <ac:picMkLst>
            <pc:docMk/>
            <pc:sldMk cId="904973129" sldId="1482"/>
            <ac:picMk id="6" creationId="{2631F246-C72F-4BCD-834A-7A4EF04D0404}"/>
          </ac:picMkLst>
        </pc:picChg>
      </pc:sldChg>
      <pc:sldChg chg="modSp mod">
        <pc:chgData name="Feist, Ella" userId="992bbaf2-811d-42cb-a4d6-e7fc45e325e8" providerId="ADAL" clId="{8BFB6802-8C6F-4EAD-96D4-626FF0CA2C5C}" dt="2025-05-29T09:31:08.357" v="288" actId="790"/>
        <pc:sldMkLst>
          <pc:docMk/>
          <pc:sldMk cId="3773248836" sldId="1483"/>
        </pc:sldMkLst>
        <pc:spChg chg="mod">
          <ac:chgData name="Feist, Ella" userId="992bbaf2-811d-42cb-a4d6-e7fc45e325e8" providerId="ADAL" clId="{8BFB6802-8C6F-4EAD-96D4-626FF0CA2C5C}" dt="2025-05-29T09:31:08.357" v="288" actId="790"/>
          <ac:spMkLst>
            <pc:docMk/>
            <pc:sldMk cId="3773248836" sldId="1483"/>
            <ac:spMk id="2" creationId="{A9A6FF77-D641-4417-92E7-11CC6238BF20}"/>
          </ac:spMkLst>
        </pc:spChg>
        <pc:spChg chg="mod">
          <ac:chgData name="Feist, Ella" userId="992bbaf2-811d-42cb-a4d6-e7fc45e325e8" providerId="ADAL" clId="{8BFB6802-8C6F-4EAD-96D4-626FF0CA2C5C}" dt="2025-05-29T09:31:08.357" v="288" actId="790"/>
          <ac:spMkLst>
            <pc:docMk/>
            <pc:sldMk cId="3773248836" sldId="1483"/>
            <ac:spMk id="4" creationId="{B6D6E51D-9801-A207-07A9-38DF5C58F3BE}"/>
          </ac:spMkLst>
        </pc:spChg>
        <pc:spChg chg="mod">
          <ac:chgData name="Feist, Ella" userId="992bbaf2-811d-42cb-a4d6-e7fc45e325e8" providerId="ADAL" clId="{8BFB6802-8C6F-4EAD-96D4-626FF0CA2C5C}" dt="2025-05-29T09:31:08.357" v="288" actId="790"/>
          <ac:spMkLst>
            <pc:docMk/>
            <pc:sldMk cId="3773248836" sldId="1483"/>
            <ac:spMk id="5" creationId="{91A8ED3D-B755-43C9-BCB1-DCF495C0C9DB}"/>
          </ac:spMkLst>
        </pc:spChg>
        <pc:graphicFrameChg chg="mod modGraphic">
          <ac:chgData name="Feist, Ella" userId="992bbaf2-811d-42cb-a4d6-e7fc45e325e8" providerId="ADAL" clId="{8BFB6802-8C6F-4EAD-96D4-626FF0CA2C5C}" dt="2025-05-29T09:31:08.357" v="288" actId="790"/>
          <ac:graphicFrameMkLst>
            <pc:docMk/>
            <pc:sldMk cId="3773248836" sldId="1483"/>
            <ac:graphicFrameMk id="6" creationId="{16D8FC11-5246-F29F-BD2B-EA4622CA40C6}"/>
          </ac:graphicFrameMkLst>
        </pc:graphicFrameChg>
      </pc:sldChg>
      <pc:sldChg chg="modSp mod">
        <pc:chgData name="Feist, Ella" userId="992bbaf2-811d-42cb-a4d6-e7fc45e325e8" providerId="ADAL" clId="{8BFB6802-8C6F-4EAD-96D4-626FF0CA2C5C}" dt="2025-05-29T09:31:08.357" v="288" actId="790"/>
        <pc:sldMkLst>
          <pc:docMk/>
          <pc:sldMk cId="2010543454" sldId="1484"/>
        </pc:sldMkLst>
        <pc:spChg chg="mod">
          <ac:chgData name="Feist, Ella" userId="992bbaf2-811d-42cb-a4d6-e7fc45e325e8" providerId="ADAL" clId="{8BFB6802-8C6F-4EAD-96D4-626FF0CA2C5C}" dt="2025-05-29T09:31:08.357" v="288" actId="790"/>
          <ac:spMkLst>
            <pc:docMk/>
            <pc:sldMk cId="2010543454" sldId="1484"/>
            <ac:spMk id="2" creationId="{A9A6FF77-D641-4417-92E7-11CC6238BF20}"/>
          </ac:spMkLst>
        </pc:spChg>
        <pc:spChg chg="mod">
          <ac:chgData name="Feist, Ella" userId="992bbaf2-811d-42cb-a4d6-e7fc45e325e8" providerId="ADAL" clId="{8BFB6802-8C6F-4EAD-96D4-626FF0CA2C5C}" dt="2025-05-29T09:31:08.357" v="288" actId="790"/>
          <ac:spMkLst>
            <pc:docMk/>
            <pc:sldMk cId="2010543454" sldId="1484"/>
            <ac:spMk id="3" creationId="{7C9C83CC-06BD-114D-43DE-91A31857FC50}"/>
          </ac:spMkLst>
        </pc:spChg>
        <pc:spChg chg="mod">
          <ac:chgData name="Feist, Ella" userId="992bbaf2-811d-42cb-a4d6-e7fc45e325e8" providerId="ADAL" clId="{8BFB6802-8C6F-4EAD-96D4-626FF0CA2C5C}" dt="2025-05-29T09:31:08.357" v="288" actId="790"/>
          <ac:spMkLst>
            <pc:docMk/>
            <pc:sldMk cId="2010543454" sldId="1484"/>
            <ac:spMk id="4" creationId="{E1E52931-B059-FAEA-C49A-AD626E700398}"/>
          </ac:spMkLst>
        </pc:spChg>
        <pc:spChg chg="mod">
          <ac:chgData name="Feist, Ella" userId="992bbaf2-811d-42cb-a4d6-e7fc45e325e8" providerId="ADAL" clId="{8BFB6802-8C6F-4EAD-96D4-626FF0CA2C5C}" dt="2025-05-29T09:31:08.357" v="288" actId="790"/>
          <ac:spMkLst>
            <pc:docMk/>
            <pc:sldMk cId="2010543454" sldId="1484"/>
            <ac:spMk id="5" creationId="{91A8ED3D-B755-43C9-BCB1-DCF495C0C9DB}"/>
          </ac:spMkLst>
        </pc:spChg>
        <pc:spChg chg="mod">
          <ac:chgData name="Feist, Ella" userId="992bbaf2-811d-42cb-a4d6-e7fc45e325e8" providerId="ADAL" clId="{8BFB6802-8C6F-4EAD-96D4-626FF0CA2C5C}" dt="2025-05-29T09:31:08.357" v="288" actId="790"/>
          <ac:spMkLst>
            <pc:docMk/>
            <pc:sldMk cId="2010543454" sldId="1484"/>
            <ac:spMk id="7" creationId="{053AA909-4B43-2068-A885-EB117A3CFCC3}"/>
          </ac:spMkLst>
        </pc:spChg>
      </pc:sldChg>
      <pc:sldChg chg="modSp mod">
        <pc:chgData name="Feist, Ella" userId="992bbaf2-811d-42cb-a4d6-e7fc45e325e8" providerId="ADAL" clId="{8BFB6802-8C6F-4EAD-96D4-626FF0CA2C5C}" dt="2025-05-29T09:31:08.357" v="288" actId="790"/>
        <pc:sldMkLst>
          <pc:docMk/>
          <pc:sldMk cId="2054063558" sldId="1485"/>
        </pc:sldMkLst>
        <pc:spChg chg="mod">
          <ac:chgData name="Feist, Ella" userId="992bbaf2-811d-42cb-a4d6-e7fc45e325e8" providerId="ADAL" clId="{8BFB6802-8C6F-4EAD-96D4-626FF0CA2C5C}" dt="2025-05-29T09:31:08.357" v="288" actId="790"/>
          <ac:spMkLst>
            <pc:docMk/>
            <pc:sldMk cId="2054063558" sldId="1485"/>
            <ac:spMk id="2" creationId="{A9A6FF77-D641-4417-92E7-11CC6238BF20}"/>
          </ac:spMkLst>
        </pc:spChg>
        <pc:spChg chg="mod">
          <ac:chgData name="Feist, Ella" userId="992bbaf2-811d-42cb-a4d6-e7fc45e325e8" providerId="ADAL" clId="{8BFB6802-8C6F-4EAD-96D4-626FF0CA2C5C}" dt="2025-05-29T09:31:08.357" v="288" actId="790"/>
          <ac:spMkLst>
            <pc:docMk/>
            <pc:sldMk cId="2054063558" sldId="1485"/>
            <ac:spMk id="3" creationId="{D81B872D-D592-A575-DD5F-47E0AF2AC65E}"/>
          </ac:spMkLst>
        </pc:spChg>
        <pc:spChg chg="mod">
          <ac:chgData name="Feist, Ella" userId="992bbaf2-811d-42cb-a4d6-e7fc45e325e8" providerId="ADAL" clId="{8BFB6802-8C6F-4EAD-96D4-626FF0CA2C5C}" dt="2025-05-29T09:31:08.357" v="288" actId="790"/>
          <ac:spMkLst>
            <pc:docMk/>
            <pc:sldMk cId="2054063558" sldId="1485"/>
            <ac:spMk id="5" creationId="{91A8ED3D-B755-43C9-BCB1-DCF495C0C9DB}"/>
          </ac:spMkLst>
        </pc:spChg>
        <pc:spChg chg="mod">
          <ac:chgData name="Feist, Ella" userId="992bbaf2-811d-42cb-a4d6-e7fc45e325e8" providerId="ADAL" clId="{8BFB6802-8C6F-4EAD-96D4-626FF0CA2C5C}" dt="2025-05-29T09:31:08.357" v="288" actId="790"/>
          <ac:spMkLst>
            <pc:docMk/>
            <pc:sldMk cId="2054063558" sldId="1485"/>
            <ac:spMk id="7" creationId="{B3278A54-B6B4-113C-8757-D1169CC38256}"/>
          </ac:spMkLst>
        </pc:spChg>
      </pc:sldChg>
      <pc:sldChg chg="modSp mod">
        <pc:chgData name="Feist, Ella" userId="992bbaf2-811d-42cb-a4d6-e7fc45e325e8" providerId="ADAL" clId="{8BFB6802-8C6F-4EAD-96D4-626FF0CA2C5C}" dt="2025-05-29T09:31:08.357" v="288" actId="790"/>
        <pc:sldMkLst>
          <pc:docMk/>
          <pc:sldMk cId="2071086106" sldId="1486"/>
        </pc:sldMkLst>
        <pc:spChg chg="mod">
          <ac:chgData name="Feist, Ella" userId="992bbaf2-811d-42cb-a4d6-e7fc45e325e8" providerId="ADAL" clId="{8BFB6802-8C6F-4EAD-96D4-626FF0CA2C5C}" dt="2025-05-29T09:31:08.357" v="288" actId="790"/>
          <ac:spMkLst>
            <pc:docMk/>
            <pc:sldMk cId="2071086106" sldId="1486"/>
            <ac:spMk id="2" creationId="{A9A6FF77-D641-4417-92E7-11CC6238BF20}"/>
          </ac:spMkLst>
        </pc:spChg>
        <pc:spChg chg="mod">
          <ac:chgData name="Feist, Ella" userId="992bbaf2-811d-42cb-a4d6-e7fc45e325e8" providerId="ADAL" clId="{8BFB6802-8C6F-4EAD-96D4-626FF0CA2C5C}" dt="2025-05-29T09:31:08.357" v="288" actId="790"/>
          <ac:spMkLst>
            <pc:docMk/>
            <pc:sldMk cId="2071086106" sldId="1486"/>
            <ac:spMk id="3" creationId="{E5C632D5-ED62-365D-3548-38BCAA6F0264}"/>
          </ac:spMkLst>
        </pc:spChg>
        <pc:spChg chg="mod">
          <ac:chgData name="Feist, Ella" userId="992bbaf2-811d-42cb-a4d6-e7fc45e325e8" providerId="ADAL" clId="{8BFB6802-8C6F-4EAD-96D4-626FF0CA2C5C}" dt="2025-05-29T09:31:08.357" v="288" actId="790"/>
          <ac:spMkLst>
            <pc:docMk/>
            <pc:sldMk cId="2071086106" sldId="1486"/>
            <ac:spMk id="4" creationId="{BE892046-064F-11CD-A791-776790993070}"/>
          </ac:spMkLst>
        </pc:spChg>
        <pc:spChg chg="mod">
          <ac:chgData name="Feist, Ella" userId="992bbaf2-811d-42cb-a4d6-e7fc45e325e8" providerId="ADAL" clId="{8BFB6802-8C6F-4EAD-96D4-626FF0CA2C5C}" dt="2025-05-29T09:31:08.357" v="288" actId="790"/>
          <ac:spMkLst>
            <pc:docMk/>
            <pc:sldMk cId="2071086106" sldId="1486"/>
            <ac:spMk id="5" creationId="{91A8ED3D-B755-43C9-BCB1-DCF495C0C9DB}"/>
          </ac:spMkLst>
        </pc:spChg>
      </pc:sldChg>
      <pc:sldChg chg="delSp modSp mod modClrScheme chgLayout">
        <pc:chgData name="Feist, Ella" userId="992bbaf2-811d-42cb-a4d6-e7fc45e325e8" providerId="ADAL" clId="{8BFB6802-8C6F-4EAD-96D4-626FF0CA2C5C}" dt="2025-05-29T09:31:08.357" v="288" actId="790"/>
        <pc:sldMkLst>
          <pc:docMk/>
          <pc:sldMk cId="2966468428" sldId="1487"/>
        </pc:sldMkLst>
        <pc:spChg chg="mod ord">
          <ac:chgData name="Feist, Ella" userId="992bbaf2-811d-42cb-a4d6-e7fc45e325e8" providerId="ADAL" clId="{8BFB6802-8C6F-4EAD-96D4-626FF0CA2C5C}" dt="2025-05-29T09:31:08.357" v="288" actId="790"/>
          <ac:spMkLst>
            <pc:docMk/>
            <pc:sldMk cId="2966468428" sldId="1487"/>
            <ac:spMk id="2" creationId="{D7EC235F-614F-714E-A97F-4FF50EFF14FD}"/>
          </ac:spMkLst>
        </pc:spChg>
        <pc:spChg chg="mod ord">
          <ac:chgData name="Feist, Ella" userId="992bbaf2-811d-42cb-a4d6-e7fc45e325e8" providerId="ADAL" clId="{8BFB6802-8C6F-4EAD-96D4-626FF0CA2C5C}" dt="2025-05-29T09:31:08.357" v="288" actId="790"/>
          <ac:spMkLst>
            <pc:docMk/>
            <pc:sldMk cId="2966468428" sldId="1487"/>
            <ac:spMk id="4" creationId="{E9C5A723-C0B1-124B-8CB6-AA3105C9A4E6}"/>
          </ac:spMkLst>
        </pc:spChg>
        <pc:spChg chg="del">
          <ac:chgData name="Feist, Ella" userId="992bbaf2-811d-42cb-a4d6-e7fc45e325e8" providerId="ADAL" clId="{8BFB6802-8C6F-4EAD-96D4-626FF0CA2C5C}" dt="2025-05-29T09:29:09.022" v="240" actId="478"/>
          <ac:spMkLst>
            <pc:docMk/>
            <pc:sldMk cId="2966468428" sldId="1487"/>
            <ac:spMk id="6" creationId="{E323EF94-A32C-D5FC-A88C-DADE259A9171}"/>
          </ac:spMkLst>
        </pc:spChg>
        <pc:spChg chg="mod ord">
          <ac:chgData name="Feist, Ella" userId="992bbaf2-811d-42cb-a4d6-e7fc45e325e8" providerId="ADAL" clId="{8BFB6802-8C6F-4EAD-96D4-626FF0CA2C5C}" dt="2025-05-29T09:31:08.357" v="288" actId="790"/>
          <ac:spMkLst>
            <pc:docMk/>
            <pc:sldMk cId="2966468428" sldId="1487"/>
            <ac:spMk id="7" creationId="{6BDE323A-24B9-618E-CD51-C86A9EDE8247}"/>
          </ac:spMkLst>
        </pc:spChg>
        <pc:picChg chg="del">
          <ac:chgData name="Feist, Ella" userId="992bbaf2-811d-42cb-a4d6-e7fc45e325e8" providerId="ADAL" clId="{8BFB6802-8C6F-4EAD-96D4-626FF0CA2C5C}" dt="2025-05-29T09:29:07.992" v="239" actId="478"/>
          <ac:picMkLst>
            <pc:docMk/>
            <pc:sldMk cId="2966468428" sldId="1487"/>
            <ac:picMk id="5" creationId="{806360AA-B24F-5919-CE82-D8A17CF5C2C0}"/>
          </ac:picMkLst>
        </pc:picChg>
      </pc:sldChg>
      <pc:sldChg chg="addSp delSp modSp mod chgLayout">
        <pc:chgData name="Feist, Ella" userId="992bbaf2-811d-42cb-a4d6-e7fc45e325e8" providerId="ADAL" clId="{8BFB6802-8C6F-4EAD-96D4-626FF0CA2C5C}" dt="2025-05-29T09:31:08.357" v="288" actId="790"/>
        <pc:sldMkLst>
          <pc:docMk/>
          <pc:sldMk cId="450306141" sldId="1488"/>
        </pc:sldMkLst>
        <pc:spChg chg="mod ord">
          <ac:chgData name="Feist, Ella" userId="992bbaf2-811d-42cb-a4d6-e7fc45e325e8" providerId="ADAL" clId="{8BFB6802-8C6F-4EAD-96D4-626FF0CA2C5C}" dt="2025-05-29T09:31:08.357" v="288" actId="790"/>
          <ac:spMkLst>
            <pc:docMk/>
            <pc:sldMk cId="450306141" sldId="1488"/>
            <ac:spMk id="2" creationId="{D7EC235F-614F-714E-A97F-4FF50EFF14FD}"/>
          </ac:spMkLst>
        </pc:spChg>
        <pc:spChg chg="add del mod">
          <ac:chgData name="Feist, Ella" userId="992bbaf2-811d-42cb-a4d6-e7fc45e325e8" providerId="ADAL" clId="{8BFB6802-8C6F-4EAD-96D4-626FF0CA2C5C}" dt="2025-05-29T09:30:03.483" v="265" actId="6264"/>
          <ac:spMkLst>
            <pc:docMk/>
            <pc:sldMk cId="450306141" sldId="1488"/>
            <ac:spMk id="3" creationId="{76F16C53-C84A-2013-16E7-F45789DA2D96}"/>
          </ac:spMkLst>
        </pc:spChg>
        <pc:spChg chg="mod ord">
          <ac:chgData name="Feist, Ella" userId="992bbaf2-811d-42cb-a4d6-e7fc45e325e8" providerId="ADAL" clId="{8BFB6802-8C6F-4EAD-96D4-626FF0CA2C5C}" dt="2025-05-29T09:31:08.357" v="288" actId="790"/>
          <ac:spMkLst>
            <pc:docMk/>
            <pc:sldMk cId="450306141" sldId="1488"/>
            <ac:spMk id="4" creationId="{E9C5A723-C0B1-124B-8CB6-AA3105C9A4E6}"/>
          </ac:spMkLst>
        </pc:spChg>
        <pc:spChg chg="mod ord">
          <ac:chgData name="Feist, Ella" userId="992bbaf2-811d-42cb-a4d6-e7fc45e325e8" providerId="ADAL" clId="{8BFB6802-8C6F-4EAD-96D4-626FF0CA2C5C}" dt="2025-05-29T09:31:08.357" v="288" actId="790"/>
          <ac:spMkLst>
            <pc:docMk/>
            <pc:sldMk cId="450306141" sldId="1488"/>
            <ac:spMk id="5" creationId="{8F236B63-20FC-7DC4-5771-D304F8580C23}"/>
          </ac:spMkLst>
        </pc:spChg>
        <pc:spChg chg="add del mod">
          <ac:chgData name="Feist, Ella" userId="992bbaf2-811d-42cb-a4d6-e7fc45e325e8" providerId="ADAL" clId="{8BFB6802-8C6F-4EAD-96D4-626FF0CA2C5C}" dt="2025-05-29T09:30:03.483" v="265" actId="6264"/>
          <ac:spMkLst>
            <pc:docMk/>
            <pc:sldMk cId="450306141" sldId="1488"/>
            <ac:spMk id="7" creationId="{15BD652F-D91F-A880-69F5-059428FF56E3}"/>
          </ac:spMkLst>
        </pc:spChg>
        <pc:spChg chg="del">
          <ac:chgData name="Feist, Ella" userId="992bbaf2-811d-42cb-a4d6-e7fc45e325e8" providerId="ADAL" clId="{8BFB6802-8C6F-4EAD-96D4-626FF0CA2C5C}" dt="2025-05-29T09:30:01.160" v="264" actId="478"/>
          <ac:spMkLst>
            <pc:docMk/>
            <pc:sldMk cId="450306141" sldId="1488"/>
            <ac:spMk id="9" creationId="{352AF3D1-2A4B-FD28-D0BA-EF2630A36F07}"/>
          </ac:spMkLst>
        </pc:spChg>
        <pc:picChg chg="del">
          <ac:chgData name="Feist, Ella" userId="992bbaf2-811d-42cb-a4d6-e7fc45e325e8" providerId="ADAL" clId="{8BFB6802-8C6F-4EAD-96D4-626FF0CA2C5C}" dt="2025-05-29T09:29:59.627" v="263" actId="478"/>
          <ac:picMkLst>
            <pc:docMk/>
            <pc:sldMk cId="450306141" sldId="1488"/>
            <ac:picMk id="6" creationId="{2631F246-C72F-4BCD-834A-7A4EF04D0404}"/>
          </ac:picMkLst>
        </pc:picChg>
      </pc:sldChg>
      <pc:sldChg chg="modSp mod modClrScheme chgLayout">
        <pc:chgData name="Feist, Ella" userId="992bbaf2-811d-42cb-a4d6-e7fc45e325e8" providerId="ADAL" clId="{8BFB6802-8C6F-4EAD-96D4-626FF0CA2C5C}" dt="2025-05-29T09:31:08.357" v="288" actId="790"/>
        <pc:sldMkLst>
          <pc:docMk/>
          <pc:sldMk cId="716129757" sldId="1489"/>
        </pc:sldMkLst>
        <pc:spChg chg="mod ord">
          <ac:chgData name="Feist, Ella" userId="992bbaf2-811d-42cb-a4d6-e7fc45e325e8" providerId="ADAL" clId="{8BFB6802-8C6F-4EAD-96D4-626FF0CA2C5C}" dt="2025-05-29T09:31:08.357" v="288" actId="790"/>
          <ac:spMkLst>
            <pc:docMk/>
            <pc:sldMk cId="716129757" sldId="1489"/>
            <ac:spMk id="2" creationId="{F111C5DB-635E-4576-A4C3-837B7E452E1E}"/>
          </ac:spMkLst>
        </pc:spChg>
        <pc:spChg chg="mod ord">
          <ac:chgData name="Feist, Ella" userId="992bbaf2-811d-42cb-a4d6-e7fc45e325e8" providerId="ADAL" clId="{8BFB6802-8C6F-4EAD-96D4-626FF0CA2C5C}" dt="2025-05-29T09:31:08.357" v="288" actId="790"/>
          <ac:spMkLst>
            <pc:docMk/>
            <pc:sldMk cId="716129757" sldId="1489"/>
            <ac:spMk id="3" creationId="{C055E437-75EB-0695-BFA0-8C83A22CC36B}"/>
          </ac:spMkLst>
        </pc:spChg>
        <pc:spChg chg="mod ord">
          <ac:chgData name="Feist, Ella" userId="992bbaf2-811d-42cb-a4d6-e7fc45e325e8" providerId="ADAL" clId="{8BFB6802-8C6F-4EAD-96D4-626FF0CA2C5C}" dt="2025-05-29T09:31:08.357" v="288" actId="790"/>
          <ac:spMkLst>
            <pc:docMk/>
            <pc:sldMk cId="716129757" sldId="1489"/>
            <ac:spMk id="6" creationId="{9ECDB192-E59C-C44D-B6D5-3E31ED8088B5}"/>
          </ac:spMkLst>
        </pc:spChg>
      </pc:sldChg>
      <pc:sldChg chg="modSp mod">
        <pc:chgData name="Feist, Ella" userId="992bbaf2-811d-42cb-a4d6-e7fc45e325e8" providerId="ADAL" clId="{8BFB6802-8C6F-4EAD-96D4-626FF0CA2C5C}" dt="2025-05-29T09:31:08.357" v="288" actId="790"/>
        <pc:sldMkLst>
          <pc:docMk/>
          <pc:sldMk cId="245665135" sldId="1490"/>
        </pc:sldMkLst>
        <pc:spChg chg="mod">
          <ac:chgData name="Feist, Ella" userId="992bbaf2-811d-42cb-a4d6-e7fc45e325e8" providerId="ADAL" clId="{8BFB6802-8C6F-4EAD-96D4-626FF0CA2C5C}" dt="2025-05-29T09:31:08.357" v="288" actId="790"/>
          <ac:spMkLst>
            <pc:docMk/>
            <pc:sldMk cId="245665135" sldId="1490"/>
            <ac:spMk id="2" creationId="{F111C5DB-635E-4576-A4C3-837B7E452E1E}"/>
          </ac:spMkLst>
        </pc:spChg>
        <pc:spChg chg="mod">
          <ac:chgData name="Feist, Ella" userId="992bbaf2-811d-42cb-a4d6-e7fc45e325e8" providerId="ADAL" clId="{8BFB6802-8C6F-4EAD-96D4-626FF0CA2C5C}" dt="2025-05-29T09:31:08.357" v="288" actId="790"/>
          <ac:spMkLst>
            <pc:docMk/>
            <pc:sldMk cId="245665135" sldId="1490"/>
            <ac:spMk id="4" creationId="{B4ADEDC0-F2D4-2387-D5DD-12045766102B}"/>
          </ac:spMkLst>
        </pc:spChg>
        <pc:spChg chg="mod">
          <ac:chgData name="Feist, Ella" userId="992bbaf2-811d-42cb-a4d6-e7fc45e325e8" providerId="ADAL" clId="{8BFB6802-8C6F-4EAD-96D4-626FF0CA2C5C}" dt="2025-05-29T09:31:08.357" v="288" actId="790"/>
          <ac:spMkLst>
            <pc:docMk/>
            <pc:sldMk cId="245665135" sldId="1490"/>
            <ac:spMk id="5" creationId="{C0A92AA2-2F66-DBC9-7588-FEC6800FF4F7}"/>
          </ac:spMkLst>
        </pc:spChg>
      </pc:sldChg>
      <pc:sldChg chg="modSp mod">
        <pc:chgData name="Feist, Ella" userId="992bbaf2-811d-42cb-a4d6-e7fc45e325e8" providerId="ADAL" clId="{8BFB6802-8C6F-4EAD-96D4-626FF0CA2C5C}" dt="2025-05-29T09:31:08.357" v="288" actId="790"/>
        <pc:sldMkLst>
          <pc:docMk/>
          <pc:sldMk cId="1348262316" sldId="1491"/>
        </pc:sldMkLst>
        <pc:spChg chg="mod">
          <ac:chgData name="Feist, Ella" userId="992bbaf2-811d-42cb-a4d6-e7fc45e325e8" providerId="ADAL" clId="{8BFB6802-8C6F-4EAD-96D4-626FF0CA2C5C}" dt="2025-05-29T09:31:08.357" v="288" actId="790"/>
          <ac:spMkLst>
            <pc:docMk/>
            <pc:sldMk cId="1348262316" sldId="1491"/>
            <ac:spMk id="5" creationId="{C3401823-9AF7-EC1E-7E8D-BB0B0939E5D9}"/>
          </ac:spMkLst>
        </pc:spChg>
        <pc:spChg chg="mod">
          <ac:chgData name="Feist, Ella" userId="992bbaf2-811d-42cb-a4d6-e7fc45e325e8" providerId="ADAL" clId="{8BFB6802-8C6F-4EAD-96D4-626FF0CA2C5C}" dt="2025-05-29T09:31:08.357" v="288" actId="790"/>
          <ac:spMkLst>
            <pc:docMk/>
            <pc:sldMk cId="1348262316" sldId="1491"/>
            <ac:spMk id="6" creationId="{5FE095EE-2683-6618-ADD9-6B0AAE9D964F}"/>
          </ac:spMkLst>
        </pc:spChg>
      </pc:sldChg>
      <pc:sldChg chg="modSp mod">
        <pc:chgData name="Feist, Ella" userId="992bbaf2-811d-42cb-a4d6-e7fc45e325e8" providerId="ADAL" clId="{8BFB6802-8C6F-4EAD-96D4-626FF0CA2C5C}" dt="2025-05-29T09:31:08.357" v="288" actId="790"/>
        <pc:sldMkLst>
          <pc:docMk/>
          <pc:sldMk cId="3138639695" sldId="1492"/>
        </pc:sldMkLst>
        <pc:spChg chg="mod">
          <ac:chgData name="Feist, Ella" userId="992bbaf2-811d-42cb-a4d6-e7fc45e325e8" providerId="ADAL" clId="{8BFB6802-8C6F-4EAD-96D4-626FF0CA2C5C}" dt="2025-05-29T09:31:08.357" v="288" actId="790"/>
          <ac:spMkLst>
            <pc:docMk/>
            <pc:sldMk cId="3138639695" sldId="1492"/>
            <ac:spMk id="4" creationId="{98922B23-11D6-E94D-D996-9F812149BC8E}"/>
          </ac:spMkLst>
        </pc:spChg>
        <pc:spChg chg="mod">
          <ac:chgData name="Feist, Ella" userId="992bbaf2-811d-42cb-a4d6-e7fc45e325e8" providerId="ADAL" clId="{8BFB6802-8C6F-4EAD-96D4-626FF0CA2C5C}" dt="2025-05-29T09:31:08.357" v="288" actId="790"/>
          <ac:spMkLst>
            <pc:docMk/>
            <pc:sldMk cId="3138639695" sldId="1492"/>
            <ac:spMk id="5" creationId="{D9D2B814-DC41-F07A-5962-D51D60A409D7}"/>
          </ac:spMkLst>
        </pc:spChg>
      </pc:sldChg>
      <pc:sldMasterChg chg="del delSldLayout">
        <pc:chgData name="Feist, Ella" userId="992bbaf2-811d-42cb-a4d6-e7fc45e325e8" providerId="ADAL" clId="{8BFB6802-8C6F-4EAD-96D4-626FF0CA2C5C}" dt="2025-05-29T09:14:33.532" v="3"/>
        <pc:sldMasterMkLst>
          <pc:docMk/>
          <pc:sldMasterMk cId="2217866481" sldId="2147483660"/>
        </pc:sldMasterMkLst>
        <pc:sldLayoutChg chg="del">
          <pc:chgData name="Feist, Ella" userId="992bbaf2-811d-42cb-a4d6-e7fc45e325e8" providerId="ADAL" clId="{8BFB6802-8C6F-4EAD-96D4-626FF0CA2C5C}" dt="2025-05-29T09:14:33.532" v="3"/>
          <pc:sldLayoutMkLst>
            <pc:docMk/>
            <pc:sldMasterMk cId="2217866481" sldId="2147483660"/>
            <pc:sldLayoutMk cId="1785230785" sldId="2147483777"/>
          </pc:sldLayoutMkLst>
        </pc:sldLayoutChg>
        <pc:sldLayoutChg chg="del">
          <pc:chgData name="Feist, Ella" userId="992bbaf2-811d-42cb-a4d6-e7fc45e325e8" providerId="ADAL" clId="{8BFB6802-8C6F-4EAD-96D4-626FF0CA2C5C}" dt="2025-05-29T09:14:33.532" v="3"/>
          <pc:sldLayoutMkLst>
            <pc:docMk/>
            <pc:sldMasterMk cId="2217866481" sldId="2147483660"/>
            <pc:sldLayoutMk cId="3151091117" sldId="2147483780"/>
          </pc:sldLayoutMkLst>
        </pc:sldLayoutChg>
        <pc:sldLayoutChg chg="del">
          <pc:chgData name="Feist, Ella" userId="992bbaf2-811d-42cb-a4d6-e7fc45e325e8" providerId="ADAL" clId="{8BFB6802-8C6F-4EAD-96D4-626FF0CA2C5C}" dt="2025-05-29T09:14:33.532" v="3"/>
          <pc:sldLayoutMkLst>
            <pc:docMk/>
            <pc:sldMasterMk cId="2217866481" sldId="2147483660"/>
            <pc:sldLayoutMk cId="2670422055" sldId="2147483781"/>
          </pc:sldLayoutMkLst>
        </pc:sldLayoutChg>
        <pc:sldLayoutChg chg="del">
          <pc:chgData name="Feist, Ella" userId="992bbaf2-811d-42cb-a4d6-e7fc45e325e8" providerId="ADAL" clId="{8BFB6802-8C6F-4EAD-96D4-626FF0CA2C5C}" dt="2025-05-29T09:14:33.532" v="3"/>
          <pc:sldLayoutMkLst>
            <pc:docMk/>
            <pc:sldMasterMk cId="2217866481" sldId="2147483660"/>
            <pc:sldLayoutMk cId="3910812132" sldId="2147483786"/>
          </pc:sldLayoutMkLst>
        </pc:sldLayoutChg>
        <pc:sldLayoutChg chg="del">
          <pc:chgData name="Feist, Ella" userId="992bbaf2-811d-42cb-a4d6-e7fc45e325e8" providerId="ADAL" clId="{8BFB6802-8C6F-4EAD-96D4-626FF0CA2C5C}" dt="2025-05-29T09:14:33.532" v="3"/>
          <pc:sldLayoutMkLst>
            <pc:docMk/>
            <pc:sldMasterMk cId="2217866481" sldId="2147483660"/>
            <pc:sldLayoutMk cId="3389854272" sldId="2147483788"/>
          </pc:sldLayoutMkLst>
        </pc:sldLayoutChg>
        <pc:sldLayoutChg chg="del">
          <pc:chgData name="Feist, Ella" userId="992bbaf2-811d-42cb-a4d6-e7fc45e325e8" providerId="ADAL" clId="{8BFB6802-8C6F-4EAD-96D4-626FF0CA2C5C}" dt="2025-05-29T09:14:33.532" v="3"/>
          <pc:sldLayoutMkLst>
            <pc:docMk/>
            <pc:sldMasterMk cId="2217866481" sldId="2147483660"/>
            <pc:sldLayoutMk cId="844404885" sldId="2147483796"/>
          </pc:sldLayoutMkLst>
        </pc:sldLayoutChg>
        <pc:sldLayoutChg chg="del">
          <pc:chgData name="Feist, Ella" userId="992bbaf2-811d-42cb-a4d6-e7fc45e325e8" providerId="ADAL" clId="{8BFB6802-8C6F-4EAD-96D4-626FF0CA2C5C}" dt="2025-05-29T09:14:33.532" v="3"/>
          <pc:sldLayoutMkLst>
            <pc:docMk/>
            <pc:sldMasterMk cId="2217866481" sldId="2147483660"/>
            <pc:sldLayoutMk cId="2238072026" sldId="2147483797"/>
          </pc:sldLayoutMkLst>
        </pc:sldLayoutChg>
        <pc:sldLayoutChg chg="del">
          <pc:chgData name="Feist, Ella" userId="992bbaf2-811d-42cb-a4d6-e7fc45e325e8" providerId="ADAL" clId="{8BFB6802-8C6F-4EAD-96D4-626FF0CA2C5C}" dt="2025-05-29T09:14:33.532" v="3"/>
          <pc:sldLayoutMkLst>
            <pc:docMk/>
            <pc:sldMasterMk cId="2217866481" sldId="2147483660"/>
            <pc:sldLayoutMk cId="2785161596" sldId="2147483798"/>
          </pc:sldLayoutMkLst>
        </pc:sldLayoutChg>
        <pc:sldLayoutChg chg="del">
          <pc:chgData name="Feist, Ella" userId="992bbaf2-811d-42cb-a4d6-e7fc45e325e8" providerId="ADAL" clId="{8BFB6802-8C6F-4EAD-96D4-626FF0CA2C5C}" dt="2025-05-29T09:14:33.532" v="3"/>
          <pc:sldLayoutMkLst>
            <pc:docMk/>
            <pc:sldMasterMk cId="2217866481" sldId="2147483660"/>
            <pc:sldLayoutMk cId="1958520897" sldId="2147483872"/>
          </pc:sldLayoutMkLst>
        </pc:sldLayoutChg>
        <pc:sldLayoutChg chg="del">
          <pc:chgData name="Feist, Ella" userId="992bbaf2-811d-42cb-a4d6-e7fc45e325e8" providerId="ADAL" clId="{8BFB6802-8C6F-4EAD-96D4-626FF0CA2C5C}" dt="2025-05-29T09:14:33.532" v="3"/>
          <pc:sldLayoutMkLst>
            <pc:docMk/>
            <pc:sldMasterMk cId="2217866481" sldId="2147483660"/>
            <pc:sldLayoutMk cId="472251335" sldId="2147483873"/>
          </pc:sldLayoutMkLst>
        </pc:sldLayoutChg>
      </pc:sldMasterChg>
      <pc:sldMasterChg chg="del delSldLayout">
        <pc:chgData name="Feist, Ella" userId="992bbaf2-811d-42cb-a4d6-e7fc45e325e8" providerId="ADAL" clId="{8BFB6802-8C6F-4EAD-96D4-626FF0CA2C5C}" dt="2025-05-29T09:14:33.532" v="3"/>
        <pc:sldMasterMkLst>
          <pc:docMk/>
          <pc:sldMasterMk cId="1433300368" sldId="2147483799"/>
        </pc:sldMasterMkLst>
        <pc:sldLayoutChg chg="del">
          <pc:chgData name="Feist, Ella" userId="992bbaf2-811d-42cb-a4d6-e7fc45e325e8" providerId="ADAL" clId="{8BFB6802-8C6F-4EAD-96D4-626FF0CA2C5C}" dt="2025-05-29T09:14:33.532" v="3"/>
          <pc:sldLayoutMkLst>
            <pc:docMk/>
            <pc:sldMasterMk cId="1433300368" sldId="2147483799"/>
            <pc:sldLayoutMk cId="1527291370" sldId="2147483818"/>
          </pc:sldLayoutMkLst>
        </pc:sldLayoutChg>
        <pc:sldLayoutChg chg="del">
          <pc:chgData name="Feist, Ella" userId="992bbaf2-811d-42cb-a4d6-e7fc45e325e8" providerId="ADAL" clId="{8BFB6802-8C6F-4EAD-96D4-626FF0CA2C5C}" dt="2025-05-29T09:14:33.532" v="3"/>
          <pc:sldLayoutMkLst>
            <pc:docMk/>
            <pc:sldMasterMk cId="1433300368" sldId="2147483799"/>
            <pc:sldLayoutMk cId="3562340024" sldId="2147483819"/>
          </pc:sldLayoutMkLst>
        </pc:sldLayoutChg>
        <pc:sldLayoutChg chg="del">
          <pc:chgData name="Feist, Ella" userId="992bbaf2-811d-42cb-a4d6-e7fc45e325e8" providerId="ADAL" clId="{8BFB6802-8C6F-4EAD-96D4-626FF0CA2C5C}" dt="2025-05-29T09:14:33.532" v="3"/>
          <pc:sldLayoutMkLst>
            <pc:docMk/>
            <pc:sldMasterMk cId="1433300368" sldId="2147483799"/>
            <pc:sldLayoutMk cId="520181862" sldId="2147483820"/>
          </pc:sldLayoutMkLst>
        </pc:sldLayoutChg>
      </pc:sldMasterChg>
      <pc:sldMasterChg chg="del delSldLayout">
        <pc:chgData name="Feist, Ella" userId="992bbaf2-811d-42cb-a4d6-e7fc45e325e8" providerId="ADAL" clId="{8BFB6802-8C6F-4EAD-96D4-626FF0CA2C5C}" dt="2025-05-29T09:14:33.532" v="3"/>
        <pc:sldMasterMkLst>
          <pc:docMk/>
          <pc:sldMasterMk cId="4045664613" sldId="2147483821"/>
        </pc:sldMasterMkLst>
        <pc:sldLayoutChg chg="del">
          <pc:chgData name="Feist, Ella" userId="992bbaf2-811d-42cb-a4d6-e7fc45e325e8" providerId="ADAL" clId="{8BFB6802-8C6F-4EAD-96D4-626FF0CA2C5C}" dt="2025-05-29T09:14:33.532" v="3"/>
          <pc:sldLayoutMkLst>
            <pc:docMk/>
            <pc:sldMasterMk cId="4045664613" sldId="2147483821"/>
            <pc:sldLayoutMk cId="1659487629" sldId="2147483822"/>
          </pc:sldLayoutMkLst>
        </pc:sldLayoutChg>
        <pc:sldLayoutChg chg="del">
          <pc:chgData name="Feist, Ella" userId="992bbaf2-811d-42cb-a4d6-e7fc45e325e8" providerId="ADAL" clId="{8BFB6802-8C6F-4EAD-96D4-626FF0CA2C5C}" dt="2025-05-29T09:14:33.532" v="3"/>
          <pc:sldLayoutMkLst>
            <pc:docMk/>
            <pc:sldMasterMk cId="4045664613" sldId="2147483821"/>
            <pc:sldLayoutMk cId="3209770388" sldId="2147483823"/>
          </pc:sldLayoutMkLst>
        </pc:sldLayoutChg>
        <pc:sldLayoutChg chg="del">
          <pc:chgData name="Feist, Ella" userId="992bbaf2-811d-42cb-a4d6-e7fc45e325e8" providerId="ADAL" clId="{8BFB6802-8C6F-4EAD-96D4-626FF0CA2C5C}" dt="2025-05-29T09:14:33.532" v="3"/>
          <pc:sldLayoutMkLst>
            <pc:docMk/>
            <pc:sldMasterMk cId="4045664613" sldId="2147483821"/>
            <pc:sldLayoutMk cId="2989585299" sldId="2147483824"/>
          </pc:sldLayoutMkLst>
        </pc:sldLayoutChg>
        <pc:sldLayoutChg chg="del">
          <pc:chgData name="Feist, Ella" userId="992bbaf2-811d-42cb-a4d6-e7fc45e325e8" providerId="ADAL" clId="{8BFB6802-8C6F-4EAD-96D4-626FF0CA2C5C}" dt="2025-05-29T09:14:33.532" v="3"/>
          <pc:sldLayoutMkLst>
            <pc:docMk/>
            <pc:sldMasterMk cId="4045664613" sldId="2147483821"/>
            <pc:sldLayoutMk cId="771702010" sldId="2147483825"/>
          </pc:sldLayoutMkLst>
        </pc:sldLayoutChg>
      </pc:sldMasterChg>
      <pc:sldMasterChg chg="del delSldLayout">
        <pc:chgData name="Feist, Ella" userId="992bbaf2-811d-42cb-a4d6-e7fc45e325e8" providerId="ADAL" clId="{8BFB6802-8C6F-4EAD-96D4-626FF0CA2C5C}" dt="2025-05-29T09:14:33.532" v="3"/>
        <pc:sldMasterMkLst>
          <pc:docMk/>
          <pc:sldMasterMk cId="3391850710" sldId="2147483826"/>
        </pc:sldMasterMkLst>
        <pc:sldLayoutChg chg="del">
          <pc:chgData name="Feist, Ella" userId="992bbaf2-811d-42cb-a4d6-e7fc45e325e8" providerId="ADAL" clId="{8BFB6802-8C6F-4EAD-96D4-626FF0CA2C5C}" dt="2025-05-29T09:14:33.532" v="3"/>
          <pc:sldLayoutMkLst>
            <pc:docMk/>
            <pc:sldMasterMk cId="3391850710" sldId="2147483826"/>
            <pc:sldLayoutMk cId="186167143" sldId="2147483827"/>
          </pc:sldLayoutMkLst>
        </pc:sldLayoutChg>
        <pc:sldLayoutChg chg="del">
          <pc:chgData name="Feist, Ella" userId="992bbaf2-811d-42cb-a4d6-e7fc45e325e8" providerId="ADAL" clId="{8BFB6802-8C6F-4EAD-96D4-626FF0CA2C5C}" dt="2025-05-29T09:14:33.532" v="3"/>
          <pc:sldLayoutMkLst>
            <pc:docMk/>
            <pc:sldMasterMk cId="3391850710" sldId="2147483826"/>
            <pc:sldLayoutMk cId="4273777609" sldId="2147483828"/>
          </pc:sldLayoutMkLst>
        </pc:sldLayoutChg>
        <pc:sldLayoutChg chg="del">
          <pc:chgData name="Feist, Ella" userId="992bbaf2-811d-42cb-a4d6-e7fc45e325e8" providerId="ADAL" clId="{8BFB6802-8C6F-4EAD-96D4-626FF0CA2C5C}" dt="2025-05-29T09:14:33.532" v="3"/>
          <pc:sldLayoutMkLst>
            <pc:docMk/>
            <pc:sldMasterMk cId="3391850710" sldId="2147483826"/>
            <pc:sldLayoutMk cId="928190420" sldId="2147483829"/>
          </pc:sldLayoutMkLst>
        </pc:sldLayoutChg>
        <pc:sldLayoutChg chg="del">
          <pc:chgData name="Feist, Ella" userId="992bbaf2-811d-42cb-a4d6-e7fc45e325e8" providerId="ADAL" clId="{8BFB6802-8C6F-4EAD-96D4-626FF0CA2C5C}" dt="2025-05-29T09:14:33.532" v="3"/>
          <pc:sldLayoutMkLst>
            <pc:docMk/>
            <pc:sldMasterMk cId="3391850710" sldId="2147483826"/>
            <pc:sldLayoutMk cId="778525727" sldId="2147483830"/>
          </pc:sldLayoutMkLst>
        </pc:sldLayoutChg>
      </pc:sldMasterChg>
      <pc:sldMasterChg chg="del delSldLayout">
        <pc:chgData name="Feist, Ella" userId="992bbaf2-811d-42cb-a4d6-e7fc45e325e8" providerId="ADAL" clId="{8BFB6802-8C6F-4EAD-96D4-626FF0CA2C5C}" dt="2025-05-29T09:14:33.532" v="3"/>
        <pc:sldMasterMkLst>
          <pc:docMk/>
          <pc:sldMasterMk cId="3899971177" sldId="2147483831"/>
        </pc:sldMasterMkLst>
        <pc:sldLayoutChg chg="del">
          <pc:chgData name="Feist, Ella" userId="992bbaf2-811d-42cb-a4d6-e7fc45e325e8" providerId="ADAL" clId="{8BFB6802-8C6F-4EAD-96D4-626FF0CA2C5C}" dt="2025-05-29T09:14:33.532" v="3"/>
          <pc:sldLayoutMkLst>
            <pc:docMk/>
            <pc:sldMasterMk cId="3899971177" sldId="2147483831"/>
            <pc:sldLayoutMk cId="1296847754" sldId="2147483832"/>
          </pc:sldLayoutMkLst>
        </pc:sldLayoutChg>
        <pc:sldLayoutChg chg="del">
          <pc:chgData name="Feist, Ella" userId="992bbaf2-811d-42cb-a4d6-e7fc45e325e8" providerId="ADAL" clId="{8BFB6802-8C6F-4EAD-96D4-626FF0CA2C5C}" dt="2025-05-29T09:14:33.532" v="3"/>
          <pc:sldLayoutMkLst>
            <pc:docMk/>
            <pc:sldMasterMk cId="3899971177" sldId="2147483831"/>
            <pc:sldLayoutMk cId="2124554007" sldId="2147483833"/>
          </pc:sldLayoutMkLst>
        </pc:sldLayoutChg>
        <pc:sldLayoutChg chg="del">
          <pc:chgData name="Feist, Ella" userId="992bbaf2-811d-42cb-a4d6-e7fc45e325e8" providerId="ADAL" clId="{8BFB6802-8C6F-4EAD-96D4-626FF0CA2C5C}" dt="2025-05-29T09:14:33.532" v="3"/>
          <pc:sldLayoutMkLst>
            <pc:docMk/>
            <pc:sldMasterMk cId="3899971177" sldId="2147483831"/>
            <pc:sldLayoutMk cId="2692646997" sldId="2147483834"/>
          </pc:sldLayoutMkLst>
        </pc:sldLayoutChg>
        <pc:sldLayoutChg chg="del">
          <pc:chgData name="Feist, Ella" userId="992bbaf2-811d-42cb-a4d6-e7fc45e325e8" providerId="ADAL" clId="{8BFB6802-8C6F-4EAD-96D4-626FF0CA2C5C}" dt="2025-05-29T09:14:33.532" v="3"/>
          <pc:sldLayoutMkLst>
            <pc:docMk/>
            <pc:sldMasterMk cId="3899971177" sldId="2147483831"/>
            <pc:sldLayoutMk cId="164223612" sldId="2147483835"/>
          </pc:sldLayoutMkLst>
        </pc:sldLayoutChg>
      </pc:sldMasterChg>
      <pc:sldMasterChg chg="del delSldLayout">
        <pc:chgData name="Feist, Ella" userId="992bbaf2-811d-42cb-a4d6-e7fc45e325e8" providerId="ADAL" clId="{8BFB6802-8C6F-4EAD-96D4-626FF0CA2C5C}" dt="2025-05-29T09:14:33.532" v="3"/>
        <pc:sldMasterMkLst>
          <pc:docMk/>
          <pc:sldMasterMk cId="4061346496" sldId="2147483836"/>
        </pc:sldMasterMkLst>
        <pc:sldLayoutChg chg="del">
          <pc:chgData name="Feist, Ella" userId="992bbaf2-811d-42cb-a4d6-e7fc45e325e8" providerId="ADAL" clId="{8BFB6802-8C6F-4EAD-96D4-626FF0CA2C5C}" dt="2025-05-29T09:14:33.532" v="3"/>
          <pc:sldLayoutMkLst>
            <pc:docMk/>
            <pc:sldMasterMk cId="4061346496" sldId="2147483836"/>
            <pc:sldLayoutMk cId="1342340652" sldId="2147483837"/>
          </pc:sldLayoutMkLst>
        </pc:sldLayoutChg>
        <pc:sldLayoutChg chg="del">
          <pc:chgData name="Feist, Ella" userId="992bbaf2-811d-42cb-a4d6-e7fc45e325e8" providerId="ADAL" clId="{8BFB6802-8C6F-4EAD-96D4-626FF0CA2C5C}" dt="2025-05-29T09:14:33.532" v="3"/>
          <pc:sldLayoutMkLst>
            <pc:docMk/>
            <pc:sldMasterMk cId="4061346496" sldId="2147483836"/>
            <pc:sldLayoutMk cId="1129306061" sldId="2147483838"/>
          </pc:sldLayoutMkLst>
        </pc:sldLayoutChg>
        <pc:sldLayoutChg chg="del">
          <pc:chgData name="Feist, Ella" userId="992bbaf2-811d-42cb-a4d6-e7fc45e325e8" providerId="ADAL" clId="{8BFB6802-8C6F-4EAD-96D4-626FF0CA2C5C}" dt="2025-05-29T09:14:33.532" v="3"/>
          <pc:sldLayoutMkLst>
            <pc:docMk/>
            <pc:sldMasterMk cId="4061346496" sldId="2147483836"/>
            <pc:sldLayoutMk cId="291058354" sldId="2147483839"/>
          </pc:sldLayoutMkLst>
        </pc:sldLayoutChg>
        <pc:sldLayoutChg chg="del">
          <pc:chgData name="Feist, Ella" userId="992bbaf2-811d-42cb-a4d6-e7fc45e325e8" providerId="ADAL" clId="{8BFB6802-8C6F-4EAD-96D4-626FF0CA2C5C}" dt="2025-05-29T09:14:33.532" v="3"/>
          <pc:sldLayoutMkLst>
            <pc:docMk/>
            <pc:sldMasterMk cId="4061346496" sldId="2147483836"/>
            <pc:sldLayoutMk cId="1057880355" sldId="2147483840"/>
          </pc:sldLayoutMkLst>
        </pc:sldLayoutChg>
      </pc:sldMasterChg>
      <pc:sldMasterChg chg="del delSldLayout">
        <pc:chgData name="Feist, Ella" userId="992bbaf2-811d-42cb-a4d6-e7fc45e325e8" providerId="ADAL" clId="{8BFB6802-8C6F-4EAD-96D4-626FF0CA2C5C}" dt="2025-05-29T09:14:33.532" v="3"/>
        <pc:sldMasterMkLst>
          <pc:docMk/>
          <pc:sldMasterMk cId="1513994161" sldId="2147483841"/>
        </pc:sldMasterMkLst>
        <pc:sldLayoutChg chg="del">
          <pc:chgData name="Feist, Ella" userId="992bbaf2-811d-42cb-a4d6-e7fc45e325e8" providerId="ADAL" clId="{8BFB6802-8C6F-4EAD-96D4-626FF0CA2C5C}" dt="2025-05-29T09:14:33.532" v="3"/>
          <pc:sldLayoutMkLst>
            <pc:docMk/>
            <pc:sldMasterMk cId="1513994161" sldId="2147483841"/>
            <pc:sldLayoutMk cId="2408842378" sldId="2147483842"/>
          </pc:sldLayoutMkLst>
        </pc:sldLayoutChg>
        <pc:sldLayoutChg chg="del">
          <pc:chgData name="Feist, Ella" userId="992bbaf2-811d-42cb-a4d6-e7fc45e325e8" providerId="ADAL" clId="{8BFB6802-8C6F-4EAD-96D4-626FF0CA2C5C}" dt="2025-05-29T09:14:33.532" v="3"/>
          <pc:sldLayoutMkLst>
            <pc:docMk/>
            <pc:sldMasterMk cId="1513994161" sldId="2147483841"/>
            <pc:sldLayoutMk cId="3257542985" sldId="2147483843"/>
          </pc:sldLayoutMkLst>
        </pc:sldLayoutChg>
        <pc:sldLayoutChg chg="del">
          <pc:chgData name="Feist, Ella" userId="992bbaf2-811d-42cb-a4d6-e7fc45e325e8" providerId="ADAL" clId="{8BFB6802-8C6F-4EAD-96D4-626FF0CA2C5C}" dt="2025-05-29T09:14:33.532" v="3"/>
          <pc:sldLayoutMkLst>
            <pc:docMk/>
            <pc:sldMasterMk cId="1513994161" sldId="2147483841"/>
            <pc:sldLayoutMk cId="57802930" sldId="2147483844"/>
          </pc:sldLayoutMkLst>
        </pc:sldLayoutChg>
        <pc:sldLayoutChg chg="del">
          <pc:chgData name="Feist, Ella" userId="992bbaf2-811d-42cb-a4d6-e7fc45e325e8" providerId="ADAL" clId="{8BFB6802-8C6F-4EAD-96D4-626FF0CA2C5C}" dt="2025-05-29T09:14:33.532" v="3"/>
          <pc:sldLayoutMkLst>
            <pc:docMk/>
            <pc:sldMasterMk cId="1513994161" sldId="2147483841"/>
            <pc:sldLayoutMk cId="892830820" sldId="2147483845"/>
          </pc:sldLayoutMkLst>
        </pc:sldLayoutChg>
      </pc:sldMasterChg>
      <pc:sldMasterChg chg="del delSldLayout">
        <pc:chgData name="Feist, Ella" userId="992bbaf2-811d-42cb-a4d6-e7fc45e325e8" providerId="ADAL" clId="{8BFB6802-8C6F-4EAD-96D4-626FF0CA2C5C}" dt="2025-05-29T09:14:33.532" v="3"/>
        <pc:sldMasterMkLst>
          <pc:docMk/>
          <pc:sldMasterMk cId="1256176808" sldId="2147483846"/>
        </pc:sldMasterMkLst>
        <pc:sldLayoutChg chg="del">
          <pc:chgData name="Feist, Ella" userId="992bbaf2-811d-42cb-a4d6-e7fc45e325e8" providerId="ADAL" clId="{8BFB6802-8C6F-4EAD-96D4-626FF0CA2C5C}" dt="2025-05-29T09:14:33.532" v="3"/>
          <pc:sldLayoutMkLst>
            <pc:docMk/>
            <pc:sldMasterMk cId="1256176808" sldId="2147483846"/>
            <pc:sldLayoutMk cId="1930662052" sldId="2147483847"/>
          </pc:sldLayoutMkLst>
        </pc:sldLayoutChg>
        <pc:sldLayoutChg chg="del">
          <pc:chgData name="Feist, Ella" userId="992bbaf2-811d-42cb-a4d6-e7fc45e325e8" providerId="ADAL" clId="{8BFB6802-8C6F-4EAD-96D4-626FF0CA2C5C}" dt="2025-05-29T09:14:33.532" v="3"/>
          <pc:sldLayoutMkLst>
            <pc:docMk/>
            <pc:sldMasterMk cId="1256176808" sldId="2147483846"/>
            <pc:sldLayoutMk cId="2862166332" sldId="2147483848"/>
          </pc:sldLayoutMkLst>
        </pc:sldLayoutChg>
        <pc:sldLayoutChg chg="del">
          <pc:chgData name="Feist, Ella" userId="992bbaf2-811d-42cb-a4d6-e7fc45e325e8" providerId="ADAL" clId="{8BFB6802-8C6F-4EAD-96D4-626FF0CA2C5C}" dt="2025-05-29T09:14:33.532" v="3"/>
          <pc:sldLayoutMkLst>
            <pc:docMk/>
            <pc:sldMasterMk cId="1256176808" sldId="2147483846"/>
            <pc:sldLayoutMk cId="4243011970" sldId="2147483849"/>
          </pc:sldLayoutMkLst>
        </pc:sldLayoutChg>
        <pc:sldLayoutChg chg="del">
          <pc:chgData name="Feist, Ella" userId="992bbaf2-811d-42cb-a4d6-e7fc45e325e8" providerId="ADAL" clId="{8BFB6802-8C6F-4EAD-96D4-626FF0CA2C5C}" dt="2025-05-29T09:14:33.532" v="3"/>
          <pc:sldLayoutMkLst>
            <pc:docMk/>
            <pc:sldMasterMk cId="1256176808" sldId="2147483846"/>
            <pc:sldLayoutMk cId="787685289" sldId="2147483850"/>
          </pc:sldLayoutMkLst>
        </pc:sldLayoutChg>
      </pc:sldMasterChg>
      <pc:sldMasterChg chg="del delSldLayout">
        <pc:chgData name="Feist, Ella" userId="992bbaf2-811d-42cb-a4d6-e7fc45e325e8" providerId="ADAL" clId="{8BFB6802-8C6F-4EAD-96D4-626FF0CA2C5C}" dt="2025-05-29T09:14:33.532" v="3"/>
        <pc:sldMasterMkLst>
          <pc:docMk/>
          <pc:sldMasterMk cId="1684537100" sldId="2147483874"/>
        </pc:sldMasterMkLst>
        <pc:sldLayoutChg chg="del">
          <pc:chgData name="Feist, Ella" userId="992bbaf2-811d-42cb-a4d6-e7fc45e325e8" providerId="ADAL" clId="{8BFB6802-8C6F-4EAD-96D4-626FF0CA2C5C}" dt="2025-05-29T09:14:33.532" v="3"/>
          <pc:sldLayoutMkLst>
            <pc:docMk/>
            <pc:sldMasterMk cId="1684537100" sldId="2147483874"/>
            <pc:sldLayoutMk cId="4096566144" sldId="2147483859"/>
          </pc:sldLayoutMkLst>
        </pc:sldLayoutChg>
        <pc:sldLayoutChg chg="del">
          <pc:chgData name="Feist, Ella" userId="992bbaf2-811d-42cb-a4d6-e7fc45e325e8" providerId="ADAL" clId="{8BFB6802-8C6F-4EAD-96D4-626FF0CA2C5C}" dt="2025-05-29T09:14:33.532" v="3"/>
          <pc:sldLayoutMkLst>
            <pc:docMk/>
            <pc:sldMasterMk cId="1684537100" sldId="2147483874"/>
            <pc:sldLayoutMk cId="3235119156" sldId="2147483875"/>
          </pc:sldLayoutMkLst>
        </pc:sldLayoutChg>
        <pc:sldLayoutChg chg="del">
          <pc:chgData name="Feist, Ella" userId="992bbaf2-811d-42cb-a4d6-e7fc45e325e8" providerId="ADAL" clId="{8BFB6802-8C6F-4EAD-96D4-626FF0CA2C5C}" dt="2025-05-29T09:14:33.532" v="3"/>
          <pc:sldLayoutMkLst>
            <pc:docMk/>
            <pc:sldMasterMk cId="1684537100" sldId="2147483874"/>
            <pc:sldLayoutMk cId="802947842" sldId="2147483876"/>
          </pc:sldLayoutMkLst>
        </pc:sldLayoutChg>
        <pc:sldLayoutChg chg="del">
          <pc:chgData name="Feist, Ella" userId="992bbaf2-811d-42cb-a4d6-e7fc45e325e8" providerId="ADAL" clId="{8BFB6802-8C6F-4EAD-96D4-626FF0CA2C5C}" dt="2025-05-29T09:14:33.532" v="3"/>
          <pc:sldLayoutMkLst>
            <pc:docMk/>
            <pc:sldMasterMk cId="1684537100" sldId="2147483874"/>
            <pc:sldLayoutMk cId="2274568752" sldId="2147483877"/>
          </pc:sldLayoutMkLst>
        </pc:sldLayoutChg>
        <pc:sldLayoutChg chg="del">
          <pc:chgData name="Feist, Ella" userId="992bbaf2-811d-42cb-a4d6-e7fc45e325e8" providerId="ADAL" clId="{8BFB6802-8C6F-4EAD-96D4-626FF0CA2C5C}" dt="2025-05-29T09:14:33.532" v="3"/>
          <pc:sldLayoutMkLst>
            <pc:docMk/>
            <pc:sldMasterMk cId="1684537100" sldId="2147483874"/>
            <pc:sldLayoutMk cId="3994819066" sldId="2147483879"/>
          </pc:sldLayoutMkLst>
        </pc:sldLayoutChg>
        <pc:sldLayoutChg chg="del">
          <pc:chgData name="Feist, Ella" userId="992bbaf2-811d-42cb-a4d6-e7fc45e325e8" providerId="ADAL" clId="{8BFB6802-8C6F-4EAD-96D4-626FF0CA2C5C}" dt="2025-05-29T09:14:33.532" v="3"/>
          <pc:sldLayoutMkLst>
            <pc:docMk/>
            <pc:sldMasterMk cId="1684537100" sldId="2147483874"/>
            <pc:sldLayoutMk cId="2948798389" sldId="2147483880"/>
          </pc:sldLayoutMkLst>
        </pc:sldLayoutChg>
        <pc:sldLayoutChg chg="del">
          <pc:chgData name="Feist, Ella" userId="992bbaf2-811d-42cb-a4d6-e7fc45e325e8" providerId="ADAL" clId="{8BFB6802-8C6F-4EAD-96D4-626FF0CA2C5C}" dt="2025-05-29T09:14:33.532" v="3"/>
          <pc:sldLayoutMkLst>
            <pc:docMk/>
            <pc:sldMasterMk cId="1684537100" sldId="2147483874"/>
            <pc:sldLayoutMk cId="321250633" sldId="2147483881"/>
          </pc:sldLayoutMkLst>
        </pc:sldLayoutChg>
        <pc:sldLayoutChg chg="del">
          <pc:chgData name="Feist, Ella" userId="992bbaf2-811d-42cb-a4d6-e7fc45e325e8" providerId="ADAL" clId="{8BFB6802-8C6F-4EAD-96D4-626FF0CA2C5C}" dt="2025-05-29T09:14:33.532" v="3"/>
          <pc:sldLayoutMkLst>
            <pc:docMk/>
            <pc:sldMasterMk cId="1684537100" sldId="2147483874"/>
            <pc:sldLayoutMk cId="2227355211" sldId="2147483882"/>
          </pc:sldLayoutMkLst>
        </pc:sldLayoutChg>
        <pc:sldLayoutChg chg="del">
          <pc:chgData name="Feist, Ella" userId="992bbaf2-811d-42cb-a4d6-e7fc45e325e8" providerId="ADAL" clId="{8BFB6802-8C6F-4EAD-96D4-626FF0CA2C5C}" dt="2025-05-29T09:14:33.532" v="3"/>
          <pc:sldLayoutMkLst>
            <pc:docMk/>
            <pc:sldMasterMk cId="1684537100" sldId="2147483874"/>
            <pc:sldLayoutMk cId="3084302693" sldId="2147483883"/>
          </pc:sldLayoutMkLst>
        </pc:sldLayoutChg>
        <pc:sldLayoutChg chg="del">
          <pc:chgData name="Feist, Ella" userId="992bbaf2-811d-42cb-a4d6-e7fc45e325e8" providerId="ADAL" clId="{8BFB6802-8C6F-4EAD-96D4-626FF0CA2C5C}" dt="2025-05-29T09:14:33.532" v="3"/>
          <pc:sldLayoutMkLst>
            <pc:docMk/>
            <pc:sldMasterMk cId="1684537100" sldId="2147483874"/>
            <pc:sldLayoutMk cId="4231280216" sldId="2147483884"/>
          </pc:sldLayoutMkLst>
        </pc:sldLayoutChg>
      </pc:sldMasterChg>
      <pc:sldMasterChg chg="del delSldLayout">
        <pc:chgData name="Feist, Ella" userId="992bbaf2-811d-42cb-a4d6-e7fc45e325e8" providerId="ADAL" clId="{8BFB6802-8C6F-4EAD-96D4-626FF0CA2C5C}" dt="2025-05-29T09:14:33.532" v="3"/>
        <pc:sldMasterMkLst>
          <pc:docMk/>
          <pc:sldMasterMk cId="537580445" sldId="2147483941"/>
        </pc:sldMasterMkLst>
        <pc:sldLayoutChg chg="del">
          <pc:chgData name="Feist, Ella" userId="992bbaf2-811d-42cb-a4d6-e7fc45e325e8" providerId="ADAL" clId="{8BFB6802-8C6F-4EAD-96D4-626FF0CA2C5C}" dt="2025-05-29T09:14:33.532" v="3"/>
          <pc:sldLayoutMkLst>
            <pc:docMk/>
            <pc:sldMasterMk cId="537580445" sldId="2147483941"/>
            <pc:sldLayoutMk cId="3655050728" sldId="2147483942"/>
          </pc:sldLayoutMkLst>
        </pc:sldLayoutChg>
        <pc:sldLayoutChg chg="del">
          <pc:chgData name="Feist, Ella" userId="992bbaf2-811d-42cb-a4d6-e7fc45e325e8" providerId="ADAL" clId="{8BFB6802-8C6F-4EAD-96D4-626FF0CA2C5C}" dt="2025-05-29T09:14:33.532" v="3"/>
          <pc:sldLayoutMkLst>
            <pc:docMk/>
            <pc:sldMasterMk cId="537580445" sldId="2147483941"/>
            <pc:sldLayoutMk cId="191104469" sldId="2147483948"/>
          </pc:sldLayoutMkLst>
        </pc:sldLayoutChg>
        <pc:sldLayoutChg chg="del">
          <pc:chgData name="Feist, Ella" userId="992bbaf2-811d-42cb-a4d6-e7fc45e325e8" providerId="ADAL" clId="{8BFB6802-8C6F-4EAD-96D4-626FF0CA2C5C}" dt="2025-05-29T09:14:33.532" v="3"/>
          <pc:sldLayoutMkLst>
            <pc:docMk/>
            <pc:sldMasterMk cId="537580445" sldId="2147483941"/>
            <pc:sldLayoutMk cId="3106673082" sldId="2147483949"/>
          </pc:sldLayoutMkLst>
        </pc:sldLayoutChg>
        <pc:sldLayoutChg chg="del">
          <pc:chgData name="Feist, Ella" userId="992bbaf2-811d-42cb-a4d6-e7fc45e325e8" providerId="ADAL" clId="{8BFB6802-8C6F-4EAD-96D4-626FF0CA2C5C}" dt="2025-05-29T09:14:33.532" v="3"/>
          <pc:sldLayoutMkLst>
            <pc:docMk/>
            <pc:sldMasterMk cId="537580445" sldId="2147483941"/>
            <pc:sldLayoutMk cId="2883798060" sldId="2147483950"/>
          </pc:sldLayoutMkLst>
        </pc:sldLayoutChg>
        <pc:sldLayoutChg chg="del">
          <pc:chgData name="Feist, Ella" userId="992bbaf2-811d-42cb-a4d6-e7fc45e325e8" providerId="ADAL" clId="{8BFB6802-8C6F-4EAD-96D4-626FF0CA2C5C}" dt="2025-05-29T09:14:33.532" v="3"/>
          <pc:sldLayoutMkLst>
            <pc:docMk/>
            <pc:sldMasterMk cId="537580445" sldId="2147483941"/>
            <pc:sldLayoutMk cId="4228679101" sldId="2147483951"/>
          </pc:sldLayoutMkLst>
        </pc:sldLayoutChg>
      </pc:sldMasterChg>
      <pc:sldMasterChg chg="del delSldLayout">
        <pc:chgData name="Feist, Ella" userId="992bbaf2-811d-42cb-a4d6-e7fc45e325e8" providerId="ADAL" clId="{8BFB6802-8C6F-4EAD-96D4-626FF0CA2C5C}" dt="2025-05-29T09:14:33.532" v="3"/>
        <pc:sldMasterMkLst>
          <pc:docMk/>
          <pc:sldMasterMk cId="1502784078" sldId="2147483943"/>
        </pc:sldMasterMkLst>
        <pc:sldLayoutChg chg="del">
          <pc:chgData name="Feist, Ella" userId="992bbaf2-811d-42cb-a4d6-e7fc45e325e8" providerId="ADAL" clId="{8BFB6802-8C6F-4EAD-96D4-626FF0CA2C5C}" dt="2025-05-29T09:14:33.532" v="3"/>
          <pc:sldLayoutMkLst>
            <pc:docMk/>
            <pc:sldMasterMk cId="1502784078" sldId="2147483943"/>
            <pc:sldLayoutMk cId="3733918436" sldId="2147483944"/>
          </pc:sldLayoutMkLst>
        </pc:sldLayoutChg>
        <pc:sldLayoutChg chg="del">
          <pc:chgData name="Feist, Ella" userId="992bbaf2-811d-42cb-a4d6-e7fc45e325e8" providerId="ADAL" clId="{8BFB6802-8C6F-4EAD-96D4-626FF0CA2C5C}" dt="2025-05-29T09:14:33.532" v="3"/>
          <pc:sldLayoutMkLst>
            <pc:docMk/>
            <pc:sldMasterMk cId="1502784078" sldId="2147483943"/>
            <pc:sldLayoutMk cId="714599208" sldId="2147483952"/>
          </pc:sldLayoutMkLst>
        </pc:sldLayoutChg>
        <pc:sldLayoutChg chg="del">
          <pc:chgData name="Feist, Ella" userId="992bbaf2-811d-42cb-a4d6-e7fc45e325e8" providerId="ADAL" clId="{8BFB6802-8C6F-4EAD-96D4-626FF0CA2C5C}" dt="2025-05-29T09:14:33.532" v="3"/>
          <pc:sldLayoutMkLst>
            <pc:docMk/>
            <pc:sldMasterMk cId="1502784078" sldId="2147483943"/>
            <pc:sldLayoutMk cId="785506021" sldId="2147483953"/>
          </pc:sldLayoutMkLst>
        </pc:sldLayoutChg>
        <pc:sldLayoutChg chg="del">
          <pc:chgData name="Feist, Ella" userId="992bbaf2-811d-42cb-a4d6-e7fc45e325e8" providerId="ADAL" clId="{8BFB6802-8C6F-4EAD-96D4-626FF0CA2C5C}" dt="2025-05-29T09:14:33.532" v="3"/>
          <pc:sldLayoutMkLst>
            <pc:docMk/>
            <pc:sldMasterMk cId="1502784078" sldId="2147483943"/>
            <pc:sldLayoutMk cId="1326846653" sldId="2147483954"/>
          </pc:sldLayoutMkLst>
        </pc:sldLayoutChg>
        <pc:sldLayoutChg chg="del">
          <pc:chgData name="Feist, Ella" userId="992bbaf2-811d-42cb-a4d6-e7fc45e325e8" providerId="ADAL" clId="{8BFB6802-8C6F-4EAD-96D4-626FF0CA2C5C}" dt="2025-05-29T09:14:33.532" v="3"/>
          <pc:sldLayoutMkLst>
            <pc:docMk/>
            <pc:sldMasterMk cId="1502784078" sldId="2147483943"/>
            <pc:sldLayoutMk cId="1638070405" sldId="214748395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30/05/2025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dirty="0"/>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890781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48901C6-1DA1-FB44-ABEE-06A0FEB7738E}" type="slidenum">
              <a:rPr lang="en-GB" smtClean="0"/>
              <a:pPr/>
              <a:t>2</a:t>
            </a:fld>
            <a:endParaRPr lang="en-GB" dirty="0"/>
          </a:p>
        </p:txBody>
      </p:sp>
      <p:sp>
        <p:nvSpPr>
          <p:cNvPr id="6" name="Slide Image Placeholder 5">
            <a:extLst>
              <a:ext uri="{FF2B5EF4-FFF2-40B4-BE49-F238E27FC236}">
                <a16:creationId xmlns:a16="http://schemas.microsoft.com/office/drawing/2014/main" id="{E9E46E42-99A9-42F8-996F-71F172C43209}"/>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AC7ABEA7-3AE7-4A57-B02A-AA99E2A56A4D}"/>
              </a:ext>
            </a:extLst>
          </p:cNvPr>
          <p:cNvSpPr>
            <a:spLocks noGrp="1"/>
          </p:cNvSpPr>
          <p:nvPr>
            <p:ph type="body" idx="1"/>
          </p:nvPr>
        </p:nvSpPr>
        <p:spPr/>
        <p:txBody>
          <a:bodyPr/>
          <a:lstStyle/>
          <a:p>
            <a:pPr marL="12700" marR="5080">
              <a:lnSpc>
                <a:spcPct val="100000"/>
              </a:lnSpc>
              <a:spcBef>
                <a:spcPts val="605"/>
              </a:spcBef>
            </a:pPr>
            <a:endParaRPr lang="en-GB" sz="1200" noProof="0" dirty="0">
              <a:latin typeface="Montserrat" panose="00000500000000000000" pitchFamily="2" charset="0"/>
              <a:cs typeface="Segoe UI"/>
            </a:endParaRPr>
          </a:p>
        </p:txBody>
      </p:sp>
    </p:spTree>
    <p:extLst>
      <p:ext uri="{BB962C8B-B14F-4D97-AF65-F5344CB8AC3E}">
        <p14:creationId xmlns:p14="http://schemas.microsoft.com/office/powerpoint/2010/main" val="13274720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dirty="0"/>
          </a:p>
        </p:txBody>
      </p:sp>
    </p:spTree>
    <p:extLst>
      <p:ext uri="{BB962C8B-B14F-4D97-AF65-F5344CB8AC3E}">
        <p14:creationId xmlns:p14="http://schemas.microsoft.com/office/powerpoint/2010/main" val="6253594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25" noProof="0" dirty="0">
                <a:latin typeface="+mn-lt"/>
                <a:cs typeface="Segoe UI"/>
              </a:rPr>
              <a:t>T</a:t>
            </a:r>
            <a:r>
              <a:rPr lang="en-GB" sz="1200" spc="-20" noProof="0" dirty="0">
                <a:latin typeface="+mn-lt"/>
                <a:cs typeface="Segoe UI"/>
              </a:rPr>
              <a:t>h</a:t>
            </a:r>
            <a:r>
              <a:rPr lang="en-GB" sz="1200" spc="-30" noProof="0" dirty="0">
                <a:latin typeface="+mn-lt"/>
                <a:cs typeface="Segoe UI"/>
              </a:rPr>
              <a:t>i</a:t>
            </a:r>
            <a:r>
              <a:rPr lang="en-GB" sz="1200" noProof="0" dirty="0">
                <a:latin typeface="+mn-lt"/>
                <a:cs typeface="Segoe UI"/>
              </a:rPr>
              <a:t>s</a:t>
            </a:r>
            <a:r>
              <a:rPr lang="en-GB" sz="1200" spc="-80" noProof="0" dirty="0">
                <a:latin typeface="+mn-lt"/>
                <a:cs typeface="Segoe UI"/>
              </a:rPr>
              <a:t> </a:t>
            </a:r>
            <a:r>
              <a:rPr lang="en-GB" sz="1200" spc="-20" noProof="0" dirty="0">
                <a:latin typeface="+mn-lt"/>
                <a:cs typeface="Segoe UI"/>
              </a:rPr>
              <a:t>sho</a:t>
            </a:r>
            <a:r>
              <a:rPr lang="en-GB" sz="1200" spc="-30" noProof="0" dirty="0">
                <a:latin typeface="+mn-lt"/>
                <a:cs typeface="Segoe UI"/>
              </a:rPr>
              <a:t>w</a:t>
            </a:r>
            <a:r>
              <a:rPr lang="en-GB" sz="1200" noProof="0" dirty="0">
                <a:latin typeface="+mn-lt"/>
                <a:cs typeface="Segoe UI"/>
              </a:rPr>
              <a:t>s</a:t>
            </a:r>
            <a:r>
              <a:rPr lang="en-GB" sz="1200" spc="-5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a:t>
            </a:r>
            <a:r>
              <a:rPr lang="en-GB" sz="1200" spc="-20" noProof="0" dirty="0">
                <a:latin typeface="+mn-lt"/>
                <a:cs typeface="Segoe UI"/>
              </a:rPr>
              <a:t>nno</a:t>
            </a:r>
            <a:r>
              <a:rPr lang="en-GB" sz="1200" spc="-30" noProof="0" dirty="0">
                <a:latin typeface="+mn-lt"/>
                <a:cs typeface="Segoe UI"/>
              </a:rPr>
              <a:t>t</a:t>
            </a:r>
            <a:r>
              <a:rPr lang="en-GB" sz="1200" spc="-35" noProof="0" dirty="0">
                <a:latin typeface="+mn-lt"/>
                <a:cs typeface="Segoe UI"/>
              </a:rPr>
              <a:t>a</a:t>
            </a:r>
            <a:r>
              <a:rPr lang="en-GB" sz="1200" spc="-30" noProof="0" dirty="0">
                <a:latin typeface="+mn-lt"/>
                <a:cs typeface="Segoe UI"/>
              </a:rPr>
              <a:t>t</a:t>
            </a:r>
            <a:r>
              <a:rPr lang="en-GB" sz="1200" spc="-25" noProof="0" dirty="0">
                <a:latin typeface="+mn-lt"/>
                <a:cs typeface="Segoe UI"/>
              </a:rPr>
              <a:t>e</a:t>
            </a:r>
            <a:r>
              <a:rPr lang="en-GB" sz="1200" noProof="0" dirty="0">
                <a:latin typeface="+mn-lt"/>
                <a:cs typeface="Segoe UI"/>
              </a:rPr>
              <a:t>d</a:t>
            </a:r>
            <a:r>
              <a:rPr lang="en-GB" sz="1200" spc="-30" noProof="0" dirty="0">
                <a:latin typeface="+mn-lt"/>
                <a:cs typeface="Segoe UI"/>
              </a:rPr>
              <a:t> </a:t>
            </a:r>
            <a:r>
              <a:rPr lang="en-GB" sz="1200" spc="-20" noProof="0" dirty="0">
                <a:latin typeface="+mn-lt"/>
                <a:cs typeface="Segoe UI"/>
              </a:rPr>
              <a:t>ou</a:t>
            </a:r>
            <a:r>
              <a:rPr lang="en-GB" sz="1200" spc="-30" noProof="0" dirty="0">
                <a:latin typeface="+mn-lt"/>
                <a:cs typeface="Segoe UI"/>
              </a:rPr>
              <a:t>t</a:t>
            </a:r>
            <a:r>
              <a:rPr lang="en-GB" sz="1200" spc="-20" noProof="0" dirty="0">
                <a:latin typeface="+mn-lt"/>
                <a:cs typeface="Segoe UI"/>
              </a:rPr>
              <a:t>pu</a:t>
            </a:r>
            <a:r>
              <a:rPr lang="en-GB" sz="1200" noProof="0" dirty="0">
                <a:latin typeface="+mn-lt"/>
                <a:cs typeface="Segoe UI"/>
              </a:rPr>
              <a:t>t</a:t>
            </a:r>
            <a:r>
              <a:rPr lang="en-GB" sz="1200" spc="-90" noProof="0" dirty="0">
                <a:latin typeface="+mn-lt"/>
                <a:cs typeface="Segoe UI"/>
              </a:rPr>
              <a:t> </a:t>
            </a:r>
            <a:r>
              <a:rPr lang="en-GB" sz="1200" spc="-30" noProof="0" dirty="0">
                <a:latin typeface="+mn-lt"/>
                <a:cs typeface="Segoe UI"/>
              </a:rPr>
              <a:t>f</a:t>
            </a:r>
            <a:r>
              <a:rPr lang="en-GB" sz="1200" spc="-15" noProof="0" dirty="0">
                <a:latin typeface="+mn-lt"/>
                <a:cs typeface="Segoe UI"/>
              </a:rPr>
              <a:t>r</a:t>
            </a:r>
            <a:r>
              <a:rPr lang="en-GB" sz="1200" spc="-20" noProof="0" dirty="0">
                <a:latin typeface="+mn-lt"/>
                <a:cs typeface="Segoe UI"/>
              </a:rPr>
              <a:t>o</a:t>
            </a:r>
            <a:r>
              <a:rPr lang="en-GB" sz="1200" spc="5" noProof="0" dirty="0">
                <a:latin typeface="+mn-lt"/>
                <a:cs typeface="Segoe UI"/>
              </a:rPr>
              <a:t>m</a:t>
            </a:r>
            <a:r>
              <a:rPr lang="en-GB" sz="1200" spc="-6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t>
            </a:r>
            <a:r>
              <a:rPr lang="en-GB" sz="1200" spc="-30" noProof="0" dirty="0">
                <a:latin typeface="+mn-lt"/>
                <a:cs typeface="Segoe UI"/>
              </a:rPr>
              <a:t>l</a:t>
            </a:r>
            <a:r>
              <a:rPr lang="en-GB" sz="1200" spc="-20" noProof="0" dirty="0">
                <a:latin typeface="+mn-lt"/>
                <a:cs typeface="Segoe UI"/>
              </a:rPr>
              <a:t>on</a:t>
            </a:r>
            <a:r>
              <a:rPr lang="en-GB" sz="1200" noProof="0" dirty="0">
                <a:latin typeface="+mn-lt"/>
                <a:cs typeface="Segoe UI"/>
              </a:rPr>
              <a:t>g</a:t>
            </a:r>
            <a:r>
              <a:rPr lang="en-GB" sz="1200" spc="-55" noProof="0" dirty="0">
                <a:latin typeface="+mn-lt"/>
                <a:cs typeface="Segoe UI"/>
              </a:rPr>
              <a:t> </a:t>
            </a:r>
            <a:r>
              <a:rPr lang="en-GB" sz="1200" spc="-20"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5" noProof="0" dirty="0">
                <a:latin typeface="+mn-lt"/>
                <a:cs typeface="Segoe UI"/>
              </a:rPr>
              <a:t>e</a:t>
            </a:r>
            <a:r>
              <a:rPr lang="en-GB" sz="1200" spc="-35" noProof="0" dirty="0">
                <a:latin typeface="+mn-lt"/>
                <a:cs typeface="Segoe UI"/>
              </a:rPr>
              <a:t>c</a:t>
            </a:r>
            <a:r>
              <a:rPr lang="en-GB" sz="1200" spc="-30" noProof="0" dirty="0">
                <a:latin typeface="+mn-lt"/>
                <a:cs typeface="Segoe UI"/>
              </a:rPr>
              <a:t>t</a:t>
            </a:r>
            <a:r>
              <a:rPr lang="en-GB" sz="1200" spc="-20" noProof="0" dirty="0">
                <a:latin typeface="+mn-lt"/>
                <a:cs typeface="Segoe UI"/>
              </a:rPr>
              <a:t>o</a:t>
            </a:r>
            <a:r>
              <a:rPr lang="en-GB" sz="1200" spc="-15" noProof="0" dirty="0">
                <a:latin typeface="+mn-lt"/>
                <a:cs typeface="Segoe UI"/>
              </a:rPr>
              <a:t>r</a:t>
            </a:r>
            <a:r>
              <a:rPr lang="en-GB" sz="1200" noProof="0" dirty="0">
                <a:latin typeface="+mn-lt"/>
                <a:cs typeface="Segoe UI"/>
              </a:rPr>
              <a:t>y</a:t>
            </a:r>
            <a:r>
              <a:rPr lang="en-GB" sz="1200" spc="-70" noProof="0" dirty="0">
                <a:latin typeface="+mn-lt"/>
                <a:cs typeface="Segoe UI"/>
              </a:rPr>
              <a:t> </a:t>
            </a:r>
            <a:r>
              <a:rPr lang="en-GB" sz="1200" spc="-30" noProof="0" dirty="0">
                <a:latin typeface="+mn-lt"/>
                <a:cs typeface="Segoe UI"/>
              </a:rPr>
              <a:t>li</a:t>
            </a:r>
            <a:r>
              <a:rPr lang="en-GB" sz="1200" spc="-20" noProof="0" dirty="0">
                <a:latin typeface="+mn-lt"/>
                <a:cs typeface="Segoe UI"/>
              </a:rPr>
              <a:t>s</a:t>
            </a:r>
            <a:r>
              <a:rPr lang="en-GB" sz="1200" spc="-30" noProof="0" dirty="0">
                <a:latin typeface="+mn-lt"/>
                <a:cs typeface="Segoe UI"/>
              </a:rPr>
              <a:t>ti</a:t>
            </a:r>
            <a:r>
              <a:rPr lang="en-GB" sz="1200" spc="-20" noProof="0" dirty="0">
                <a:latin typeface="+mn-lt"/>
                <a:cs typeface="Segoe UI"/>
              </a:rPr>
              <a:t>ng</a:t>
            </a:r>
            <a:r>
              <a:rPr lang="en-GB" sz="1200" noProof="0" dirty="0">
                <a:latin typeface="+mn-lt"/>
                <a:cs typeface="Segoe UI"/>
              </a:rPr>
              <a:t>.</a:t>
            </a:r>
          </a:p>
          <a:p>
            <a:pPr marL="12700" marR="141605">
              <a:lnSpc>
                <a:spcPct val="100000"/>
              </a:lnSpc>
              <a:spcBef>
                <a:spcPts val="605"/>
              </a:spcBef>
            </a:pPr>
            <a:r>
              <a:rPr lang="en-GB" sz="1200" spc="-20" noProof="0" dirty="0">
                <a:latin typeface="+mn-lt"/>
                <a:cs typeface="Segoe UI"/>
              </a:rPr>
              <a:t>File </a:t>
            </a:r>
            <a:r>
              <a:rPr lang="en-GB" sz="1200" spc="-25" noProof="0" dirty="0">
                <a:latin typeface="+mn-lt"/>
                <a:cs typeface="Segoe UI"/>
              </a:rPr>
              <a:t>type </a:t>
            </a:r>
            <a:r>
              <a:rPr lang="en-GB" sz="1200" spc="-15" noProof="0" dirty="0">
                <a:latin typeface="+mn-lt"/>
                <a:cs typeface="Segoe UI"/>
              </a:rPr>
              <a:t>is </a:t>
            </a:r>
            <a:r>
              <a:rPr lang="en-GB" sz="1200" spc="-20" noProof="0" dirty="0">
                <a:latin typeface="+mn-lt"/>
                <a:cs typeface="Segoe UI"/>
              </a:rPr>
              <a:t>described </a:t>
            </a:r>
            <a:r>
              <a:rPr lang="en-GB" sz="1200" spc="-10" noProof="0" dirty="0">
                <a:latin typeface="+mn-lt"/>
                <a:cs typeface="Segoe UI"/>
              </a:rPr>
              <a:t>by </a:t>
            </a:r>
            <a:r>
              <a:rPr lang="en-GB" sz="1200" spc="-15" noProof="0" dirty="0">
                <a:latin typeface="+mn-lt"/>
                <a:cs typeface="Segoe UI"/>
              </a:rPr>
              <a:t>the very </a:t>
            </a:r>
            <a:r>
              <a:rPr lang="en-GB" sz="1200" spc="-20" noProof="0" dirty="0">
                <a:latin typeface="+mn-lt"/>
                <a:cs typeface="Segoe UI"/>
              </a:rPr>
              <a:t>first </a:t>
            </a:r>
            <a:r>
              <a:rPr lang="en-GB" sz="1200" spc="-25" noProof="0" dirty="0">
                <a:latin typeface="+mn-lt"/>
                <a:cs typeface="Segoe UI"/>
              </a:rPr>
              <a:t>character </a:t>
            </a:r>
            <a:r>
              <a:rPr lang="en-GB" sz="1200" spc="-15" noProof="0" dirty="0">
                <a:latin typeface="+mn-lt"/>
                <a:cs typeface="Segoe UI"/>
              </a:rPr>
              <a:t>in the output </a:t>
            </a:r>
            <a:r>
              <a:rPr lang="en-GB" sz="1200" spc="-10" noProof="0" dirty="0">
                <a:latin typeface="+mn-lt"/>
                <a:cs typeface="Segoe UI"/>
              </a:rPr>
              <a:t>of </a:t>
            </a:r>
            <a:r>
              <a:rPr lang="en-GB" sz="1200" spc="-15" noProof="0" dirty="0">
                <a:latin typeface="+mn-lt"/>
                <a:cs typeface="Segoe UI"/>
              </a:rPr>
              <a:t>ls -l. </a:t>
            </a:r>
          </a:p>
          <a:p>
            <a:pPr marL="12700" marR="141605">
              <a:lnSpc>
                <a:spcPct val="100000"/>
              </a:lnSpc>
              <a:spcBef>
                <a:spcPts val="605"/>
              </a:spcBef>
            </a:pPr>
            <a:r>
              <a:rPr lang="en-GB" sz="1200" spc="-15" noProof="0" dirty="0">
                <a:latin typeface="+mn-lt"/>
                <a:cs typeface="Segoe UI"/>
              </a:rPr>
              <a:t>In </a:t>
            </a:r>
            <a:r>
              <a:rPr lang="en-GB" sz="1200" spc="-20" noProof="0" dirty="0">
                <a:latin typeface="+mn-lt"/>
                <a:cs typeface="Segoe UI"/>
              </a:rPr>
              <a:t>addition </a:t>
            </a:r>
            <a:r>
              <a:rPr lang="en-GB" sz="1200" spc="-15" noProof="0" dirty="0">
                <a:latin typeface="+mn-lt"/>
                <a:cs typeface="Segoe UI"/>
              </a:rPr>
              <a:t>to the </a:t>
            </a:r>
            <a:r>
              <a:rPr lang="en-GB" sz="1200" spc="-20" noProof="0" dirty="0">
                <a:latin typeface="+mn-lt"/>
                <a:cs typeface="Segoe UI"/>
              </a:rPr>
              <a:t>plain </a:t>
            </a:r>
            <a:r>
              <a:rPr lang="en-GB" sz="1200" spc="-25" noProof="0" dirty="0">
                <a:latin typeface="+mn-lt"/>
                <a:cs typeface="Segoe UI"/>
              </a:rPr>
              <a:t>file, typical types are </a:t>
            </a:r>
            <a:r>
              <a:rPr lang="en-GB" sz="1200" spc="-260" noProof="0" dirty="0">
                <a:latin typeface="+mn-lt"/>
                <a:cs typeface="Segoe UI"/>
              </a:rPr>
              <a:t> </a:t>
            </a:r>
            <a:r>
              <a:rPr lang="en-GB" sz="1200" spc="-20" noProof="0" dirty="0">
                <a:latin typeface="+mn-lt"/>
                <a:cs typeface="Segoe UI"/>
              </a:rPr>
              <a:t>directory</a:t>
            </a:r>
            <a:r>
              <a:rPr lang="en-GB" sz="1200" spc="-65"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symbolic</a:t>
            </a:r>
            <a:r>
              <a:rPr lang="en-GB" sz="1200" spc="-40" noProof="0" dirty="0">
                <a:latin typeface="+mn-lt"/>
                <a:cs typeface="Segoe UI"/>
              </a:rPr>
              <a:t> </a:t>
            </a:r>
            <a:r>
              <a:rPr lang="en-GB" sz="1200" spc="-20" noProof="0" dirty="0">
                <a:latin typeface="+mn-lt"/>
                <a:cs typeface="Segoe UI"/>
              </a:rPr>
              <a:t>link,</a:t>
            </a:r>
            <a:r>
              <a:rPr lang="en-GB" sz="1200" spc="-55" noProof="0" dirty="0">
                <a:latin typeface="+mn-lt"/>
                <a:cs typeface="Segoe UI"/>
              </a:rPr>
              <a:t> </a:t>
            </a:r>
            <a:r>
              <a:rPr lang="en-GB" sz="1200" spc="-20" noProof="0" dirty="0">
                <a:latin typeface="+mn-lt"/>
                <a:cs typeface="Segoe UI"/>
              </a:rPr>
              <a:t>other</a:t>
            </a:r>
            <a:r>
              <a:rPr lang="en-GB" sz="1200" spc="-45" noProof="0" dirty="0">
                <a:latin typeface="+mn-lt"/>
                <a:cs typeface="Segoe UI"/>
              </a:rPr>
              <a:t> </a:t>
            </a:r>
            <a:r>
              <a:rPr lang="en-GB" sz="1200" spc="-20" noProof="0" dirty="0">
                <a:latin typeface="+mn-lt"/>
                <a:cs typeface="Segoe UI"/>
              </a:rPr>
              <a:t>popular</a:t>
            </a:r>
            <a:r>
              <a:rPr lang="en-GB" sz="1200" spc="-70" noProof="0" dirty="0">
                <a:latin typeface="+mn-lt"/>
                <a:cs typeface="Segoe UI"/>
              </a:rPr>
              <a:t> </a:t>
            </a:r>
            <a:r>
              <a:rPr lang="en-GB" sz="1200" spc="-20" noProof="0" dirty="0">
                <a:latin typeface="+mn-lt"/>
                <a:cs typeface="Segoe UI"/>
              </a:rPr>
              <a:t>types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‘c’</a:t>
            </a:r>
            <a:r>
              <a:rPr lang="en-GB" sz="1200" spc="-45" noProof="0" dirty="0">
                <a:latin typeface="+mn-lt"/>
                <a:cs typeface="Segoe UI"/>
              </a:rPr>
              <a:t> </a:t>
            </a:r>
            <a:r>
              <a:rPr lang="en-GB" sz="1200" spc="-15" noProof="0" dirty="0">
                <a:latin typeface="+mn-lt"/>
                <a:cs typeface="Segoe UI"/>
              </a:rPr>
              <a:t>for</a:t>
            </a:r>
            <a:r>
              <a:rPr lang="en-GB" sz="1200" spc="-40" noProof="0" dirty="0">
                <a:latin typeface="+mn-lt"/>
                <a:cs typeface="Segoe UI"/>
              </a:rPr>
              <a:t> </a:t>
            </a:r>
            <a:r>
              <a:rPr lang="en-GB" sz="1200" spc="-25" noProof="0" dirty="0">
                <a:latin typeface="+mn-lt"/>
                <a:cs typeface="Segoe UI"/>
              </a:rPr>
              <a:t>character</a:t>
            </a:r>
            <a:r>
              <a:rPr lang="en-GB" sz="1200" noProof="0" dirty="0">
                <a:latin typeface="+mn-lt"/>
                <a:cs typeface="Segoe UI"/>
              </a:rPr>
              <a:t> </a:t>
            </a:r>
            <a:r>
              <a:rPr lang="en-GB" sz="1200" spc="-25" noProof="0" dirty="0">
                <a:latin typeface="+mn-lt"/>
                <a:cs typeface="Segoe UI"/>
              </a:rPr>
              <a:t>special</a:t>
            </a:r>
            <a:r>
              <a:rPr lang="en-GB" sz="1200" spc="-10" noProof="0" dirty="0">
                <a:latin typeface="+mn-lt"/>
                <a:cs typeface="Segoe UI"/>
              </a:rPr>
              <a:t> </a:t>
            </a:r>
            <a:r>
              <a:rPr lang="en-GB" sz="1200" spc="-20" noProof="0" dirty="0">
                <a:latin typeface="+mn-lt"/>
                <a:cs typeface="Segoe UI"/>
              </a:rPr>
              <a:t>file </a:t>
            </a:r>
            <a:r>
              <a:rPr lang="en-GB" sz="1200" spc="-260" noProof="0" dirty="0">
                <a:latin typeface="+mn-lt"/>
                <a:cs typeface="Segoe UI"/>
              </a:rPr>
              <a:t> </a:t>
            </a:r>
            <a:r>
              <a:rPr lang="en-GB" sz="1200" spc="-20" noProof="0" dirty="0">
                <a:latin typeface="+mn-lt"/>
                <a:cs typeface="Segoe UI"/>
              </a:rPr>
              <a:t>(serial</a:t>
            </a:r>
            <a:r>
              <a:rPr lang="en-GB" sz="1200" spc="-65" noProof="0" dirty="0">
                <a:latin typeface="+mn-lt"/>
                <a:cs typeface="Segoe UI"/>
              </a:rPr>
              <a:t> </a:t>
            </a:r>
            <a:r>
              <a:rPr lang="en-GB" sz="1200" spc="-20" noProof="0" dirty="0">
                <a:latin typeface="+mn-lt"/>
                <a:cs typeface="Segoe UI"/>
              </a:rPr>
              <a:t>device</a:t>
            </a:r>
            <a:r>
              <a:rPr lang="en-GB" sz="1200" spc="-60" noProof="0" dirty="0">
                <a:latin typeface="+mn-lt"/>
                <a:cs typeface="Segoe UI"/>
              </a:rPr>
              <a:t> </a:t>
            </a:r>
            <a:r>
              <a:rPr lang="en-GB" sz="1200" spc="-15" noProof="0" dirty="0">
                <a:latin typeface="+mn-lt"/>
                <a:cs typeface="Segoe UI"/>
              </a:rPr>
              <a:t>under</a:t>
            </a:r>
            <a:r>
              <a:rPr lang="en-GB" sz="1200" spc="-50" noProof="0" dirty="0">
                <a:latin typeface="+mn-lt"/>
                <a:cs typeface="Segoe UI"/>
              </a:rPr>
              <a:t> </a:t>
            </a:r>
            <a:r>
              <a:rPr lang="en-GB" sz="1200" spc="-20" noProof="0" dirty="0">
                <a:latin typeface="+mn-lt"/>
                <a:cs typeface="Segoe UI"/>
              </a:rPr>
              <a:t>/dev)</a:t>
            </a:r>
            <a:r>
              <a:rPr lang="en-GB" sz="1200" spc="-50"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15" noProof="0" dirty="0">
                <a:latin typeface="+mn-lt"/>
                <a:cs typeface="Segoe UI"/>
              </a:rPr>
              <a:t>‘b’</a:t>
            </a:r>
            <a:r>
              <a:rPr lang="en-GB" sz="1200" spc="-75" noProof="0" dirty="0">
                <a:latin typeface="+mn-lt"/>
                <a:cs typeface="Segoe UI"/>
              </a:rPr>
              <a:t> </a:t>
            </a:r>
            <a:r>
              <a:rPr lang="en-GB" sz="1200" spc="-15" noProof="0" dirty="0">
                <a:latin typeface="+mn-lt"/>
                <a:cs typeface="Segoe UI"/>
              </a:rPr>
              <a:t>for</a:t>
            </a:r>
            <a:r>
              <a:rPr lang="en-GB" sz="1200" spc="-25" noProof="0" dirty="0">
                <a:latin typeface="+mn-lt"/>
                <a:cs typeface="Segoe UI"/>
              </a:rPr>
              <a:t> </a:t>
            </a:r>
            <a:r>
              <a:rPr lang="en-GB" sz="1200" spc="-20" noProof="0" dirty="0">
                <a:latin typeface="+mn-lt"/>
                <a:cs typeface="Segoe UI"/>
              </a:rPr>
              <a:t>block</a:t>
            </a:r>
            <a:r>
              <a:rPr lang="en-GB" sz="1200" spc="-60" noProof="0" dirty="0">
                <a:latin typeface="+mn-lt"/>
                <a:cs typeface="Segoe UI"/>
              </a:rPr>
              <a:t> </a:t>
            </a:r>
            <a:r>
              <a:rPr lang="en-GB" sz="1200" spc="-25" noProof="0" dirty="0">
                <a:latin typeface="+mn-lt"/>
                <a:cs typeface="Segoe UI"/>
              </a:rPr>
              <a:t>special</a:t>
            </a:r>
            <a:r>
              <a:rPr lang="en-GB" sz="1200" spc="-40"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(storage</a:t>
            </a:r>
            <a:r>
              <a:rPr lang="en-GB" sz="1200" spc="-60" noProof="0" dirty="0">
                <a:latin typeface="+mn-lt"/>
                <a:cs typeface="Segoe UI"/>
              </a:rPr>
              <a:t> </a:t>
            </a:r>
            <a:r>
              <a:rPr lang="en-GB" sz="1200" spc="-20" noProof="0" dirty="0">
                <a:latin typeface="+mn-lt"/>
                <a:cs typeface="Segoe UI"/>
              </a:rPr>
              <a:t>device</a:t>
            </a:r>
            <a:r>
              <a:rPr lang="en-GB" sz="1200" spc="-35" noProof="0" dirty="0">
                <a:latin typeface="+mn-lt"/>
                <a:cs typeface="Segoe UI"/>
              </a:rPr>
              <a:t> </a:t>
            </a:r>
            <a:r>
              <a:rPr lang="en-GB" sz="1200" spc="-15" noProof="0" dirty="0">
                <a:latin typeface="+mn-lt"/>
                <a:cs typeface="Segoe UI"/>
              </a:rPr>
              <a:t>under</a:t>
            </a:r>
            <a:r>
              <a:rPr lang="en-GB" sz="1200" spc="-75" noProof="0" dirty="0">
                <a:latin typeface="+mn-lt"/>
                <a:cs typeface="Segoe UI"/>
              </a:rPr>
              <a:t> </a:t>
            </a:r>
            <a:r>
              <a:rPr lang="en-GB" sz="1200" spc="-20" noProof="0" dirty="0">
                <a:latin typeface="+mn-lt"/>
                <a:cs typeface="Segoe UI"/>
              </a:rPr>
              <a:t>/dev).</a:t>
            </a:r>
            <a:endParaRPr lang="en-GB" sz="1200" noProof="0" dirty="0">
              <a:latin typeface="+mn-lt"/>
              <a:cs typeface="Segoe UI"/>
            </a:endParaRPr>
          </a:p>
          <a:p>
            <a:pPr marL="12700" marR="25400">
              <a:lnSpc>
                <a:spcPct val="100000"/>
              </a:lnSpc>
              <a:spcBef>
                <a:spcPts val="600"/>
              </a:spcBef>
            </a:pPr>
            <a:r>
              <a:rPr lang="en-GB" sz="1200" spc="-15" noProof="0" dirty="0">
                <a:latin typeface="+mn-lt"/>
                <a:cs typeface="Segoe UI"/>
              </a:rPr>
              <a:t>The</a:t>
            </a:r>
            <a:r>
              <a:rPr lang="en-GB" sz="1200" spc="-85" noProof="0" dirty="0">
                <a:latin typeface="+mn-lt"/>
                <a:cs typeface="Segoe UI"/>
              </a:rPr>
              <a:t> </a:t>
            </a:r>
            <a:r>
              <a:rPr lang="en-GB" sz="1200" spc="-25" noProof="0" dirty="0">
                <a:latin typeface="+mn-lt"/>
                <a:cs typeface="Segoe UI"/>
              </a:rPr>
              <a:t>"link</a:t>
            </a:r>
            <a:r>
              <a:rPr lang="en-GB" sz="1200" spc="-30" noProof="0" dirty="0">
                <a:latin typeface="+mn-lt"/>
                <a:cs typeface="Segoe UI"/>
              </a:rPr>
              <a:t> </a:t>
            </a:r>
            <a:r>
              <a:rPr lang="en-GB" sz="1200" spc="-20" noProof="0" dirty="0">
                <a:latin typeface="+mn-lt"/>
                <a:cs typeface="Segoe UI"/>
              </a:rPr>
              <a:t>count"</a:t>
            </a:r>
            <a:r>
              <a:rPr lang="en-GB" sz="1200" spc="-65" noProof="0" dirty="0">
                <a:latin typeface="+mn-lt"/>
                <a:cs typeface="Segoe UI"/>
              </a:rPr>
              <a:t> </a:t>
            </a:r>
            <a:r>
              <a:rPr lang="en-GB" sz="1200" spc="-20" noProof="0" dirty="0">
                <a:latin typeface="+mn-lt"/>
                <a:cs typeface="Segoe UI"/>
              </a:rPr>
              <a:t>field </a:t>
            </a:r>
            <a:r>
              <a:rPr lang="en-GB" sz="1200" spc="-25" noProof="0" dirty="0">
                <a:latin typeface="+mn-lt"/>
                <a:cs typeface="Segoe UI"/>
              </a:rPr>
              <a:t>reflects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number</a:t>
            </a:r>
            <a:r>
              <a:rPr lang="en-GB" sz="1200" spc="-7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filenames</a:t>
            </a:r>
            <a:r>
              <a:rPr lang="en-GB" sz="1200" spc="-50" noProof="0" dirty="0">
                <a:latin typeface="+mn-lt"/>
                <a:cs typeface="Segoe UI"/>
              </a:rPr>
              <a:t> </a:t>
            </a:r>
            <a:r>
              <a:rPr lang="en-GB" sz="1200" spc="-20" noProof="0" dirty="0">
                <a:latin typeface="+mn-lt"/>
                <a:cs typeface="Segoe UI"/>
              </a:rPr>
              <a:t>that</a:t>
            </a:r>
            <a:r>
              <a:rPr lang="en-GB" sz="1200" spc="-15" noProof="0" dirty="0">
                <a:latin typeface="+mn-lt"/>
                <a:cs typeface="Segoe UI"/>
              </a:rPr>
              <a:t> point</a:t>
            </a:r>
            <a:r>
              <a:rPr lang="en-GB" sz="1200" spc="-85" noProof="0" dirty="0">
                <a:latin typeface="+mn-lt"/>
                <a:cs typeface="Segoe UI"/>
              </a:rPr>
              <a:t> </a:t>
            </a:r>
            <a:r>
              <a:rPr lang="en-GB" sz="1200" spc="-15" noProof="0" dirty="0">
                <a:latin typeface="+mn-lt"/>
                <a:cs typeface="Segoe UI"/>
              </a:rPr>
              <a:t>at the</a:t>
            </a:r>
            <a:r>
              <a:rPr lang="en-GB" sz="1200" spc="-55" noProof="0" dirty="0">
                <a:latin typeface="+mn-lt"/>
                <a:cs typeface="Segoe UI"/>
              </a:rPr>
              <a:t> </a:t>
            </a:r>
            <a:r>
              <a:rPr lang="en-GB" sz="1200" spc="-20" noProof="0" dirty="0">
                <a:latin typeface="+mn-lt"/>
                <a:cs typeface="Segoe UI"/>
              </a:rPr>
              <a:t>same file number (the internal designation for the file)</a:t>
            </a:r>
            <a:r>
              <a:rPr lang="en-GB" sz="1200" spc="-25" noProof="0" dirty="0">
                <a:latin typeface="+mn-lt"/>
                <a:cs typeface="Segoe UI"/>
              </a:rPr>
              <a:t>.</a:t>
            </a:r>
            <a:endParaRPr lang="en-GB" sz="1200" noProof="0" dirty="0">
              <a:latin typeface="+mn-lt"/>
              <a:cs typeface="Segoe UI"/>
            </a:endParaRPr>
          </a:p>
          <a:p>
            <a:pPr marL="12700" marR="194310">
              <a:lnSpc>
                <a:spcPct val="100000"/>
              </a:lnSpc>
              <a:spcBef>
                <a:spcPts val="600"/>
              </a:spcBef>
            </a:pPr>
            <a:r>
              <a:rPr lang="en-GB" sz="1200" spc="-20" noProof="0" dirty="0">
                <a:latin typeface="+mn-lt"/>
                <a:cs typeface="Segoe UI"/>
              </a:rPr>
              <a:t>File</a:t>
            </a:r>
            <a:r>
              <a:rPr lang="en-GB" sz="1200" spc="-80" noProof="0" dirty="0">
                <a:latin typeface="+mn-lt"/>
                <a:cs typeface="Segoe UI"/>
              </a:rPr>
              <a:t> </a:t>
            </a:r>
            <a:r>
              <a:rPr lang="en-GB" sz="1200" spc="-20" noProof="0" dirty="0">
                <a:latin typeface="+mn-lt"/>
                <a:cs typeface="Segoe UI"/>
              </a:rPr>
              <a:t>size</a:t>
            </a:r>
            <a:r>
              <a:rPr lang="en-GB" sz="1200" spc="-30" noProof="0" dirty="0">
                <a:latin typeface="+mn-lt"/>
                <a:cs typeface="Segoe UI"/>
              </a:rPr>
              <a:t> </a:t>
            </a:r>
            <a:r>
              <a:rPr lang="en-GB" sz="1200" spc="-15" noProof="0" dirty="0">
                <a:latin typeface="+mn-lt"/>
                <a:cs typeface="Segoe UI"/>
              </a:rPr>
              <a:t>shows</a:t>
            </a:r>
            <a:r>
              <a:rPr lang="en-GB" sz="1200" spc="-4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precise</a:t>
            </a:r>
            <a:r>
              <a:rPr lang="en-GB" sz="1200" spc="-25" noProof="0" dirty="0">
                <a:latin typeface="+mn-lt"/>
                <a:cs typeface="Segoe UI"/>
              </a:rPr>
              <a:t> </a:t>
            </a:r>
            <a:r>
              <a:rPr lang="en-GB" sz="1200" spc="-15" noProof="0" dirty="0">
                <a:latin typeface="+mn-lt"/>
                <a:cs typeface="Segoe UI"/>
              </a:rPr>
              <a:t>number</a:t>
            </a:r>
            <a:r>
              <a:rPr lang="en-GB" sz="1200" spc="-70" noProof="0" dirty="0">
                <a:latin typeface="+mn-lt"/>
                <a:cs typeface="Segoe UI"/>
              </a:rPr>
              <a:t> </a:t>
            </a:r>
            <a:r>
              <a:rPr lang="en-GB" sz="1200" spc="-10" noProof="0" dirty="0">
                <a:latin typeface="+mn-lt"/>
                <a:cs typeface="Segoe UI"/>
              </a:rPr>
              <a:t>of</a:t>
            </a:r>
            <a:r>
              <a:rPr lang="en-GB" sz="1200" spc="-30" noProof="0" dirty="0">
                <a:latin typeface="+mn-lt"/>
                <a:cs typeface="Segoe UI"/>
              </a:rPr>
              <a:t> </a:t>
            </a:r>
            <a:r>
              <a:rPr lang="en-GB" sz="1200" spc="-25" noProof="0" dirty="0">
                <a:latin typeface="+mn-lt"/>
                <a:cs typeface="Segoe UI"/>
              </a:rPr>
              <a:t>characters </a:t>
            </a:r>
            <a:r>
              <a:rPr lang="en-GB" sz="1200" spc="-15" noProof="0" dirty="0">
                <a:latin typeface="+mn-lt"/>
                <a:cs typeface="Segoe UI"/>
              </a:rPr>
              <a:t>in</a:t>
            </a:r>
            <a:r>
              <a:rPr lang="en-GB" sz="1200" spc="-20" noProof="0" dirty="0">
                <a:latin typeface="+mn-lt"/>
                <a:cs typeface="Segoe UI"/>
              </a:rPr>
              <a:t> </a:t>
            </a:r>
            <a:r>
              <a:rPr lang="en-GB" sz="1200" noProof="0" dirty="0">
                <a:latin typeface="+mn-lt"/>
                <a:cs typeface="Segoe UI"/>
              </a:rPr>
              <a:t>a</a:t>
            </a:r>
            <a:r>
              <a:rPr lang="en-GB" sz="1200" spc="-35" noProof="0" dirty="0">
                <a:latin typeface="+mn-lt"/>
                <a:cs typeface="Segoe UI"/>
              </a:rPr>
              <a:t> </a:t>
            </a:r>
            <a:r>
              <a:rPr lang="en-GB" sz="1200" spc="-20" noProof="0" dirty="0">
                <a:latin typeface="+mn-lt"/>
                <a:cs typeface="Segoe UI"/>
              </a:rPr>
              <a:t>file </a:t>
            </a:r>
            <a:r>
              <a:rPr lang="en-GB" sz="1200" noProof="0" dirty="0">
                <a:latin typeface="+mn-lt"/>
                <a:cs typeface="Segoe UI"/>
              </a:rPr>
              <a:t>-</a:t>
            </a:r>
            <a:r>
              <a:rPr lang="en-GB" sz="1200" spc="-45" noProof="0" dirty="0">
                <a:latin typeface="+mn-lt"/>
                <a:cs typeface="Segoe UI"/>
              </a:rPr>
              <a:t> </a:t>
            </a:r>
            <a:r>
              <a:rPr lang="en-GB" sz="1200" spc="-15" noProof="0" dirty="0">
                <a:latin typeface="+mn-lt"/>
                <a:cs typeface="Segoe UI"/>
              </a:rPr>
              <a:t>Linux</a:t>
            </a:r>
            <a:r>
              <a:rPr lang="en-GB" sz="1200" spc="-40" noProof="0" dirty="0">
                <a:latin typeface="+mn-lt"/>
                <a:cs typeface="Segoe UI"/>
              </a:rPr>
              <a:t> </a:t>
            </a:r>
            <a:r>
              <a:rPr lang="en-GB" sz="1200" spc="-20" noProof="0" dirty="0">
                <a:latin typeface="+mn-lt"/>
                <a:cs typeface="Segoe UI"/>
              </a:rPr>
              <a:t>text</a:t>
            </a:r>
            <a:r>
              <a:rPr lang="en-GB" sz="1200" spc="-30" noProof="0" dirty="0">
                <a:latin typeface="+mn-lt"/>
                <a:cs typeface="Segoe UI"/>
              </a:rPr>
              <a:t> </a:t>
            </a:r>
            <a:r>
              <a:rPr lang="en-GB" sz="1200" spc="-25" noProof="0" dirty="0">
                <a:latin typeface="+mn-lt"/>
                <a:cs typeface="Segoe UI"/>
              </a:rPr>
              <a:t>files </a:t>
            </a:r>
            <a:r>
              <a:rPr lang="en-GB" sz="1200" spc="-10" noProof="0" dirty="0">
                <a:latin typeface="+mn-lt"/>
                <a:cs typeface="Segoe UI"/>
              </a:rPr>
              <a:t>do</a:t>
            </a:r>
            <a:r>
              <a:rPr lang="en-GB" sz="1200" spc="-40"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25" noProof="0" dirty="0">
                <a:latin typeface="+mn-lt"/>
                <a:cs typeface="Segoe UI"/>
              </a:rPr>
              <a:t>contain</a:t>
            </a:r>
            <a:r>
              <a:rPr lang="en-GB" sz="1200" spc="-20" noProof="0" dirty="0">
                <a:latin typeface="+mn-lt"/>
                <a:cs typeface="Segoe UI"/>
              </a:rPr>
              <a:t> </a:t>
            </a:r>
            <a:r>
              <a:rPr lang="en-GB" sz="1200" spc="-15" noProof="0" dirty="0">
                <a:latin typeface="+mn-lt"/>
                <a:cs typeface="Segoe UI"/>
              </a:rPr>
              <a:t>any</a:t>
            </a:r>
            <a:r>
              <a:rPr lang="en-GB" sz="1200" spc="-40" noProof="0" dirty="0">
                <a:latin typeface="+mn-lt"/>
                <a:cs typeface="Segoe UI"/>
              </a:rPr>
              <a:t> </a:t>
            </a:r>
            <a:r>
              <a:rPr lang="en-GB" sz="1200" spc="-25" noProof="0" dirty="0">
                <a:latin typeface="+mn-lt"/>
                <a:cs typeface="Segoe UI"/>
              </a:rPr>
              <a:t>formatting </a:t>
            </a:r>
            <a:r>
              <a:rPr lang="en-GB" sz="1200" spc="-254" noProof="0" dirty="0">
                <a:latin typeface="+mn-lt"/>
                <a:cs typeface="Segoe UI"/>
              </a:rPr>
              <a:t> </a:t>
            </a:r>
            <a:r>
              <a:rPr lang="en-GB" sz="1200" spc="-25" noProof="0" dirty="0">
                <a:latin typeface="+mn-lt"/>
                <a:cs typeface="Segoe UI"/>
              </a:rPr>
              <a:t>characters.</a:t>
            </a:r>
            <a:endParaRPr lang="en-GB" sz="1200" noProof="0" dirty="0">
              <a:latin typeface="+mn-lt"/>
              <a:cs typeface="Segoe UI"/>
            </a:endParaRPr>
          </a:p>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945043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Tree>
    <p:extLst>
      <p:ext uri="{BB962C8B-B14F-4D97-AF65-F5344CB8AC3E}">
        <p14:creationId xmlns:p14="http://schemas.microsoft.com/office/powerpoint/2010/main" val="4103950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noProof="0" dirty="0">
                <a:latin typeface="+mn-lt"/>
              </a:rPr>
              <a:t>The /</a:t>
            </a:r>
            <a:r>
              <a:rPr lang="en-US" noProof="0" dirty="0" err="1">
                <a:latin typeface="+mn-lt"/>
              </a:rPr>
              <a:t>etc</a:t>
            </a:r>
            <a:r>
              <a:rPr lang="en-US" noProof="0" dirty="0">
                <a:latin typeface="+mn-lt"/>
              </a:rPr>
              <a:t>/passwd and /</a:t>
            </a:r>
            <a:r>
              <a:rPr lang="en-US" noProof="0" dirty="0" err="1">
                <a:latin typeface="+mn-lt"/>
              </a:rPr>
              <a:t>etc</a:t>
            </a:r>
            <a:r>
              <a:rPr lang="en-US" noProof="0" dirty="0">
                <a:latin typeface="+mn-lt"/>
              </a:rPr>
              <a:t>/group files are maintained by the system administrator.</a:t>
            </a:r>
          </a:p>
          <a:p>
            <a:r>
              <a:rPr lang="en-US" noProof="0" dirty="0">
                <a:latin typeface="+mn-lt"/>
              </a:rPr>
              <a:t>The /</a:t>
            </a:r>
            <a:r>
              <a:rPr lang="en-US" noProof="0" dirty="0" err="1">
                <a:latin typeface="+mn-lt"/>
              </a:rPr>
              <a:t>etc</a:t>
            </a:r>
            <a:r>
              <a:rPr lang="en-US" noProof="0" dirty="0">
                <a:latin typeface="+mn-lt"/>
              </a:rPr>
              <a:t>/passwd file contains various definitions describing user account (like their UID, home directory, login shell). It also defines user's primary group assignment (GID).</a:t>
            </a:r>
          </a:p>
          <a:p>
            <a:r>
              <a:rPr lang="en-US" noProof="0" dirty="0">
                <a:latin typeface="+mn-lt"/>
              </a:rPr>
              <a:t>Each user is assigned to a group - you can't create a user account without assigning it to a group.</a:t>
            </a:r>
          </a:p>
          <a:p>
            <a:r>
              <a:rPr lang="en-US" noProof="0" dirty="0">
                <a:latin typeface="+mn-lt"/>
              </a:rPr>
              <a:t>The /</a:t>
            </a:r>
            <a:r>
              <a:rPr lang="en-US" noProof="0" dirty="0" err="1">
                <a:latin typeface="+mn-lt"/>
              </a:rPr>
              <a:t>etc</a:t>
            </a:r>
            <a:r>
              <a:rPr lang="en-US" noProof="0" dirty="0">
                <a:latin typeface="+mn-lt"/>
              </a:rPr>
              <a:t>/group file will contain names of the valid system groups, together with their numeric values. Groups usually reflect the structure of the company, or the ongoing projects. </a:t>
            </a:r>
          </a:p>
          <a:p>
            <a:r>
              <a:rPr lang="en-US" noProof="0" dirty="0">
                <a:latin typeface="+mn-lt"/>
              </a:rPr>
              <a:t>If a user belongs to more than one group, the 'secondary' groups will be defined in the /</a:t>
            </a:r>
            <a:r>
              <a:rPr lang="en-US" noProof="0" dirty="0" err="1">
                <a:latin typeface="+mn-lt"/>
              </a:rPr>
              <a:t>etc</a:t>
            </a:r>
            <a:r>
              <a:rPr lang="en-US" noProof="0" dirty="0">
                <a:latin typeface="+mn-lt"/>
              </a:rPr>
              <a:t>/group file.</a:t>
            </a:r>
            <a:endParaRPr lang="en-GB" noProof="0" dirty="0">
              <a:latin typeface="+mn-lt"/>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0232476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The effective file protection flags are established in a very simple sequence of checks.</a:t>
            </a:r>
          </a:p>
          <a:p>
            <a:r>
              <a:rPr lang="en-GB" noProof="0" dirty="0"/>
              <a:t>Ultimately, only one set of protection flags is used, according to the result of the tests shown.</a:t>
            </a:r>
          </a:p>
          <a:p>
            <a:r>
              <a:rPr lang="en-GB" noProof="0" dirty="0"/>
              <a:t>The super user (user with numeric UID of 0) is unrestricted, and allowed all operations, otherwise, if the user owns the file - the owner (user) flags are used.</a:t>
            </a:r>
          </a:p>
          <a:p>
            <a:r>
              <a:rPr lang="en-GB" noProof="0" dirty="0"/>
              <a:t>The group flags are used if the user does not own the file but one of the user’s groups match that of the file.</a:t>
            </a:r>
          </a:p>
          <a:p>
            <a:r>
              <a:rPr lang="en-GB" noProof="0" dirty="0"/>
              <a:t>The other flags are used if the user is not the owner and does not match the file’s group.</a:t>
            </a: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a:p>
        </p:txBody>
      </p:sp>
      <p:sp>
        <p:nvSpPr>
          <p:cNvPr id="6" name="Slide Image Placeholder 5">
            <a:extLst>
              <a:ext uri="{FF2B5EF4-FFF2-40B4-BE49-F238E27FC236}">
                <a16:creationId xmlns:a16="http://schemas.microsoft.com/office/drawing/2014/main" id="{4B2DCBF5-52C2-B39A-E06A-C072D0F19286}"/>
              </a:ext>
            </a:extLst>
          </p:cNvPr>
          <p:cNvSpPr>
            <a:spLocks noGrp="1" noRot="1" noChangeAspect="1"/>
          </p:cNvSpPr>
          <p:nvPr>
            <p:ph type="sldImg"/>
          </p:nvPr>
        </p:nvSpPr>
        <p:spPr/>
      </p:sp>
    </p:spTree>
    <p:extLst>
      <p:ext uri="{BB962C8B-B14F-4D97-AF65-F5344CB8AC3E}">
        <p14:creationId xmlns:p14="http://schemas.microsoft.com/office/powerpoint/2010/main" val="17904250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0745929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070041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9050">
              <a:lnSpc>
                <a:spcPct val="100000"/>
              </a:lnSpc>
              <a:spcBef>
                <a:spcPts val="105"/>
              </a:spcBef>
            </a:pPr>
            <a:r>
              <a:rPr lang="en-GB" sz="1200" spc="-10" noProof="0" dirty="0">
                <a:latin typeface="+mn-lt"/>
                <a:cs typeface="Segoe UI"/>
              </a:rPr>
              <a:t>To</a:t>
            </a:r>
            <a:r>
              <a:rPr lang="en-GB" sz="1200" spc="-75" noProof="0" dirty="0">
                <a:latin typeface="+mn-lt"/>
                <a:cs typeface="Segoe UI"/>
              </a:rPr>
              <a:t> </a:t>
            </a:r>
            <a:r>
              <a:rPr lang="en-GB" sz="1200" spc="-25" noProof="0" dirty="0">
                <a:latin typeface="+mn-lt"/>
                <a:cs typeface="Segoe UI"/>
              </a:rPr>
              <a:t>access</a:t>
            </a:r>
            <a:r>
              <a:rPr lang="en-GB" sz="1200" noProof="0" dirty="0">
                <a:latin typeface="+mn-lt"/>
                <a:cs typeface="Segoe UI"/>
              </a:rPr>
              <a:t> a</a:t>
            </a:r>
            <a:r>
              <a:rPr lang="en-GB" sz="1200" spc="-40" noProof="0" dirty="0">
                <a:latin typeface="+mn-lt"/>
                <a:cs typeface="Segoe UI"/>
              </a:rPr>
              <a:t> </a:t>
            </a:r>
            <a:r>
              <a:rPr lang="en-GB" sz="1200" spc="-25" noProof="0" dirty="0">
                <a:latin typeface="+mn-lt"/>
                <a:cs typeface="Segoe UI"/>
              </a:rPr>
              <a:t>file,</a:t>
            </a:r>
            <a:r>
              <a:rPr lang="en-GB" sz="1200" spc="-3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15" noProof="0" dirty="0">
                <a:latin typeface="+mn-lt"/>
                <a:cs typeface="Segoe UI"/>
              </a:rPr>
              <a:t>number</a:t>
            </a:r>
            <a:r>
              <a:rPr lang="en-GB" sz="1200" spc="-4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0" noProof="0" dirty="0">
                <a:latin typeface="+mn-lt"/>
                <a:cs typeface="Segoe UI"/>
              </a:rPr>
              <a:t>relevant</a:t>
            </a:r>
            <a:r>
              <a:rPr lang="en-GB" sz="1200" spc="-35" noProof="0" dirty="0">
                <a:latin typeface="+mn-lt"/>
                <a:cs typeface="Segoe UI"/>
              </a:rPr>
              <a:t> </a:t>
            </a:r>
            <a:r>
              <a:rPr lang="en-GB" sz="1200" spc="-20" noProof="0" dirty="0">
                <a:latin typeface="+mn-lt"/>
                <a:cs typeface="Segoe UI"/>
              </a:rPr>
              <a:t>permissions</a:t>
            </a:r>
            <a:r>
              <a:rPr lang="en-GB" sz="1200" spc="-75" noProof="0" dirty="0">
                <a:latin typeface="+mn-lt"/>
                <a:cs typeface="Segoe UI"/>
              </a:rPr>
              <a:t> </a:t>
            </a:r>
            <a:r>
              <a:rPr lang="en-GB" sz="1200" spc="-15" noProof="0" dirty="0">
                <a:latin typeface="+mn-lt"/>
                <a:cs typeface="Segoe UI"/>
              </a:rPr>
              <a:t>must</a:t>
            </a:r>
            <a:r>
              <a:rPr lang="en-GB" sz="1200" spc="-35"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15" noProof="0" dirty="0">
                <a:latin typeface="+mn-lt"/>
                <a:cs typeface="Segoe UI"/>
              </a:rPr>
              <a:t>set</a:t>
            </a:r>
            <a:r>
              <a:rPr lang="en-GB" sz="1200" spc="-35" noProof="0" dirty="0">
                <a:latin typeface="+mn-lt"/>
                <a:cs typeface="Segoe UI"/>
              </a:rPr>
              <a:t> </a:t>
            </a:r>
            <a:r>
              <a:rPr lang="en-GB" sz="1200" spc="-25" noProof="0" dirty="0">
                <a:latin typeface="+mn-lt"/>
                <a:cs typeface="Segoe UI"/>
              </a:rPr>
              <a:t>correctly.</a:t>
            </a:r>
          </a:p>
          <a:p>
            <a:pPr marL="12700" marR="19050">
              <a:lnSpc>
                <a:spcPct val="100000"/>
              </a:lnSpc>
              <a:spcBef>
                <a:spcPts val="105"/>
              </a:spcBef>
            </a:pPr>
            <a:r>
              <a:rPr lang="en-GB" sz="1200" spc="-15" noProof="0" dirty="0">
                <a:latin typeface="+mn-lt"/>
                <a:cs typeface="Segoe UI"/>
              </a:rPr>
              <a:t>When</a:t>
            </a:r>
            <a:r>
              <a:rPr lang="en-GB" sz="1200" spc="-50" noProof="0" dirty="0">
                <a:latin typeface="+mn-lt"/>
                <a:cs typeface="Segoe UI"/>
              </a:rPr>
              <a:t> </a:t>
            </a:r>
            <a:r>
              <a:rPr lang="en-GB" sz="1200" spc="-15" noProof="0" dirty="0">
                <a:latin typeface="+mn-lt"/>
                <a:cs typeface="Segoe UI"/>
              </a:rPr>
              <a:t>we</a:t>
            </a:r>
            <a:r>
              <a:rPr lang="en-GB" sz="1200" spc="-30" noProof="0" dirty="0">
                <a:latin typeface="+mn-lt"/>
                <a:cs typeface="Segoe UI"/>
              </a:rPr>
              <a:t> </a:t>
            </a:r>
            <a:r>
              <a:rPr lang="en-GB" sz="1200" spc="-15" noProof="0" dirty="0">
                <a:latin typeface="+mn-lt"/>
                <a:cs typeface="Segoe UI"/>
              </a:rPr>
              <a:t>say </a:t>
            </a:r>
            <a:r>
              <a:rPr lang="en-GB" sz="1200" spc="-20" noProof="0" dirty="0">
                <a:latin typeface="+mn-lt"/>
                <a:cs typeface="Segoe UI"/>
              </a:rPr>
              <a:t>'relevant'</a:t>
            </a:r>
            <a:r>
              <a:rPr lang="en-GB" sz="1200" spc="-70" noProof="0" dirty="0">
                <a:latin typeface="+mn-lt"/>
                <a:cs typeface="Segoe UI"/>
              </a:rPr>
              <a:t> </a:t>
            </a:r>
            <a:r>
              <a:rPr lang="en-GB" sz="1200" spc="-15" noProof="0" dirty="0">
                <a:latin typeface="+mn-lt"/>
                <a:cs typeface="Segoe UI"/>
              </a:rPr>
              <a:t>we</a:t>
            </a:r>
            <a:r>
              <a:rPr lang="en-GB" sz="1200" spc="-30" noProof="0" dirty="0">
                <a:latin typeface="+mn-lt"/>
                <a:cs typeface="Segoe UI"/>
              </a:rPr>
              <a:t> </a:t>
            </a:r>
            <a:r>
              <a:rPr lang="en-GB" sz="1200" spc="-20" noProof="0" dirty="0">
                <a:latin typeface="+mn-lt"/>
                <a:cs typeface="Segoe UI"/>
              </a:rPr>
              <a:t>mean </a:t>
            </a:r>
            <a:r>
              <a:rPr lang="en-GB" sz="1200" spc="-260" noProof="0" dirty="0">
                <a:latin typeface="+mn-lt"/>
                <a:cs typeface="Segoe UI"/>
              </a:rPr>
              <a:t> </a:t>
            </a:r>
            <a:r>
              <a:rPr lang="en-GB" sz="1200" spc="-20" noProof="0" dirty="0">
                <a:latin typeface="+mn-lt"/>
                <a:cs typeface="Segoe UI"/>
              </a:rPr>
              <a:t>permission </a:t>
            </a:r>
            <a:r>
              <a:rPr lang="en-GB" sz="1200" spc="-15" noProof="0" dirty="0">
                <a:latin typeface="+mn-lt"/>
                <a:cs typeface="Segoe UI"/>
              </a:rPr>
              <a:t>for your user-</a:t>
            </a:r>
            <a:r>
              <a:rPr lang="en-GB" sz="1200" spc="-20" noProof="0" dirty="0">
                <a:latin typeface="+mn-lt"/>
                <a:cs typeface="Segoe UI"/>
              </a:rPr>
              <a:t>type (owner, </a:t>
            </a:r>
            <a:r>
              <a:rPr lang="en-GB" sz="1200" spc="-15" noProof="0" dirty="0">
                <a:latin typeface="+mn-lt"/>
                <a:cs typeface="Segoe UI"/>
              </a:rPr>
              <a:t>group </a:t>
            </a:r>
            <a:r>
              <a:rPr lang="en-GB" sz="1200" spc="-10" noProof="0" dirty="0">
                <a:latin typeface="+mn-lt"/>
                <a:cs typeface="Segoe UI"/>
              </a:rPr>
              <a:t>or </a:t>
            </a:r>
            <a:r>
              <a:rPr lang="en-GB" sz="1200" spc="-20" noProof="0" dirty="0">
                <a:latin typeface="+mn-lt"/>
                <a:cs typeface="Segoe UI"/>
              </a:rPr>
              <a:t>others) </a:t>
            </a:r>
            <a:r>
              <a:rPr lang="en-GB" sz="1200" spc="-15" noProof="0" dirty="0">
                <a:latin typeface="+mn-lt"/>
                <a:cs typeface="Segoe UI"/>
              </a:rPr>
              <a:t>and for </a:t>
            </a:r>
            <a:r>
              <a:rPr lang="en-GB" sz="1200" spc="-20" noProof="0" dirty="0">
                <a:latin typeface="+mn-lt"/>
                <a:cs typeface="Segoe UI"/>
              </a:rPr>
              <a:t>the task </a:t>
            </a:r>
            <a:r>
              <a:rPr lang="en-GB" sz="1200" spc="-15" noProof="0" dirty="0">
                <a:latin typeface="+mn-lt"/>
                <a:cs typeface="Segoe UI"/>
              </a:rPr>
              <a:t>to </a:t>
            </a:r>
            <a:r>
              <a:rPr lang="en-GB" sz="1200" spc="-5" noProof="0" dirty="0">
                <a:latin typeface="+mn-lt"/>
                <a:cs typeface="Segoe UI"/>
              </a:rPr>
              <a:t>be </a:t>
            </a:r>
            <a:r>
              <a:rPr lang="en-GB" sz="1200" spc="-25" noProof="0" dirty="0">
                <a:latin typeface="+mn-lt"/>
                <a:cs typeface="Segoe UI"/>
              </a:rPr>
              <a:t>accomplished </a:t>
            </a:r>
            <a:r>
              <a:rPr lang="en-GB" sz="1200" spc="-5" noProof="0" dirty="0">
                <a:latin typeface="+mn-lt"/>
                <a:cs typeface="Segoe UI"/>
              </a:rPr>
              <a:t>by </a:t>
            </a:r>
            <a:r>
              <a:rPr lang="en-GB" sz="1200" spc="-260" noProof="0" dirty="0">
                <a:latin typeface="+mn-lt"/>
                <a:cs typeface="Segoe UI"/>
              </a:rPr>
              <a:t> </a:t>
            </a:r>
            <a:r>
              <a:rPr lang="en-GB" sz="1200" spc="-15" noProof="0" dirty="0">
                <a:latin typeface="+mn-lt"/>
                <a:cs typeface="Segoe UI"/>
              </a:rPr>
              <a:t>the</a:t>
            </a:r>
            <a:r>
              <a:rPr lang="en-GB" sz="1200" spc="-65" noProof="0" dirty="0">
                <a:latin typeface="+mn-lt"/>
                <a:cs typeface="Segoe UI"/>
              </a:rPr>
              <a:t> </a:t>
            </a:r>
            <a:r>
              <a:rPr lang="en-GB" sz="1200" spc="-20" noProof="0" dirty="0">
                <a:latin typeface="+mn-lt"/>
                <a:cs typeface="Segoe UI"/>
              </a:rPr>
              <a:t>command</a:t>
            </a:r>
            <a:r>
              <a:rPr lang="en-GB" sz="1200" spc="-55"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20" noProof="0" dirty="0">
                <a:latin typeface="+mn-lt"/>
                <a:cs typeface="Segoe UI"/>
              </a:rPr>
              <a:t>question.</a:t>
            </a:r>
          </a:p>
          <a:p>
            <a:pPr marL="12700" marR="84455">
              <a:lnSpc>
                <a:spcPct val="100000"/>
              </a:lnSpc>
              <a:spcBef>
                <a:spcPts val="605"/>
              </a:spcBef>
            </a:pPr>
            <a:r>
              <a:rPr lang="en-GB" sz="1200" spc="-10" noProof="0" dirty="0">
                <a:latin typeface="+mn-lt"/>
                <a:cs typeface="Segoe UI"/>
              </a:rPr>
              <a:t>For </a:t>
            </a:r>
            <a:r>
              <a:rPr lang="en-GB" sz="1200" spc="-25" noProof="0" dirty="0">
                <a:latin typeface="+mn-lt"/>
                <a:cs typeface="Segoe UI"/>
              </a:rPr>
              <a:t>example: </a:t>
            </a:r>
            <a:r>
              <a:rPr lang="en-GB" sz="1200" spc="-15" noProof="0" dirty="0">
                <a:latin typeface="+mn-lt"/>
                <a:cs typeface="Segoe UI"/>
              </a:rPr>
              <a:t>you are </a:t>
            </a:r>
            <a:r>
              <a:rPr lang="en-GB" sz="1200" spc="-20" noProof="0" dirty="0">
                <a:latin typeface="+mn-lt"/>
                <a:cs typeface="Segoe UI"/>
              </a:rPr>
              <a:t>trying </a:t>
            </a:r>
            <a:r>
              <a:rPr lang="en-GB" sz="1200" spc="-15" noProof="0" dirty="0">
                <a:latin typeface="+mn-lt"/>
                <a:cs typeface="Segoe UI"/>
              </a:rPr>
              <a:t>to read </a:t>
            </a:r>
            <a:r>
              <a:rPr lang="en-GB" sz="1200" noProof="0" dirty="0">
                <a:latin typeface="+mn-lt"/>
                <a:cs typeface="Segoe UI"/>
              </a:rPr>
              <a:t>a </a:t>
            </a:r>
            <a:r>
              <a:rPr lang="en-GB" sz="1200" spc="-20" noProof="0" dirty="0">
                <a:latin typeface="+mn-lt"/>
                <a:cs typeface="Segoe UI"/>
              </a:rPr>
              <a:t>file with </a:t>
            </a:r>
            <a:r>
              <a:rPr lang="en-GB" sz="1200" spc="-15" noProof="0" dirty="0">
                <a:latin typeface="+mn-lt"/>
                <a:cs typeface="Segoe UI"/>
              </a:rPr>
              <a:t>the </a:t>
            </a:r>
            <a:r>
              <a:rPr lang="en-GB" sz="1200" spc="-20" noProof="0" dirty="0">
                <a:latin typeface="+mn-lt"/>
                <a:cs typeface="Segoe UI"/>
              </a:rPr>
              <a:t>cat command.</a:t>
            </a:r>
          </a:p>
          <a:p>
            <a:pPr marL="12700" marR="84455">
              <a:lnSpc>
                <a:spcPct val="100000"/>
              </a:lnSpc>
              <a:spcBef>
                <a:spcPts val="605"/>
              </a:spcBef>
            </a:pPr>
            <a:r>
              <a:rPr lang="en-GB" sz="1200" spc="-15" noProof="0" dirty="0">
                <a:latin typeface="+mn-lt"/>
                <a:cs typeface="Segoe UI"/>
              </a:rPr>
              <a:t>The </a:t>
            </a:r>
            <a:r>
              <a:rPr lang="en-GB" sz="1200" spc="-20" noProof="0" dirty="0">
                <a:latin typeface="+mn-lt"/>
                <a:cs typeface="Segoe UI"/>
              </a:rPr>
              <a:t>cat process </a:t>
            </a:r>
            <a:r>
              <a:rPr lang="en-GB" sz="1200" spc="-25" noProof="0" dirty="0">
                <a:latin typeface="+mn-lt"/>
                <a:cs typeface="Segoe UI"/>
              </a:rPr>
              <a:t>will </a:t>
            </a:r>
            <a:r>
              <a:rPr lang="en-GB" sz="1200" spc="-20" noProof="0" dirty="0">
                <a:latin typeface="+mn-lt"/>
                <a:cs typeface="Segoe UI"/>
              </a:rPr>
              <a:t>establish </a:t>
            </a:r>
            <a:r>
              <a:rPr lang="en-GB" sz="1200" spc="-10" noProof="0" dirty="0">
                <a:latin typeface="+mn-lt"/>
                <a:cs typeface="Segoe UI"/>
              </a:rPr>
              <a:t>(by </a:t>
            </a:r>
            <a:r>
              <a:rPr lang="en-GB" sz="1200" spc="-5" noProof="0" dirty="0">
                <a:latin typeface="+mn-lt"/>
                <a:cs typeface="Segoe UI"/>
              </a:rPr>
              <a:t> </a:t>
            </a:r>
            <a:r>
              <a:rPr lang="en-GB" sz="1200" spc="-20" noProof="0" dirty="0">
                <a:latin typeface="+mn-lt"/>
                <a:cs typeface="Segoe UI"/>
              </a:rPr>
              <a:t>comparing</a:t>
            </a:r>
            <a:r>
              <a:rPr lang="en-GB" sz="1200" spc="-80" noProof="0" dirty="0">
                <a:latin typeface="+mn-lt"/>
                <a:cs typeface="Segoe UI"/>
              </a:rPr>
              <a:t> </a:t>
            </a:r>
            <a:r>
              <a:rPr lang="en-GB" sz="1200" spc="-15" noProof="0" dirty="0">
                <a:latin typeface="+mn-lt"/>
                <a:cs typeface="Segoe UI"/>
              </a:rPr>
              <a:t>your</a:t>
            </a:r>
            <a:r>
              <a:rPr lang="en-GB" sz="1200" spc="-45" noProof="0" dirty="0">
                <a:latin typeface="+mn-lt"/>
                <a:cs typeface="Segoe UI"/>
              </a:rPr>
              <a:t> </a:t>
            </a:r>
            <a:r>
              <a:rPr lang="en-GB" sz="1200" spc="-20" noProof="0" dirty="0">
                <a:latin typeface="+mn-lt"/>
                <a:cs typeface="Segoe UI"/>
              </a:rPr>
              <a:t>identity</a:t>
            </a:r>
            <a:r>
              <a:rPr lang="en-GB" sz="1200" spc="-40"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5" noProof="0" dirty="0">
                <a:latin typeface="+mn-lt"/>
                <a:cs typeface="Segoe UI"/>
              </a:rPr>
              <a:t>attributes</a:t>
            </a:r>
            <a:r>
              <a:rPr lang="en-GB" sz="1200" spc="-5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5" noProof="0" dirty="0">
                <a:latin typeface="+mn-lt"/>
                <a:cs typeface="Segoe UI"/>
              </a:rPr>
              <a:t>file)</a:t>
            </a:r>
            <a:r>
              <a:rPr lang="en-GB" sz="1200" spc="-30" noProof="0" dirty="0">
                <a:latin typeface="+mn-lt"/>
                <a:cs typeface="Segoe UI"/>
              </a:rPr>
              <a:t> </a:t>
            </a:r>
            <a:r>
              <a:rPr lang="en-GB" sz="1200" spc="-20" noProof="0" dirty="0">
                <a:latin typeface="+mn-lt"/>
                <a:cs typeface="Segoe UI"/>
              </a:rPr>
              <a:t>which</a:t>
            </a:r>
            <a:r>
              <a:rPr lang="en-GB" sz="1200" spc="-25"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20" noProof="0" dirty="0">
                <a:latin typeface="+mn-lt"/>
                <a:cs typeface="Segoe UI"/>
              </a:rPr>
              <a:t>type</a:t>
            </a:r>
            <a:r>
              <a:rPr lang="en-GB" sz="1200" spc="-30" noProof="0" dirty="0">
                <a:latin typeface="+mn-lt"/>
                <a:cs typeface="Segoe UI"/>
              </a:rPr>
              <a:t> </a:t>
            </a:r>
            <a:r>
              <a:rPr lang="en-GB" sz="1200" spc="-15" noProof="0" dirty="0">
                <a:latin typeface="+mn-lt"/>
                <a:cs typeface="Segoe UI"/>
              </a:rPr>
              <a:t>you</a:t>
            </a:r>
            <a:r>
              <a:rPr lang="en-GB" sz="1200" spc="-55"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25" noProof="0" dirty="0">
                <a:latin typeface="+mn-lt"/>
                <a:cs typeface="Segoe UI"/>
              </a:rPr>
              <a:t>will</a:t>
            </a:r>
            <a:r>
              <a:rPr lang="en-GB" sz="1200" spc="-35" noProof="0" dirty="0">
                <a:latin typeface="+mn-lt"/>
                <a:cs typeface="Segoe UI"/>
              </a:rPr>
              <a:t> </a:t>
            </a:r>
            <a:r>
              <a:rPr lang="en-GB" sz="1200" spc="-15" noProof="0" dirty="0">
                <a:latin typeface="+mn-lt"/>
                <a:cs typeface="Segoe UI"/>
              </a:rPr>
              <a:t>read</a:t>
            </a:r>
            <a:r>
              <a:rPr lang="en-GB" sz="1200" spc="-2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relevant </a:t>
            </a:r>
            <a:r>
              <a:rPr lang="en-GB" sz="1200" spc="-254" noProof="0" dirty="0">
                <a:latin typeface="+mn-lt"/>
                <a:cs typeface="Segoe UI"/>
              </a:rPr>
              <a:t> </a:t>
            </a:r>
            <a:r>
              <a:rPr lang="en-GB" sz="1200" spc="-25" noProof="0" dirty="0">
                <a:latin typeface="+mn-lt"/>
                <a:cs typeface="Segoe UI"/>
              </a:rPr>
              <a:t>access</a:t>
            </a:r>
            <a:r>
              <a:rPr lang="en-GB" sz="1200" spc="-35" noProof="0" dirty="0">
                <a:latin typeface="+mn-lt"/>
                <a:cs typeface="Segoe UI"/>
              </a:rPr>
              <a:t> </a:t>
            </a:r>
            <a:r>
              <a:rPr lang="en-GB" sz="1200" spc="-20" noProof="0" dirty="0">
                <a:latin typeface="+mn-lt"/>
                <a:cs typeface="Segoe UI"/>
              </a:rPr>
              <a:t>permissions.</a:t>
            </a:r>
            <a:endParaRPr lang="en-GB" sz="1200" noProof="0" dirty="0">
              <a:latin typeface="+mn-lt"/>
              <a:cs typeface="Segoe UI"/>
            </a:endParaRPr>
          </a:p>
          <a:p>
            <a:pPr marL="12700" marR="5080">
              <a:lnSpc>
                <a:spcPct val="100000"/>
              </a:lnSpc>
              <a:spcBef>
                <a:spcPts val="600"/>
              </a:spcBef>
            </a:pPr>
            <a:r>
              <a:rPr lang="en-GB" sz="1200" spc="-20" noProof="0" dirty="0">
                <a:latin typeface="+mn-lt"/>
                <a:cs typeface="Segoe UI"/>
              </a:rPr>
              <a:t>What</a:t>
            </a:r>
            <a:r>
              <a:rPr lang="en-GB" sz="1200" spc="-65"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20" noProof="0" dirty="0">
                <a:latin typeface="+mn-lt"/>
                <a:cs typeface="Segoe UI"/>
              </a:rPr>
              <a:t>often</a:t>
            </a:r>
            <a:r>
              <a:rPr lang="en-GB" sz="1200" spc="-50" noProof="0" dirty="0">
                <a:latin typeface="+mn-lt"/>
                <a:cs typeface="Segoe UI"/>
              </a:rPr>
              <a:t> </a:t>
            </a:r>
            <a:r>
              <a:rPr lang="en-GB" sz="1200" spc="-20" noProof="0" dirty="0">
                <a:latin typeface="+mn-lt"/>
                <a:cs typeface="Segoe UI"/>
              </a:rPr>
              <a:t>forgotten</a:t>
            </a:r>
            <a:r>
              <a:rPr lang="en-GB" sz="1200" spc="-55" noProof="0" dirty="0">
                <a:latin typeface="+mn-lt"/>
                <a:cs typeface="Segoe UI"/>
              </a:rPr>
              <a:t> </a:t>
            </a:r>
            <a:r>
              <a:rPr lang="en-GB" sz="1200" spc="-15" noProof="0" dirty="0">
                <a:latin typeface="+mn-lt"/>
                <a:cs typeface="Segoe UI"/>
              </a:rPr>
              <a:t>though,</a:t>
            </a:r>
            <a:r>
              <a:rPr lang="en-GB" sz="1200" spc="-85" noProof="0" dirty="0">
                <a:latin typeface="+mn-lt"/>
                <a:cs typeface="Segoe UI"/>
              </a:rPr>
              <a:t> </a:t>
            </a:r>
            <a:r>
              <a:rPr lang="en-GB" sz="1200" spc="-15" noProof="0" dirty="0">
                <a:latin typeface="+mn-lt"/>
                <a:cs typeface="Segoe UI"/>
              </a:rPr>
              <a:t>is</a:t>
            </a:r>
            <a:r>
              <a:rPr lang="en-GB" sz="1200" spc="-5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5" noProof="0" dirty="0">
                <a:latin typeface="+mn-lt"/>
                <a:cs typeface="Segoe UI"/>
              </a:rPr>
              <a:t>fact</a:t>
            </a:r>
            <a:r>
              <a:rPr lang="en-GB" sz="1200" spc="-15"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15" noProof="0" dirty="0">
                <a:latin typeface="+mn-lt"/>
                <a:cs typeface="Segoe UI"/>
              </a:rPr>
              <a:t>order</a:t>
            </a:r>
            <a:r>
              <a:rPr lang="en-GB" sz="1200" spc="-4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5" noProof="0" dirty="0">
                <a:latin typeface="+mn-lt"/>
                <a:cs typeface="Segoe UI"/>
              </a:rPr>
              <a:t>access</a:t>
            </a:r>
            <a:r>
              <a:rPr lang="en-GB" sz="1200" spc="-1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15" noProof="0" dirty="0">
                <a:latin typeface="+mn-lt"/>
                <a:cs typeface="Segoe UI"/>
              </a:rPr>
              <a:t>any</a:t>
            </a:r>
            <a:r>
              <a:rPr lang="en-GB" sz="1200" spc="229" noProof="0" dirty="0">
                <a:latin typeface="+mn-lt"/>
                <a:cs typeface="Segoe UI"/>
              </a:rPr>
              <a:t> </a:t>
            </a:r>
            <a:r>
              <a:rPr lang="en-GB" sz="1200" spc="-20" noProof="0" dirty="0">
                <a:latin typeface="+mn-lt"/>
                <a:cs typeface="Segoe UI"/>
              </a:rPr>
              <a:t>way whatsoever)</a:t>
            </a:r>
            <a:r>
              <a:rPr lang="en-GB" sz="1200" spc="-45" noProof="0" dirty="0">
                <a:latin typeface="+mn-lt"/>
                <a:cs typeface="Segoe UI"/>
              </a:rPr>
              <a:t> </a:t>
            </a:r>
            <a:r>
              <a:rPr lang="en-GB" sz="1200" spc="-15" noProof="0" dirty="0">
                <a:latin typeface="+mn-lt"/>
                <a:cs typeface="Segoe UI"/>
              </a:rPr>
              <a:t>you</a:t>
            </a:r>
            <a:r>
              <a:rPr lang="en-GB" sz="1200" spc="-25" noProof="0" dirty="0">
                <a:latin typeface="+mn-lt"/>
                <a:cs typeface="Segoe UI"/>
              </a:rPr>
              <a:t> </a:t>
            </a:r>
            <a:r>
              <a:rPr lang="en-GB" sz="1200" spc="-15" noProof="0" dirty="0">
                <a:latin typeface="+mn-lt"/>
                <a:cs typeface="Segoe UI"/>
              </a:rPr>
              <a:t>must </a:t>
            </a:r>
            <a:r>
              <a:rPr lang="en-GB" sz="1200" spc="-260" noProof="0" dirty="0">
                <a:latin typeface="+mn-lt"/>
                <a:cs typeface="Segoe UI"/>
              </a:rPr>
              <a:t> </a:t>
            </a:r>
            <a:r>
              <a:rPr lang="en-GB" sz="1200" spc="-10" noProof="0" dirty="0">
                <a:latin typeface="+mn-lt"/>
                <a:cs typeface="Segoe UI"/>
              </a:rPr>
              <a:t>be</a:t>
            </a:r>
            <a:r>
              <a:rPr lang="en-GB" sz="1200" spc="-85" noProof="0" dirty="0">
                <a:latin typeface="+mn-lt"/>
                <a:cs typeface="Segoe UI"/>
              </a:rPr>
              <a:t> </a:t>
            </a:r>
            <a:r>
              <a:rPr lang="en-GB" sz="1200" spc="-20" noProof="0" dirty="0">
                <a:latin typeface="+mn-lt"/>
                <a:cs typeface="Segoe UI"/>
              </a:rPr>
              <a:t>able</a:t>
            </a:r>
            <a:r>
              <a:rPr lang="en-GB" sz="1200" spc="-35"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15" noProof="0" dirty="0">
                <a:latin typeface="+mn-lt"/>
                <a:cs typeface="Segoe UI"/>
              </a:rPr>
              <a:t>get</a:t>
            </a:r>
            <a:r>
              <a:rPr lang="en-GB" sz="1200" spc="-65" noProof="0" dirty="0">
                <a:latin typeface="+mn-lt"/>
                <a:cs typeface="Segoe UI"/>
              </a:rPr>
              <a:t> </a:t>
            </a:r>
            <a:r>
              <a:rPr lang="en-GB" sz="1200" spc="-20" noProof="0" dirty="0">
                <a:latin typeface="+mn-lt"/>
                <a:cs typeface="Segoe UI"/>
              </a:rPr>
              <a:t>into</a:t>
            </a:r>
            <a:r>
              <a:rPr lang="en-GB" sz="1200" spc="-5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directory</a:t>
            </a:r>
            <a:r>
              <a:rPr lang="en-GB" sz="1200" spc="-45"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20" noProof="0" dirty="0">
                <a:latin typeface="+mn-lt"/>
                <a:cs typeface="Segoe UI"/>
              </a:rPr>
              <a:t>which</a:t>
            </a:r>
            <a:r>
              <a:rPr lang="en-GB" sz="1200" spc="-3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file</a:t>
            </a:r>
            <a:r>
              <a:rPr lang="en-GB" sz="1200" spc="-35" noProof="0" dirty="0">
                <a:latin typeface="+mn-lt"/>
                <a:cs typeface="Segoe UI"/>
              </a:rPr>
              <a:t> </a:t>
            </a:r>
            <a:r>
              <a:rPr lang="en-GB" sz="1200" spc="-20" noProof="0" dirty="0">
                <a:latin typeface="+mn-lt"/>
                <a:cs typeface="Segoe UI"/>
              </a:rPr>
              <a:t>resides.</a:t>
            </a:r>
            <a:endParaRPr lang="en-GB" sz="1200" noProof="0" dirty="0">
              <a:latin typeface="+mn-lt"/>
              <a:cs typeface="Segoe UI"/>
            </a:endParaRPr>
          </a:p>
          <a:p>
            <a:pPr marL="12700">
              <a:lnSpc>
                <a:spcPct val="100000"/>
              </a:lnSpc>
              <a:spcBef>
                <a:spcPts val="600"/>
              </a:spcBef>
            </a:pPr>
            <a:r>
              <a:rPr lang="en-GB" sz="1200" spc="-15" noProof="0" dirty="0">
                <a:latin typeface="+mn-lt"/>
                <a:cs typeface="Segoe UI"/>
              </a:rPr>
              <a:t>In</a:t>
            </a:r>
            <a:r>
              <a:rPr lang="en-GB" sz="1200" spc="-75" noProof="0" dirty="0">
                <a:latin typeface="+mn-lt"/>
                <a:cs typeface="Segoe UI"/>
              </a:rPr>
              <a:t> </a:t>
            </a:r>
            <a:r>
              <a:rPr lang="en-GB" sz="1200" spc="-20" noProof="0" dirty="0">
                <a:latin typeface="+mn-lt"/>
                <a:cs typeface="Segoe UI"/>
              </a:rPr>
              <a:t>other</a:t>
            </a:r>
            <a:r>
              <a:rPr lang="en-GB" sz="1200" spc="-45" noProof="0" dirty="0">
                <a:latin typeface="+mn-lt"/>
                <a:cs typeface="Segoe UI"/>
              </a:rPr>
              <a:t> </a:t>
            </a:r>
            <a:r>
              <a:rPr lang="en-GB" sz="1200" spc="-15" noProof="0" dirty="0">
                <a:latin typeface="+mn-lt"/>
                <a:cs typeface="Segoe UI"/>
              </a:rPr>
              <a:t>words,</a:t>
            </a:r>
            <a:r>
              <a:rPr lang="en-GB" sz="1200" spc="-60" noProof="0" dirty="0">
                <a:latin typeface="+mn-lt"/>
                <a:cs typeface="Segoe UI"/>
              </a:rPr>
              <a:t> </a:t>
            </a:r>
            <a:r>
              <a:rPr lang="en-GB" sz="1200" spc="-25" noProof="0" dirty="0">
                <a:latin typeface="+mn-lt"/>
                <a:cs typeface="Segoe UI"/>
              </a:rPr>
              <a:t>access</a:t>
            </a:r>
            <a:r>
              <a:rPr lang="en-GB" sz="120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5" noProof="0" dirty="0">
                <a:latin typeface="+mn-lt"/>
                <a:cs typeface="Segoe UI"/>
              </a:rPr>
              <a:t>files </a:t>
            </a:r>
            <a:r>
              <a:rPr lang="en-GB" sz="1200" spc="-15" noProof="0" dirty="0">
                <a:latin typeface="+mn-lt"/>
                <a:cs typeface="Segoe UI"/>
              </a:rPr>
              <a:t>is</a:t>
            </a:r>
            <a:r>
              <a:rPr lang="en-GB" sz="1200" spc="-20" noProof="0" dirty="0">
                <a:latin typeface="+mn-lt"/>
                <a:cs typeface="Segoe UI"/>
              </a:rPr>
              <a:t> determined</a:t>
            </a:r>
            <a:r>
              <a:rPr lang="en-GB" sz="1200" spc="-50" noProof="0" dirty="0">
                <a:latin typeface="+mn-lt"/>
                <a:cs typeface="Segoe UI"/>
              </a:rPr>
              <a:t> </a:t>
            </a:r>
            <a:r>
              <a:rPr lang="en-GB" sz="1200" spc="-10" noProof="0" dirty="0">
                <a:latin typeface="+mn-lt"/>
                <a:cs typeface="Segoe UI"/>
              </a:rPr>
              <a:t>by</a:t>
            </a:r>
            <a:r>
              <a:rPr lang="en-GB" sz="1200" spc="-65" noProof="0" dirty="0">
                <a:latin typeface="+mn-lt"/>
                <a:cs typeface="Segoe UI"/>
              </a:rPr>
              <a:t> </a:t>
            </a:r>
            <a:r>
              <a:rPr lang="en-GB" sz="1200" spc="-20" noProof="0" dirty="0">
                <a:latin typeface="+mn-lt"/>
                <a:cs typeface="Segoe UI"/>
              </a:rPr>
              <a:t>permissions</a:t>
            </a:r>
            <a:r>
              <a:rPr lang="en-GB" sz="1200" spc="-50" noProof="0" dirty="0">
                <a:latin typeface="+mn-lt"/>
                <a:cs typeface="Segoe UI"/>
              </a:rPr>
              <a:t> </a:t>
            </a:r>
            <a:r>
              <a:rPr lang="en-GB" sz="1200" spc="-10" noProof="0" dirty="0">
                <a:latin typeface="+mn-lt"/>
                <a:cs typeface="Segoe UI"/>
              </a:rPr>
              <a:t>on</a:t>
            </a:r>
            <a:r>
              <a:rPr lang="en-GB" sz="1200" spc="-75"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itself</a:t>
            </a:r>
            <a:r>
              <a:rPr lang="en-GB" sz="1200" spc="-35" noProof="0" dirty="0">
                <a:latin typeface="+mn-lt"/>
                <a:cs typeface="Segoe UI"/>
              </a:rPr>
              <a:t> </a:t>
            </a:r>
            <a:r>
              <a:rPr lang="en-GB" sz="1200" spc="-15" noProof="0" dirty="0">
                <a:latin typeface="+mn-lt"/>
                <a:cs typeface="Segoe UI"/>
              </a:rPr>
              <a:t>and</a:t>
            </a:r>
            <a:r>
              <a:rPr lang="en-GB" sz="1200" spc="-45" noProof="0" dirty="0">
                <a:latin typeface="+mn-lt"/>
                <a:cs typeface="Segoe UI"/>
              </a:rPr>
              <a:t> </a:t>
            </a:r>
            <a:r>
              <a:rPr lang="en-GB" sz="1200" spc="-20" noProof="0" dirty="0">
                <a:latin typeface="+mn-lt"/>
                <a:cs typeface="Segoe UI"/>
              </a:rPr>
              <a:t>its</a:t>
            </a:r>
            <a:r>
              <a:rPr lang="en-GB" sz="1200" spc="-25" noProof="0" dirty="0">
                <a:latin typeface="+mn-lt"/>
                <a:cs typeface="Segoe UI"/>
              </a:rPr>
              <a:t> </a:t>
            </a:r>
            <a:r>
              <a:rPr lang="en-GB" sz="1200" spc="-20" noProof="0" dirty="0">
                <a:latin typeface="+mn-lt"/>
                <a:cs typeface="Segoe UI"/>
              </a:rPr>
              <a:t>parent</a:t>
            </a:r>
            <a:r>
              <a:rPr lang="en-GB" sz="1200" spc="-35" noProof="0" dirty="0">
                <a:latin typeface="+mn-lt"/>
                <a:cs typeface="Segoe UI"/>
              </a:rPr>
              <a:t> </a:t>
            </a:r>
            <a:r>
              <a:rPr lang="en-GB" sz="1200" spc="-20" noProof="0" dirty="0">
                <a:latin typeface="+mn-lt"/>
                <a:cs typeface="Segoe UI"/>
              </a:rPr>
              <a:t>directory.</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2286591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9050">
              <a:lnSpc>
                <a:spcPct val="100000"/>
              </a:lnSpc>
              <a:spcBef>
                <a:spcPts val="105"/>
              </a:spcBef>
            </a:pPr>
            <a:endParaRPr lang="en-GB" sz="1200" noProof="0" dirty="0">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0740017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a:p>
        </p:txBody>
      </p:sp>
    </p:spTree>
    <p:extLst>
      <p:ext uri="{BB962C8B-B14F-4D97-AF65-F5344CB8AC3E}">
        <p14:creationId xmlns:p14="http://schemas.microsoft.com/office/powerpoint/2010/main" val="11799882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The</a:t>
            </a:r>
            <a:r>
              <a:rPr lang="en-GB" sz="1200" spc="-85" noProof="0" dirty="0">
                <a:latin typeface="+mn-lt"/>
                <a:cs typeface="Segoe UI"/>
              </a:rPr>
              <a:t> </a:t>
            </a:r>
            <a:r>
              <a:rPr lang="en-GB" sz="1200" spc="-20" noProof="0" dirty="0">
                <a:latin typeface="+mn-lt"/>
                <a:cs typeface="Segoe UI"/>
              </a:rPr>
              <a:t>permission</a:t>
            </a:r>
            <a:r>
              <a:rPr lang="en-GB" sz="1200" spc="-45" noProof="0" dirty="0">
                <a:latin typeface="+mn-lt"/>
                <a:cs typeface="Segoe UI"/>
              </a:rPr>
              <a:t> </a:t>
            </a:r>
            <a:r>
              <a:rPr lang="en-GB" sz="1200" spc="-20" noProof="0" dirty="0">
                <a:latin typeface="+mn-lt"/>
                <a:cs typeface="Segoe UI"/>
              </a:rPr>
              <a:t>bits</a:t>
            </a:r>
            <a:r>
              <a:rPr lang="en-GB" sz="1200" spc="-5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set</a:t>
            </a:r>
            <a:r>
              <a:rPr lang="en-GB" sz="1200" spc="-35"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15" noProof="0" dirty="0">
                <a:latin typeface="+mn-lt"/>
                <a:cs typeface="Segoe UI"/>
              </a:rPr>
              <a:t>the</a:t>
            </a:r>
            <a:r>
              <a:rPr lang="en-GB" sz="1200" spc="-40" noProof="0" dirty="0">
                <a:latin typeface="+mn-lt"/>
                <a:cs typeface="Segoe UI"/>
              </a:rPr>
              <a:t> </a:t>
            </a:r>
            <a:r>
              <a:rPr lang="en-GB" sz="1200" spc="-20" noProof="0" dirty="0" err="1">
                <a:latin typeface="+mn-lt"/>
                <a:cs typeface="Segoe UI"/>
              </a:rPr>
              <a:t>chmod</a:t>
            </a:r>
            <a:r>
              <a:rPr lang="en-GB" sz="1200" spc="-45" noProof="0" dirty="0">
                <a:latin typeface="+mn-lt"/>
                <a:cs typeface="Segoe UI"/>
              </a:rPr>
              <a:t> </a:t>
            </a:r>
            <a:r>
              <a:rPr lang="en-GB" sz="1200" spc="-20" noProof="0" dirty="0">
                <a:latin typeface="+mn-lt"/>
                <a:cs typeface="Segoe UI"/>
              </a:rPr>
              <a:t>command.</a:t>
            </a:r>
            <a:r>
              <a:rPr lang="en-GB" sz="1200" spc="-35" noProof="0" dirty="0">
                <a:latin typeface="+mn-lt"/>
                <a:cs typeface="Segoe UI"/>
              </a:rPr>
              <a:t> </a:t>
            </a:r>
          </a:p>
          <a:p>
            <a:pPr marL="12700">
              <a:lnSpc>
                <a:spcPct val="100000"/>
              </a:lnSpc>
              <a:spcBef>
                <a:spcPts val="105"/>
              </a:spcBef>
            </a:pP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first</a:t>
            </a:r>
            <a:r>
              <a:rPr lang="en-GB" sz="1200" spc="-35" noProof="0" dirty="0">
                <a:latin typeface="+mn-lt"/>
                <a:cs typeface="Segoe UI"/>
              </a:rPr>
              <a:t> </a:t>
            </a:r>
            <a:r>
              <a:rPr lang="en-GB" sz="1200" spc="-20" noProof="0" dirty="0">
                <a:latin typeface="+mn-lt"/>
                <a:cs typeface="Segoe UI"/>
              </a:rPr>
              <a:t>argument</a:t>
            </a:r>
            <a:r>
              <a:rPr lang="en-GB" sz="1200" spc="-60" noProof="0" dirty="0">
                <a:latin typeface="+mn-lt"/>
                <a:cs typeface="Segoe UI"/>
              </a:rPr>
              <a:t> </a:t>
            </a:r>
            <a:r>
              <a:rPr lang="en-GB" sz="1200" spc="-15" noProof="0" dirty="0">
                <a:latin typeface="+mn-lt"/>
                <a:cs typeface="Segoe UI"/>
              </a:rPr>
              <a:t>it</a:t>
            </a:r>
            <a:r>
              <a:rPr lang="en-GB" sz="1200" spc="-35" noProof="0" dirty="0">
                <a:latin typeface="+mn-lt"/>
                <a:cs typeface="Segoe UI"/>
              </a:rPr>
              <a:t> </a:t>
            </a:r>
            <a:r>
              <a:rPr lang="en-GB" sz="1200" spc="-20" noProof="0" dirty="0">
                <a:latin typeface="+mn-lt"/>
                <a:cs typeface="Segoe UI"/>
              </a:rPr>
              <a:t>takes </a:t>
            </a:r>
            <a:r>
              <a:rPr lang="en-GB" sz="1200" spc="-15" noProof="0" dirty="0">
                <a:latin typeface="+mn-lt"/>
                <a:cs typeface="Segoe UI"/>
              </a:rPr>
              <a:t>is</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description</a:t>
            </a:r>
            <a:r>
              <a:rPr lang="en-GB" sz="1200" spc="-5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a:latin typeface="+mn-lt"/>
                <a:cs typeface="Segoe UI"/>
              </a:rPr>
              <a:t>the p</a:t>
            </a:r>
            <a:r>
              <a:rPr lang="en-GB" sz="1200" spc="-20" noProof="0" dirty="0">
                <a:latin typeface="+mn-lt"/>
                <a:cs typeface="Segoe UI"/>
              </a:rPr>
              <a:t>e</a:t>
            </a:r>
            <a:r>
              <a:rPr lang="en-GB" sz="1200" spc="-15" noProof="0" dirty="0">
                <a:latin typeface="+mn-lt"/>
                <a:cs typeface="Segoe UI"/>
              </a:rPr>
              <a:t>r</a:t>
            </a:r>
            <a:r>
              <a:rPr lang="en-GB" sz="1200" spc="-30" noProof="0" dirty="0">
                <a:latin typeface="+mn-lt"/>
                <a:cs typeface="Segoe UI"/>
              </a:rPr>
              <a:t>mi</a:t>
            </a:r>
            <a:r>
              <a:rPr lang="en-GB" sz="1200" spc="-25" noProof="0" dirty="0">
                <a:latin typeface="+mn-lt"/>
                <a:cs typeface="Segoe UI"/>
              </a:rPr>
              <a:t>ss</a:t>
            </a:r>
            <a:r>
              <a:rPr lang="en-GB" sz="1200" spc="-30" noProof="0" dirty="0">
                <a:latin typeface="+mn-lt"/>
                <a:cs typeface="Segoe UI"/>
              </a:rPr>
              <a:t>i</a:t>
            </a:r>
            <a:r>
              <a:rPr lang="en-GB" sz="1200" spc="-15" noProof="0" dirty="0">
                <a:latin typeface="+mn-lt"/>
                <a:cs typeface="Segoe UI"/>
              </a:rPr>
              <a:t>o</a:t>
            </a:r>
            <a:r>
              <a:rPr lang="en-GB" sz="1200" spc="-20" noProof="0" dirty="0">
                <a:latin typeface="+mn-lt"/>
                <a:cs typeface="Segoe UI"/>
              </a:rPr>
              <a:t>n</a:t>
            </a:r>
            <a:r>
              <a:rPr lang="en-GB" sz="1200" noProof="0" dirty="0">
                <a:latin typeface="+mn-lt"/>
                <a:cs typeface="Segoe UI"/>
              </a:rPr>
              <a:t>s</a:t>
            </a:r>
            <a:r>
              <a:rPr lang="en-GB" sz="1200" spc="-105" noProof="0" dirty="0">
                <a:latin typeface="+mn-lt"/>
                <a:cs typeface="Segoe UI"/>
              </a:rPr>
              <a:t> </a:t>
            </a:r>
            <a:r>
              <a:rPr lang="en-GB" sz="1200" spc="-30" noProof="0" dirty="0">
                <a:latin typeface="+mn-lt"/>
                <a:cs typeface="Segoe UI"/>
              </a:rPr>
              <a:t>y</a:t>
            </a:r>
            <a:r>
              <a:rPr lang="en-GB" sz="1200" spc="-15" noProof="0" dirty="0">
                <a:latin typeface="+mn-lt"/>
                <a:cs typeface="Segoe UI"/>
              </a:rPr>
              <a:t>o</a:t>
            </a:r>
            <a:r>
              <a:rPr lang="en-GB" sz="1200" spc="5" noProof="0" dirty="0">
                <a:latin typeface="+mn-lt"/>
                <a:cs typeface="Segoe UI"/>
              </a:rPr>
              <a:t>u</a:t>
            </a:r>
            <a:r>
              <a:rPr lang="en-GB" sz="1200" spc="-35" noProof="0" dirty="0">
                <a:latin typeface="+mn-lt"/>
                <a:cs typeface="Segoe UI"/>
              </a:rPr>
              <a:t> </a:t>
            </a:r>
            <a:r>
              <a:rPr lang="en-GB" sz="1200" spc="-30" noProof="0" dirty="0">
                <a:latin typeface="+mn-lt"/>
                <a:cs typeface="Segoe UI"/>
              </a:rPr>
              <a:t>wa</a:t>
            </a:r>
            <a:r>
              <a:rPr lang="en-GB" sz="1200" spc="-20" noProof="0" dirty="0">
                <a:latin typeface="+mn-lt"/>
                <a:cs typeface="Segoe UI"/>
              </a:rPr>
              <a:t>n</a:t>
            </a:r>
            <a:r>
              <a:rPr lang="en-GB" sz="1200" noProof="0" dirty="0">
                <a:latin typeface="+mn-lt"/>
                <a:cs typeface="Segoe UI"/>
              </a:rPr>
              <a:t>t</a:t>
            </a:r>
            <a:r>
              <a:rPr lang="en-GB" sz="1200" spc="-45" noProof="0" dirty="0">
                <a:latin typeface="+mn-lt"/>
                <a:cs typeface="Segoe UI"/>
              </a:rPr>
              <a:t> </a:t>
            </a:r>
            <a:r>
              <a:rPr lang="en-GB" sz="1200" spc="-35" noProof="0" dirty="0">
                <a:latin typeface="+mn-lt"/>
                <a:cs typeface="Segoe UI"/>
              </a:rPr>
              <a:t>t</a:t>
            </a:r>
            <a:r>
              <a:rPr lang="en-GB" sz="1200" spc="5" noProof="0" dirty="0">
                <a:latin typeface="+mn-lt"/>
                <a:cs typeface="Segoe UI"/>
              </a:rPr>
              <a:t>o</a:t>
            </a:r>
            <a:r>
              <a:rPr lang="en-GB" sz="1200" spc="-50" noProof="0" dirty="0">
                <a:latin typeface="+mn-lt"/>
                <a:cs typeface="Segoe UI"/>
              </a:rPr>
              <a:t> </a:t>
            </a:r>
            <a:r>
              <a:rPr lang="en-GB" sz="1200" spc="-30" noProof="0" dirty="0">
                <a:latin typeface="+mn-lt"/>
                <a:cs typeface="Segoe UI"/>
              </a:rPr>
              <a:t>a</a:t>
            </a:r>
            <a:r>
              <a:rPr lang="en-GB" sz="1200" spc="-25" noProof="0" dirty="0">
                <a:latin typeface="+mn-lt"/>
                <a:cs typeface="Segoe UI"/>
              </a:rPr>
              <a:t>ss</a:t>
            </a:r>
            <a:r>
              <a:rPr lang="en-GB" sz="1200" spc="-30" noProof="0" dirty="0">
                <a:latin typeface="+mn-lt"/>
                <a:cs typeface="Segoe UI"/>
              </a:rPr>
              <a:t>i</a:t>
            </a:r>
            <a:r>
              <a:rPr lang="en-GB" sz="1200" spc="-15" noProof="0" dirty="0">
                <a:latin typeface="+mn-lt"/>
                <a:cs typeface="Segoe UI"/>
              </a:rPr>
              <a:t>g</a:t>
            </a:r>
            <a:r>
              <a:rPr lang="en-GB" sz="1200" spc="-20" noProof="0" dirty="0">
                <a:latin typeface="+mn-lt"/>
                <a:cs typeface="Segoe UI"/>
              </a:rPr>
              <a:t>n</a:t>
            </a:r>
            <a:r>
              <a:rPr lang="en-GB" sz="1200" noProof="0" dirty="0">
                <a:latin typeface="+mn-lt"/>
                <a:cs typeface="Segoe UI"/>
              </a:rPr>
              <a:t>.</a:t>
            </a:r>
          </a:p>
          <a:p>
            <a:pPr marL="12700" marR="300990">
              <a:lnSpc>
                <a:spcPct val="100000"/>
              </a:lnSpc>
              <a:spcBef>
                <a:spcPts val="600"/>
              </a:spcBef>
            </a:pPr>
            <a:r>
              <a:rPr lang="en-GB" sz="1200" spc="-20" noProof="0" dirty="0">
                <a:latin typeface="+mn-lt"/>
                <a:cs typeface="Segoe UI"/>
              </a:rPr>
              <a:t>There are two</a:t>
            </a:r>
            <a:r>
              <a:rPr lang="en-GB" sz="1200" spc="-45" noProof="0" dirty="0">
                <a:latin typeface="+mn-lt"/>
                <a:cs typeface="Segoe UI"/>
              </a:rPr>
              <a:t> </a:t>
            </a:r>
            <a:r>
              <a:rPr lang="en-GB" sz="1200" spc="-25" noProof="0" dirty="0">
                <a:latin typeface="+mn-lt"/>
                <a:cs typeface="Segoe UI"/>
              </a:rPr>
              <a:t>ways</a:t>
            </a:r>
            <a:r>
              <a:rPr lang="en-GB" sz="1200" spc="-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5" noProof="0" dirty="0">
                <a:latin typeface="+mn-lt"/>
                <a:cs typeface="Segoe UI"/>
              </a:rPr>
              <a:t>achieving </a:t>
            </a:r>
            <a:r>
              <a:rPr lang="en-GB" sz="1200" spc="-20" noProof="0" dirty="0">
                <a:latin typeface="+mn-lt"/>
                <a:cs typeface="Segoe UI"/>
              </a:rPr>
              <a:t>this.</a:t>
            </a:r>
          </a:p>
          <a:p>
            <a:pPr marL="12700" marR="300990">
              <a:lnSpc>
                <a:spcPct val="100000"/>
              </a:lnSpc>
              <a:spcBef>
                <a:spcPts val="600"/>
              </a:spcBef>
            </a:pPr>
            <a:r>
              <a:rPr lang="en-GB" sz="1200" spc="-10" noProof="0" dirty="0">
                <a:latin typeface="+mn-lt"/>
                <a:cs typeface="Segoe UI"/>
              </a:rPr>
              <a:t>One</a:t>
            </a:r>
            <a:r>
              <a:rPr lang="en-GB" sz="1200" spc="-50"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15" noProof="0" dirty="0">
                <a:latin typeface="+mn-lt"/>
                <a:cs typeface="Segoe UI"/>
              </a:rPr>
              <a:t>to</a:t>
            </a:r>
            <a:r>
              <a:rPr lang="en-GB" sz="1200" spc="-20" noProof="0" dirty="0">
                <a:latin typeface="+mn-lt"/>
                <a:cs typeface="Segoe UI"/>
              </a:rPr>
              <a:t> combine</a:t>
            </a:r>
            <a:r>
              <a:rPr lang="en-GB" sz="1200" spc="-5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symbolic</a:t>
            </a:r>
            <a:r>
              <a:rPr lang="en-GB" sz="1200" spc="-40" noProof="0" dirty="0">
                <a:latin typeface="+mn-lt"/>
                <a:cs typeface="Segoe UI"/>
              </a:rPr>
              <a:t> </a:t>
            </a:r>
            <a:r>
              <a:rPr lang="en-GB" sz="1200" spc="-20" noProof="0" dirty="0">
                <a:latin typeface="+mn-lt"/>
                <a:cs typeface="Segoe UI"/>
              </a:rPr>
              <a:t>notation </a:t>
            </a:r>
            <a:r>
              <a:rPr lang="en-GB" sz="1200" spc="-10" noProof="0" dirty="0">
                <a:latin typeface="+mn-lt"/>
                <a:cs typeface="Segoe UI"/>
              </a:rPr>
              <a:t>of</a:t>
            </a:r>
            <a:r>
              <a:rPr lang="en-GB" sz="1200" spc="-60"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20" noProof="0" dirty="0">
                <a:latin typeface="+mn-lt"/>
                <a:cs typeface="Segoe UI"/>
              </a:rPr>
              <a:t>types,</a:t>
            </a:r>
            <a:r>
              <a:rPr lang="en-GB" sz="1200" spc="-35" noProof="0" dirty="0">
                <a:latin typeface="+mn-lt"/>
                <a:cs typeface="Segoe UI"/>
              </a:rPr>
              <a:t> </a:t>
            </a:r>
            <a:r>
              <a:rPr lang="en-GB" sz="1200" spc="-20" noProof="0" dirty="0">
                <a:latin typeface="+mn-lt"/>
                <a:cs typeface="Segoe UI"/>
              </a:rPr>
              <a:t>operators</a:t>
            </a:r>
            <a:r>
              <a:rPr lang="en-GB" sz="1200" spc="-50"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15" noProof="0" dirty="0">
                <a:latin typeface="+mn-lt"/>
                <a:cs typeface="Segoe UI"/>
              </a:rPr>
              <a:t>the </a:t>
            </a:r>
            <a:r>
              <a:rPr lang="en-GB" sz="1200" spc="-260" noProof="0" dirty="0">
                <a:latin typeface="+mn-lt"/>
                <a:cs typeface="Segoe UI"/>
              </a:rPr>
              <a:t> </a:t>
            </a:r>
            <a:r>
              <a:rPr lang="en-GB" sz="1200" spc="-20" noProof="0" dirty="0">
                <a:latin typeface="+mn-lt"/>
                <a:cs typeface="Segoe UI"/>
              </a:rPr>
              <a:t>permission</a:t>
            </a:r>
            <a:r>
              <a:rPr lang="en-GB" sz="1200" spc="-110" noProof="0" dirty="0">
                <a:latin typeface="+mn-lt"/>
                <a:cs typeface="Segoe UI"/>
              </a:rPr>
              <a:t> </a:t>
            </a:r>
            <a:r>
              <a:rPr lang="en-GB" sz="1200" spc="-25" noProof="0" dirty="0">
                <a:latin typeface="+mn-lt"/>
                <a:cs typeface="Segoe UI"/>
              </a:rPr>
              <a:t>characters.</a:t>
            </a:r>
            <a:endParaRPr lang="en-GB" sz="1200" noProof="0" dirty="0">
              <a:latin typeface="+mn-lt"/>
              <a:cs typeface="Segoe UI"/>
            </a:endParaRPr>
          </a:p>
          <a:p>
            <a:pPr marL="12700" marR="5080">
              <a:lnSpc>
                <a:spcPct val="100000"/>
              </a:lnSpc>
              <a:spcBef>
                <a:spcPts val="600"/>
              </a:spcBef>
            </a:pPr>
            <a:r>
              <a:rPr lang="en-GB" sz="1200" spc="-15" noProof="0" dirty="0">
                <a:latin typeface="+mn-lt"/>
                <a:cs typeface="Segoe UI"/>
              </a:rPr>
              <a:t>The </a:t>
            </a:r>
            <a:r>
              <a:rPr lang="en-GB" sz="1200" spc="-25" noProof="0" dirty="0">
                <a:latin typeface="+mn-lt"/>
                <a:cs typeface="Segoe UI"/>
              </a:rPr>
              <a:t>advantage </a:t>
            </a:r>
            <a:r>
              <a:rPr lang="en-GB" sz="1200" spc="-10" noProof="0" dirty="0">
                <a:latin typeface="+mn-lt"/>
                <a:cs typeface="Segoe UI"/>
              </a:rPr>
              <a:t>of </a:t>
            </a:r>
            <a:r>
              <a:rPr lang="en-GB" sz="1200" spc="-20" noProof="0" dirty="0">
                <a:latin typeface="+mn-lt"/>
                <a:cs typeface="Segoe UI"/>
              </a:rPr>
              <a:t>this method </a:t>
            </a:r>
            <a:r>
              <a:rPr lang="en-GB" sz="1200" spc="-15" noProof="0" dirty="0">
                <a:latin typeface="+mn-lt"/>
                <a:cs typeface="Segoe UI"/>
              </a:rPr>
              <a:t>is </a:t>
            </a:r>
            <a:r>
              <a:rPr lang="en-GB" sz="1200" spc="-20" noProof="0" dirty="0">
                <a:latin typeface="+mn-lt"/>
                <a:cs typeface="Segoe UI"/>
              </a:rPr>
              <a:t>that </a:t>
            </a:r>
            <a:r>
              <a:rPr lang="en-GB" sz="1200" spc="-15" noProof="0" dirty="0">
                <a:latin typeface="+mn-lt"/>
                <a:cs typeface="Segoe UI"/>
              </a:rPr>
              <a:t>the </a:t>
            </a:r>
            <a:r>
              <a:rPr lang="en-GB" sz="1200" spc="-25" noProof="0" dirty="0">
                <a:latin typeface="+mn-lt"/>
                <a:cs typeface="Segoe UI"/>
              </a:rPr>
              <a:t>characters </a:t>
            </a:r>
            <a:r>
              <a:rPr lang="en-GB" sz="1200" spc="-15" noProof="0" dirty="0">
                <a:latin typeface="+mn-lt"/>
                <a:cs typeface="Segoe UI"/>
              </a:rPr>
              <a:t>used for the purpose are </a:t>
            </a:r>
            <a:r>
              <a:rPr lang="en-GB" sz="1200" spc="-20" noProof="0" dirty="0">
                <a:latin typeface="+mn-lt"/>
                <a:cs typeface="Segoe UI"/>
              </a:rPr>
              <a:t>easy </a:t>
            </a:r>
            <a:r>
              <a:rPr lang="en-GB" sz="1200" spc="-15" noProof="0" dirty="0">
                <a:latin typeface="+mn-lt"/>
                <a:cs typeface="Segoe UI"/>
              </a:rPr>
              <a:t>to </a:t>
            </a:r>
            <a:r>
              <a:rPr lang="en-GB" sz="1200" spc="-20" noProof="0" dirty="0">
                <a:latin typeface="+mn-lt"/>
                <a:cs typeface="Segoe UI"/>
              </a:rPr>
              <a:t>remember, </a:t>
            </a:r>
            <a:r>
              <a:rPr lang="en-GB" sz="1200" spc="-10" noProof="0" dirty="0">
                <a:latin typeface="+mn-lt"/>
                <a:cs typeface="Segoe UI"/>
              </a:rPr>
              <a:t>so </a:t>
            </a:r>
            <a:r>
              <a:rPr lang="en-GB" sz="1200" spc="-15" noProof="0" dirty="0">
                <a:latin typeface="+mn-lt"/>
                <a:cs typeface="Segoe UI"/>
              </a:rPr>
              <a:t>the </a:t>
            </a:r>
            <a:r>
              <a:rPr lang="en-GB" sz="1200" spc="-10" noProof="0" dirty="0">
                <a:latin typeface="+mn-lt"/>
                <a:cs typeface="Segoe UI"/>
              </a:rPr>
              <a:t> </a:t>
            </a:r>
            <a:r>
              <a:rPr lang="en-GB" sz="1200" spc="-20" noProof="0" dirty="0">
                <a:latin typeface="+mn-lt"/>
                <a:cs typeface="Segoe UI"/>
              </a:rPr>
              <a:t>method</a:t>
            </a:r>
            <a:r>
              <a:rPr lang="en-GB" sz="1200" spc="-7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0" noProof="0" dirty="0">
                <a:latin typeface="+mn-lt"/>
                <a:cs typeface="Segoe UI"/>
              </a:rPr>
              <a:t>easy.</a:t>
            </a:r>
            <a:endParaRPr lang="en-GB" sz="1200" spc="-5" noProof="0" dirty="0">
              <a:latin typeface="+mn-lt"/>
              <a:cs typeface="Segoe UI"/>
            </a:endParaRPr>
          </a:p>
          <a:p>
            <a:pPr marL="12700" marR="5080">
              <a:lnSpc>
                <a:spcPct val="100000"/>
              </a:lnSpc>
              <a:spcBef>
                <a:spcPts val="600"/>
              </a:spcBef>
            </a:pPr>
            <a:r>
              <a:rPr lang="en-GB" sz="1200" spc="-15" noProof="0" dirty="0">
                <a:latin typeface="+mn-lt"/>
                <a:cs typeface="Segoe UI"/>
              </a:rPr>
              <a:t>The</a:t>
            </a:r>
            <a:r>
              <a:rPr lang="en-GB" sz="1200" spc="-50" noProof="0" dirty="0">
                <a:latin typeface="+mn-lt"/>
                <a:cs typeface="Segoe UI"/>
              </a:rPr>
              <a:t> </a:t>
            </a:r>
            <a:r>
              <a:rPr lang="en-GB" sz="1200" spc="-25" noProof="0" dirty="0">
                <a:latin typeface="+mn-lt"/>
                <a:cs typeface="Segoe UI"/>
              </a:rPr>
              <a:t>disadvantage</a:t>
            </a:r>
            <a:r>
              <a:rPr lang="en-GB" sz="1200" spc="-30" noProof="0" dirty="0">
                <a:latin typeface="+mn-lt"/>
                <a:cs typeface="Segoe UI"/>
              </a:rPr>
              <a:t> </a:t>
            </a:r>
            <a:r>
              <a:rPr lang="en-GB" sz="1200" spc="-15" noProof="0" dirty="0">
                <a:latin typeface="+mn-lt"/>
                <a:cs typeface="Segoe UI"/>
              </a:rPr>
              <a:t>is</a:t>
            </a:r>
            <a:r>
              <a:rPr lang="en-GB" sz="1200" spc="-20" noProof="0" dirty="0">
                <a:latin typeface="+mn-lt"/>
                <a:cs typeface="Segoe UI"/>
              </a:rPr>
              <a:t> that</a:t>
            </a:r>
            <a:r>
              <a:rPr lang="en-GB" sz="1200" spc="-30" noProof="0" dirty="0">
                <a:latin typeface="+mn-lt"/>
                <a:cs typeface="Segoe UI"/>
              </a:rPr>
              <a:t> </a:t>
            </a:r>
            <a:r>
              <a:rPr lang="en-GB" sz="1200" spc="-15" noProof="0" dirty="0">
                <a:latin typeface="+mn-lt"/>
                <a:cs typeface="Segoe UI"/>
              </a:rPr>
              <a:t>if</a:t>
            </a:r>
            <a:r>
              <a:rPr lang="en-GB" sz="1200" spc="-35" noProof="0" dirty="0">
                <a:latin typeface="+mn-lt"/>
                <a:cs typeface="Segoe UI"/>
              </a:rPr>
              <a:t> </a:t>
            </a:r>
            <a:r>
              <a:rPr lang="en-GB" sz="1200" spc="-15" noProof="0" dirty="0">
                <a:latin typeface="+mn-lt"/>
                <a:cs typeface="Segoe UI"/>
              </a:rPr>
              <a:t>you</a:t>
            </a:r>
            <a:r>
              <a:rPr lang="en-GB" sz="1200" spc="-45" noProof="0" dirty="0">
                <a:latin typeface="+mn-lt"/>
                <a:cs typeface="Segoe UI"/>
              </a:rPr>
              <a:t> </a:t>
            </a:r>
            <a:r>
              <a:rPr lang="en-GB" sz="1200" spc="-15" noProof="0" dirty="0">
                <a:latin typeface="+mn-lt"/>
                <a:cs typeface="Segoe UI"/>
              </a:rPr>
              <a:t>need</a:t>
            </a:r>
            <a:r>
              <a:rPr lang="en-GB" sz="1200" spc="-50" noProof="0" dirty="0">
                <a:latin typeface="+mn-lt"/>
                <a:cs typeface="Segoe UI"/>
              </a:rPr>
              <a:t> </a:t>
            </a:r>
            <a:r>
              <a:rPr lang="en-GB" sz="1200" spc="-15" noProof="0" dirty="0">
                <a:latin typeface="+mn-lt"/>
                <a:cs typeface="Segoe UI"/>
              </a:rPr>
              <a:t>to </a:t>
            </a:r>
            <a:r>
              <a:rPr lang="en-GB" sz="1200" spc="-20" noProof="0" dirty="0">
                <a:latin typeface="+mn-lt"/>
                <a:cs typeface="Segoe UI"/>
              </a:rPr>
              <a:t>assign</a:t>
            </a:r>
            <a:r>
              <a:rPr lang="en-GB" sz="1200" spc="-45" noProof="0" dirty="0">
                <a:latin typeface="+mn-lt"/>
                <a:cs typeface="Segoe UI"/>
              </a:rPr>
              <a:t> </a:t>
            </a:r>
            <a:r>
              <a:rPr lang="en-GB" sz="1200" spc="-20" noProof="0" dirty="0">
                <a:latin typeface="+mn-lt"/>
                <a:cs typeface="Segoe UI"/>
              </a:rPr>
              <a:t>different</a:t>
            </a:r>
            <a:r>
              <a:rPr lang="en-GB" sz="1200" spc="-60" noProof="0" dirty="0">
                <a:latin typeface="+mn-lt"/>
                <a:cs typeface="Segoe UI"/>
              </a:rPr>
              <a:t> </a:t>
            </a:r>
            <a:r>
              <a:rPr lang="en-GB" sz="1200" spc="-20" noProof="0" dirty="0">
                <a:latin typeface="+mn-lt"/>
                <a:cs typeface="Segoe UI"/>
              </a:rPr>
              <a:t>permissions</a:t>
            </a:r>
            <a:r>
              <a:rPr lang="en-GB" sz="1200" spc="-75" noProof="0" dirty="0">
                <a:latin typeface="+mn-lt"/>
                <a:cs typeface="Segoe UI"/>
              </a:rPr>
              <a:t> </a:t>
            </a:r>
            <a:r>
              <a:rPr lang="en-GB" sz="1200" spc="-15" noProof="0" dirty="0">
                <a:latin typeface="+mn-lt"/>
                <a:cs typeface="Segoe UI"/>
              </a:rPr>
              <a:t>to </a:t>
            </a:r>
            <a:r>
              <a:rPr lang="en-GB" sz="1200" spc="-20" noProof="0" dirty="0">
                <a:latin typeface="+mn-lt"/>
                <a:cs typeface="Segoe UI"/>
              </a:rPr>
              <a:t>different</a:t>
            </a:r>
            <a:r>
              <a:rPr lang="en-GB" sz="1200" spc="-60" noProof="0" dirty="0">
                <a:latin typeface="+mn-lt"/>
                <a:cs typeface="Segoe UI"/>
              </a:rPr>
              <a:t> </a:t>
            </a:r>
            <a:r>
              <a:rPr lang="en-GB" sz="1200" spc="-15" noProof="0" dirty="0">
                <a:latin typeface="+mn-lt"/>
                <a:cs typeface="Segoe UI"/>
              </a:rPr>
              <a:t>user</a:t>
            </a:r>
            <a:r>
              <a:rPr lang="en-GB" sz="1200" spc="-40" noProof="0" dirty="0">
                <a:latin typeface="+mn-lt"/>
                <a:cs typeface="Segoe UI"/>
              </a:rPr>
              <a:t> </a:t>
            </a:r>
            <a:r>
              <a:rPr lang="en-GB" sz="1200" spc="-20" noProof="0" dirty="0">
                <a:latin typeface="+mn-lt"/>
                <a:cs typeface="Segoe UI"/>
              </a:rPr>
              <a:t>types, </a:t>
            </a:r>
            <a:r>
              <a:rPr lang="en-GB" sz="1200" spc="-26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command</a:t>
            </a:r>
            <a:r>
              <a:rPr lang="en-GB" sz="1200" spc="-55" noProof="0" dirty="0">
                <a:latin typeface="+mn-lt"/>
                <a:cs typeface="Segoe UI"/>
              </a:rPr>
              <a:t> </a:t>
            </a:r>
            <a:r>
              <a:rPr lang="en-GB" sz="1200" spc="-20" noProof="0" dirty="0">
                <a:latin typeface="+mn-lt"/>
                <a:cs typeface="Segoe UI"/>
              </a:rPr>
              <a:t>line</a:t>
            </a:r>
            <a:r>
              <a:rPr lang="en-GB" sz="1200" spc="-35" noProof="0" dirty="0">
                <a:latin typeface="+mn-lt"/>
                <a:cs typeface="Segoe UI"/>
              </a:rPr>
              <a:t> </a:t>
            </a:r>
            <a:r>
              <a:rPr lang="en-GB" sz="1200" spc="-20" noProof="0" dirty="0">
                <a:latin typeface="+mn-lt"/>
                <a:cs typeface="Segoe UI"/>
              </a:rPr>
              <a:t>becomes</a:t>
            </a:r>
            <a:r>
              <a:rPr lang="en-GB" sz="1200" spc="-55" noProof="0" dirty="0">
                <a:latin typeface="+mn-lt"/>
                <a:cs typeface="Segoe UI"/>
              </a:rPr>
              <a:t> </a:t>
            </a:r>
            <a:r>
              <a:rPr lang="en-GB" sz="1200" spc="-20" noProof="0" dirty="0">
                <a:latin typeface="+mn-lt"/>
                <a:cs typeface="Segoe UI"/>
              </a:rPr>
              <a:t>quite</a:t>
            </a:r>
            <a:r>
              <a:rPr lang="en-GB" sz="1200" spc="-60" noProof="0" dirty="0">
                <a:latin typeface="+mn-lt"/>
                <a:cs typeface="Segoe UI"/>
              </a:rPr>
              <a:t> </a:t>
            </a:r>
            <a:r>
              <a:rPr lang="en-GB" sz="1200" spc="-20" noProof="0" dirty="0">
                <a:latin typeface="+mn-lt"/>
                <a:cs typeface="Segoe UI"/>
              </a:rPr>
              <a:t>complex</a:t>
            </a:r>
            <a:r>
              <a:rPr lang="en-GB" sz="1200" spc="-45" noProof="0" dirty="0">
                <a:latin typeface="+mn-lt"/>
                <a:cs typeface="Segoe UI"/>
              </a:rPr>
              <a:t> </a:t>
            </a:r>
            <a:r>
              <a:rPr lang="en-GB" sz="1200" spc="-10" noProof="0" dirty="0">
                <a:latin typeface="+mn-lt"/>
                <a:cs typeface="Segoe UI"/>
              </a:rPr>
              <a:t>(or</a:t>
            </a:r>
            <a:r>
              <a:rPr lang="en-GB" sz="1200" spc="-50" noProof="0" dirty="0">
                <a:latin typeface="+mn-lt"/>
                <a:cs typeface="Segoe UI"/>
              </a:rPr>
              <a:t> </a:t>
            </a:r>
            <a:r>
              <a:rPr lang="en-GB" sz="1200" spc="-15" noProof="0" dirty="0">
                <a:latin typeface="+mn-lt"/>
                <a:cs typeface="Segoe UI"/>
              </a:rPr>
              <a:t>you</a:t>
            </a:r>
            <a:r>
              <a:rPr lang="en-GB" sz="1200" spc="-55" noProof="0" dirty="0">
                <a:latin typeface="+mn-lt"/>
                <a:cs typeface="Segoe UI"/>
              </a:rPr>
              <a:t> </a:t>
            </a:r>
            <a:r>
              <a:rPr lang="en-GB" sz="1200" spc="-10" noProof="0" dirty="0">
                <a:latin typeface="+mn-lt"/>
                <a:cs typeface="Segoe UI"/>
              </a:rPr>
              <a:t>run</a:t>
            </a:r>
            <a:r>
              <a:rPr lang="en-GB" sz="1200" spc="-55" noProof="0" dirty="0">
                <a:latin typeface="+mn-lt"/>
                <a:cs typeface="Segoe UI"/>
              </a:rPr>
              <a:t> </a:t>
            </a:r>
            <a:r>
              <a:rPr lang="en-GB" sz="1200" spc="-15" noProof="0" dirty="0">
                <a:latin typeface="+mn-lt"/>
                <a:cs typeface="Segoe UI"/>
              </a:rPr>
              <a:t>it</a:t>
            </a:r>
            <a:r>
              <a:rPr lang="en-GB" sz="1200" spc="-40" noProof="0" dirty="0">
                <a:latin typeface="+mn-lt"/>
                <a:cs typeface="Segoe UI"/>
              </a:rPr>
              <a:t> </a:t>
            </a:r>
            <a:r>
              <a:rPr lang="en-GB" sz="1200" spc="-15" noProof="0" dirty="0">
                <a:latin typeface="+mn-lt"/>
                <a:cs typeface="Segoe UI"/>
              </a:rPr>
              <a:t>more</a:t>
            </a:r>
            <a:r>
              <a:rPr lang="en-GB" sz="1200" spc="-60" noProof="0" dirty="0">
                <a:latin typeface="+mn-lt"/>
                <a:cs typeface="Segoe UI"/>
              </a:rPr>
              <a:t> </a:t>
            </a:r>
            <a:r>
              <a:rPr lang="en-GB" sz="1200" spc="-20" noProof="0" dirty="0">
                <a:latin typeface="+mn-lt"/>
                <a:cs typeface="Segoe UI"/>
              </a:rPr>
              <a:t>that</a:t>
            </a:r>
            <a:r>
              <a:rPr lang="en-GB" sz="1200" spc="-40" noProof="0" dirty="0">
                <a:latin typeface="+mn-lt"/>
                <a:cs typeface="Segoe UI"/>
              </a:rPr>
              <a:t> </a:t>
            </a:r>
            <a:r>
              <a:rPr lang="en-GB" sz="1200" spc="-20" noProof="0" dirty="0">
                <a:latin typeface="+mn-lt"/>
                <a:cs typeface="Segoe UI"/>
              </a:rPr>
              <a:t>once).</a:t>
            </a:r>
          </a:p>
          <a:p>
            <a:pPr marL="12700" marR="33020">
              <a:lnSpc>
                <a:spcPct val="100000"/>
              </a:lnSpc>
              <a:spcBef>
                <a:spcPts val="600"/>
              </a:spcBef>
            </a:pPr>
            <a:r>
              <a:rPr lang="en-GB" sz="1200" spc="-15" noProof="0" dirty="0">
                <a:latin typeface="+mn-lt"/>
                <a:cs typeface="Segoe UI"/>
              </a:rPr>
              <a:t>The </a:t>
            </a:r>
            <a:r>
              <a:rPr lang="en-GB" sz="1200" spc="-20" noProof="0" dirty="0">
                <a:latin typeface="+mn-lt"/>
                <a:cs typeface="Segoe UI"/>
              </a:rPr>
              <a:t>other method </a:t>
            </a:r>
            <a:r>
              <a:rPr lang="en-GB" sz="1200" spc="-15" noProof="0" dirty="0">
                <a:latin typeface="+mn-lt"/>
                <a:cs typeface="Segoe UI"/>
              </a:rPr>
              <a:t>for </a:t>
            </a:r>
            <a:r>
              <a:rPr lang="en-GB" sz="1200" spc="-20" noProof="0" dirty="0">
                <a:latin typeface="+mn-lt"/>
                <a:cs typeface="Segoe UI"/>
              </a:rPr>
              <a:t>assigning permissions </a:t>
            </a:r>
            <a:r>
              <a:rPr lang="en-GB" sz="1200" spc="-15" noProof="0" dirty="0">
                <a:latin typeface="+mn-lt"/>
                <a:cs typeface="Segoe UI"/>
              </a:rPr>
              <a:t>is to </a:t>
            </a:r>
            <a:r>
              <a:rPr lang="en-GB" sz="1200" spc="-10" noProof="0" dirty="0">
                <a:latin typeface="+mn-lt"/>
                <a:cs typeface="Segoe UI"/>
              </a:rPr>
              <a:t>use </a:t>
            </a:r>
            <a:r>
              <a:rPr lang="en-GB" sz="1200" spc="-15" noProof="0" dirty="0">
                <a:latin typeface="+mn-lt"/>
                <a:cs typeface="Segoe UI"/>
              </a:rPr>
              <a:t>the </a:t>
            </a:r>
            <a:r>
              <a:rPr lang="en-GB" sz="1200" spc="-20" noProof="0" dirty="0">
                <a:latin typeface="+mn-lt"/>
                <a:cs typeface="Segoe UI"/>
              </a:rPr>
              <a:t>numeric notation.</a:t>
            </a:r>
          </a:p>
          <a:p>
            <a:pPr marL="12700" marR="33020">
              <a:lnSpc>
                <a:spcPct val="100000"/>
              </a:lnSpc>
              <a:spcBef>
                <a:spcPts val="600"/>
              </a:spcBef>
            </a:pP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numeric</a:t>
            </a:r>
            <a:r>
              <a:rPr lang="en-GB" sz="1200" spc="-60" noProof="0" dirty="0">
                <a:latin typeface="+mn-lt"/>
                <a:cs typeface="Segoe UI"/>
              </a:rPr>
              <a:t> </a:t>
            </a:r>
            <a:r>
              <a:rPr lang="en-GB" sz="1200" spc="-20" noProof="0" dirty="0">
                <a:latin typeface="+mn-lt"/>
                <a:cs typeface="Segoe UI"/>
              </a:rPr>
              <a:t>method</a:t>
            </a:r>
            <a:r>
              <a:rPr lang="en-GB" sz="1200" spc="-50" noProof="0" dirty="0">
                <a:latin typeface="+mn-lt"/>
                <a:cs typeface="Segoe UI"/>
              </a:rPr>
              <a:t> </a:t>
            </a:r>
            <a:r>
              <a:rPr lang="en-GB" sz="1200" spc="-15" noProof="0" dirty="0">
                <a:latin typeface="+mn-lt"/>
                <a:cs typeface="Segoe UI"/>
              </a:rPr>
              <a:t>can be</a:t>
            </a:r>
            <a:r>
              <a:rPr lang="en-GB" sz="1200" spc="-20" noProof="0" dirty="0">
                <a:latin typeface="+mn-lt"/>
                <a:cs typeface="Segoe UI"/>
              </a:rPr>
              <a:t> simpler,</a:t>
            </a:r>
            <a:r>
              <a:rPr lang="en-GB" sz="1200" spc="-60" noProof="0" dirty="0">
                <a:latin typeface="+mn-lt"/>
                <a:cs typeface="Segoe UI"/>
              </a:rPr>
              <a:t> </a:t>
            </a:r>
            <a:r>
              <a:rPr lang="en-GB" sz="1200" spc="-15" noProof="0" dirty="0">
                <a:latin typeface="+mn-lt"/>
                <a:cs typeface="Segoe UI"/>
              </a:rPr>
              <a:t>as</a:t>
            </a:r>
            <a:r>
              <a:rPr lang="en-GB" sz="1200" spc="-20" noProof="0" dirty="0">
                <a:latin typeface="+mn-lt"/>
                <a:cs typeface="Segoe UI"/>
              </a:rPr>
              <a:t> </a:t>
            </a:r>
            <a:r>
              <a:rPr lang="en-GB" sz="1200" spc="-15" noProof="0" dirty="0">
                <a:latin typeface="+mn-lt"/>
                <a:cs typeface="Segoe UI"/>
              </a:rPr>
              <a:t>long</a:t>
            </a:r>
            <a:r>
              <a:rPr lang="en-GB" sz="1200" spc="-75" noProof="0" dirty="0">
                <a:latin typeface="+mn-lt"/>
                <a:cs typeface="Segoe UI"/>
              </a:rPr>
              <a:t> </a:t>
            </a:r>
            <a:r>
              <a:rPr lang="en-GB" sz="1200" spc="-15" noProof="0" dirty="0">
                <a:latin typeface="+mn-lt"/>
                <a:cs typeface="Segoe UI"/>
              </a:rPr>
              <a:t>as</a:t>
            </a:r>
            <a:r>
              <a:rPr lang="en-GB" sz="1200" spc="-20" noProof="0" dirty="0">
                <a:latin typeface="+mn-lt"/>
                <a:cs typeface="Segoe UI"/>
              </a:rPr>
              <a:t> </a:t>
            </a:r>
            <a:r>
              <a:rPr lang="en-GB" sz="1200" spc="-15" noProof="0" dirty="0">
                <a:latin typeface="+mn-lt"/>
                <a:cs typeface="Segoe UI"/>
              </a:rPr>
              <a:t>you</a:t>
            </a:r>
            <a:r>
              <a:rPr lang="en-GB" sz="1200" spc="-20" noProof="0" dirty="0">
                <a:latin typeface="+mn-lt"/>
                <a:cs typeface="Segoe UI"/>
              </a:rPr>
              <a:t> remember</a:t>
            </a:r>
            <a:r>
              <a:rPr lang="en-GB" sz="1200" spc="-45" noProof="0" dirty="0">
                <a:latin typeface="+mn-lt"/>
                <a:cs typeface="Segoe UI"/>
              </a:rPr>
              <a:t> </a:t>
            </a:r>
            <a:r>
              <a:rPr lang="en-GB" sz="1200" spc="-20" noProof="0" dirty="0">
                <a:latin typeface="+mn-lt"/>
                <a:cs typeface="Segoe UI"/>
              </a:rPr>
              <a:t>which </a:t>
            </a:r>
            <a:r>
              <a:rPr lang="en-GB" sz="1200" spc="-15" noProof="0" dirty="0">
                <a:latin typeface="+mn-lt"/>
                <a:cs typeface="Segoe UI"/>
              </a:rPr>
              <a:t>number</a:t>
            </a:r>
            <a:r>
              <a:rPr lang="en-GB" sz="1200" spc="-70" noProof="0" dirty="0">
                <a:latin typeface="+mn-lt"/>
                <a:cs typeface="Segoe UI"/>
              </a:rPr>
              <a:t> </a:t>
            </a:r>
            <a:r>
              <a:rPr lang="en-GB" sz="1200" spc="-20" noProof="0" dirty="0">
                <a:latin typeface="+mn-lt"/>
                <a:cs typeface="Segoe UI"/>
              </a:rPr>
              <a:t>represents </a:t>
            </a:r>
            <a:r>
              <a:rPr lang="en-GB" sz="1200" spc="-260" noProof="0" dirty="0">
                <a:latin typeface="+mn-lt"/>
                <a:cs typeface="Segoe UI"/>
              </a:rPr>
              <a:t> </a:t>
            </a:r>
            <a:r>
              <a:rPr lang="en-GB" sz="1200" spc="-20" noProof="0" dirty="0">
                <a:latin typeface="+mn-lt"/>
                <a:cs typeface="Segoe UI"/>
              </a:rPr>
              <a:t>which</a:t>
            </a:r>
            <a:r>
              <a:rPr lang="en-GB" sz="1200" spc="-60" noProof="0" dirty="0">
                <a:latin typeface="+mn-lt"/>
                <a:cs typeface="Segoe UI"/>
              </a:rPr>
              <a:t> </a:t>
            </a:r>
            <a:r>
              <a:rPr lang="en-GB" sz="1200" spc="-20" noProof="0" dirty="0">
                <a:latin typeface="+mn-lt"/>
                <a:cs typeface="Segoe UI"/>
              </a:rPr>
              <a:t>permission.</a:t>
            </a:r>
            <a:endParaRPr lang="en-GB" sz="1200" noProof="0" dirty="0">
              <a:latin typeface="+mn-lt"/>
              <a:cs typeface="Segoe UI"/>
            </a:endParaRPr>
          </a:p>
          <a:p>
            <a:pPr marL="12700">
              <a:lnSpc>
                <a:spcPct val="100000"/>
              </a:lnSpc>
              <a:spcBef>
                <a:spcPts val="600"/>
              </a:spcBef>
            </a:pPr>
            <a:r>
              <a:rPr lang="en-GB" sz="1200" spc="-25" noProof="0" dirty="0">
                <a:latin typeface="+mn-lt"/>
                <a:cs typeface="Segoe UI"/>
              </a:rPr>
              <a:t>W</a:t>
            </a:r>
            <a:r>
              <a:rPr lang="en-GB" sz="1200" noProof="0" dirty="0">
                <a:latin typeface="+mn-lt"/>
                <a:cs typeface="Segoe UI"/>
              </a:rPr>
              <a:t>e</a:t>
            </a:r>
            <a:r>
              <a:rPr lang="en-GB" sz="1200" spc="-60" noProof="0" dirty="0">
                <a:latin typeface="+mn-lt"/>
                <a:cs typeface="Segoe UI"/>
              </a:rPr>
              <a:t> </a:t>
            </a:r>
            <a:r>
              <a:rPr lang="en-GB" sz="1200" spc="-30" noProof="0" dirty="0">
                <a:latin typeface="+mn-lt"/>
                <a:cs typeface="Segoe UI"/>
              </a:rPr>
              <a:t>wil</a:t>
            </a:r>
            <a:r>
              <a:rPr lang="en-GB" sz="1200" noProof="0" dirty="0">
                <a:latin typeface="+mn-lt"/>
                <a:cs typeface="Segoe UI"/>
              </a:rPr>
              <a:t>l</a:t>
            </a:r>
            <a:r>
              <a:rPr lang="en-GB" sz="1200" spc="-40" noProof="0" dirty="0">
                <a:latin typeface="+mn-lt"/>
                <a:cs typeface="Segoe UI"/>
              </a:rPr>
              <a:t> </a:t>
            </a:r>
            <a:r>
              <a:rPr lang="en-GB" sz="1200" spc="-20" noProof="0" dirty="0">
                <a:latin typeface="+mn-lt"/>
                <a:cs typeface="Segoe UI"/>
              </a:rPr>
              <a:t>no</a:t>
            </a:r>
            <a:r>
              <a:rPr lang="en-GB" sz="1200" spc="5" noProof="0" dirty="0">
                <a:latin typeface="+mn-lt"/>
                <a:cs typeface="Segoe UI"/>
              </a:rPr>
              <a:t>w</a:t>
            </a:r>
            <a:r>
              <a:rPr lang="en-GB" sz="1200" spc="-70" noProof="0" dirty="0">
                <a:latin typeface="+mn-lt"/>
                <a:cs typeface="Segoe UI"/>
              </a:rPr>
              <a:t> </a:t>
            </a:r>
            <a:r>
              <a:rPr lang="en-GB" sz="1200" spc="-30" noProof="0" dirty="0">
                <a:latin typeface="+mn-lt"/>
                <a:cs typeface="Segoe UI"/>
              </a:rPr>
              <a:t>l</a:t>
            </a:r>
            <a:r>
              <a:rPr lang="en-GB" sz="1200" spc="-20" noProof="0" dirty="0">
                <a:latin typeface="+mn-lt"/>
                <a:cs typeface="Segoe UI"/>
              </a:rPr>
              <a:t>oo</a:t>
            </a:r>
            <a:r>
              <a:rPr lang="en-GB" sz="1200" noProof="0" dirty="0">
                <a:latin typeface="+mn-lt"/>
                <a:cs typeface="Segoe UI"/>
              </a:rPr>
              <a:t>k</a:t>
            </a:r>
            <a:r>
              <a:rPr lang="en-GB" sz="1200" spc="-60" noProof="0" dirty="0">
                <a:latin typeface="+mn-lt"/>
                <a:cs typeface="Segoe UI"/>
              </a:rPr>
              <a:t> </a:t>
            </a:r>
            <a:r>
              <a:rPr lang="en-GB" sz="1200" spc="-35" noProof="0" dirty="0">
                <a:latin typeface="+mn-lt"/>
                <a:cs typeface="Segoe UI"/>
              </a:rPr>
              <a:t>a</a:t>
            </a:r>
            <a:r>
              <a:rPr lang="en-GB" sz="1200" noProof="0" dirty="0">
                <a:latin typeface="+mn-lt"/>
                <a:cs typeface="Segoe UI"/>
              </a:rPr>
              <a:t>t</a:t>
            </a:r>
            <a:r>
              <a:rPr lang="en-GB" sz="1200" spc="-20" noProof="0" dirty="0">
                <a:latin typeface="+mn-lt"/>
                <a:cs typeface="Segoe UI"/>
              </a:rPr>
              <a:t> bo</a:t>
            </a:r>
            <a:r>
              <a:rPr lang="en-GB" sz="1200" spc="-30" noProof="0" dirty="0">
                <a:latin typeface="+mn-lt"/>
                <a:cs typeface="Segoe UI"/>
              </a:rPr>
              <a:t>t</a:t>
            </a:r>
            <a:r>
              <a:rPr lang="en-GB" sz="1200" noProof="0" dirty="0">
                <a:latin typeface="+mn-lt"/>
                <a:cs typeface="Segoe UI"/>
              </a:rPr>
              <a:t>h</a:t>
            </a:r>
            <a:r>
              <a:rPr lang="en-GB" sz="1200" spc="-80" noProof="0" dirty="0">
                <a:latin typeface="+mn-lt"/>
                <a:cs typeface="Segoe UI"/>
              </a:rPr>
              <a:t> </a:t>
            </a:r>
            <a:r>
              <a:rPr lang="en-GB" sz="1200" spc="-25" noProof="0" dirty="0">
                <a:latin typeface="+mn-lt"/>
                <a:cs typeface="Segoe UI"/>
              </a:rPr>
              <a:t>me</a:t>
            </a:r>
            <a:r>
              <a:rPr lang="en-GB" sz="1200" spc="-30" noProof="0" dirty="0">
                <a:latin typeface="+mn-lt"/>
                <a:cs typeface="Segoe UI"/>
              </a:rPr>
              <a:t>t</a:t>
            </a:r>
            <a:r>
              <a:rPr lang="en-GB" sz="1200" spc="-20" noProof="0" dirty="0">
                <a:latin typeface="+mn-lt"/>
                <a:cs typeface="Segoe UI"/>
              </a:rPr>
              <a:t>hod</a:t>
            </a:r>
            <a:r>
              <a:rPr lang="en-GB" sz="1200" noProof="0" dirty="0">
                <a:latin typeface="+mn-lt"/>
                <a:cs typeface="Segoe UI"/>
              </a:rPr>
              <a:t>s</a:t>
            </a:r>
            <a:r>
              <a:rPr lang="en-GB" sz="1200" spc="-55" noProof="0" dirty="0">
                <a:latin typeface="+mn-lt"/>
                <a:cs typeface="Segoe UI"/>
              </a:rPr>
              <a:t> </a:t>
            </a:r>
            <a:r>
              <a:rPr lang="en-GB" sz="1200" spc="-30" noProof="0" dirty="0">
                <a:latin typeface="+mn-lt"/>
                <a:cs typeface="Segoe UI"/>
              </a:rPr>
              <a:t>i</a:t>
            </a:r>
            <a:r>
              <a:rPr lang="en-GB" sz="1200" noProof="0" dirty="0">
                <a:latin typeface="+mn-lt"/>
                <a:cs typeface="Segoe UI"/>
              </a:rPr>
              <a:t>n</a:t>
            </a:r>
            <a:r>
              <a:rPr lang="en-GB" sz="1200" spc="-30" noProof="0" dirty="0">
                <a:latin typeface="+mn-lt"/>
                <a:cs typeface="Segoe UI"/>
              </a:rPr>
              <a:t> t</a:t>
            </a:r>
            <a:r>
              <a:rPr lang="en-GB" sz="1200" spc="-20" noProof="0" dirty="0">
                <a:latin typeface="+mn-lt"/>
                <a:cs typeface="Segoe UI"/>
              </a:rPr>
              <a:t>u</a:t>
            </a:r>
            <a:r>
              <a:rPr lang="en-GB" sz="1200" spc="-15" noProof="0" dirty="0">
                <a:latin typeface="+mn-lt"/>
                <a:cs typeface="Segoe UI"/>
              </a:rPr>
              <a:t>r</a:t>
            </a:r>
            <a:r>
              <a:rPr lang="en-GB" sz="1200" spc="-20" noProof="0" dirty="0">
                <a:latin typeface="+mn-lt"/>
                <a:cs typeface="Segoe UI"/>
              </a:rPr>
              <a:t>n</a:t>
            </a:r>
            <a:r>
              <a:rPr lang="en-GB" sz="1200" noProof="0" dirty="0">
                <a:latin typeface="+mn-lt"/>
                <a:cs typeface="Segoe UI"/>
              </a:rPr>
              <a:t>.</a:t>
            </a:r>
          </a:p>
          <a:p>
            <a:endParaRPr lang="en-GB" noProof="0" dirty="0"/>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75319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3820341"/>
          </a:xfrm>
        </p:spPr>
        <p:txBody>
          <a:bodyPr/>
          <a:lstStyle/>
          <a:p>
            <a:pPr marL="12700" marR="537845">
              <a:lnSpc>
                <a:spcPct val="150100"/>
              </a:lnSpc>
              <a:spcBef>
                <a:spcPts val="100"/>
              </a:spcBef>
            </a:pPr>
            <a:r>
              <a:rPr lang="en-GB" sz="1200" spc="-10" noProof="0" dirty="0">
                <a:latin typeface="+mn-lt"/>
                <a:cs typeface="Segoe UI"/>
              </a:rPr>
              <a:t>One</a:t>
            </a:r>
            <a:r>
              <a:rPr lang="en-GB" sz="1200" spc="-85" noProof="0" dirty="0">
                <a:latin typeface="+mn-lt"/>
                <a:cs typeface="Segoe UI"/>
              </a:rPr>
              <a:t> </a:t>
            </a:r>
            <a:r>
              <a:rPr lang="en-GB" sz="1200" spc="-20" noProof="0" dirty="0">
                <a:latin typeface="+mn-lt"/>
                <a:cs typeface="Segoe UI"/>
              </a:rPr>
              <a:t>method</a:t>
            </a:r>
            <a:r>
              <a:rPr lang="en-GB" sz="1200" spc="-50" noProof="0" dirty="0">
                <a:latin typeface="+mn-lt"/>
                <a:cs typeface="Segoe UI"/>
              </a:rPr>
              <a:t> </a:t>
            </a:r>
            <a:r>
              <a:rPr lang="en-GB" sz="1200" spc="-15" noProof="0" dirty="0">
                <a:latin typeface="+mn-lt"/>
                <a:cs typeface="Segoe UI"/>
              </a:rPr>
              <a:t>used</a:t>
            </a:r>
            <a:r>
              <a:rPr lang="en-GB" sz="1200" spc="-80" noProof="0" dirty="0">
                <a:latin typeface="+mn-lt"/>
                <a:cs typeface="Segoe UI"/>
              </a:rPr>
              <a:t> </a:t>
            </a:r>
            <a:r>
              <a:rPr lang="en-GB" sz="1200" spc="-15" noProof="0" dirty="0">
                <a:latin typeface="+mn-lt"/>
                <a:cs typeface="Segoe UI"/>
              </a:rPr>
              <a:t>for</a:t>
            </a:r>
            <a:r>
              <a:rPr lang="en-GB" sz="1200" spc="-20" noProof="0" dirty="0">
                <a:latin typeface="+mn-lt"/>
                <a:cs typeface="Segoe UI"/>
              </a:rPr>
              <a:t> changing</a:t>
            </a:r>
            <a:r>
              <a:rPr lang="en-GB" sz="1200" spc="-80" noProof="0" dirty="0">
                <a:latin typeface="+mn-lt"/>
                <a:cs typeface="Segoe UI"/>
              </a:rPr>
              <a:t> </a:t>
            </a:r>
            <a:r>
              <a:rPr lang="en-GB" sz="1200" spc="-20" noProof="0" dirty="0">
                <a:latin typeface="+mn-lt"/>
                <a:cs typeface="Segoe UI"/>
              </a:rPr>
              <a:t>protection</a:t>
            </a:r>
            <a:r>
              <a:rPr lang="en-GB" sz="1200" spc="-50" noProof="0" dirty="0">
                <a:latin typeface="+mn-lt"/>
                <a:cs typeface="Segoe UI"/>
              </a:rPr>
              <a:t> </a:t>
            </a:r>
            <a:r>
              <a:rPr lang="en-GB" sz="1200" spc="-20" noProof="0" dirty="0">
                <a:latin typeface="+mn-lt"/>
                <a:cs typeface="Segoe UI"/>
              </a:rPr>
              <a:t>flags</a:t>
            </a:r>
            <a:r>
              <a:rPr lang="en-GB" sz="1200" spc="-25"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symbolic</a:t>
            </a:r>
            <a:r>
              <a:rPr lang="en-GB" spc="-40" dirty="0">
                <a:cs typeface="Segoe UI"/>
              </a:rPr>
              <a:t> </a:t>
            </a:r>
            <a:r>
              <a:rPr lang="en-GB" sz="1200" spc="-20" noProof="0" dirty="0">
                <a:latin typeface="+mn-lt"/>
                <a:cs typeface="Segoe UI"/>
              </a:rPr>
              <a:t>operators.</a:t>
            </a:r>
          </a:p>
          <a:p>
            <a:pPr marL="12700" marR="537845">
              <a:lnSpc>
                <a:spcPct val="150100"/>
              </a:lnSpc>
              <a:spcBef>
                <a:spcPts val="100"/>
              </a:spcBef>
            </a:pPr>
            <a:r>
              <a:rPr lang="en-GB" sz="1200" spc="-260" noProof="0" dirty="0">
                <a:latin typeface="+mn-lt"/>
                <a:cs typeface="Segoe UI"/>
              </a:rPr>
              <a:t> </a:t>
            </a:r>
            <a:r>
              <a:rPr lang="en-GB" sz="1200" spc="-15" noProof="0" dirty="0">
                <a:latin typeface="+mn-lt"/>
                <a:cs typeface="Segoe UI"/>
              </a:rPr>
              <a:t>The </a:t>
            </a:r>
            <a:r>
              <a:rPr lang="en-GB" sz="1200" spc="5" noProof="0" dirty="0">
                <a:latin typeface="+mn-lt"/>
                <a:cs typeface="Segoe UI"/>
              </a:rPr>
              <a:t>= </a:t>
            </a:r>
            <a:r>
              <a:rPr lang="en-GB" sz="1200" spc="-20" noProof="0" dirty="0">
                <a:latin typeface="+mn-lt"/>
                <a:cs typeface="Segoe UI"/>
              </a:rPr>
              <a:t>operator sets protections, </a:t>
            </a:r>
            <a:r>
              <a:rPr lang="en-GB" sz="1200" spc="5" noProof="0" dirty="0">
                <a:latin typeface="+mn-lt"/>
                <a:cs typeface="Segoe UI"/>
              </a:rPr>
              <a:t>+ </a:t>
            </a:r>
            <a:r>
              <a:rPr lang="en-GB" sz="1200" spc="-15" noProof="0" dirty="0">
                <a:latin typeface="+mn-lt"/>
                <a:cs typeface="Segoe UI"/>
              </a:rPr>
              <a:t>adds </a:t>
            </a:r>
            <a:r>
              <a:rPr lang="en-GB" sz="1200" spc="-20" noProof="0" dirty="0">
                <a:latin typeface="+mn-lt"/>
                <a:cs typeface="Segoe UI"/>
              </a:rPr>
              <a:t>protections </a:t>
            </a:r>
            <a:r>
              <a:rPr lang="en-GB" sz="1200" spc="-15" noProof="0" dirty="0">
                <a:latin typeface="+mn-lt"/>
                <a:cs typeface="Segoe UI"/>
              </a:rPr>
              <a:t>and </a:t>
            </a:r>
            <a:r>
              <a:rPr lang="en-GB" sz="1200" noProof="0" dirty="0">
                <a:latin typeface="+mn-lt"/>
                <a:cs typeface="Segoe UI"/>
              </a:rPr>
              <a:t>- </a:t>
            </a:r>
            <a:r>
              <a:rPr lang="en-GB" sz="1200" spc="-20" noProof="0" dirty="0">
                <a:latin typeface="+mn-lt"/>
                <a:cs typeface="Segoe UI"/>
              </a:rPr>
              <a:t>removes protections. </a:t>
            </a:r>
            <a:r>
              <a:rPr lang="en-GB" sz="1200" spc="-15" noProof="0" dirty="0">
                <a:latin typeface="+mn-lt"/>
                <a:cs typeface="Segoe UI"/>
              </a:rPr>
              <a:t> </a:t>
            </a:r>
            <a:r>
              <a:rPr lang="en-GB" sz="1200" spc="-10" noProof="0" dirty="0">
                <a:latin typeface="+mn-lt"/>
                <a:cs typeface="Segoe UI"/>
              </a:rPr>
              <a:t>u,</a:t>
            </a:r>
            <a:r>
              <a:rPr lang="en-GB" sz="1200" spc="-90" noProof="0" dirty="0">
                <a:latin typeface="+mn-lt"/>
                <a:cs typeface="Segoe UI"/>
              </a:rPr>
              <a:t> </a:t>
            </a:r>
            <a:r>
              <a:rPr lang="en-GB" sz="1200" noProof="0" dirty="0">
                <a:latin typeface="+mn-lt"/>
                <a:cs typeface="Segoe UI"/>
              </a:rPr>
              <a:t>g</a:t>
            </a:r>
            <a:r>
              <a:rPr lang="en-GB" sz="1200" spc="-30"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noProof="0" dirty="0">
                <a:latin typeface="+mn-lt"/>
                <a:cs typeface="Segoe UI"/>
              </a:rPr>
              <a:t>o</a:t>
            </a:r>
            <a:r>
              <a:rPr lang="en-GB" sz="1200" spc="-50" noProof="0" dirty="0">
                <a:latin typeface="+mn-lt"/>
                <a:cs typeface="Segoe UI"/>
              </a:rPr>
              <a:t> </a:t>
            </a:r>
            <a:r>
              <a:rPr lang="en-GB" sz="1200" spc="-20" noProof="0" dirty="0">
                <a:latin typeface="+mn-lt"/>
                <a:cs typeface="Segoe UI"/>
              </a:rPr>
              <a:t>specify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type</a:t>
            </a:r>
            <a:r>
              <a:rPr lang="en-GB" sz="1200" spc="-35"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spc="-15" noProof="0" dirty="0">
                <a:latin typeface="+mn-lt"/>
                <a:cs typeface="Segoe UI"/>
              </a:rPr>
              <a:t>user,</a:t>
            </a:r>
            <a:r>
              <a:rPr lang="en-GB" sz="1200" spc="-90" noProof="0" dirty="0">
                <a:latin typeface="+mn-lt"/>
                <a:cs typeface="Segoe UI"/>
              </a:rPr>
              <a:t> </a:t>
            </a:r>
            <a:r>
              <a:rPr lang="en-GB" sz="1200" spc="-15" noProof="0" dirty="0">
                <a:latin typeface="+mn-lt"/>
                <a:cs typeface="Segoe UI"/>
              </a:rPr>
              <a:t>and</a:t>
            </a:r>
            <a:r>
              <a:rPr lang="en-GB" sz="1200" spc="-30" noProof="0" dirty="0">
                <a:latin typeface="+mn-lt"/>
                <a:cs typeface="Segoe UI"/>
              </a:rPr>
              <a:t> </a:t>
            </a:r>
            <a:r>
              <a:rPr lang="en-GB" sz="1200" spc="-10" noProof="0" dirty="0">
                <a:latin typeface="+mn-lt"/>
                <a:cs typeface="Segoe UI"/>
              </a:rPr>
              <a:t>r,</a:t>
            </a:r>
            <a:r>
              <a:rPr lang="en-GB" sz="1200" spc="-65" noProof="0" dirty="0">
                <a:latin typeface="+mn-lt"/>
                <a:cs typeface="Segoe UI"/>
              </a:rPr>
              <a:t> </a:t>
            </a:r>
            <a:r>
              <a:rPr lang="en-GB" sz="1200" spc="5" noProof="0" dirty="0">
                <a:latin typeface="+mn-lt"/>
                <a:cs typeface="Segoe UI"/>
              </a:rPr>
              <a:t>w</a:t>
            </a:r>
            <a:r>
              <a:rPr lang="en-GB" sz="1200" spc="-45" noProof="0" dirty="0">
                <a:latin typeface="+mn-lt"/>
                <a:cs typeface="Segoe UI"/>
              </a:rPr>
              <a:t> </a:t>
            </a:r>
            <a:r>
              <a:rPr lang="en-GB" sz="1200" spc="-15" noProof="0" dirty="0">
                <a:latin typeface="+mn-lt"/>
                <a:cs typeface="Segoe UI"/>
              </a:rPr>
              <a:t>and</a:t>
            </a:r>
            <a:r>
              <a:rPr lang="en-GB" sz="1200" spc="-30" noProof="0" dirty="0">
                <a:latin typeface="+mn-lt"/>
                <a:cs typeface="Segoe UI"/>
              </a:rPr>
              <a:t> </a:t>
            </a:r>
            <a:r>
              <a:rPr lang="en-GB" sz="1200" noProof="0" dirty="0">
                <a:latin typeface="+mn-lt"/>
                <a:cs typeface="Segoe UI"/>
              </a:rPr>
              <a:t>x</a:t>
            </a:r>
            <a:r>
              <a:rPr lang="en-GB" sz="1200" spc="-40" noProof="0" dirty="0">
                <a:latin typeface="+mn-lt"/>
                <a:cs typeface="Segoe UI"/>
              </a:rPr>
              <a:t> </a:t>
            </a:r>
            <a:r>
              <a:rPr lang="en-GB" sz="1200" spc="-20" noProof="0" dirty="0">
                <a:latin typeface="+mn-lt"/>
                <a:cs typeface="Segoe UI"/>
              </a:rPr>
              <a:t>specify</a:t>
            </a:r>
            <a:r>
              <a:rPr lang="en-GB" sz="1200" spc="-4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5" noProof="0" dirty="0">
                <a:latin typeface="+mn-lt"/>
                <a:cs typeface="Segoe UI"/>
              </a:rPr>
              <a:t>access</a:t>
            </a:r>
            <a:r>
              <a:rPr lang="en-GB" sz="1200" spc="-30" noProof="0" dirty="0">
                <a:latin typeface="+mn-lt"/>
                <a:cs typeface="Segoe UI"/>
              </a:rPr>
              <a:t> </a:t>
            </a:r>
            <a:r>
              <a:rPr lang="en-GB" sz="1200" spc="-20" noProof="0" dirty="0">
                <a:latin typeface="+mn-lt"/>
                <a:cs typeface="Segoe UI"/>
              </a:rPr>
              <a:t>flag.</a:t>
            </a:r>
            <a:endParaRPr lang="en-GB" sz="1200" noProof="0" dirty="0">
              <a:latin typeface="+mn-lt"/>
              <a:cs typeface="Segoe UI"/>
            </a:endParaRPr>
          </a:p>
          <a:p>
            <a:pPr marL="12700" marR="5080">
              <a:lnSpc>
                <a:spcPct val="150000"/>
              </a:lnSpc>
            </a:pPr>
            <a:r>
              <a:rPr lang="en-GB" sz="1200" spc="-20" noProof="0" dirty="0">
                <a:latin typeface="+mn-lt"/>
                <a:cs typeface="Segoe UI"/>
              </a:rPr>
              <a:t>Multiple</a:t>
            </a:r>
            <a:r>
              <a:rPr lang="en-GB" sz="1200" spc="-85" noProof="0" dirty="0">
                <a:latin typeface="+mn-lt"/>
                <a:cs typeface="Segoe UI"/>
              </a:rPr>
              <a:t> </a:t>
            </a:r>
            <a:r>
              <a:rPr lang="en-GB" sz="1200" spc="-20" noProof="0" dirty="0">
                <a:latin typeface="+mn-lt"/>
                <a:cs typeface="Segoe UI"/>
              </a:rPr>
              <a:t>changes</a:t>
            </a:r>
            <a:r>
              <a:rPr lang="en-GB" sz="1200" spc="-55" noProof="0" dirty="0">
                <a:latin typeface="+mn-lt"/>
                <a:cs typeface="Segoe UI"/>
              </a:rPr>
              <a:t> </a:t>
            </a:r>
            <a:r>
              <a:rPr lang="en-GB" sz="1200" spc="-20" noProof="0" dirty="0">
                <a:latin typeface="+mn-lt"/>
                <a:cs typeface="Segoe UI"/>
              </a:rPr>
              <a:t>can</a:t>
            </a:r>
            <a:r>
              <a:rPr lang="en-GB" sz="1200" spc="-5" noProof="0" dirty="0">
                <a:latin typeface="+mn-lt"/>
                <a:cs typeface="Segoe UI"/>
              </a:rPr>
              <a:t> </a:t>
            </a:r>
            <a:r>
              <a:rPr lang="en-GB" sz="1200" spc="-10" noProof="0" dirty="0">
                <a:latin typeface="+mn-lt"/>
                <a:cs typeface="Segoe UI"/>
              </a:rPr>
              <a:t>be</a:t>
            </a:r>
            <a:r>
              <a:rPr lang="en-GB" sz="1200" spc="-60" noProof="0" dirty="0">
                <a:latin typeface="+mn-lt"/>
                <a:cs typeface="Segoe UI"/>
              </a:rPr>
              <a:t> </a:t>
            </a:r>
            <a:r>
              <a:rPr lang="en-GB" sz="1200" spc="-20" noProof="0" dirty="0">
                <a:latin typeface="+mn-lt"/>
                <a:cs typeface="Segoe UI"/>
              </a:rPr>
              <a:t>applied</a:t>
            </a:r>
            <a:r>
              <a:rPr lang="en-GB" sz="1200" spc="-50"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10" noProof="0" dirty="0">
                <a:latin typeface="+mn-lt"/>
                <a:cs typeface="Segoe UI"/>
              </a:rPr>
              <a:t>one</a:t>
            </a:r>
            <a:r>
              <a:rPr lang="en-GB" sz="1200" spc="-60" noProof="0" dirty="0">
                <a:latin typeface="+mn-lt"/>
                <a:cs typeface="Segoe UI"/>
              </a:rPr>
              <a:t> </a:t>
            </a:r>
            <a:r>
              <a:rPr lang="en-GB" sz="1200" spc="-20" noProof="0" dirty="0">
                <a:latin typeface="+mn-lt"/>
                <a:cs typeface="Segoe UI"/>
              </a:rPr>
              <a:t>command</a:t>
            </a:r>
            <a:r>
              <a:rPr lang="en-GB" sz="1200" spc="-30" noProof="0" dirty="0">
                <a:latin typeface="+mn-lt"/>
                <a:cs typeface="Segoe UI"/>
              </a:rPr>
              <a:t> </a:t>
            </a:r>
            <a:r>
              <a:rPr lang="en-GB" sz="1200" spc="-15" noProof="0" dirty="0">
                <a:latin typeface="+mn-lt"/>
                <a:cs typeface="Segoe UI"/>
              </a:rPr>
              <a:t>using</a:t>
            </a:r>
            <a:r>
              <a:rPr lang="en-GB" sz="1200" spc="-80" noProof="0" dirty="0">
                <a:latin typeface="+mn-lt"/>
                <a:cs typeface="Segoe UI"/>
              </a:rPr>
              <a:t> </a:t>
            </a:r>
            <a:r>
              <a:rPr lang="en-GB" sz="1200" noProof="0" dirty="0">
                <a:latin typeface="+mn-lt"/>
                <a:cs typeface="Segoe UI"/>
              </a:rPr>
              <a:t>a</a:t>
            </a:r>
            <a:r>
              <a:rPr lang="en-GB" sz="1200" spc="-15" noProof="0" dirty="0">
                <a:latin typeface="+mn-lt"/>
                <a:cs typeface="Segoe UI"/>
              </a:rPr>
              <a:t> </a:t>
            </a:r>
            <a:r>
              <a:rPr lang="en-GB" sz="1200" spc="-20" noProof="0" dirty="0">
                <a:latin typeface="+mn-lt"/>
                <a:cs typeface="Segoe UI"/>
              </a:rPr>
              <a:t>comma</a:t>
            </a:r>
            <a:r>
              <a:rPr lang="en-GB" sz="1200" spc="-45"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20" noProof="0" dirty="0">
                <a:latin typeface="+mn-lt"/>
                <a:cs typeface="Segoe UI"/>
              </a:rPr>
              <a:t>separate</a:t>
            </a:r>
            <a:r>
              <a:rPr lang="en-GB" sz="1200" spc="-3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changes. </a:t>
            </a:r>
            <a:r>
              <a:rPr lang="en-GB" sz="1200" spc="-254" noProof="0" dirty="0">
                <a:latin typeface="+mn-lt"/>
                <a:cs typeface="Segoe UI"/>
              </a:rPr>
              <a:t> </a:t>
            </a:r>
            <a:r>
              <a:rPr lang="en-GB" sz="1200" spc="-20" noProof="0" dirty="0">
                <a:latin typeface="+mn-lt"/>
                <a:cs typeface="Segoe UI"/>
              </a:rPr>
              <a:t>Some</a:t>
            </a:r>
            <a:r>
              <a:rPr lang="en-GB" sz="1200" spc="-65" noProof="0" dirty="0">
                <a:latin typeface="+mn-lt"/>
                <a:cs typeface="Segoe UI"/>
              </a:rPr>
              <a:t> </a:t>
            </a:r>
            <a:r>
              <a:rPr lang="en-GB" sz="1200" spc="-25" noProof="0" dirty="0">
                <a:latin typeface="+mn-lt"/>
                <a:cs typeface="Segoe UI"/>
              </a:rPr>
              <a:t>examples:</a:t>
            </a:r>
          </a:p>
          <a:p>
            <a:pPr marL="12700" marR="5080" indent="8890">
              <a:lnSpc>
                <a:spcPct val="100000"/>
              </a:lnSpc>
              <a:spcBef>
                <a:spcPts val="290"/>
              </a:spcBef>
            </a:pPr>
            <a:r>
              <a:rPr lang="en-US" sz="1200" spc="-10" noProof="0" dirty="0" err="1">
                <a:latin typeface="+mn-lt"/>
                <a:cs typeface="Segoe UI"/>
              </a:rPr>
              <a:t>chmod</a:t>
            </a:r>
            <a:r>
              <a:rPr lang="en-US" sz="1200" spc="-10" noProof="0" dirty="0">
                <a:latin typeface="+mn-lt"/>
                <a:cs typeface="Segoe UI"/>
              </a:rPr>
              <a:t> +x		add execute permission for all</a:t>
            </a:r>
          </a:p>
          <a:p>
            <a:pPr marL="12700" marR="5080" indent="8890">
              <a:lnSpc>
                <a:spcPct val="100000"/>
              </a:lnSpc>
              <a:spcBef>
                <a:spcPts val="290"/>
              </a:spcBef>
            </a:pPr>
            <a:r>
              <a:rPr lang="en-US" sz="1200" spc="-10" noProof="0" dirty="0" err="1">
                <a:latin typeface="+mn-lt"/>
                <a:cs typeface="Segoe UI"/>
              </a:rPr>
              <a:t>chmod</a:t>
            </a:r>
            <a:r>
              <a:rPr lang="en-US" sz="1200" spc="-10" noProof="0" dirty="0">
                <a:latin typeface="+mn-lt"/>
                <a:cs typeface="Segoe UI"/>
              </a:rPr>
              <a:t> </a:t>
            </a:r>
            <a:r>
              <a:rPr lang="en-US" sz="1200" spc="-10" noProof="0" dirty="0" err="1">
                <a:latin typeface="+mn-lt"/>
                <a:cs typeface="Segoe UI"/>
              </a:rPr>
              <a:t>g+rw</a:t>
            </a:r>
            <a:r>
              <a:rPr lang="en-US" sz="1200" spc="-10" noProof="0" dirty="0">
                <a:latin typeface="+mn-lt"/>
                <a:cs typeface="Segoe UI"/>
              </a:rPr>
              <a:t> 	dd read and write permission for group</a:t>
            </a:r>
          </a:p>
          <a:p>
            <a:pPr marL="12700" marR="5080" indent="8890">
              <a:lnSpc>
                <a:spcPct val="100000"/>
              </a:lnSpc>
              <a:spcBef>
                <a:spcPts val="290"/>
              </a:spcBef>
            </a:pPr>
            <a:r>
              <a:rPr lang="en-US" sz="1200" spc="-10" noProof="0" dirty="0" err="1">
                <a:latin typeface="+mn-lt"/>
                <a:cs typeface="Segoe UI"/>
              </a:rPr>
              <a:t>chmod</a:t>
            </a:r>
            <a:r>
              <a:rPr lang="en-US" sz="1200" spc="-10" noProof="0" dirty="0">
                <a:latin typeface="+mn-lt"/>
                <a:cs typeface="Segoe UI"/>
              </a:rPr>
              <a:t> ug-w		remove write permission for user and group</a:t>
            </a:r>
          </a:p>
          <a:p>
            <a:pPr marL="12700" marR="5080" indent="8890">
              <a:lnSpc>
                <a:spcPct val="100000"/>
              </a:lnSpc>
              <a:spcBef>
                <a:spcPts val="290"/>
              </a:spcBef>
            </a:pPr>
            <a:r>
              <a:rPr lang="en-US" sz="1200" spc="-10" noProof="0" dirty="0" err="1">
                <a:latin typeface="+mn-lt"/>
                <a:cs typeface="Segoe UI"/>
              </a:rPr>
              <a:t>chmod</a:t>
            </a:r>
            <a:r>
              <a:rPr lang="en-US" sz="1200" spc="-10" noProof="0" dirty="0">
                <a:latin typeface="+mn-lt"/>
                <a:cs typeface="Segoe UI"/>
              </a:rPr>
              <a:t> </a:t>
            </a:r>
            <a:r>
              <a:rPr lang="en-US" sz="1200" spc="-10" noProof="0" dirty="0" err="1">
                <a:latin typeface="+mn-lt"/>
                <a:cs typeface="Segoe UI"/>
              </a:rPr>
              <a:t>og</a:t>
            </a:r>
            <a:r>
              <a:rPr lang="en-US" sz="1200" spc="-10" noProof="0" dirty="0">
                <a:latin typeface="+mn-lt"/>
                <a:cs typeface="Segoe UI"/>
              </a:rPr>
              <a:t>=</a:t>
            </a:r>
            <a:r>
              <a:rPr lang="en-US" sz="1200" spc="-10" noProof="0" dirty="0" err="1">
                <a:latin typeface="+mn-lt"/>
                <a:cs typeface="Segoe UI"/>
              </a:rPr>
              <a:t>rx</a:t>
            </a:r>
            <a:r>
              <a:rPr lang="en-US" sz="1200" spc="-10" noProof="0" dirty="0">
                <a:latin typeface="+mn-lt"/>
                <a:cs typeface="Segoe UI"/>
              </a:rPr>
              <a:t>	set other and group access to read and execute </a:t>
            </a:r>
          </a:p>
          <a:p>
            <a:pPr marL="12700" marR="5080" indent="8890">
              <a:lnSpc>
                <a:spcPct val="100000"/>
              </a:lnSpc>
              <a:spcBef>
                <a:spcPts val="290"/>
              </a:spcBef>
            </a:pPr>
            <a:r>
              <a:rPr lang="en-US" sz="1200" spc="-10" noProof="0" dirty="0">
                <a:latin typeface="+mn-lt"/>
                <a:cs typeface="Segoe UI"/>
              </a:rPr>
              <a:t>		(removing write permission if set)</a:t>
            </a:r>
          </a:p>
          <a:p>
            <a:pPr marL="12700" marR="5080" indent="8890">
              <a:lnSpc>
                <a:spcPct val="100000"/>
              </a:lnSpc>
              <a:spcBef>
                <a:spcPts val="290"/>
              </a:spcBef>
            </a:pPr>
            <a:r>
              <a:rPr lang="en-US" sz="1200" spc="-10" noProof="0" dirty="0" err="1">
                <a:latin typeface="+mn-lt"/>
                <a:cs typeface="Segoe UI"/>
              </a:rPr>
              <a:t>chmod</a:t>
            </a:r>
            <a:r>
              <a:rPr lang="en-US" sz="1200" spc="-10" noProof="0" dirty="0">
                <a:latin typeface="+mn-lt"/>
                <a:cs typeface="Segoe UI"/>
              </a:rPr>
              <a:t> </a:t>
            </a:r>
            <a:r>
              <a:rPr lang="en-US" sz="1200" spc="-10" noProof="0" dirty="0" err="1">
                <a:latin typeface="+mn-lt"/>
                <a:cs typeface="Segoe UI"/>
              </a:rPr>
              <a:t>ug+x,o-rwx</a:t>
            </a:r>
            <a:r>
              <a:rPr lang="en-US" sz="1200" spc="-10" noProof="0" dirty="0">
                <a:latin typeface="+mn-lt"/>
                <a:cs typeface="Segoe UI"/>
              </a:rPr>
              <a:t>	add execute permission for user and group.</a:t>
            </a:r>
          </a:p>
          <a:p>
            <a:pPr marL="12700" marR="5080" indent="8890">
              <a:lnSpc>
                <a:spcPct val="100000"/>
              </a:lnSpc>
              <a:spcBef>
                <a:spcPts val="290"/>
              </a:spcBef>
            </a:pPr>
            <a:r>
              <a:rPr lang="en-US" sz="1200" spc="-10" noProof="0" dirty="0">
                <a:latin typeface="+mn-lt"/>
                <a:cs typeface="Segoe UI"/>
              </a:rPr>
              <a:t>		Remove all permissions for others.</a:t>
            </a:r>
            <a:endParaRPr lang="en-GB" noProof="0" dirty="0">
              <a:latin typeface="+mn-lt"/>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1590162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Answers:</a:t>
            </a:r>
          </a:p>
          <a:p>
            <a:pPr marL="228600" indent="-228600">
              <a:buFont typeface="+mj-lt"/>
              <a:buAutoNum type="arabicPeriod"/>
            </a:pPr>
            <a:r>
              <a:rPr lang="en-GB" noProof="0" dirty="0"/>
              <a:t>Add execute permission for user</a:t>
            </a:r>
          </a:p>
          <a:p>
            <a:pPr marL="228600" indent="-228600">
              <a:buFont typeface="+mj-lt"/>
              <a:buAutoNum type="arabicPeriod"/>
            </a:pPr>
            <a:r>
              <a:rPr lang="en-GB" noProof="0" dirty="0"/>
              <a:t>Add read permission to everybody</a:t>
            </a:r>
          </a:p>
          <a:p>
            <a:pPr marL="228600" indent="-228600">
              <a:buFont typeface="+mj-lt"/>
              <a:buAutoNum type="arabicPeriod"/>
            </a:pPr>
            <a:r>
              <a:rPr lang="en-GB" noProof="0" dirty="0"/>
              <a:t>Add read and write permission to group</a:t>
            </a:r>
          </a:p>
          <a:p>
            <a:pPr marL="228600" indent="-228600">
              <a:buFont typeface="+mj-lt"/>
              <a:buAutoNum type="arabicPeriod"/>
            </a:pPr>
            <a:r>
              <a:rPr lang="en-GB" noProof="0" dirty="0"/>
              <a:t>Remove write permission from group and others</a:t>
            </a:r>
          </a:p>
          <a:p>
            <a:pPr marL="228600" indent="-228600">
              <a:buFont typeface="+mj-lt"/>
              <a:buAutoNum type="arabicPeriod"/>
            </a:pPr>
            <a:r>
              <a:rPr lang="en-GB" noProof="0" dirty="0"/>
              <a:t> Remove write and execute from others, recursively</a:t>
            </a:r>
          </a:p>
          <a:p>
            <a:pPr marL="228600" indent="-228600">
              <a:buFont typeface="+mj-lt"/>
              <a:buAutoNum type="arabicPeriod"/>
            </a:pPr>
            <a:r>
              <a:rPr lang="en-GB" noProof="0" dirty="0"/>
              <a:t> Set read / execute permissions for group and others</a:t>
            </a:r>
          </a:p>
          <a:p>
            <a:pPr marL="228600" indent="-228600">
              <a:buFont typeface="+mj-lt"/>
              <a:buAutoNum type="arabicPeriod"/>
            </a:pPr>
            <a:r>
              <a:rPr lang="en-GB" noProof="0" dirty="0"/>
              <a:t> Remove all permissions from group and others</a:t>
            </a: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a:p>
        </p:txBody>
      </p:sp>
      <p:sp>
        <p:nvSpPr>
          <p:cNvPr id="6" name="Slide Image Placeholder 5">
            <a:extLst>
              <a:ext uri="{FF2B5EF4-FFF2-40B4-BE49-F238E27FC236}">
                <a16:creationId xmlns:a16="http://schemas.microsoft.com/office/drawing/2014/main" id="{6A24147A-8896-3DE7-4C33-DA30B03EB7E3}"/>
              </a:ext>
            </a:extLst>
          </p:cNvPr>
          <p:cNvSpPr>
            <a:spLocks noGrp="1" noRot="1" noChangeAspect="1"/>
          </p:cNvSpPr>
          <p:nvPr>
            <p:ph type="sldImg"/>
          </p:nvPr>
        </p:nvSpPr>
        <p:spPr/>
      </p:sp>
    </p:spTree>
    <p:extLst>
      <p:ext uri="{BB962C8B-B14F-4D97-AF65-F5344CB8AC3E}">
        <p14:creationId xmlns:p14="http://schemas.microsoft.com/office/powerpoint/2010/main" val="18060123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151548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Answers:</a:t>
            </a:r>
          </a:p>
          <a:p>
            <a:pPr marL="228600" indent="-228600">
              <a:buFont typeface="+mj-lt"/>
              <a:buAutoNum type="arabicPeriod"/>
            </a:pPr>
            <a:r>
              <a:rPr lang="en-GB" noProof="0" dirty="0"/>
              <a:t>Sets read permission to everybody</a:t>
            </a:r>
          </a:p>
          <a:p>
            <a:pPr marL="228600" indent="-228600">
              <a:buFont typeface="+mj-lt"/>
              <a:buAutoNum type="arabicPeriod"/>
            </a:pPr>
            <a:r>
              <a:rPr lang="en-GB" noProof="0" dirty="0"/>
              <a:t>Sets read and write to user, read permission to group and other</a:t>
            </a:r>
          </a:p>
          <a:p>
            <a:pPr marL="228600" indent="-228600">
              <a:buFont typeface="+mj-lt"/>
              <a:buAutoNum type="arabicPeriod"/>
            </a:pPr>
            <a:r>
              <a:rPr lang="en-GB" noProof="0" dirty="0"/>
              <a:t>Sets all permission to user  read to group and other, recursively</a:t>
            </a:r>
          </a:p>
          <a:p>
            <a:pPr marL="228600" indent="-228600">
              <a:buFont typeface="+mj-lt"/>
              <a:buAutoNum type="arabicPeriod"/>
            </a:pPr>
            <a:r>
              <a:rPr lang="en-GB" noProof="0" dirty="0"/>
              <a:t>Sets all permission to user  read and execute to group and other</a:t>
            </a:r>
          </a:p>
          <a:p>
            <a:pPr marL="228600" indent="-228600">
              <a:buFont typeface="+mj-lt"/>
              <a:buAutoNum type="arabicPeriod"/>
            </a:pPr>
            <a:r>
              <a:rPr lang="en-GB" noProof="0" dirty="0"/>
              <a:t>Sets all permission to user  nothing to group and other</a:t>
            </a:r>
          </a:p>
          <a:p>
            <a:pPr marL="228600" indent="-228600">
              <a:buFont typeface="+mj-lt"/>
              <a:buAutoNum type="arabicPeriod"/>
            </a:pPr>
            <a:r>
              <a:rPr lang="en-GB" noProof="0" dirty="0"/>
              <a:t>Sets all permission to user  read and execute to group and read to other</a:t>
            </a:r>
          </a:p>
          <a:p>
            <a:endParaRPr lang="en-GB" noProof="0" dirty="0"/>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17</a:t>
            </a:fld>
            <a:endParaRPr lang="en-GB"/>
          </a:p>
        </p:txBody>
      </p:sp>
      <p:sp>
        <p:nvSpPr>
          <p:cNvPr id="6" name="Slide Image Placeholder 5">
            <a:extLst>
              <a:ext uri="{FF2B5EF4-FFF2-40B4-BE49-F238E27FC236}">
                <a16:creationId xmlns:a16="http://schemas.microsoft.com/office/drawing/2014/main" id="{3E40A91E-3E02-DA97-241A-1BD3D46CFE2A}"/>
              </a:ext>
            </a:extLst>
          </p:cNvPr>
          <p:cNvSpPr>
            <a:spLocks noGrp="1" noRot="1" noChangeAspect="1"/>
          </p:cNvSpPr>
          <p:nvPr>
            <p:ph type="sldImg"/>
          </p:nvPr>
        </p:nvSpPr>
        <p:spPr/>
      </p:sp>
    </p:spTree>
    <p:extLst>
      <p:ext uri="{BB962C8B-B14F-4D97-AF65-F5344CB8AC3E}">
        <p14:creationId xmlns:p14="http://schemas.microsoft.com/office/powerpoint/2010/main" val="21041107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18</a:t>
            </a:fld>
            <a:endParaRPr lang="en-GB" dirty="0"/>
          </a:p>
        </p:txBody>
      </p:sp>
    </p:spTree>
    <p:extLst>
      <p:ext uri="{BB962C8B-B14F-4D97-AF65-F5344CB8AC3E}">
        <p14:creationId xmlns:p14="http://schemas.microsoft.com/office/powerpoint/2010/main" val="40285257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19</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22985584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46355">
              <a:lnSpc>
                <a:spcPct val="100000"/>
              </a:lnSpc>
              <a:spcBef>
                <a:spcPts val="105"/>
              </a:spcBef>
            </a:pPr>
            <a:r>
              <a:rPr lang="en-GB" sz="1200" spc="-25" noProof="0" dirty="0">
                <a:latin typeface="+mn-lt"/>
                <a:cs typeface="Segoe UI"/>
              </a:rPr>
              <a:t>Newly </a:t>
            </a:r>
            <a:r>
              <a:rPr lang="en-GB" sz="1200" spc="-20" noProof="0" dirty="0">
                <a:latin typeface="+mn-lt"/>
                <a:cs typeface="Segoe UI"/>
              </a:rPr>
              <a:t>created </a:t>
            </a:r>
            <a:r>
              <a:rPr lang="en-GB" sz="1200" spc="-25" noProof="0" dirty="0">
                <a:latin typeface="+mn-lt"/>
                <a:cs typeface="Segoe UI"/>
              </a:rPr>
              <a:t>files </a:t>
            </a:r>
            <a:r>
              <a:rPr lang="en-GB" sz="1200" spc="-15" noProof="0" dirty="0">
                <a:latin typeface="+mn-lt"/>
                <a:cs typeface="Segoe UI"/>
              </a:rPr>
              <a:t>and </a:t>
            </a:r>
            <a:r>
              <a:rPr lang="en-GB" sz="1200" spc="-20" noProof="0" dirty="0">
                <a:latin typeface="+mn-lt"/>
                <a:cs typeface="Segoe UI"/>
              </a:rPr>
              <a:t>directories </a:t>
            </a:r>
            <a:r>
              <a:rPr lang="en-GB" sz="1200" spc="-15" noProof="0" dirty="0">
                <a:latin typeface="+mn-lt"/>
                <a:cs typeface="Segoe UI"/>
              </a:rPr>
              <a:t>get </a:t>
            </a:r>
            <a:r>
              <a:rPr lang="en-GB" sz="1200" noProof="0" dirty="0">
                <a:latin typeface="+mn-lt"/>
                <a:cs typeface="Segoe UI"/>
              </a:rPr>
              <a:t>a </a:t>
            </a:r>
            <a:r>
              <a:rPr lang="en-GB" sz="1200" spc="-15" noProof="0" dirty="0">
                <a:latin typeface="+mn-lt"/>
                <a:cs typeface="Segoe UI"/>
              </a:rPr>
              <a:t>set </a:t>
            </a:r>
            <a:r>
              <a:rPr lang="en-GB" sz="1200" spc="-10" noProof="0" dirty="0">
                <a:latin typeface="+mn-lt"/>
                <a:cs typeface="Segoe UI"/>
              </a:rPr>
              <a:t>of </a:t>
            </a:r>
            <a:r>
              <a:rPr lang="en-GB" sz="1200" spc="-20" noProof="0" dirty="0">
                <a:latin typeface="+mn-lt"/>
                <a:cs typeface="Segoe UI"/>
              </a:rPr>
              <a:t>permissions defined </a:t>
            </a:r>
            <a:r>
              <a:rPr lang="en-GB" sz="1200" spc="-10" noProof="0" dirty="0">
                <a:latin typeface="+mn-lt"/>
                <a:cs typeface="Segoe UI"/>
              </a:rPr>
              <a:t>by </a:t>
            </a:r>
            <a:r>
              <a:rPr lang="en-GB" sz="1200" spc="-15" noProof="0" dirty="0">
                <a:latin typeface="+mn-lt"/>
                <a:cs typeface="Segoe UI"/>
              </a:rPr>
              <a:t>the </a:t>
            </a:r>
            <a:r>
              <a:rPr lang="en-GB" sz="1200" spc="-25" noProof="0" dirty="0">
                <a:latin typeface="+mn-lt"/>
                <a:cs typeface="Segoe UI"/>
              </a:rPr>
              <a:t>creating </a:t>
            </a:r>
            <a:r>
              <a:rPr lang="en-GB" sz="1200" spc="-20" noProof="0" dirty="0">
                <a:latin typeface="+mn-lt"/>
                <a:cs typeface="Segoe UI"/>
              </a:rPr>
              <a:t>program.</a:t>
            </a:r>
          </a:p>
          <a:p>
            <a:pPr marL="12700" marR="46355">
              <a:lnSpc>
                <a:spcPct val="100000"/>
              </a:lnSpc>
              <a:spcBef>
                <a:spcPts val="105"/>
              </a:spcBef>
            </a:pPr>
            <a:r>
              <a:rPr lang="en-GB" sz="1200" spc="-15" noProof="0" dirty="0">
                <a:latin typeface="+mn-lt"/>
                <a:cs typeface="Segoe UI"/>
              </a:rPr>
              <a:t>These </a:t>
            </a:r>
            <a:r>
              <a:rPr lang="en-GB" sz="1200" spc="-10" noProof="0" dirty="0">
                <a:latin typeface="+mn-lt"/>
                <a:cs typeface="Segoe UI"/>
              </a:rPr>
              <a:t> </a:t>
            </a:r>
            <a:r>
              <a:rPr lang="en-GB" sz="1200" spc="-20" noProof="0" dirty="0">
                <a:latin typeface="+mn-lt"/>
                <a:cs typeface="Segoe UI"/>
              </a:rPr>
              <a:t>permissions may </a:t>
            </a:r>
            <a:r>
              <a:rPr lang="en-GB" sz="1200" spc="-5" noProof="0" dirty="0">
                <a:latin typeface="+mn-lt"/>
                <a:cs typeface="Segoe UI"/>
              </a:rPr>
              <a:t>be </a:t>
            </a:r>
            <a:r>
              <a:rPr lang="en-GB" sz="1200" spc="-20" noProof="0" dirty="0">
                <a:latin typeface="+mn-lt"/>
                <a:cs typeface="Segoe UI"/>
              </a:rPr>
              <a:t>controlled </a:t>
            </a:r>
            <a:r>
              <a:rPr lang="en-GB" sz="1200" spc="-5" noProof="0" dirty="0">
                <a:latin typeface="+mn-lt"/>
                <a:cs typeface="Segoe UI"/>
              </a:rPr>
              <a:t>by </a:t>
            </a:r>
            <a:r>
              <a:rPr lang="en-GB" sz="1200" spc="-20" noProof="0" dirty="0">
                <a:latin typeface="+mn-lt"/>
                <a:cs typeface="Segoe UI"/>
              </a:rPr>
              <a:t>the </a:t>
            </a:r>
            <a:r>
              <a:rPr lang="en-GB" sz="1200" spc="-20" noProof="0" dirty="0" err="1">
                <a:latin typeface="+mn-lt"/>
                <a:cs typeface="Segoe UI"/>
              </a:rPr>
              <a:t>umask</a:t>
            </a:r>
            <a:r>
              <a:rPr lang="en-GB" sz="1200" spc="-20" noProof="0" dirty="0">
                <a:latin typeface="+mn-lt"/>
                <a:cs typeface="Segoe UI"/>
              </a:rPr>
              <a:t> command. </a:t>
            </a:r>
            <a:r>
              <a:rPr lang="en-GB" sz="1200" spc="-20" noProof="0" dirty="0" err="1">
                <a:latin typeface="+mn-lt"/>
                <a:cs typeface="Segoe UI"/>
              </a:rPr>
              <a:t>umask</a:t>
            </a:r>
            <a:r>
              <a:rPr lang="en-GB" sz="1200" spc="-20" noProof="0" dirty="0">
                <a:latin typeface="+mn-lt"/>
                <a:cs typeface="Segoe UI"/>
              </a:rPr>
              <a:t> modifies the file creation permissions </a:t>
            </a:r>
            <a:r>
              <a:rPr lang="en-GB" sz="1200" spc="-15" noProof="0" dirty="0">
                <a:latin typeface="+mn-lt"/>
                <a:cs typeface="Segoe UI"/>
              </a:rPr>
              <a:t>set </a:t>
            </a:r>
            <a:r>
              <a:rPr lang="en-GB" sz="1200" spc="-260" noProof="0" dirty="0">
                <a:latin typeface="+mn-lt"/>
                <a:cs typeface="Segoe UI"/>
              </a:rPr>
              <a:t> </a:t>
            </a:r>
            <a:r>
              <a:rPr lang="en-GB" sz="1200" spc="-10" noProof="0" dirty="0">
                <a:latin typeface="+mn-lt"/>
                <a:cs typeface="Segoe UI"/>
              </a:rPr>
              <a:t>by</a:t>
            </a:r>
            <a:r>
              <a:rPr lang="en-GB" sz="1200" spc="-7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program</a:t>
            </a:r>
            <a:r>
              <a:rPr lang="en-GB" sz="1200" spc="-65" noProof="0" dirty="0">
                <a:latin typeface="+mn-lt"/>
                <a:cs typeface="Segoe UI"/>
              </a:rPr>
              <a:t> </a:t>
            </a:r>
            <a:r>
              <a:rPr lang="en-GB" sz="1200" spc="-20" noProof="0" dirty="0">
                <a:latin typeface="+mn-lt"/>
                <a:cs typeface="Segoe UI"/>
              </a:rPr>
              <a:t>(usually</a:t>
            </a:r>
            <a:r>
              <a:rPr lang="en-GB" sz="1200" spc="-55" noProof="0" dirty="0">
                <a:latin typeface="+mn-lt"/>
                <a:cs typeface="Segoe UI"/>
              </a:rPr>
              <a:t> </a:t>
            </a:r>
            <a:r>
              <a:rPr lang="en-GB" sz="1200" spc="-20" noProof="0" dirty="0" err="1">
                <a:latin typeface="+mn-lt"/>
                <a:cs typeface="Segoe UI"/>
              </a:rPr>
              <a:t>rw-rw-rw</a:t>
            </a:r>
            <a:r>
              <a:rPr lang="en-GB" sz="1200" spc="-20" noProof="0" dirty="0">
                <a:latin typeface="+mn-lt"/>
                <a:cs typeface="Segoe UI"/>
              </a:rPr>
              <a:t>-)</a:t>
            </a:r>
            <a:r>
              <a:rPr lang="en-GB" sz="1200" spc="-25" noProof="0" dirty="0">
                <a:latin typeface="+mn-lt"/>
                <a:cs typeface="Segoe UI"/>
              </a:rPr>
              <a:t> </a:t>
            </a:r>
            <a:r>
              <a:rPr lang="en-GB" sz="1200" spc="-10" noProof="0" dirty="0">
                <a:latin typeface="+mn-lt"/>
                <a:cs typeface="Segoe UI"/>
              </a:rPr>
              <a:t>by</a:t>
            </a:r>
            <a:r>
              <a:rPr lang="en-GB" sz="1200" spc="-70" noProof="0" dirty="0">
                <a:latin typeface="+mn-lt"/>
                <a:cs typeface="Segoe UI"/>
              </a:rPr>
              <a:t> </a:t>
            </a:r>
            <a:r>
              <a:rPr lang="en-GB" sz="1200" spc="-25" noProof="0" dirty="0">
                <a:latin typeface="+mn-lt"/>
                <a:cs typeface="Segoe UI"/>
              </a:rPr>
              <a:t>clearing </a:t>
            </a:r>
            <a:r>
              <a:rPr lang="en-GB" sz="1200" spc="-15" noProof="0" dirty="0">
                <a:latin typeface="+mn-lt"/>
                <a:cs typeface="Segoe UI"/>
              </a:rPr>
              <a:t>down</a:t>
            </a:r>
            <a:r>
              <a:rPr lang="en-GB" sz="1200" spc="-50" noProof="0" dirty="0">
                <a:latin typeface="+mn-lt"/>
                <a:cs typeface="Segoe UI"/>
              </a:rPr>
              <a:t> </a:t>
            </a:r>
            <a:r>
              <a:rPr lang="en-GB" sz="1200" spc="-20" noProof="0" dirty="0">
                <a:latin typeface="+mn-lt"/>
                <a:cs typeface="Segoe UI"/>
              </a:rPr>
              <a:t>permissions</a:t>
            </a:r>
            <a:r>
              <a:rPr lang="en-GB" sz="1200" spc="-80" noProof="0" dirty="0">
                <a:latin typeface="+mn-lt"/>
                <a:cs typeface="Segoe UI"/>
              </a:rPr>
              <a:t> </a:t>
            </a:r>
            <a:r>
              <a:rPr lang="en-GB" sz="1200" spc="-15" noProof="0" dirty="0">
                <a:latin typeface="+mn-lt"/>
                <a:cs typeface="Segoe UI"/>
              </a:rPr>
              <a:t>whose</a:t>
            </a:r>
            <a:r>
              <a:rPr lang="en-GB" sz="1200" spc="-55" noProof="0" dirty="0">
                <a:latin typeface="+mn-lt"/>
                <a:cs typeface="Segoe UI"/>
              </a:rPr>
              <a:t> </a:t>
            </a:r>
            <a:r>
              <a:rPr lang="en-GB" sz="1200" spc="-20" noProof="0" dirty="0">
                <a:latin typeface="+mn-lt"/>
                <a:cs typeface="Segoe UI"/>
              </a:rPr>
              <a:t>bits</a:t>
            </a:r>
            <a:r>
              <a:rPr lang="en-GB" sz="1200" spc="-3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set</a:t>
            </a:r>
            <a:r>
              <a:rPr lang="en-GB" sz="1200" spc="-60" noProof="0" dirty="0">
                <a:latin typeface="+mn-lt"/>
                <a:cs typeface="Segoe UI"/>
              </a:rPr>
              <a:t> </a:t>
            </a:r>
            <a:r>
              <a:rPr lang="en-GB" sz="1200" spc="-15" noProof="0" dirty="0">
                <a:latin typeface="+mn-lt"/>
                <a:cs typeface="Segoe UI"/>
              </a:rPr>
              <a:t>in</a:t>
            </a:r>
            <a:r>
              <a:rPr lang="en-GB" sz="1200" spc="-3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mask.</a:t>
            </a:r>
            <a:endParaRPr lang="en-GB" sz="1200" noProof="0" dirty="0">
              <a:latin typeface="+mn-lt"/>
              <a:cs typeface="Segoe UI"/>
            </a:endParaRPr>
          </a:p>
          <a:p>
            <a:pPr marL="12700">
              <a:lnSpc>
                <a:spcPct val="100000"/>
              </a:lnSpc>
              <a:spcBef>
                <a:spcPts val="605"/>
              </a:spcBef>
            </a:pPr>
            <a:r>
              <a:rPr lang="en-GB" sz="1200" spc="-20" noProof="0" dirty="0">
                <a:latin typeface="+mn-lt"/>
                <a:cs typeface="Segoe UI"/>
              </a:rPr>
              <a:t>System</a:t>
            </a:r>
            <a:r>
              <a:rPr lang="en-GB" sz="1200" spc="-35" noProof="0" dirty="0">
                <a:latin typeface="+mn-lt"/>
                <a:cs typeface="Segoe UI"/>
              </a:rPr>
              <a:t> </a:t>
            </a:r>
            <a:r>
              <a:rPr lang="en-GB" sz="1200" spc="-20" noProof="0" dirty="0">
                <a:latin typeface="+mn-lt"/>
                <a:cs typeface="Segoe UI"/>
              </a:rPr>
              <a:t>administrators</a:t>
            </a:r>
            <a:r>
              <a:rPr lang="en-GB" sz="1200" spc="-30" noProof="0" dirty="0">
                <a:latin typeface="+mn-lt"/>
                <a:cs typeface="Segoe UI"/>
              </a:rPr>
              <a:t> </a:t>
            </a:r>
            <a:r>
              <a:rPr lang="en-GB" sz="1200" spc="-15" noProof="0" dirty="0">
                <a:latin typeface="+mn-lt"/>
                <a:cs typeface="Segoe UI"/>
              </a:rPr>
              <a:t>set</a:t>
            </a:r>
            <a:r>
              <a:rPr lang="en-GB" sz="1200" spc="-35"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default</a:t>
            </a:r>
            <a:r>
              <a:rPr lang="en-GB" sz="1200" spc="-40" noProof="0" dirty="0">
                <a:latin typeface="+mn-lt"/>
                <a:cs typeface="Segoe UI"/>
              </a:rPr>
              <a:t> </a:t>
            </a:r>
            <a:r>
              <a:rPr lang="en-GB" sz="1200" spc="-20" noProof="0" dirty="0">
                <a:latin typeface="+mn-lt"/>
                <a:cs typeface="Segoe UI"/>
              </a:rPr>
              <a:t>mask</a:t>
            </a:r>
            <a:r>
              <a:rPr lang="en-GB" sz="1200" spc="-30" noProof="0" dirty="0">
                <a:latin typeface="+mn-lt"/>
                <a:cs typeface="Segoe UI"/>
              </a:rPr>
              <a:t> </a:t>
            </a:r>
            <a:r>
              <a:rPr lang="en-GB" sz="1200" spc="-15" noProof="0" dirty="0">
                <a:latin typeface="+mn-lt"/>
                <a:cs typeface="Segoe UI"/>
              </a:rPr>
              <a:t>in </a:t>
            </a:r>
            <a:r>
              <a:rPr lang="en-GB" sz="1200" spc="-25" noProof="0" dirty="0">
                <a:latin typeface="+mn-lt"/>
                <a:cs typeface="Segoe UI"/>
              </a:rPr>
              <a:t>/etc/profile</a:t>
            </a:r>
            <a:r>
              <a:rPr lang="en-GB" sz="1200" spc="-55" noProof="0" dirty="0">
                <a:latin typeface="+mn-lt"/>
                <a:cs typeface="Segoe UI"/>
              </a:rPr>
              <a:t> </a:t>
            </a:r>
            <a:r>
              <a:rPr lang="en-GB" sz="1200" spc="-20" noProof="0" dirty="0">
                <a:latin typeface="+mn-lt"/>
                <a:cs typeface="Segoe UI"/>
              </a:rPr>
              <a:t>(usually</a:t>
            </a:r>
            <a:r>
              <a:rPr lang="en-GB" sz="1200" spc="-40" noProof="0" dirty="0">
                <a:latin typeface="+mn-lt"/>
                <a:cs typeface="Segoe UI"/>
              </a:rPr>
              <a:t> </a:t>
            </a:r>
            <a:r>
              <a:rPr lang="en-GB" sz="1200" spc="-15" noProof="0" dirty="0">
                <a:latin typeface="+mn-lt"/>
                <a:cs typeface="Segoe UI"/>
              </a:rPr>
              <a:t>0022),</a:t>
            </a:r>
            <a:r>
              <a:rPr lang="en-GB" sz="1200" spc="-105" noProof="0" dirty="0">
                <a:latin typeface="+mn-lt"/>
                <a:cs typeface="Segoe UI"/>
              </a:rPr>
              <a:t> </a:t>
            </a:r>
            <a:r>
              <a:rPr lang="en-GB" sz="1200" spc="-10" noProof="0" dirty="0">
                <a:latin typeface="+mn-lt"/>
                <a:cs typeface="Segoe UI"/>
              </a:rPr>
              <a:t>but</a:t>
            </a:r>
            <a:r>
              <a:rPr lang="en-GB" sz="1200" spc="-35" noProof="0" dirty="0">
                <a:latin typeface="+mn-lt"/>
                <a:cs typeface="Segoe UI"/>
              </a:rPr>
              <a:t> </a:t>
            </a:r>
            <a:r>
              <a:rPr lang="en-GB" sz="1200" spc="-20" noProof="0" dirty="0">
                <a:latin typeface="+mn-lt"/>
                <a:cs typeface="Segoe UI"/>
              </a:rPr>
              <a:t>many</a:t>
            </a:r>
            <a:r>
              <a:rPr lang="en-GB" sz="1200" spc="-40" noProof="0" dirty="0">
                <a:latin typeface="+mn-lt"/>
                <a:cs typeface="Segoe UI"/>
              </a:rPr>
              <a:t> </a:t>
            </a:r>
            <a:r>
              <a:rPr lang="en-GB" sz="1200" spc="-15" noProof="0" dirty="0">
                <a:latin typeface="+mn-lt"/>
                <a:cs typeface="Segoe UI"/>
              </a:rPr>
              <a:t>users</a:t>
            </a:r>
            <a:r>
              <a:rPr lang="en-GB" sz="1200" spc="-50" noProof="0" dirty="0">
                <a:latin typeface="+mn-lt"/>
                <a:cs typeface="Segoe UI"/>
              </a:rPr>
              <a:t> </a:t>
            </a:r>
            <a:r>
              <a:rPr lang="en-GB" sz="1200" spc="-15" noProof="0" dirty="0">
                <a:latin typeface="+mn-lt"/>
                <a:cs typeface="Segoe UI"/>
              </a:rPr>
              <a:t>set</a:t>
            </a:r>
            <a:r>
              <a:rPr lang="en-GB" sz="1200" spc="-60" noProof="0" dirty="0">
                <a:latin typeface="+mn-lt"/>
                <a:cs typeface="Segoe UI"/>
              </a:rPr>
              <a:t> </a:t>
            </a:r>
            <a:r>
              <a:rPr lang="en-GB" sz="1200" spc="-20" noProof="0" dirty="0">
                <a:latin typeface="+mn-lt"/>
                <a:cs typeface="Segoe UI"/>
              </a:rPr>
              <a:t>their </a:t>
            </a:r>
            <a:r>
              <a:rPr lang="en-GB" sz="1200" spc="-15" noProof="0" dirty="0">
                <a:latin typeface="+mn-lt"/>
                <a:cs typeface="Segoe UI"/>
              </a:rPr>
              <a:t>own</a:t>
            </a:r>
            <a:r>
              <a:rPr lang="en-GB" sz="1200" spc="-50" noProof="0" dirty="0">
                <a:latin typeface="+mn-lt"/>
                <a:cs typeface="Segoe UI"/>
              </a:rPr>
              <a:t> </a:t>
            </a:r>
            <a:r>
              <a:rPr lang="en-GB" sz="1200" spc="-20" noProof="0" dirty="0">
                <a:latin typeface="+mn-lt"/>
                <a:cs typeface="Segoe UI"/>
              </a:rPr>
              <a:t>masks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their own .profile.</a:t>
            </a:r>
          </a:p>
          <a:p>
            <a:pPr marL="12700">
              <a:lnSpc>
                <a:spcPct val="100000"/>
              </a:lnSpc>
              <a:spcBef>
                <a:spcPts val="605"/>
              </a:spcBef>
            </a:pPr>
            <a:r>
              <a:rPr lang="en-GB" sz="1200" spc="-20" noProof="0" dirty="0">
                <a:latin typeface="+mn-lt"/>
                <a:cs typeface="Segoe UI"/>
              </a:rPr>
              <a:t>Even</a:t>
            </a:r>
            <a:r>
              <a:rPr lang="en-GB" sz="1200" spc="-75" noProof="0" dirty="0">
                <a:latin typeface="+mn-lt"/>
                <a:cs typeface="Segoe UI"/>
              </a:rPr>
              <a:t> </a:t>
            </a:r>
            <a:r>
              <a:rPr lang="en-GB" sz="1200" spc="-15" noProof="0" dirty="0">
                <a:latin typeface="+mn-lt"/>
                <a:cs typeface="Segoe UI"/>
              </a:rPr>
              <a:t>so,</a:t>
            </a:r>
            <a:r>
              <a:rPr lang="en-GB" sz="1200" spc="-35" noProof="0" dirty="0">
                <a:latin typeface="+mn-lt"/>
                <a:cs typeface="Segoe UI"/>
              </a:rPr>
              <a:t> </a:t>
            </a:r>
            <a:r>
              <a:rPr lang="en-GB" sz="1200" spc="-15" noProof="0" dirty="0">
                <a:latin typeface="+mn-lt"/>
                <a:cs typeface="Segoe UI"/>
              </a:rPr>
              <a:t>it</a:t>
            </a:r>
            <a:r>
              <a:rPr lang="en-GB" sz="1200" spc="-30"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0" noProof="0" dirty="0">
                <a:latin typeface="+mn-lt"/>
                <a:cs typeface="Segoe UI"/>
              </a:rPr>
              <a:t>possible</a:t>
            </a:r>
            <a:r>
              <a:rPr lang="en-GB" sz="1200" spc="-55"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noProof="0" dirty="0">
                <a:latin typeface="+mn-lt"/>
                <a:cs typeface="Segoe UI"/>
              </a:rPr>
              <a:t>a </a:t>
            </a:r>
            <a:r>
              <a:rPr lang="en-GB" sz="1200" spc="-260" noProof="0" dirty="0">
                <a:latin typeface="+mn-lt"/>
                <a:cs typeface="Segoe UI"/>
              </a:rPr>
              <a:t> </a:t>
            </a:r>
            <a:r>
              <a:rPr lang="en-GB" sz="1200" spc="-15" noProof="0" dirty="0">
                <a:latin typeface="+mn-lt"/>
                <a:cs typeface="Segoe UI"/>
              </a:rPr>
              <a:t>program</a:t>
            </a:r>
            <a:r>
              <a:rPr lang="en-GB" sz="1200" spc="-95"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override</a:t>
            </a:r>
            <a:r>
              <a:rPr lang="en-GB" sz="1200" spc="-60" noProof="0" dirty="0">
                <a:latin typeface="+mn-lt"/>
                <a:cs typeface="Segoe UI"/>
              </a:rPr>
              <a:t> </a:t>
            </a:r>
            <a:r>
              <a:rPr lang="en-GB" sz="1200" spc="-20" noProof="0" dirty="0">
                <a:latin typeface="+mn-lt"/>
                <a:cs typeface="Segoe UI"/>
              </a:rPr>
              <a:t>it.</a:t>
            </a:r>
            <a:endParaRPr lang="en-GB" sz="1200" noProof="0" dirty="0">
              <a:latin typeface="+mn-lt"/>
              <a:cs typeface="Segoe UI"/>
            </a:endParaRPr>
          </a:p>
          <a:p>
            <a:pPr marL="12700" marR="5080">
              <a:lnSpc>
                <a:spcPct val="100000"/>
              </a:lnSpc>
              <a:spcBef>
                <a:spcPts val="600"/>
              </a:spcBef>
            </a:pPr>
            <a:r>
              <a:rPr lang="en-GB" sz="1200" spc="-25" noProof="0" dirty="0">
                <a:latin typeface="+mn-lt"/>
                <a:cs typeface="Segoe UI"/>
              </a:rPr>
              <a:t>Notice,</a:t>
            </a:r>
            <a:r>
              <a:rPr lang="en-GB" sz="1200" spc="-55" noProof="0" dirty="0">
                <a:latin typeface="+mn-lt"/>
                <a:cs typeface="Segoe UI"/>
              </a:rPr>
              <a:t> </a:t>
            </a:r>
            <a:r>
              <a:rPr lang="en-GB" sz="1200" spc="-15" noProof="0" dirty="0">
                <a:latin typeface="+mn-lt"/>
                <a:cs typeface="Segoe UI"/>
              </a:rPr>
              <a:t>as</a:t>
            </a:r>
            <a:r>
              <a:rPr lang="en-GB" sz="1200" spc="5" noProof="0" dirty="0">
                <a:latin typeface="+mn-lt"/>
                <a:cs typeface="Segoe UI"/>
              </a:rPr>
              <a:t> </a:t>
            </a:r>
            <a:r>
              <a:rPr lang="en-GB" sz="1200" spc="-25" noProof="0" dirty="0">
                <a:latin typeface="+mn-lt"/>
                <a:cs typeface="Segoe UI"/>
              </a:rPr>
              <a:t>illustrated</a:t>
            </a:r>
            <a:r>
              <a:rPr lang="en-GB" sz="1200" spc="-40" noProof="0" dirty="0">
                <a:latin typeface="+mn-lt"/>
                <a:cs typeface="Segoe UI"/>
              </a:rPr>
              <a:t> </a:t>
            </a:r>
            <a:r>
              <a:rPr lang="en-GB" sz="1200" spc="-10" noProof="0" dirty="0">
                <a:latin typeface="+mn-lt"/>
                <a:cs typeface="Segoe UI"/>
              </a:rPr>
              <a:t>on</a:t>
            </a:r>
            <a:r>
              <a:rPr lang="en-GB" sz="1200" spc="-45" noProof="0" dirty="0">
                <a:latin typeface="+mn-lt"/>
                <a:cs typeface="Segoe UI"/>
              </a:rPr>
              <a:t> </a:t>
            </a:r>
            <a:r>
              <a:rPr lang="en-GB" sz="1200" spc="-15" noProof="0" dirty="0">
                <a:latin typeface="+mn-lt"/>
                <a:cs typeface="Segoe UI"/>
              </a:rPr>
              <a:t>the</a:t>
            </a:r>
            <a:r>
              <a:rPr lang="en-GB" sz="1200" spc="-20" noProof="0" dirty="0">
                <a:latin typeface="+mn-lt"/>
                <a:cs typeface="Segoe UI"/>
              </a:rPr>
              <a:t> slide,</a:t>
            </a:r>
            <a:r>
              <a:rPr lang="en-GB" sz="1200" spc="-50" noProof="0" dirty="0">
                <a:latin typeface="+mn-lt"/>
                <a:cs typeface="Segoe UI"/>
              </a:rPr>
              <a:t> </a:t>
            </a:r>
            <a:r>
              <a:rPr lang="en-GB" sz="1200" spc="-20" noProof="0" dirty="0">
                <a:latin typeface="+mn-lt"/>
                <a:cs typeface="Segoe UI"/>
              </a:rPr>
              <a:t>that</a:t>
            </a:r>
            <a:r>
              <a:rPr lang="en-GB" sz="1200" spc="-30" noProof="0" dirty="0">
                <a:latin typeface="+mn-lt"/>
                <a:cs typeface="Segoe UI"/>
              </a:rPr>
              <a:t> </a:t>
            </a:r>
            <a:r>
              <a:rPr lang="en-GB" sz="1200" spc="-15" noProof="0" dirty="0">
                <a:latin typeface="+mn-lt"/>
                <a:cs typeface="Segoe UI"/>
              </a:rPr>
              <a:t>most</a:t>
            </a:r>
            <a:r>
              <a:rPr lang="en-GB" sz="1200" spc="-25" noProof="0" dirty="0">
                <a:latin typeface="+mn-lt"/>
                <a:cs typeface="Segoe UI"/>
              </a:rPr>
              <a:t> utility</a:t>
            </a:r>
            <a:r>
              <a:rPr lang="en-GB" sz="1200" spc="-30" noProof="0" dirty="0">
                <a:latin typeface="+mn-lt"/>
                <a:cs typeface="Segoe UI"/>
              </a:rPr>
              <a:t> </a:t>
            </a:r>
            <a:r>
              <a:rPr lang="en-GB" sz="1200" spc="-20" noProof="0" dirty="0">
                <a:latin typeface="+mn-lt"/>
                <a:cs typeface="Segoe UI"/>
              </a:rPr>
              <a:t>programs</a:t>
            </a:r>
            <a:r>
              <a:rPr lang="en-GB" sz="1200" spc="-40" noProof="0" dirty="0">
                <a:latin typeface="+mn-lt"/>
                <a:cs typeface="Segoe UI"/>
              </a:rPr>
              <a:t> </a:t>
            </a:r>
            <a:r>
              <a:rPr lang="en-GB" sz="1200" spc="-10" noProof="0" dirty="0">
                <a:latin typeface="+mn-lt"/>
                <a:cs typeface="Segoe UI"/>
              </a:rPr>
              <a:t>do</a:t>
            </a:r>
            <a:r>
              <a:rPr lang="en-GB" sz="1200" spc="-65" noProof="0" dirty="0">
                <a:latin typeface="+mn-lt"/>
                <a:cs typeface="Segoe UI"/>
              </a:rPr>
              <a:t> </a:t>
            </a:r>
            <a:r>
              <a:rPr lang="en-GB" sz="1200" spc="-10" noProof="0" dirty="0">
                <a:latin typeface="+mn-lt"/>
                <a:cs typeface="Segoe UI"/>
              </a:rPr>
              <a:t>not</a:t>
            </a:r>
            <a:r>
              <a:rPr lang="en-GB" sz="1200" spc="-25" noProof="0" dirty="0">
                <a:latin typeface="+mn-lt"/>
                <a:cs typeface="Segoe UI"/>
              </a:rPr>
              <a:t> </a:t>
            </a:r>
            <a:r>
              <a:rPr lang="en-GB" sz="1200" spc="-15" noProof="0" dirty="0">
                <a:latin typeface="+mn-lt"/>
                <a:cs typeface="Segoe UI"/>
              </a:rPr>
              <a:t>set</a:t>
            </a:r>
            <a:r>
              <a:rPr lang="en-GB" sz="1200" spc="-55" noProof="0" dirty="0">
                <a:latin typeface="+mn-lt"/>
                <a:cs typeface="Segoe UI"/>
              </a:rPr>
              <a:t> </a:t>
            </a:r>
            <a:r>
              <a:rPr lang="en-GB" sz="1200" spc="-25" noProof="0" dirty="0">
                <a:latin typeface="+mn-lt"/>
                <a:cs typeface="Segoe UI"/>
              </a:rPr>
              <a:t>execute</a:t>
            </a:r>
            <a:r>
              <a:rPr lang="en-GB" sz="1200" spc="5" noProof="0" dirty="0">
                <a:latin typeface="+mn-lt"/>
                <a:cs typeface="Segoe UI"/>
              </a:rPr>
              <a:t> </a:t>
            </a:r>
            <a:r>
              <a:rPr lang="en-GB" sz="1200" spc="-20" noProof="0" dirty="0">
                <a:latin typeface="+mn-lt"/>
                <a:cs typeface="Segoe UI"/>
              </a:rPr>
              <a:t>permissions</a:t>
            </a:r>
            <a:r>
              <a:rPr lang="en-GB" sz="1200" spc="-65" noProof="0" dirty="0">
                <a:latin typeface="+mn-lt"/>
                <a:cs typeface="Segoe UI"/>
              </a:rPr>
              <a:t> </a:t>
            </a:r>
            <a:r>
              <a:rPr lang="en-GB" sz="1200" spc="-20" noProof="0" dirty="0">
                <a:latin typeface="+mn-lt"/>
                <a:cs typeface="Segoe UI"/>
              </a:rPr>
              <a:t>when</a:t>
            </a:r>
            <a:r>
              <a:rPr lang="en-GB" sz="1200" spc="-45" noProof="0" dirty="0">
                <a:latin typeface="+mn-lt"/>
                <a:cs typeface="Segoe UI"/>
              </a:rPr>
              <a:t> </a:t>
            </a:r>
            <a:r>
              <a:rPr lang="en-GB" sz="1200" spc="-25" noProof="0" dirty="0">
                <a:latin typeface="+mn-lt"/>
                <a:cs typeface="Segoe UI"/>
              </a:rPr>
              <a:t>creating </a:t>
            </a:r>
            <a:r>
              <a:rPr lang="en-GB" sz="1200" spc="-260" noProof="0" dirty="0">
                <a:latin typeface="+mn-lt"/>
                <a:cs typeface="Segoe UI"/>
              </a:rPr>
              <a:t> </a:t>
            </a:r>
            <a:r>
              <a:rPr lang="en-GB" sz="1200" noProof="0" dirty="0">
                <a:latin typeface="+mn-lt"/>
                <a:cs typeface="Segoe UI"/>
              </a:rPr>
              <a:t>a </a:t>
            </a:r>
            <a:r>
              <a:rPr lang="en-GB" sz="1200" spc="-15" noProof="0" dirty="0">
                <a:latin typeface="+mn-lt"/>
                <a:cs typeface="Segoe UI"/>
              </a:rPr>
              <a:t>new </a:t>
            </a:r>
            <a:r>
              <a:rPr lang="en-GB" sz="1200" spc="-25" noProof="0" dirty="0">
                <a:latin typeface="+mn-lt"/>
                <a:cs typeface="Segoe UI"/>
              </a:rPr>
              <a:t>file.</a:t>
            </a:r>
          </a:p>
          <a:p>
            <a:pPr marL="12700" marR="5080">
              <a:lnSpc>
                <a:spcPct val="100000"/>
              </a:lnSpc>
              <a:spcBef>
                <a:spcPts val="600"/>
              </a:spcBef>
            </a:pPr>
            <a:r>
              <a:rPr lang="en-GB" sz="1200" spc="-25" noProof="0" dirty="0">
                <a:latin typeface="+mn-lt"/>
                <a:cs typeface="Segoe UI"/>
              </a:rPr>
              <a:t>T</a:t>
            </a:r>
            <a:r>
              <a:rPr lang="en-GB" sz="1200" spc="-20" noProof="0" dirty="0">
                <a:latin typeface="+mn-lt"/>
                <a:cs typeface="Segoe UI"/>
              </a:rPr>
              <a:t>his means that </a:t>
            </a:r>
            <a:r>
              <a:rPr lang="en-GB" sz="1200" spc="-15" noProof="0" dirty="0">
                <a:latin typeface="+mn-lt"/>
                <a:cs typeface="Segoe UI"/>
              </a:rPr>
              <a:t>there is </a:t>
            </a:r>
            <a:r>
              <a:rPr lang="en-GB" sz="1200" spc="-10" noProof="0" dirty="0">
                <a:latin typeface="+mn-lt"/>
                <a:cs typeface="Segoe UI"/>
              </a:rPr>
              <a:t>no </a:t>
            </a:r>
            <a:r>
              <a:rPr lang="en-GB" sz="1200" spc="-20" noProof="0" dirty="0">
                <a:latin typeface="+mn-lt"/>
                <a:cs typeface="Segoe UI"/>
              </a:rPr>
              <a:t>way </a:t>
            </a:r>
            <a:r>
              <a:rPr lang="en-GB" sz="1200" spc="-10" noProof="0" dirty="0">
                <a:latin typeface="+mn-lt"/>
                <a:cs typeface="Segoe UI"/>
              </a:rPr>
              <a:t>one </a:t>
            </a:r>
            <a:r>
              <a:rPr lang="en-GB" sz="1200" spc="-20" noProof="0" dirty="0">
                <a:latin typeface="+mn-lt"/>
                <a:cs typeface="Segoe UI"/>
              </a:rPr>
              <a:t>can create </a:t>
            </a:r>
            <a:r>
              <a:rPr lang="en-GB" sz="1200" spc="-15" noProof="0" dirty="0">
                <a:latin typeface="+mn-lt"/>
                <a:cs typeface="Segoe UI"/>
              </a:rPr>
              <a:t>an </a:t>
            </a:r>
            <a:r>
              <a:rPr lang="en-GB" sz="1200" spc="-20" noProof="0" dirty="0">
                <a:latin typeface="+mn-lt"/>
                <a:cs typeface="Segoe UI"/>
              </a:rPr>
              <a:t>ordinary file which </a:t>
            </a:r>
            <a:r>
              <a:rPr lang="en-GB" sz="1200" spc="-15" noProof="0" dirty="0">
                <a:latin typeface="+mn-lt"/>
                <a:cs typeface="Segoe UI"/>
              </a:rPr>
              <a:t>is </a:t>
            </a:r>
            <a:r>
              <a:rPr lang="en-GB" sz="1200" spc="-25" noProof="0" dirty="0">
                <a:latin typeface="+mn-lt"/>
                <a:cs typeface="Segoe UI"/>
              </a:rPr>
              <a:t>executable </a:t>
            </a:r>
            <a:r>
              <a:rPr lang="en-GB" sz="1200" spc="-20" noProof="0" dirty="0">
                <a:latin typeface="+mn-lt"/>
                <a:cs typeface="Segoe UI"/>
              </a:rPr>
              <a:t>without </a:t>
            </a:r>
            <a:r>
              <a:rPr lang="en-GB" sz="1200" spc="-15" noProof="0" dirty="0">
                <a:latin typeface="+mn-lt"/>
                <a:cs typeface="Segoe UI"/>
              </a:rPr>
              <a:t> </a:t>
            </a:r>
            <a:r>
              <a:rPr lang="en-GB" sz="1200" spc="-20" noProof="0" dirty="0">
                <a:latin typeface="+mn-lt"/>
                <a:cs typeface="Segoe UI"/>
              </a:rPr>
              <a:t>writing</a:t>
            </a:r>
            <a:r>
              <a:rPr lang="en-GB" sz="1200" spc="-80" noProof="0" dirty="0">
                <a:latin typeface="+mn-lt"/>
                <a:cs typeface="Segoe UI"/>
              </a:rPr>
              <a:t> </a:t>
            </a:r>
            <a:r>
              <a:rPr lang="en-GB" sz="1200" spc="-15" noProof="0" dirty="0">
                <a:latin typeface="+mn-lt"/>
                <a:cs typeface="Segoe UI"/>
              </a:rPr>
              <a:t>your</a:t>
            </a:r>
            <a:r>
              <a:rPr lang="en-GB" sz="1200" spc="-50" noProof="0" dirty="0">
                <a:latin typeface="+mn-lt"/>
                <a:cs typeface="Segoe UI"/>
              </a:rPr>
              <a:t> </a:t>
            </a:r>
            <a:r>
              <a:rPr lang="en-GB" sz="1200" spc="-15" noProof="0" dirty="0">
                <a:latin typeface="+mn-lt"/>
                <a:cs typeface="Segoe UI"/>
              </a:rPr>
              <a:t>own</a:t>
            </a:r>
            <a:r>
              <a:rPr lang="en-GB" sz="1200" spc="-30" noProof="0" dirty="0">
                <a:latin typeface="+mn-lt"/>
                <a:cs typeface="Segoe UI"/>
              </a:rPr>
              <a:t> </a:t>
            </a:r>
            <a:r>
              <a:rPr lang="en-GB" sz="1200" spc="-15" noProof="0" dirty="0">
                <a:latin typeface="+mn-lt"/>
                <a:cs typeface="Segoe UI"/>
              </a:rPr>
              <a:t>program</a:t>
            </a:r>
            <a:r>
              <a:rPr lang="en-GB" sz="1200" spc="-90" noProof="0" dirty="0">
                <a:latin typeface="+mn-lt"/>
                <a:cs typeface="Segoe UI"/>
              </a:rPr>
              <a:t> </a:t>
            </a:r>
            <a:r>
              <a:rPr lang="en-GB" sz="1200" spc="-20" noProof="0" dirty="0">
                <a:latin typeface="+mn-lt"/>
                <a:cs typeface="Segoe UI"/>
              </a:rPr>
              <a:t>(i.e.</a:t>
            </a:r>
            <a:r>
              <a:rPr lang="en-GB" sz="1200" spc="-40" noProof="0" dirty="0">
                <a:latin typeface="+mn-lt"/>
                <a:cs typeface="Segoe UI"/>
              </a:rPr>
              <a:t> </a:t>
            </a:r>
            <a:r>
              <a:rPr lang="en-GB" sz="1200" spc="-10" noProof="0" dirty="0">
                <a:latin typeface="+mn-lt"/>
                <a:cs typeface="Segoe UI"/>
              </a:rPr>
              <a:t>one</a:t>
            </a:r>
            <a:r>
              <a:rPr lang="en-GB" sz="1200" spc="-60" noProof="0" dirty="0">
                <a:latin typeface="+mn-lt"/>
                <a:cs typeface="Segoe UI"/>
              </a:rPr>
              <a:t> </a:t>
            </a:r>
            <a:r>
              <a:rPr lang="en-GB" sz="1200" spc="-15" noProof="0" dirty="0">
                <a:latin typeface="+mn-lt"/>
                <a:cs typeface="Segoe UI"/>
              </a:rPr>
              <a:t>must</a:t>
            </a:r>
            <a:r>
              <a:rPr lang="en-GB" sz="1200" spc="-65" noProof="0" dirty="0">
                <a:latin typeface="+mn-lt"/>
                <a:cs typeface="Segoe UI"/>
              </a:rPr>
              <a:t> </a:t>
            </a:r>
            <a:r>
              <a:rPr lang="en-GB" sz="1200" spc="-25" noProof="0" dirty="0">
                <a:latin typeface="+mn-lt"/>
                <a:cs typeface="Segoe UI"/>
              </a:rPr>
              <a:t>always</a:t>
            </a:r>
            <a:r>
              <a:rPr lang="en-GB" sz="1200" spc="15" noProof="0" dirty="0">
                <a:latin typeface="+mn-lt"/>
                <a:cs typeface="Segoe UI"/>
              </a:rPr>
              <a:t> </a:t>
            </a:r>
            <a:r>
              <a:rPr lang="en-GB" sz="1200" spc="-25" noProof="0" dirty="0">
                <a:latin typeface="+mn-lt"/>
                <a:cs typeface="Segoe UI"/>
              </a:rPr>
              <a:t>execute</a:t>
            </a:r>
            <a:r>
              <a:rPr lang="en-GB" sz="1200" spc="-3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separate</a:t>
            </a:r>
            <a:r>
              <a:rPr lang="en-GB" sz="1200" spc="10" noProof="0" dirty="0">
                <a:latin typeface="+mn-lt"/>
                <a:cs typeface="Segoe UI"/>
              </a:rPr>
              <a:t> </a:t>
            </a:r>
            <a:r>
              <a:rPr lang="en-GB" sz="1200" spc="-20" noProof="0" dirty="0" err="1">
                <a:latin typeface="+mn-lt"/>
                <a:cs typeface="Segoe UI"/>
              </a:rPr>
              <a:t>chmod</a:t>
            </a:r>
            <a:r>
              <a:rPr lang="en-GB" sz="1200" spc="-55" noProof="0" dirty="0">
                <a:latin typeface="+mn-lt"/>
                <a:cs typeface="Segoe UI"/>
              </a:rPr>
              <a:t> </a:t>
            </a:r>
            <a:r>
              <a:rPr lang="en-GB" sz="1200" spc="-10" noProof="0" dirty="0">
                <a:latin typeface="+mn-lt"/>
                <a:cs typeface="Segoe UI"/>
              </a:rPr>
              <a:t>+x</a:t>
            </a:r>
            <a:r>
              <a:rPr lang="en-GB" sz="1200" spc="-65" noProof="0" dirty="0">
                <a:latin typeface="+mn-lt"/>
                <a:cs typeface="Segoe UI"/>
              </a:rPr>
              <a:t> </a:t>
            </a:r>
            <a:r>
              <a:rPr lang="en-GB" sz="1200" spc="-20" noProof="0" dirty="0">
                <a:latin typeface="+mn-lt"/>
                <a:cs typeface="Segoe UI"/>
              </a:rPr>
              <a:t>command).</a:t>
            </a:r>
            <a:endParaRPr lang="en-GB" sz="1200" noProof="0" dirty="0">
              <a:latin typeface="+mn-lt"/>
              <a:cs typeface="Segoe UI"/>
            </a:endParaRPr>
          </a:p>
          <a:p>
            <a:pPr marL="12700" marR="5080">
              <a:lnSpc>
                <a:spcPts val="1710"/>
              </a:lnSpc>
              <a:spcBef>
                <a:spcPts val="85"/>
              </a:spcBef>
              <a:buSzPct val="90000"/>
              <a:buFont typeface="Courier New"/>
              <a:buAutoNum type="arabicParenBoth"/>
              <a:tabLst>
                <a:tab pos="236854" algn="l"/>
              </a:tabLst>
            </a:pPr>
            <a:endParaRPr lang="en-GB" sz="1200" noProof="0" dirty="0">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20</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1996926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9685" algn="just">
              <a:lnSpc>
                <a:spcPct val="100000"/>
              </a:lnSpc>
              <a:spcBef>
                <a:spcPts val="105"/>
              </a:spcBef>
            </a:pPr>
            <a:r>
              <a:rPr lang="en-GB" sz="1200" spc="-15" noProof="0" dirty="0">
                <a:latin typeface="+mn-lt"/>
                <a:cs typeface="Segoe UI"/>
              </a:rPr>
              <a:t>Program is </a:t>
            </a:r>
            <a:r>
              <a:rPr lang="en-GB" sz="1200" noProof="0" dirty="0">
                <a:latin typeface="+mn-lt"/>
                <a:cs typeface="Segoe UI"/>
              </a:rPr>
              <a:t>a </a:t>
            </a:r>
            <a:r>
              <a:rPr lang="en-GB" sz="1200" spc="-20" noProof="0" dirty="0">
                <a:latin typeface="+mn-lt"/>
                <a:cs typeface="Segoe UI"/>
              </a:rPr>
              <a:t>file </a:t>
            </a:r>
            <a:r>
              <a:rPr lang="en-GB" sz="1200" spc="-10" noProof="0" dirty="0">
                <a:latin typeface="+mn-lt"/>
                <a:cs typeface="Segoe UI"/>
              </a:rPr>
              <a:t>on </a:t>
            </a:r>
            <a:r>
              <a:rPr lang="en-GB" sz="1200" spc="-20" noProof="0" dirty="0">
                <a:latin typeface="+mn-lt"/>
                <a:cs typeface="Segoe UI"/>
              </a:rPr>
              <a:t>disk. That </a:t>
            </a:r>
            <a:r>
              <a:rPr lang="en-GB" sz="1200" spc="-25" noProof="0" dirty="0">
                <a:latin typeface="+mn-lt"/>
                <a:cs typeface="Segoe UI"/>
              </a:rPr>
              <a:t>file, </a:t>
            </a:r>
            <a:r>
              <a:rPr lang="en-GB" sz="1200" spc="-20" noProof="0" dirty="0">
                <a:latin typeface="+mn-lt"/>
                <a:cs typeface="Segoe UI"/>
              </a:rPr>
              <a:t>like </a:t>
            </a:r>
            <a:r>
              <a:rPr lang="en-GB" sz="1200" spc="-15" noProof="0" dirty="0">
                <a:latin typeface="+mn-lt"/>
                <a:cs typeface="Segoe UI"/>
              </a:rPr>
              <a:t>any </a:t>
            </a:r>
            <a:r>
              <a:rPr lang="en-GB" sz="1200" spc="-20" noProof="0" dirty="0">
                <a:latin typeface="+mn-lt"/>
                <a:cs typeface="Segoe UI"/>
              </a:rPr>
              <a:t>other </a:t>
            </a:r>
            <a:r>
              <a:rPr lang="en-GB" sz="1200" spc="-25" noProof="0" dirty="0">
                <a:latin typeface="+mn-lt"/>
                <a:cs typeface="Segoe UI"/>
              </a:rPr>
              <a:t>file, </a:t>
            </a:r>
            <a:r>
              <a:rPr lang="en-GB" sz="1200" spc="-15" noProof="0" dirty="0">
                <a:latin typeface="+mn-lt"/>
                <a:cs typeface="Segoe UI"/>
              </a:rPr>
              <a:t>has </a:t>
            </a:r>
            <a:r>
              <a:rPr lang="en-GB" sz="1200" spc="-20" noProof="0" dirty="0">
                <a:latin typeface="+mn-lt"/>
                <a:cs typeface="Segoe UI"/>
              </a:rPr>
              <a:t>attributes.</a:t>
            </a:r>
          </a:p>
          <a:p>
            <a:pPr marL="12700" marR="19685" algn="just">
              <a:lnSpc>
                <a:spcPct val="100000"/>
              </a:lnSpc>
              <a:spcBef>
                <a:spcPts val="105"/>
              </a:spcBef>
            </a:pPr>
            <a:r>
              <a:rPr lang="en-GB" sz="1200" spc="-15" noProof="0" dirty="0">
                <a:latin typeface="+mn-lt"/>
                <a:cs typeface="Segoe UI"/>
              </a:rPr>
              <a:t>If the </a:t>
            </a:r>
            <a:r>
              <a:rPr lang="en-GB" sz="1200" noProof="0" dirty="0">
                <a:latin typeface="+mn-lt"/>
                <a:cs typeface="Segoe UI"/>
              </a:rPr>
              <a:t>x </a:t>
            </a:r>
            <a:r>
              <a:rPr lang="en-GB" sz="1200" spc="-25" noProof="0" dirty="0">
                <a:latin typeface="+mn-lt"/>
                <a:cs typeface="Segoe UI"/>
              </a:rPr>
              <a:t>(execute) </a:t>
            </a:r>
            <a:r>
              <a:rPr lang="en-GB" sz="1200" spc="-15" noProof="0" dirty="0">
                <a:latin typeface="+mn-lt"/>
                <a:cs typeface="Segoe UI"/>
              </a:rPr>
              <a:t>bit </a:t>
            </a:r>
            <a:r>
              <a:rPr lang="en-GB" sz="1200" spc="-20" noProof="0" dirty="0">
                <a:latin typeface="+mn-lt"/>
                <a:cs typeface="Segoe UI"/>
              </a:rPr>
              <a:t>set, </a:t>
            </a:r>
            <a:r>
              <a:rPr lang="en-GB" sz="1200" spc="-15" noProof="0" dirty="0">
                <a:latin typeface="+mn-lt"/>
                <a:cs typeface="Segoe UI"/>
              </a:rPr>
              <a:t>the </a:t>
            </a:r>
            <a:r>
              <a:rPr lang="en-GB" sz="1200" spc="-20" noProof="0" dirty="0">
                <a:latin typeface="+mn-lt"/>
                <a:cs typeface="Segoe UI"/>
              </a:rPr>
              <a:t>file can </a:t>
            </a:r>
            <a:r>
              <a:rPr lang="en-GB" sz="1200" spc="-10" noProof="0" dirty="0">
                <a:latin typeface="+mn-lt"/>
                <a:cs typeface="Segoe UI"/>
              </a:rPr>
              <a:t>be </a:t>
            </a:r>
            <a:r>
              <a:rPr lang="en-GB" sz="1200" spc="-260" noProof="0" dirty="0">
                <a:latin typeface="+mn-lt"/>
                <a:cs typeface="Segoe UI"/>
              </a:rPr>
              <a:t> </a:t>
            </a:r>
            <a:r>
              <a:rPr lang="en-GB" sz="1200" spc="-25" noProof="0" dirty="0">
                <a:latin typeface="+mn-lt"/>
                <a:cs typeface="Segoe UI"/>
              </a:rPr>
              <a:t>executed.</a:t>
            </a:r>
          </a:p>
          <a:p>
            <a:pPr marL="12700" marR="19685" algn="just">
              <a:lnSpc>
                <a:spcPct val="100000"/>
              </a:lnSpc>
              <a:spcBef>
                <a:spcPts val="105"/>
              </a:spcBef>
            </a:pPr>
            <a:r>
              <a:rPr lang="en-GB" sz="1200" spc="-15" noProof="0" dirty="0">
                <a:latin typeface="+mn-lt"/>
                <a:cs typeface="Segoe UI"/>
              </a:rPr>
              <a:t>When</a:t>
            </a:r>
            <a:r>
              <a:rPr lang="en-GB" sz="1200" spc="-50" noProof="0" dirty="0">
                <a:latin typeface="+mn-lt"/>
                <a:cs typeface="Segoe UI"/>
              </a:rPr>
              <a:t> </a:t>
            </a:r>
            <a:r>
              <a:rPr lang="en-GB" sz="1200" spc="-15" noProof="0" dirty="0">
                <a:latin typeface="+mn-lt"/>
                <a:cs typeface="Segoe UI"/>
              </a:rPr>
              <a:t>it</a:t>
            </a:r>
            <a:r>
              <a:rPr lang="en-GB" sz="1200" spc="-40" noProof="0" dirty="0">
                <a:latin typeface="+mn-lt"/>
                <a:cs typeface="Segoe UI"/>
              </a:rPr>
              <a:t> </a:t>
            </a:r>
            <a:r>
              <a:rPr lang="en-GB" sz="1200" spc="-20" noProof="0" dirty="0">
                <a:latin typeface="+mn-lt"/>
                <a:cs typeface="Segoe UI"/>
              </a:rPr>
              <a:t>is,</a:t>
            </a:r>
            <a:r>
              <a:rPr lang="en-GB" sz="1200" spc="-60" noProof="0" dirty="0">
                <a:latin typeface="+mn-lt"/>
                <a:cs typeface="Segoe UI"/>
              </a:rPr>
              <a:t> </a:t>
            </a:r>
            <a:r>
              <a:rPr lang="en-GB" sz="1200" spc="-15" noProof="0" dirty="0">
                <a:latin typeface="+mn-lt"/>
                <a:cs typeface="Segoe UI"/>
              </a:rPr>
              <a:t>it</a:t>
            </a:r>
            <a:r>
              <a:rPr lang="en-GB" sz="1200" spc="-40" noProof="0" dirty="0">
                <a:latin typeface="+mn-lt"/>
                <a:cs typeface="Segoe UI"/>
              </a:rPr>
              <a:t> </a:t>
            </a:r>
            <a:r>
              <a:rPr lang="en-GB" sz="1200" spc="-20" noProof="0" dirty="0">
                <a:latin typeface="+mn-lt"/>
                <a:cs typeface="Segoe UI"/>
              </a:rPr>
              <a:t>becomes</a:t>
            </a:r>
            <a:r>
              <a:rPr lang="en-GB" sz="1200" spc="-30" noProof="0" dirty="0">
                <a:latin typeface="+mn-lt"/>
                <a:cs typeface="Segoe UI"/>
              </a:rPr>
              <a:t> </a:t>
            </a:r>
            <a:r>
              <a:rPr lang="en-GB" sz="1200" spc="5" noProof="0" dirty="0">
                <a:latin typeface="+mn-lt"/>
                <a:cs typeface="Segoe UI"/>
              </a:rPr>
              <a:t>a</a:t>
            </a:r>
            <a:r>
              <a:rPr lang="en-GB" sz="1200" spc="-40" noProof="0" dirty="0">
                <a:latin typeface="+mn-lt"/>
                <a:cs typeface="Segoe UI"/>
              </a:rPr>
              <a:t> </a:t>
            </a:r>
            <a:r>
              <a:rPr lang="en-GB" sz="1200" spc="-15" noProof="0" dirty="0">
                <a:latin typeface="+mn-lt"/>
                <a:cs typeface="Segoe UI"/>
              </a:rPr>
              <a:t>process</a:t>
            </a:r>
            <a:r>
              <a:rPr lang="en-GB" sz="1200" spc="-5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memory.</a:t>
            </a:r>
          </a:p>
          <a:p>
            <a:pPr marL="12700" marR="19685" algn="just">
              <a:lnSpc>
                <a:spcPct val="100000"/>
              </a:lnSpc>
              <a:spcBef>
                <a:spcPts val="105"/>
              </a:spcBef>
            </a:pPr>
            <a:r>
              <a:rPr lang="en-GB" sz="1200" spc="5" noProof="0" dirty="0">
                <a:latin typeface="+mn-lt"/>
                <a:cs typeface="Segoe UI"/>
              </a:rPr>
              <a:t>A</a:t>
            </a:r>
            <a:r>
              <a:rPr lang="en-GB" sz="1200" spc="-35" noProof="0" dirty="0">
                <a:latin typeface="+mn-lt"/>
                <a:cs typeface="Segoe UI"/>
              </a:rPr>
              <a:t> </a:t>
            </a:r>
            <a:r>
              <a:rPr lang="en-GB" sz="1200" spc="-15" noProof="0" dirty="0">
                <a:latin typeface="+mn-lt"/>
                <a:cs typeface="Segoe UI"/>
              </a:rPr>
              <a:t>process</a:t>
            </a:r>
            <a:r>
              <a:rPr lang="en-GB" sz="1200" spc="-50" noProof="0" dirty="0">
                <a:latin typeface="+mn-lt"/>
                <a:cs typeface="Segoe UI"/>
              </a:rPr>
              <a:t> </a:t>
            </a:r>
            <a:r>
              <a:rPr lang="en-GB" sz="1200" spc="-20" noProof="0" dirty="0">
                <a:latin typeface="+mn-lt"/>
                <a:cs typeface="Segoe UI"/>
              </a:rPr>
              <a:t>will</a:t>
            </a:r>
            <a:r>
              <a:rPr lang="en-GB" sz="1200" spc="-35" noProof="0" dirty="0">
                <a:latin typeface="+mn-lt"/>
                <a:cs typeface="Segoe UI"/>
              </a:rPr>
              <a:t> </a:t>
            </a:r>
            <a:r>
              <a:rPr lang="en-GB" sz="1200" spc="-20" noProof="0" dirty="0">
                <a:latin typeface="+mn-lt"/>
                <a:cs typeface="Segoe UI"/>
              </a:rPr>
              <a:t>inherit</a:t>
            </a:r>
            <a:r>
              <a:rPr lang="en-GB" sz="1200" spc="-60" noProof="0" dirty="0">
                <a:latin typeface="+mn-lt"/>
                <a:cs typeface="Segoe UI"/>
              </a:rPr>
              <a:t> </a:t>
            </a:r>
            <a:r>
              <a:rPr lang="en-GB" sz="1200" spc="5" noProof="0" dirty="0">
                <a:latin typeface="+mn-lt"/>
                <a:cs typeface="Segoe UI"/>
              </a:rPr>
              <a:t>a</a:t>
            </a:r>
            <a:r>
              <a:rPr lang="en-GB" sz="1200" spc="-20" noProof="0" dirty="0">
                <a:latin typeface="+mn-lt"/>
                <a:cs typeface="Segoe UI"/>
              </a:rPr>
              <a:t> </a:t>
            </a:r>
            <a:r>
              <a:rPr lang="en-GB" sz="1200" spc="-15" noProof="0" dirty="0">
                <a:latin typeface="+mn-lt"/>
                <a:cs typeface="Segoe UI"/>
              </a:rPr>
              <a:t>lot</a:t>
            </a:r>
            <a:r>
              <a:rPr lang="en-GB" sz="1200" spc="-6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5" noProof="0" dirty="0">
                <a:latin typeface="+mn-lt"/>
                <a:cs typeface="Segoe UI"/>
              </a:rPr>
              <a:t>attributes,</a:t>
            </a:r>
            <a:r>
              <a:rPr lang="en-GB" sz="1200" spc="-35" noProof="0" dirty="0">
                <a:latin typeface="+mn-lt"/>
                <a:cs typeface="Segoe UI"/>
              </a:rPr>
              <a:t> </a:t>
            </a:r>
            <a:r>
              <a:rPr lang="en-GB" sz="1200" spc="-10" noProof="0" dirty="0">
                <a:latin typeface="+mn-lt"/>
                <a:cs typeface="Segoe UI"/>
              </a:rPr>
              <a:t>like</a:t>
            </a:r>
            <a:r>
              <a:rPr lang="en-GB" sz="1200" spc="-5" noProof="0" dirty="0">
                <a:latin typeface="+mn-lt"/>
                <a:cs typeface="Segoe UI"/>
              </a:rPr>
              <a:t> </a:t>
            </a:r>
            <a:r>
              <a:rPr lang="en-GB" sz="1200" spc="-20" noProof="0" dirty="0">
                <a:latin typeface="+mn-lt"/>
                <a:cs typeface="Segoe UI"/>
              </a:rPr>
              <a:t>ownership</a:t>
            </a:r>
            <a:r>
              <a:rPr lang="en-GB" sz="1200" spc="-100" noProof="0" dirty="0">
                <a:latin typeface="+mn-lt"/>
                <a:cs typeface="Segoe UI"/>
              </a:rPr>
              <a:t> </a:t>
            </a:r>
            <a:r>
              <a:rPr lang="en-GB" sz="1200" spc="-15" noProof="0" dirty="0">
                <a:latin typeface="+mn-lt"/>
                <a:cs typeface="Segoe UI"/>
              </a:rPr>
              <a:t>(UID</a:t>
            </a:r>
            <a:r>
              <a:rPr lang="en-GB" sz="1200" spc="-4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20" noProof="0" dirty="0">
                <a:latin typeface="+mn-lt"/>
                <a:cs typeface="Segoe UI"/>
              </a:rPr>
              <a:t>GID)</a:t>
            </a:r>
            <a:r>
              <a:rPr lang="en-GB" sz="1200" spc="-25" noProof="0" dirty="0">
                <a:latin typeface="+mn-lt"/>
                <a:cs typeface="Segoe UI"/>
              </a:rPr>
              <a:t> will</a:t>
            </a:r>
            <a:r>
              <a:rPr lang="en-GB" sz="1200" spc="-40" noProof="0" dirty="0">
                <a:latin typeface="+mn-lt"/>
                <a:cs typeface="Segoe UI"/>
              </a:rPr>
              <a:t> </a:t>
            </a:r>
            <a:r>
              <a:rPr lang="en-GB" sz="1200" spc="-10" noProof="0" dirty="0">
                <a:latin typeface="+mn-lt"/>
                <a:cs typeface="Segoe UI"/>
              </a:rPr>
              <a:t>be</a:t>
            </a:r>
            <a:r>
              <a:rPr lang="en-GB" sz="1200" spc="-6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same</a:t>
            </a:r>
            <a:r>
              <a:rPr lang="en-GB" sz="1200" spc="-30"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spc="-15" noProof="0" dirty="0">
                <a:latin typeface="+mn-lt"/>
                <a:cs typeface="Segoe UI"/>
              </a:rPr>
              <a:t>UID</a:t>
            </a:r>
            <a:r>
              <a:rPr lang="en-GB" sz="1200" spc="-4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GID</a:t>
            </a:r>
            <a:r>
              <a:rPr lang="en-GB" sz="1200" spc="-40"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parent</a:t>
            </a:r>
            <a:r>
              <a:rPr lang="en-GB" sz="1200" spc="-65" noProof="0" dirty="0">
                <a:latin typeface="+mn-lt"/>
                <a:cs typeface="Segoe UI"/>
              </a:rPr>
              <a:t> </a:t>
            </a:r>
            <a:r>
              <a:rPr lang="en-GB" sz="1200" spc="-20" noProof="0" dirty="0">
                <a:latin typeface="+mn-lt"/>
                <a:cs typeface="Segoe UI"/>
              </a:rPr>
              <a:t>process.</a:t>
            </a:r>
            <a:endParaRPr lang="en-GB" sz="1200" noProof="0" dirty="0">
              <a:latin typeface="+mn-lt"/>
              <a:cs typeface="Segoe UI"/>
            </a:endParaRPr>
          </a:p>
          <a:p>
            <a:pPr marL="12700" marR="5080">
              <a:lnSpc>
                <a:spcPct val="100000"/>
              </a:lnSpc>
              <a:spcBef>
                <a:spcPts val="605"/>
              </a:spcBef>
            </a:pPr>
            <a:r>
              <a:rPr lang="en-GB" sz="1200" spc="-15" noProof="0" dirty="0">
                <a:latin typeface="+mn-lt"/>
                <a:cs typeface="Segoe UI"/>
              </a:rPr>
              <a:t>In order to </a:t>
            </a:r>
            <a:r>
              <a:rPr lang="en-GB" sz="1200" spc="-15" noProof="0" dirty="0" err="1">
                <a:latin typeface="+mn-lt"/>
                <a:cs typeface="Segoe UI"/>
              </a:rPr>
              <a:t>to</a:t>
            </a:r>
            <a:r>
              <a:rPr lang="en-GB" sz="1200" spc="-15" noProof="0" dirty="0">
                <a:latin typeface="+mn-lt"/>
                <a:cs typeface="Segoe UI"/>
              </a:rPr>
              <a:t> perform an </a:t>
            </a:r>
            <a:r>
              <a:rPr lang="en-GB" sz="1200" spc="-20" noProof="0" dirty="0">
                <a:latin typeface="+mn-lt"/>
                <a:cs typeface="Segoe UI"/>
              </a:rPr>
              <a:t>operation </a:t>
            </a:r>
            <a:r>
              <a:rPr lang="en-GB" sz="1200" spc="-10" noProof="0" dirty="0">
                <a:latin typeface="+mn-lt"/>
                <a:cs typeface="Segoe UI"/>
              </a:rPr>
              <a:t>not </a:t>
            </a:r>
            <a:r>
              <a:rPr lang="en-GB" sz="1200" spc="-20" noProof="0" dirty="0">
                <a:latin typeface="+mn-lt"/>
                <a:cs typeface="Segoe UI"/>
              </a:rPr>
              <a:t>normally permitted </a:t>
            </a:r>
            <a:r>
              <a:rPr lang="en-GB" sz="1200" spc="-15" noProof="0" dirty="0">
                <a:latin typeface="+mn-lt"/>
                <a:cs typeface="Segoe UI"/>
              </a:rPr>
              <a:t>to </a:t>
            </a:r>
            <a:r>
              <a:rPr lang="en-GB" sz="1200" spc="-25" noProof="0" dirty="0">
                <a:latin typeface="+mn-lt"/>
                <a:cs typeface="Segoe UI"/>
              </a:rPr>
              <a:t>casual </a:t>
            </a:r>
            <a:r>
              <a:rPr lang="en-GB" sz="1200" spc="-15" noProof="0" dirty="0">
                <a:latin typeface="+mn-lt"/>
                <a:cs typeface="Segoe UI"/>
              </a:rPr>
              <a:t>users, </a:t>
            </a:r>
            <a:r>
              <a:rPr lang="en-GB" sz="1200" spc="-20" noProof="0" dirty="0">
                <a:latin typeface="+mn-lt"/>
                <a:cs typeface="Segoe UI"/>
              </a:rPr>
              <a:t>like </a:t>
            </a:r>
            <a:r>
              <a:rPr lang="en-GB" sz="1200" spc="-15" noProof="0" dirty="0">
                <a:latin typeface="+mn-lt"/>
                <a:cs typeface="Segoe UI"/>
              </a:rPr>
              <a:t> </a:t>
            </a:r>
            <a:r>
              <a:rPr lang="en-GB" sz="1200" spc="-20" noProof="0" dirty="0">
                <a:latin typeface="+mn-lt"/>
                <a:cs typeface="Segoe UI"/>
              </a:rPr>
              <a:t>writing</a:t>
            </a:r>
            <a:r>
              <a:rPr lang="en-GB" sz="1200" spc="-75" noProof="0" dirty="0">
                <a:latin typeface="+mn-lt"/>
                <a:cs typeface="Segoe UI"/>
              </a:rPr>
              <a:t> </a:t>
            </a:r>
            <a:r>
              <a:rPr lang="en-GB" sz="1200" spc="-20" noProof="0" dirty="0">
                <a:latin typeface="+mn-lt"/>
                <a:cs typeface="Segoe UI"/>
              </a:rPr>
              <a:t>into</a:t>
            </a:r>
            <a:r>
              <a:rPr lang="en-GB" sz="1200" spc="-15" noProof="0" dirty="0">
                <a:latin typeface="+mn-lt"/>
                <a:cs typeface="Segoe UI"/>
              </a:rPr>
              <a:t> the</a:t>
            </a:r>
            <a:r>
              <a:rPr lang="en-GB" sz="1200" spc="-55" noProof="0" dirty="0">
                <a:latin typeface="+mn-lt"/>
                <a:cs typeface="Segoe UI"/>
              </a:rPr>
              <a:t> </a:t>
            </a:r>
            <a:r>
              <a:rPr lang="en-GB" sz="1200" spc="-25" noProof="0" dirty="0">
                <a:latin typeface="+mn-lt"/>
                <a:cs typeface="Segoe UI"/>
              </a:rPr>
              <a:t>/etc/shadow</a:t>
            </a:r>
            <a:r>
              <a:rPr lang="en-GB" sz="1200" spc="-10" noProof="0" dirty="0">
                <a:latin typeface="+mn-lt"/>
                <a:cs typeface="Segoe UI"/>
              </a:rPr>
              <a:t>,</a:t>
            </a:r>
          </a:p>
          <a:p>
            <a:pPr marL="12700" marR="5080">
              <a:lnSpc>
                <a:spcPct val="100000"/>
              </a:lnSpc>
              <a:spcBef>
                <a:spcPts val="605"/>
              </a:spcBef>
            </a:pPr>
            <a:r>
              <a:rPr lang="en-GB" sz="1200" spc="-10" noProof="0" dirty="0">
                <a:latin typeface="+mn-lt"/>
                <a:cs typeface="Segoe UI"/>
              </a:rPr>
              <a:t>T</a:t>
            </a:r>
            <a:r>
              <a:rPr lang="en-GB" sz="1200" spc="-15" noProof="0" dirty="0">
                <a:latin typeface="+mn-lt"/>
                <a:cs typeface="Segoe UI"/>
              </a:rPr>
              <a:t>he</a:t>
            </a:r>
            <a:r>
              <a:rPr lang="en-GB" sz="1200" spc="-60" noProof="0" dirty="0">
                <a:latin typeface="+mn-lt"/>
                <a:cs typeface="Segoe UI"/>
              </a:rPr>
              <a:t> </a:t>
            </a:r>
            <a:r>
              <a:rPr lang="en-GB" sz="1200" spc="-20" noProof="0" dirty="0">
                <a:latin typeface="+mn-lt"/>
                <a:cs typeface="Segoe UI"/>
              </a:rPr>
              <a:t>mechanism</a:t>
            </a:r>
            <a:r>
              <a:rPr lang="en-GB" sz="1200" spc="-40"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20" noProof="0" dirty="0">
                <a:latin typeface="+mn-lt"/>
                <a:cs typeface="Segoe UI"/>
              </a:rPr>
              <a:t>SUID</a:t>
            </a:r>
            <a:r>
              <a:rPr lang="en-GB" sz="1200" spc="-2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GUID</a:t>
            </a:r>
            <a:r>
              <a:rPr lang="en-GB" sz="1200" spc="-45" noProof="0" dirty="0">
                <a:latin typeface="+mn-lt"/>
                <a:cs typeface="Segoe UI"/>
              </a:rPr>
              <a:t> </a:t>
            </a:r>
            <a:r>
              <a:rPr lang="en-GB" sz="1200" spc="-20" noProof="0" dirty="0">
                <a:latin typeface="+mn-lt"/>
                <a:cs typeface="Segoe UI"/>
              </a:rPr>
              <a:t>permissions</a:t>
            </a:r>
            <a:r>
              <a:rPr lang="en-GB" sz="1200" spc="-80" noProof="0" dirty="0">
                <a:latin typeface="+mn-lt"/>
                <a:cs typeface="Segoe UI"/>
              </a:rPr>
              <a:t> </a:t>
            </a:r>
            <a:r>
              <a:rPr lang="en-GB" sz="1200" spc="-15" noProof="0" dirty="0">
                <a:latin typeface="+mn-lt"/>
                <a:cs typeface="Segoe UI"/>
              </a:rPr>
              <a:t>allows</a:t>
            </a:r>
            <a:r>
              <a:rPr lang="en-GB" sz="1200" spc="-50" noProof="0" dirty="0">
                <a:latin typeface="+mn-lt"/>
                <a:cs typeface="Segoe UI"/>
              </a:rPr>
              <a:t> </a:t>
            </a:r>
            <a:r>
              <a:rPr lang="en-GB" sz="1200" spc="-15" noProof="0" dirty="0">
                <a:latin typeface="+mn-lt"/>
                <a:cs typeface="Segoe UI"/>
              </a:rPr>
              <a:t>just</a:t>
            </a:r>
            <a:r>
              <a:rPr lang="en-GB" sz="1200" spc="-65" noProof="0" dirty="0">
                <a:latin typeface="+mn-lt"/>
                <a:cs typeface="Segoe UI"/>
              </a:rPr>
              <a:t> </a:t>
            </a:r>
            <a:r>
              <a:rPr lang="en-GB" sz="1200" spc="-20" noProof="0" dirty="0">
                <a:latin typeface="+mn-lt"/>
                <a:cs typeface="Segoe UI"/>
              </a:rPr>
              <a:t>that.</a:t>
            </a:r>
          </a:p>
          <a:p>
            <a:pPr marL="12700">
              <a:lnSpc>
                <a:spcPct val="100000"/>
              </a:lnSpc>
              <a:spcBef>
                <a:spcPts val="600"/>
              </a:spcBef>
            </a:pPr>
            <a:r>
              <a:rPr lang="en-GB" sz="1200" spc="-15" noProof="0" dirty="0">
                <a:latin typeface="+mn-lt"/>
                <a:cs typeface="Segoe UI"/>
              </a:rPr>
              <a:t>The</a:t>
            </a:r>
            <a:r>
              <a:rPr lang="en-GB" sz="1200" spc="-75" noProof="0" dirty="0">
                <a:latin typeface="+mn-lt"/>
                <a:cs typeface="Segoe UI"/>
              </a:rPr>
              <a:t> </a:t>
            </a:r>
            <a:r>
              <a:rPr lang="en-GB" sz="1200" spc="-20" noProof="0" dirty="0" err="1">
                <a:latin typeface="+mn-lt"/>
                <a:cs typeface="Segoe UI"/>
              </a:rPr>
              <a:t>setid</a:t>
            </a:r>
            <a:r>
              <a:rPr lang="en-GB" sz="1200" spc="-25"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15" noProof="0" dirty="0">
                <a:latin typeface="+mn-lt"/>
                <a:cs typeface="Segoe UI"/>
              </a:rPr>
              <a:t>guid</a:t>
            </a:r>
            <a:r>
              <a:rPr lang="en-GB" sz="1200" spc="-45" noProof="0" dirty="0">
                <a:latin typeface="+mn-lt"/>
                <a:cs typeface="Segoe UI"/>
              </a:rPr>
              <a:t> </a:t>
            </a:r>
            <a:r>
              <a:rPr lang="en-GB" sz="1200" spc="-25" noProof="0" dirty="0">
                <a:latin typeface="+mn-lt"/>
                <a:cs typeface="Segoe UI"/>
              </a:rPr>
              <a:t>mechanism</a:t>
            </a:r>
            <a:r>
              <a:rPr lang="en-GB" sz="1200" spc="-40" noProof="0" dirty="0">
                <a:latin typeface="+mn-lt"/>
                <a:cs typeface="Segoe UI"/>
              </a:rPr>
              <a:t> </a:t>
            </a:r>
            <a:r>
              <a:rPr lang="en-GB" sz="1200" spc="-20" noProof="0" dirty="0">
                <a:latin typeface="+mn-lt"/>
                <a:cs typeface="Segoe UI"/>
              </a:rPr>
              <a:t>gives</a:t>
            </a:r>
            <a:r>
              <a:rPr lang="en-GB" sz="1200" spc="-50" noProof="0" dirty="0">
                <a:latin typeface="+mn-lt"/>
                <a:cs typeface="Segoe UI"/>
              </a:rPr>
              <a:t> </a:t>
            </a:r>
            <a:r>
              <a:rPr lang="en-GB" sz="1200" spc="-20" noProof="0" dirty="0">
                <a:latin typeface="+mn-lt"/>
                <a:cs typeface="Segoe UI"/>
              </a:rPr>
              <a:t>normal</a:t>
            </a:r>
            <a:r>
              <a:rPr lang="en-GB" sz="1200" spc="-55"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20" noProof="0" dirty="0">
                <a:latin typeface="+mn-lt"/>
                <a:cs typeface="Segoe UI"/>
              </a:rPr>
              <a:t>special</a:t>
            </a:r>
            <a:r>
              <a:rPr lang="en-GB" sz="1200" spc="-35" noProof="0" dirty="0">
                <a:latin typeface="+mn-lt"/>
                <a:cs typeface="Segoe UI"/>
              </a:rPr>
              <a:t> </a:t>
            </a:r>
            <a:r>
              <a:rPr lang="en-GB" sz="1200" spc="-20" noProof="0" dirty="0">
                <a:latin typeface="+mn-lt"/>
                <a:cs typeface="Segoe UI"/>
              </a:rPr>
              <a:t>privileges,</a:t>
            </a:r>
            <a:r>
              <a:rPr lang="en-GB" sz="1200" spc="-55" noProof="0" dirty="0">
                <a:latin typeface="+mn-lt"/>
                <a:cs typeface="Segoe UI"/>
              </a:rPr>
              <a:t> </a:t>
            </a:r>
            <a:r>
              <a:rPr lang="en-GB" sz="1200" spc="-20" noProof="0" dirty="0">
                <a:latin typeface="+mn-lt"/>
                <a:cs typeface="Segoe UI"/>
              </a:rPr>
              <a:t>those</a:t>
            </a:r>
            <a:r>
              <a:rPr lang="en-GB" sz="1200" spc="-5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the</a:t>
            </a:r>
            <a:r>
              <a:rPr lang="en-GB" sz="1200" spc="-50" noProof="0" dirty="0">
                <a:latin typeface="+mn-lt"/>
                <a:cs typeface="Segoe UI"/>
              </a:rPr>
              <a:t> </a:t>
            </a:r>
            <a:r>
              <a:rPr lang="en-GB" sz="1200" spc="-15" noProof="0" dirty="0">
                <a:latin typeface="+mn-lt"/>
                <a:cs typeface="Segoe UI"/>
              </a:rPr>
              <a:t>program</a:t>
            </a:r>
            <a:r>
              <a:rPr lang="en-GB" sz="1200" spc="-60" noProof="0" dirty="0">
                <a:latin typeface="+mn-lt"/>
                <a:cs typeface="Segoe UI"/>
              </a:rPr>
              <a:t> </a:t>
            </a:r>
            <a:r>
              <a:rPr lang="en-GB" sz="1200" spc="-15" noProof="0" dirty="0">
                <a:latin typeface="+mn-lt"/>
                <a:cs typeface="Segoe UI"/>
              </a:rPr>
              <a:t>owner,</a:t>
            </a:r>
            <a:r>
              <a:rPr lang="en-GB" sz="1200" spc="-6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20" noProof="0" dirty="0">
                <a:latin typeface="+mn-lt"/>
                <a:cs typeface="Segoe UI"/>
              </a:rPr>
              <a:t>the du</a:t>
            </a:r>
            <a:r>
              <a:rPr lang="en-GB" sz="1200" spc="-15" noProof="0" dirty="0">
                <a:latin typeface="+mn-lt"/>
                <a:cs typeface="Segoe UI"/>
              </a:rPr>
              <a:t>r</a:t>
            </a:r>
            <a:r>
              <a:rPr lang="en-GB" sz="1200" spc="-35" noProof="0" dirty="0">
                <a:latin typeface="+mn-lt"/>
                <a:cs typeface="Segoe UI"/>
              </a:rPr>
              <a:t>a</a:t>
            </a:r>
            <a:r>
              <a:rPr lang="en-GB" sz="1200" spc="-30" noProof="0" dirty="0">
                <a:latin typeface="+mn-lt"/>
                <a:cs typeface="Segoe UI"/>
              </a:rPr>
              <a:t>ti</a:t>
            </a:r>
            <a:r>
              <a:rPr lang="en-GB" sz="1200" spc="-20" noProof="0" dirty="0">
                <a:latin typeface="+mn-lt"/>
                <a:cs typeface="Segoe UI"/>
              </a:rPr>
              <a:t>o</a:t>
            </a:r>
            <a:r>
              <a:rPr lang="en-GB" sz="1200" noProof="0" dirty="0">
                <a:latin typeface="+mn-lt"/>
                <a:cs typeface="Segoe UI"/>
              </a:rPr>
              <a:t>n</a:t>
            </a:r>
            <a:r>
              <a:rPr lang="en-GB" sz="1200" spc="-80" noProof="0" dirty="0">
                <a:latin typeface="+mn-lt"/>
                <a:cs typeface="Segoe UI"/>
              </a:rPr>
              <a:t> </a:t>
            </a:r>
            <a:r>
              <a:rPr lang="en-GB" sz="1200" spc="-20" noProof="0" dirty="0">
                <a:latin typeface="+mn-lt"/>
                <a:cs typeface="Segoe UI"/>
              </a:rPr>
              <a:t>o</a:t>
            </a:r>
            <a:r>
              <a:rPr lang="en-GB" sz="1200" noProof="0" dirty="0">
                <a:latin typeface="+mn-lt"/>
                <a:cs typeface="Segoe UI"/>
              </a:rPr>
              <a:t>f</a:t>
            </a:r>
            <a:r>
              <a:rPr lang="en-GB" sz="1200" spc="-6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t>
            </a:r>
            <a:r>
              <a:rPr lang="en-GB" sz="1200" spc="-20" noProof="0" dirty="0">
                <a:latin typeface="+mn-lt"/>
                <a:cs typeface="Segoe UI"/>
              </a:rPr>
              <a:t>p</a:t>
            </a:r>
            <a:r>
              <a:rPr lang="en-GB" sz="1200" spc="-15" noProof="0" dirty="0">
                <a:latin typeface="+mn-lt"/>
                <a:cs typeface="Segoe UI"/>
              </a:rPr>
              <a:t>r</a:t>
            </a:r>
            <a:r>
              <a:rPr lang="en-GB" sz="1200" spc="-20" noProof="0" dirty="0">
                <a:latin typeface="+mn-lt"/>
                <a:cs typeface="Segoe UI"/>
              </a:rPr>
              <a:t>og</a:t>
            </a:r>
            <a:r>
              <a:rPr lang="en-GB" sz="1200" spc="-15" noProof="0" dirty="0">
                <a:latin typeface="+mn-lt"/>
                <a:cs typeface="Segoe UI"/>
              </a:rPr>
              <a:t>r</a:t>
            </a:r>
            <a:r>
              <a:rPr lang="en-GB" sz="1200" spc="-35" noProof="0" dirty="0">
                <a:latin typeface="+mn-lt"/>
                <a:cs typeface="Segoe UI"/>
              </a:rPr>
              <a:t>a</a:t>
            </a:r>
            <a:r>
              <a:rPr lang="en-GB" sz="1200" spc="5" noProof="0" dirty="0">
                <a:latin typeface="+mn-lt"/>
                <a:cs typeface="Segoe UI"/>
              </a:rPr>
              <a:t>m</a:t>
            </a:r>
            <a:r>
              <a:rPr lang="en-GB" sz="1200" spc="-90" noProof="0" dirty="0">
                <a:latin typeface="+mn-lt"/>
                <a:cs typeface="Segoe UI"/>
              </a:rPr>
              <a:t> </a:t>
            </a:r>
            <a:r>
              <a:rPr lang="en-GB" sz="1200" spc="-25" noProof="0" dirty="0">
                <a:latin typeface="+mn-lt"/>
                <a:cs typeface="Segoe UI"/>
              </a:rPr>
              <a:t>e</a:t>
            </a:r>
            <a:r>
              <a:rPr lang="en-GB" sz="1200" spc="-35" noProof="0" dirty="0">
                <a:latin typeface="+mn-lt"/>
                <a:cs typeface="Segoe UI"/>
              </a:rPr>
              <a:t>x</a:t>
            </a:r>
            <a:r>
              <a:rPr lang="en-GB" sz="1200" spc="-25" noProof="0" dirty="0">
                <a:latin typeface="+mn-lt"/>
                <a:cs typeface="Segoe UI"/>
              </a:rPr>
              <a:t>e</a:t>
            </a:r>
            <a:r>
              <a:rPr lang="en-GB" sz="1200" spc="-35" noProof="0" dirty="0">
                <a:latin typeface="+mn-lt"/>
                <a:cs typeface="Segoe UI"/>
              </a:rPr>
              <a:t>c</a:t>
            </a:r>
            <a:r>
              <a:rPr lang="en-GB" sz="1200" spc="-20" noProof="0" dirty="0">
                <a:latin typeface="+mn-lt"/>
                <a:cs typeface="Segoe UI"/>
              </a:rPr>
              <a:t>u</a:t>
            </a:r>
            <a:r>
              <a:rPr lang="en-GB" sz="1200" spc="-30" noProof="0" dirty="0">
                <a:latin typeface="+mn-lt"/>
                <a:cs typeface="Segoe UI"/>
              </a:rPr>
              <a:t>ti</a:t>
            </a:r>
            <a:r>
              <a:rPr lang="en-GB" sz="1200" spc="-20" noProof="0" dirty="0">
                <a:latin typeface="+mn-lt"/>
                <a:cs typeface="Segoe UI"/>
              </a:rPr>
              <a:t>on</a:t>
            </a:r>
            <a:r>
              <a:rPr lang="en-GB" sz="1200" noProof="0" dirty="0">
                <a:latin typeface="+mn-lt"/>
                <a:cs typeface="Segoe UI"/>
              </a:rPr>
              <a:t>.</a:t>
            </a:r>
          </a:p>
          <a:p>
            <a:pPr marL="12700">
              <a:lnSpc>
                <a:spcPct val="100000"/>
              </a:lnSpc>
              <a:spcBef>
                <a:spcPts val="600"/>
              </a:spcBef>
            </a:pPr>
            <a:r>
              <a:rPr lang="en-GB" sz="1200" spc="-20" noProof="0" dirty="0">
                <a:latin typeface="+mn-lt"/>
                <a:cs typeface="Segoe UI"/>
              </a:rPr>
              <a:t>This</a:t>
            </a:r>
            <a:r>
              <a:rPr lang="en-GB" sz="1200" spc="-75" noProof="0" dirty="0">
                <a:latin typeface="+mn-lt"/>
                <a:cs typeface="Segoe UI"/>
              </a:rPr>
              <a:t> </a:t>
            </a:r>
            <a:r>
              <a:rPr lang="en-GB" sz="1200" spc="-25" noProof="0" dirty="0">
                <a:latin typeface="+mn-lt"/>
                <a:cs typeface="Segoe UI"/>
              </a:rPr>
              <a:t>allows </a:t>
            </a:r>
            <a:r>
              <a:rPr lang="en-GB" sz="1200" spc="-20" noProof="0" dirty="0">
                <a:latin typeface="+mn-lt"/>
                <a:cs typeface="Segoe UI"/>
              </a:rPr>
              <a:t>normal</a:t>
            </a:r>
            <a:r>
              <a:rPr lang="en-GB" sz="1200" spc="-30" noProof="0" dirty="0">
                <a:latin typeface="+mn-lt"/>
                <a:cs typeface="Segoe UI"/>
              </a:rPr>
              <a:t> </a:t>
            </a:r>
            <a:r>
              <a:rPr lang="en-GB" sz="1200" spc="-15" noProof="0" dirty="0">
                <a:latin typeface="+mn-lt"/>
                <a:cs typeface="Segoe UI"/>
              </a:rPr>
              <a:t>users,</a:t>
            </a:r>
            <a:r>
              <a:rPr lang="en-GB" sz="1200" spc="-85" noProof="0" dirty="0">
                <a:latin typeface="+mn-lt"/>
                <a:cs typeface="Segoe UI"/>
              </a:rPr>
              <a:t> </a:t>
            </a:r>
            <a:r>
              <a:rPr lang="en-GB" sz="1200" spc="-15" noProof="0" dirty="0">
                <a:latin typeface="+mn-lt"/>
                <a:cs typeface="Segoe UI"/>
              </a:rPr>
              <a:t>in</a:t>
            </a:r>
            <a:r>
              <a:rPr lang="en-GB" sz="1200" spc="-20" noProof="0" dirty="0">
                <a:latin typeface="+mn-lt"/>
                <a:cs typeface="Segoe UI"/>
              </a:rPr>
              <a:t> </a:t>
            </a:r>
            <a:r>
              <a:rPr lang="en-GB" sz="1200" noProof="0" dirty="0">
                <a:latin typeface="+mn-lt"/>
                <a:cs typeface="Segoe UI"/>
              </a:rPr>
              <a:t>a</a:t>
            </a:r>
            <a:r>
              <a:rPr lang="en-GB" sz="1200" spc="-35" noProof="0" dirty="0">
                <a:latin typeface="+mn-lt"/>
                <a:cs typeface="Segoe UI"/>
              </a:rPr>
              <a:t> </a:t>
            </a:r>
            <a:r>
              <a:rPr lang="en-GB" sz="1200" spc="-20" noProof="0" dirty="0">
                <a:latin typeface="+mn-lt"/>
                <a:cs typeface="Segoe UI"/>
              </a:rPr>
              <a:t>controlled</a:t>
            </a:r>
            <a:r>
              <a:rPr lang="en-GB" sz="1200" spc="-50" noProof="0" dirty="0">
                <a:latin typeface="+mn-lt"/>
                <a:cs typeface="Segoe UI"/>
              </a:rPr>
              <a:t> </a:t>
            </a:r>
            <a:r>
              <a:rPr lang="en-GB" sz="1200" spc="-20" noProof="0" dirty="0">
                <a:latin typeface="+mn-lt"/>
                <a:cs typeface="Segoe UI"/>
              </a:rPr>
              <a:t>manner,</a:t>
            </a:r>
            <a:r>
              <a:rPr lang="en-GB" sz="1200" spc="-60" noProof="0" dirty="0">
                <a:latin typeface="+mn-lt"/>
                <a:cs typeface="Segoe UI"/>
              </a:rPr>
              <a:t> </a:t>
            </a:r>
            <a:r>
              <a:rPr lang="en-GB" sz="1200" spc="-15" noProof="0" dirty="0">
                <a:latin typeface="+mn-lt"/>
                <a:cs typeface="Segoe UI"/>
              </a:rPr>
              <a:t>to</a:t>
            </a:r>
            <a:r>
              <a:rPr lang="en-GB" sz="1200" spc="-40" noProof="0" dirty="0">
                <a:latin typeface="+mn-lt"/>
                <a:cs typeface="Segoe UI"/>
              </a:rPr>
              <a:t> </a:t>
            </a:r>
            <a:r>
              <a:rPr lang="en-GB" sz="1200" spc="-25" noProof="0" dirty="0">
                <a:latin typeface="+mn-lt"/>
                <a:cs typeface="Segoe UI"/>
              </a:rPr>
              <a:t>access</a:t>
            </a:r>
            <a:r>
              <a:rPr lang="en-GB" sz="1200" noProof="0" dirty="0">
                <a:latin typeface="+mn-lt"/>
                <a:cs typeface="Segoe UI"/>
              </a:rPr>
              <a:t> </a:t>
            </a:r>
            <a:r>
              <a:rPr lang="en-GB" sz="1200" spc="-20" noProof="0" dirty="0">
                <a:latin typeface="+mn-lt"/>
                <a:cs typeface="Segoe UI"/>
              </a:rPr>
              <a:t>otherwise</a:t>
            </a:r>
            <a:r>
              <a:rPr lang="en-GB" sz="1200" spc="-30" noProof="0" dirty="0">
                <a:latin typeface="+mn-lt"/>
                <a:cs typeface="Segoe UI"/>
              </a:rPr>
              <a:t> </a:t>
            </a:r>
            <a:r>
              <a:rPr lang="en-GB" sz="1200" spc="-20" noProof="0" dirty="0">
                <a:latin typeface="+mn-lt"/>
                <a:cs typeface="Segoe UI"/>
              </a:rPr>
              <a:t>restricted</a:t>
            </a:r>
            <a:r>
              <a:rPr lang="en-GB" sz="1200" spc="-45" noProof="0" dirty="0">
                <a:latin typeface="+mn-lt"/>
                <a:cs typeface="Segoe UI"/>
              </a:rPr>
              <a:t> </a:t>
            </a:r>
            <a:r>
              <a:rPr lang="en-GB" sz="1200" spc="-25" noProof="0" dirty="0">
                <a:latin typeface="+mn-lt"/>
                <a:cs typeface="Segoe UI"/>
              </a:rPr>
              <a:t>files</a:t>
            </a:r>
            <a:r>
              <a:rPr lang="en-GB" sz="1200" spc="-20"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20" noProof="0" dirty="0">
                <a:latin typeface="+mn-lt"/>
                <a:cs typeface="Segoe UI"/>
              </a:rPr>
              <a:t>directories.</a:t>
            </a:r>
          </a:p>
          <a:p>
            <a:pPr marL="12700" marR="31750">
              <a:lnSpc>
                <a:spcPct val="100000"/>
              </a:lnSpc>
              <a:spcBef>
                <a:spcPts val="600"/>
              </a:spcBef>
            </a:pPr>
            <a:r>
              <a:rPr lang="en-GB" sz="1200" spc="-20" noProof="0" dirty="0">
                <a:latin typeface="+mn-lt"/>
                <a:cs typeface="Segoe UI"/>
              </a:rPr>
              <a:t>Note</a:t>
            </a:r>
            <a:r>
              <a:rPr lang="en-GB" sz="1200" spc="-55"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20" noProof="0" dirty="0" err="1">
                <a:latin typeface="+mn-lt"/>
                <a:cs typeface="Segoe UI"/>
              </a:rPr>
              <a:t>setuid</a:t>
            </a:r>
            <a:r>
              <a:rPr lang="en-GB" sz="1200" spc="-45"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20" noProof="0" dirty="0" err="1">
                <a:latin typeface="+mn-lt"/>
                <a:cs typeface="Segoe UI"/>
              </a:rPr>
              <a:t>setgid</a:t>
            </a:r>
            <a:r>
              <a:rPr lang="en-GB" sz="1200" spc="-40" noProof="0" dirty="0">
                <a:latin typeface="+mn-lt"/>
                <a:cs typeface="Segoe UI"/>
              </a:rPr>
              <a:t> </a:t>
            </a:r>
            <a:r>
              <a:rPr lang="en-GB" sz="1200" spc="-20" noProof="0" dirty="0">
                <a:latin typeface="+mn-lt"/>
                <a:cs typeface="Segoe UI"/>
              </a:rPr>
              <a:t>programs</a:t>
            </a:r>
            <a:r>
              <a:rPr lang="en-GB" sz="1200" spc="-75" noProof="0" dirty="0">
                <a:latin typeface="+mn-lt"/>
                <a:cs typeface="Segoe UI"/>
              </a:rPr>
              <a:t> </a:t>
            </a:r>
            <a:r>
              <a:rPr lang="en-GB" sz="1200" spc="-15" noProof="0" dirty="0">
                <a:latin typeface="+mn-lt"/>
                <a:cs typeface="Segoe UI"/>
              </a:rPr>
              <a:t>should</a:t>
            </a:r>
            <a:r>
              <a:rPr lang="en-GB" sz="1200" spc="-75" noProof="0" dirty="0">
                <a:latin typeface="+mn-lt"/>
                <a:cs typeface="Segoe UI"/>
              </a:rPr>
              <a:t> </a:t>
            </a:r>
            <a:r>
              <a:rPr lang="en-GB" sz="1200" spc="-10" noProof="0" dirty="0">
                <a:latin typeface="+mn-lt"/>
                <a:cs typeface="Segoe UI"/>
              </a:rPr>
              <a:t>be</a:t>
            </a:r>
            <a:r>
              <a:rPr lang="en-GB" sz="1200" spc="-30" noProof="0" dirty="0">
                <a:latin typeface="+mn-lt"/>
                <a:cs typeface="Segoe UI"/>
              </a:rPr>
              <a:t> </a:t>
            </a:r>
            <a:r>
              <a:rPr lang="en-GB" sz="1200" spc="-20" noProof="0" dirty="0">
                <a:latin typeface="+mn-lt"/>
                <a:cs typeface="Segoe UI"/>
              </a:rPr>
              <a:t>monitored</a:t>
            </a:r>
            <a:r>
              <a:rPr lang="en-GB" sz="1200" spc="-70" noProof="0" dirty="0">
                <a:latin typeface="+mn-lt"/>
                <a:cs typeface="Segoe UI"/>
              </a:rPr>
              <a:t> </a:t>
            </a:r>
            <a:r>
              <a:rPr lang="en-GB" sz="1200" spc="-15" noProof="0" dirty="0">
                <a:latin typeface="+mn-lt"/>
                <a:cs typeface="Segoe UI"/>
              </a:rPr>
              <a:t>very</a:t>
            </a:r>
            <a:r>
              <a:rPr lang="en-GB" sz="1200" spc="-40" noProof="0" dirty="0">
                <a:latin typeface="+mn-lt"/>
                <a:cs typeface="Segoe UI"/>
              </a:rPr>
              <a:t> </a:t>
            </a:r>
            <a:r>
              <a:rPr lang="en-GB" sz="1200" spc="-25" noProof="0" dirty="0">
                <a:latin typeface="+mn-lt"/>
                <a:cs typeface="Segoe UI"/>
              </a:rPr>
              <a:t>carefully.</a:t>
            </a:r>
          </a:p>
          <a:p>
            <a:pPr marL="12700" marR="31750">
              <a:lnSpc>
                <a:spcPct val="100000"/>
              </a:lnSpc>
              <a:spcBef>
                <a:spcPts val="600"/>
              </a:spcBef>
            </a:pPr>
            <a:r>
              <a:rPr lang="en-GB" sz="1200" spc="-15" noProof="0" dirty="0">
                <a:latin typeface="+mn-lt"/>
                <a:cs typeface="Segoe UI"/>
              </a:rPr>
              <a:t>Only the </a:t>
            </a:r>
            <a:r>
              <a:rPr lang="en-GB" sz="1200" spc="-20" noProof="0" dirty="0">
                <a:latin typeface="+mn-lt"/>
                <a:cs typeface="Segoe UI"/>
              </a:rPr>
              <a:t>owner </a:t>
            </a:r>
            <a:r>
              <a:rPr lang="en-GB" sz="1200" spc="-10" noProof="0" dirty="0">
                <a:latin typeface="+mn-lt"/>
                <a:cs typeface="Segoe UI"/>
              </a:rPr>
              <a:t>of </a:t>
            </a:r>
            <a:r>
              <a:rPr lang="en-GB" sz="1200" noProof="0" dirty="0">
                <a:latin typeface="+mn-lt"/>
                <a:cs typeface="Segoe UI"/>
              </a:rPr>
              <a:t>a </a:t>
            </a:r>
            <a:r>
              <a:rPr lang="en-GB" sz="1200" spc="-15" noProof="0" dirty="0">
                <a:latin typeface="+mn-lt"/>
                <a:cs typeface="Segoe UI"/>
              </a:rPr>
              <a:t>program </a:t>
            </a:r>
            <a:r>
              <a:rPr lang="en-GB" sz="1200" spc="-20" noProof="0" dirty="0">
                <a:latin typeface="+mn-lt"/>
                <a:cs typeface="Segoe UI"/>
              </a:rPr>
              <a:t>can make </a:t>
            </a:r>
            <a:r>
              <a:rPr lang="en-GB" sz="1200" spc="-15" noProof="0" dirty="0">
                <a:latin typeface="+mn-lt"/>
                <a:cs typeface="Segoe UI"/>
              </a:rPr>
              <a:t>it </a:t>
            </a:r>
            <a:r>
              <a:rPr lang="en-GB" sz="1200" spc="-10" noProof="0" dirty="0">
                <a:latin typeface="+mn-lt"/>
                <a:cs typeface="Segoe UI"/>
              </a:rPr>
              <a:t> </a:t>
            </a:r>
            <a:r>
              <a:rPr lang="en-GB" sz="1200" spc="-20" noProof="0" dirty="0" err="1">
                <a:latin typeface="+mn-lt"/>
                <a:cs typeface="Segoe UI"/>
              </a:rPr>
              <a:t>setuid</a:t>
            </a:r>
            <a:r>
              <a:rPr lang="en-GB" sz="1200" spc="-75" noProof="0" dirty="0">
                <a:latin typeface="+mn-lt"/>
                <a:cs typeface="Segoe UI"/>
              </a:rPr>
              <a:t> </a:t>
            </a:r>
            <a:r>
              <a:rPr lang="en-GB" sz="1200" spc="-5" noProof="0" dirty="0">
                <a:latin typeface="+mn-lt"/>
                <a:cs typeface="Segoe UI"/>
              </a:rPr>
              <a:t>or</a:t>
            </a:r>
            <a:r>
              <a:rPr lang="en-GB" sz="1200" spc="-50" noProof="0" dirty="0">
                <a:latin typeface="+mn-lt"/>
                <a:cs typeface="Segoe UI"/>
              </a:rPr>
              <a:t> </a:t>
            </a:r>
            <a:r>
              <a:rPr lang="en-GB" sz="1200" spc="-20" noProof="0" dirty="0" err="1">
                <a:latin typeface="+mn-lt"/>
                <a:cs typeface="Segoe UI"/>
              </a:rPr>
              <a:t>setgid</a:t>
            </a:r>
            <a:r>
              <a:rPr lang="en-GB" sz="1200" spc="-20" noProof="0" dirty="0">
                <a:latin typeface="+mn-lt"/>
                <a:cs typeface="Segoe UI"/>
              </a:rPr>
              <a:t>,</a:t>
            </a:r>
            <a:r>
              <a:rPr lang="en-GB" sz="1200" spc="-60" noProof="0" dirty="0">
                <a:latin typeface="+mn-lt"/>
                <a:cs typeface="Segoe UI"/>
              </a:rPr>
              <a:t> </a:t>
            </a:r>
            <a:r>
              <a:rPr lang="en-GB" sz="1200" spc="-15" noProof="0" dirty="0">
                <a:latin typeface="+mn-lt"/>
                <a:cs typeface="Segoe UI"/>
              </a:rPr>
              <a:t>and</a:t>
            </a:r>
            <a:r>
              <a:rPr lang="en-GB" sz="1200" spc="-30" noProof="0" dirty="0">
                <a:latin typeface="+mn-lt"/>
                <a:cs typeface="Segoe UI"/>
              </a:rPr>
              <a:t> </a:t>
            </a:r>
            <a:r>
              <a:rPr lang="en-GB" sz="1200" spc="-20" noProof="0" dirty="0">
                <a:latin typeface="+mn-lt"/>
                <a:cs typeface="Segoe UI"/>
              </a:rPr>
              <a:t>‘giving</a:t>
            </a:r>
            <a:r>
              <a:rPr lang="en-GB" sz="1200" spc="-75" noProof="0" dirty="0">
                <a:latin typeface="+mn-lt"/>
                <a:cs typeface="Segoe UI"/>
              </a:rPr>
              <a:t> </a:t>
            </a:r>
            <a:r>
              <a:rPr lang="en-GB" sz="1200" spc="-25" noProof="0" dirty="0">
                <a:latin typeface="+mn-lt"/>
                <a:cs typeface="Segoe UI"/>
              </a:rPr>
              <a:t>away’</a:t>
            </a:r>
            <a:r>
              <a:rPr lang="en-GB" sz="1200" spc="-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file</a:t>
            </a:r>
            <a:r>
              <a:rPr lang="en-GB" sz="1200" spc="-35" noProof="0" dirty="0">
                <a:latin typeface="+mn-lt"/>
                <a:cs typeface="Segoe UI"/>
              </a:rPr>
              <a:t> </a:t>
            </a:r>
            <a:r>
              <a:rPr lang="en-GB" sz="1200" spc="-15" noProof="0" dirty="0">
                <a:latin typeface="+mn-lt"/>
                <a:cs typeface="Segoe UI"/>
              </a:rPr>
              <a:t>using</a:t>
            </a:r>
            <a:r>
              <a:rPr lang="en-GB" sz="1200" spc="-40" noProof="0" dirty="0">
                <a:latin typeface="+mn-lt"/>
                <a:cs typeface="Segoe UI"/>
              </a:rPr>
              <a:t> </a:t>
            </a:r>
            <a:r>
              <a:rPr lang="en-GB" sz="1200" spc="-20" noProof="0" dirty="0" err="1">
                <a:latin typeface="+mn-lt"/>
                <a:cs typeface="Segoe UI"/>
              </a:rPr>
              <a:t>chown</a:t>
            </a:r>
            <a:r>
              <a:rPr lang="en-GB" sz="1200" spc="-50" noProof="0" dirty="0">
                <a:latin typeface="+mn-lt"/>
                <a:cs typeface="Segoe UI"/>
              </a:rPr>
              <a:t> </a:t>
            </a:r>
            <a:r>
              <a:rPr lang="en-GB" sz="1200" spc="-20" noProof="0" dirty="0">
                <a:latin typeface="+mn-lt"/>
                <a:cs typeface="Segoe UI"/>
              </a:rPr>
              <a:t>removes</a:t>
            </a:r>
            <a:r>
              <a:rPr lang="en-GB" sz="1200" spc="-50" noProof="0" dirty="0">
                <a:latin typeface="+mn-lt"/>
                <a:cs typeface="Segoe UI"/>
              </a:rPr>
              <a:t> </a:t>
            </a:r>
            <a:r>
              <a:rPr lang="en-GB" sz="1200" spc="-20" noProof="0" dirty="0">
                <a:latin typeface="+mn-lt"/>
                <a:cs typeface="Segoe UI"/>
              </a:rPr>
              <a:t>these</a:t>
            </a:r>
            <a:r>
              <a:rPr lang="en-GB" sz="1200" spc="-35" noProof="0" dirty="0">
                <a:latin typeface="+mn-lt"/>
                <a:cs typeface="Segoe UI"/>
              </a:rPr>
              <a:t> </a:t>
            </a:r>
            <a:r>
              <a:rPr lang="en-GB" sz="1200" spc="-25" noProof="0" dirty="0">
                <a:latin typeface="+mn-lt"/>
                <a:cs typeface="Segoe UI"/>
              </a:rPr>
              <a:t>special</a:t>
            </a:r>
            <a:r>
              <a:rPr lang="en-GB" sz="1200" spc="-40" noProof="0" dirty="0">
                <a:latin typeface="+mn-lt"/>
                <a:cs typeface="Segoe UI"/>
              </a:rPr>
              <a:t> </a:t>
            </a:r>
            <a:r>
              <a:rPr lang="en-GB" sz="1200" spc="-20" noProof="0" dirty="0">
                <a:latin typeface="+mn-lt"/>
                <a:cs typeface="Segoe UI"/>
              </a:rPr>
              <a:t>permissions.</a:t>
            </a:r>
            <a:endParaRPr lang="en-GB" sz="1200" noProof="0" dirty="0">
              <a:latin typeface="+mn-lt"/>
              <a:cs typeface="Segoe UI"/>
            </a:endParaRPr>
          </a:p>
          <a:p>
            <a:endParaRPr lang="en-GB" noProof="0" dirty="0"/>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7022889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67310">
              <a:lnSpc>
                <a:spcPct val="100000"/>
              </a:lnSpc>
              <a:spcBef>
                <a:spcPts val="105"/>
              </a:spcBef>
            </a:pPr>
            <a:r>
              <a:rPr lang="en-GB" sz="1200" spc="-15" noProof="0" dirty="0">
                <a:latin typeface="+mn-lt"/>
                <a:cs typeface="Segoe UI"/>
              </a:rPr>
              <a:t>The </a:t>
            </a:r>
            <a:r>
              <a:rPr lang="en-GB" sz="1200" spc="-20" noProof="0" dirty="0">
                <a:latin typeface="+mn-lt"/>
                <a:cs typeface="Segoe UI"/>
              </a:rPr>
              <a:t>sticky bit increases </a:t>
            </a:r>
            <a:r>
              <a:rPr lang="en-GB" sz="1200" spc="-15" noProof="0" dirty="0">
                <a:latin typeface="+mn-lt"/>
                <a:cs typeface="Segoe UI"/>
              </a:rPr>
              <a:t>the </a:t>
            </a:r>
            <a:r>
              <a:rPr lang="en-GB" sz="1200" spc="-20" noProof="0" dirty="0">
                <a:latin typeface="+mn-lt"/>
                <a:cs typeface="Segoe UI"/>
              </a:rPr>
              <a:t>control </a:t>
            </a:r>
            <a:r>
              <a:rPr lang="en-GB" sz="1200" spc="-15" noProof="0" dirty="0">
                <a:latin typeface="+mn-lt"/>
                <a:cs typeface="Segoe UI"/>
              </a:rPr>
              <a:t>over the </a:t>
            </a:r>
            <a:r>
              <a:rPr lang="en-GB" sz="1200" spc="-25" noProof="0" dirty="0">
                <a:latin typeface="+mn-lt"/>
                <a:cs typeface="Segoe UI"/>
              </a:rPr>
              <a:t>access </a:t>
            </a:r>
            <a:r>
              <a:rPr lang="en-GB" sz="1200" spc="-15" noProof="0" dirty="0">
                <a:latin typeface="+mn-lt"/>
                <a:cs typeface="Segoe UI"/>
              </a:rPr>
              <a:t>to </a:t>
            </a:r>
            <a:r>
              <a:rPr lang="en-GB" sz="1200" noProof="0" dirty="0">
                <a:latin typeface="+mn-lt"/>
                <a:cs typeface="Segoe UI"/>
              </a:rPr>
              <a:t>a </a:t>
            </a:r>
            <a:r>
              <a:rPr lang="en-GB" sz="1200" spc="-20" noProof="0" dirty="0">
                <a:latin typeface="+mn-lt"/>
                <a:cs typeface="Segoe UI"/>
              </a:rPr>
              <a:t>world-writable directory.</a:t>
            </a:r>
          </a:p>
          <a:p>
            <a:pPr marL="12700" marR="67310">
              <a:lnSpc>
                <a:spcPct val="100000"/>
              </a:lnSpc>
              <a:spcBef>
                <a:spcPts val="105"/>
              </a:spcBef>
            </a:pPr>
            <a:r>
              <a:rPr lang="en-GB" sz="1200" spc="-10" noProof="0" dirty="0">
                <a:latin typeface="+mn-lt"/>
                <a:cs typeface="Segoe UI"/>
              </a:rPr>
              <a:t>We </a:t>
            </a:r>
            <a:r>
              <a:rPr lang="en-GB" sz="1200" spc="-15" noProof="0" dirty="0">
                <a:latin typeface="+mn-lt"/>
                <a:cs typeface="Segoe UI"/>
              </a:rPr>
              <a:t>know </a:t>
            </a:r>
            <a:r>
              <a:rPr lang="en-GB" sz="1200" spc="-20" noProof="0" dirty="0">
                <a:latin typeface="+mn-lt"/>
                <a:cs typeface="Segoe UI"/>
              </a:rPr>
              <a:t>that </a:t>
            </a:r>
            <a:r>
              <a:rPr lang="en-GB" sz="1200" spc="-15" noProof="0" dirty="0">
                <a:latin typeface="+mn-lt"/>
                <a:cs typeface="Segoe UI"/>
              </a:rPr>
              <a:t>if </a:t>
            </a:r>
            <a:r>
              <a:rPr lang="en-GB" sz="1200" noProof="0" dirty="0">
                <a:latin typeface="+mn-lt"/>
                <a:cs typeface="Segoe UI"/>
              </a:rPr>
              <a:t>a</a:t>
            </a:r>
            <a:r>
              <a:rPr lang="en-GB" sz="1200" spc="5" noProof="0" dirty="0">
                <a:latin typeface="+mn-lt"/>
                <a:cs typeface="Segoe UI"/>
              </a:rPr>
              <a:t> </a:t>
            </a:r>
            <a:r>
              <a:rPr lang="en-GB" sz="1200" spc="-20" noProof="0" dirty="0">
                <a:latin typeface="+mn-lt"/>
                <a:cs typeface="Segoe UI"/>
              </a:rPr>
              <a:t>directory</a:t>
            </a:r>
            <a:r>
              <a:rPr lang="en-GB" sz="1200" spc="-70" noProof="0" dirty="0">
                <a:latin typeface="+mn-lt"/>
                <a:cs typeface="Segoe UI"/>
              </a:rPr>
              <a:t> </a:t>
            </a:r>
            <a:r>
              <a:rPr lang="en-GB" sz="1200" spc="-25" noProof="0" dirty="0">
                <a:latin typeface="+mn-lt"/>
                <a:cs typeface="Segoe UI"/>
              </a:rPr>
              <a:t>allows</a:t>
            </a:r>
            <a:r>
              <a:rPr lang="en-GB" sz="1200" spc="-30"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20" noProof="0" dirty="0">
                <a:latin typeface="+mn-lt"/>
                <a:cs typeface="Segoe UI"/>
              </a:rPr>
              <a:t>write</a:t>
            </a:r>
            <a:r>
              <a:rPr lang="en-GB" sz="1200" spc="-25" noProof="0" dirty="0">
                <a:latin typeface="+mn-lt"/>
                <a:cs typeface="Segoe UI"/>
              </a:rPr>
              <a:t> access,</a:t>
            </a:r>
            <a:r>
              <a:rPr lang="en-GB" sz="1200" spc="-10" noProof="0" dirty="0">
                <a:latin typeface="+mn-lt"/>
                <a:cs typeface="Segoe UI"/>
              </a:rPr>
              <a:t> </a:t>
            </a:r>
            <a:r>
              <a:rPr lang="en-GB" sz="1200" spc="-20" noProof="0" dirty="0">
                <a:latin typeface="+mn-lt"/>
                <a:cs typeface="Segoe UI"/>
              </a:rPr>
              <a:t>that</a:t>
            </a:r>
            <a:r>
              <a:rPr lang="en-GB" sz="1200" spc="-15" noProof="0" dirty="0">
                <a:latin typeface="+mn-lt"/>
                <a:cs typeface="Segoe UI"/>
              </a:rPr>
              <a:t> users</a:t>
            </a:r>
            <a:r>
              <a:rPr lang="en-GB" sz="1200" spc="-75" noProof="0" dirty="0">
                <a:latin typeface="+mn-lt"/>
                <a:cs typeface="Segoe UI"/>
              </a:rPr>
              <a:t> </a:t>
            </a:r>
            <a:r>
              <a:rPr lang="en-GB" sz="1200" spc="-20" noProof="0" dirty="0">
                <a:latin typeface="+mn-lt"/>
                <a:cs typeface="Segoe UI"/>
              </a:rPr>
              <a:t>can</a:t>
            </a:r>
            <a:r>
              <a:rPr lang="en-GB" sz="1200" spc="-5" noProof="0" dirty="0">
                <a:latin typeface="+mn-lt"/>
                <a:cs typeface="Segoe UI"/>
              </a:rPr>
              <a:t> </a:t>
            </a:r>
            <a:r>
              <a:rPr lang="en-GB" sz="1200" spc="-15" noProof="0" dirty="0">
                <a:latin typeface="+mn-lt"/>
                <a:cs typeface="Segoe UI"/>
              </a:rPr>
              <a:t>add</a:t>
            </a:r>
            <a:r>
              <a:rPr lang="en-GB" sz="1200" spc="-50" noProof="0" dirty="0">
                <a:latin typeface="+mn-lt"/>
                <a:cs typeface="Segoe UI"/>
              </a:rPr>
              <a:t> </a:t>
            </a:r>
            <a:r>
              <a:rPr lang="en-GB" sz="1200" spc="-20" noProof="0" dirty="0">
                <a:latin typeface="+mn-lt"/>
                <a:cs typeface="Segoe UI"/>
              </a:rPr>
              <a:t>files</a:t>
            </a:r>
            <a:r>
              <a:rPr lang="en-GB" sz="1200" spc="-3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5" noProof="0" dirty="0">
                <a:latin typeface="+mn-lt"/>
                <a:cs typeface="Segoe UI"/>
              </a:rPr>
              <a:t>it</a:t>
            </a:r>
            <a:r>
              <a:rPr lang="en-GB" sz="1200" spc="-30" noProof="0" dirty="0">
                <a:latin typeface="+mn-lt"/>
                <a:cs typeface="Segoe UI"/>
              </a:rPr>
              <a:t> </a:t>
            </a:r>
            <a:r>
              <a:rPr lang="en-GB" sz="1200" noProof="0" dirty="0">
                <a:latin typeface="+mn-lt"/>
                <a:cs typeface="Segoe UI"/>
              </a:rPr>
              <a:t>-</a:t>
            </a:r>
            <a:r>
              <a:rPr lang="en-GB" sz="1200" spc="-25" noProof="0" dirty="0">
                <a:latin typeface="+mn-lt"/>
                <a:cs typeface="Segoe UI"/>
              </a:rPr>
              <a:t> </a:t>
            </a:r>
            <a:r>
              <a:rPr lang="en-GB" sz="1200" spc="-20" noProof="0" dirty="0">
                <a:latin typeface="+mn-lt"/>
                <a:cs typeface="Segoe UI"/>
              </a:rPr>
              <a:t>which</a:t>
            </a:r>
            <a:r>
              <a:rPr lang="en-GB" sz="1200" spc="-50"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15" noProof="0" dirty="0">
                <a:latin typeface="+mn-lt"/>
                <a:cs typeface="Segoe UI"/>
              </a:rPr>
              <a:t>perhaps</a:t>
            </a:r>
            <a:r>
              <a:rPr lang="en-GB" sz="1200" spc="-50" noProof="0" dirty="0">
                <a:latin typeface="+mn-lt"/>
                <a:cs typeface="Segoe UI"/>
              </a:rPr>
              <a:t> </a:t>
            </a:r>
            <a:r>
              <a:rPr lang="en-GB" sz="1200" spc="-20" noProof="0" dirty="0">
                <a:latin typeface="+mn-lt"/>
                <a:cs typeface="Segoe UI"/>
              </a:rPr>
              <a:t>what</a:t>
            </a:r>
            <a:r>
              <a:rPr lang="en-GB" sz="1200" spc="-40" noProof="0" dirty="0">
                <a:latin typeface="+mn-lt"/>
                <a:cs typeface="Segoe UI"/>
              </a:rPr>
              <a:t> </a:t>
            </a:r>
            <a:r>
              <a:rPr lang="en-GB" sz="1200" spc="-15" noProof="0" dirty="0">
                <a:latin typeface="+mn-lt"/>
                <a:cs typeface="Segoe UI"/>
              </a:rPr>
              <a:t>we</a:t>
            </a:r>
            <a:r>
              <a:rPr lang="en-GB" sz="1200" spc="-30" noProof="0" dirty="0">
                <a:latin typeface="+mn-lt"/>
                <a:cs typeface="Segoe UI"/>
              </a:rPr>
              <a:t> </a:t>
            </a:r>
            <a:r>
              <a:rPr lang="en-GB" sz="1200" spc="-25" noProof="0" dirty="0">
                <a:latin typeface="+mn-lt"/>
                <a:cs typeface="Segoe UI"/>
              </a:rPr>
              <a:t>want.</a:t>
            </a:r>
          </a:p>
          <a:p>
            <a:pPr marL="12700" marR="67310">
              <a:lnSpc>
                <a:spcPct val="100000"/>
              </a:lnSpc>
              <a:spcBef>
                <a:spcPts val="105"/>
              </a:spcBef>
            </a:pPr>
            <a:r>
              <a:rPr lang="en-GB" sz="1200" spc="-20" noProof="0" dirty="0">
                <a:latin typeface="+mn-lt"/>
                <a:cs typeface="Segoe UI"/>
              </a:rPr>
              <a:t>Write permission </a:t>
            </a:r>
            <a:r>
              <a:rPr lang="en-GB" sz="1200" spc="-10" noProof="0" dirty="0">
                <a:latin typeface="+mn-lt"/>
                <a:cs typeface="Segoe UI"/>
              </a:rPr>
              <a:t>of </a:t>
            </a:r>
            <a:r>
              <a:rPr lang="en-GB" sz="1200" noProof="0" dirty="0">
                <a:latin typeface="+mn-lt"/>
                <a:cs typeface="Segoe UI"/>
              </a:rPr>
              <a:t>a </a:t>
            </a:r>
            <a:r>
              <a:rPr lang="en-GB" sz="1200" spc="-20" noProof="0" dirty="0">
                <a:latin typeface="+mn-lt"/>
                <a:cs typeface="Segoe UI"/>
              </a:rPr>
              <a:t>directory also means that </a:t>
            </a:r>
            <a:r>
              <a:rPr lang="en-GB" sz="1200" spc="-15" noProof="0" dirty="0">
                <a:latin typeface="+mn-lt"/>
                <a:cs typeface="Segoe UI"/>
              </a:rPr>
              <a:t>user </a:t>
            </a:r>
            <a:r>
              <a:rPr lang="en-GB" sz="1200" spc="-20" noProof="0" dirty="0">
                <a:latin typeface="+mn-lt"/>
                <a:cs typeface="Segoe UI"/>
              </a:rPr>
              <a:t>can delete </a:t>
            </a:r>
            <a:r>
              <a:rPr lang="en-GB" sz="1200" spc="-25" noProof="0" dirty="0">
                <a:latin typeface="+mn-lt"/>
                <a:cs typeface="Segoe UI"/>
              </a:rPr>
              <a:t>files </a:t>
            </a:r>
            <a:r>
              <a:rPr lang="en-GB" sz="1200" spc="-15" noProof="0" dirty="0">
                <a:latin typeface="+mn-lt"/>
                <a:cs typeface="Segoe UI"/>
              </a:rPr>
              <a:t>from </a:t>
            </a:r>
            <a:r>
              <a:rPr lang="en-GB" sz="1200" spc="-20" noProof="0" dirty="0">
                <a:latin typeface="+mn-lt"/>
                <a:cs typeface="Segoe UI"/>
              </a:rPr>
              <a:t>it, thus</a:t>
            </a:r>
            <a:r>
              <a:rPr lang="en-GB" sz="1200" spc="-15" noProof="0" dirty="0">
                <a:latin typeface="+mn-lt"/>
                <a:cs typeface="Segoe UI"/>
              </a:rPr>
              <a:t> </a:t>
            </a:r>
            <a:r>
              <a:rPr lang="en-GB" sz="1200" noProof="0" dirty="0">
                <a:latin typeface="+mn-lt"/>
                <a:cs typeface="Segoe UI"/>
              </a:rPr>
              <a:t>a </a:t>
            </a:r>
            <a:r>
              <a:rPr lang="en-GB" sz="1200" spc="-15" noProof="0" dirty="0">
                <a:latin typeface="+mn-lt"/>
                <a:cs typeface="Segoe UI"/>
              </a:rPr>
              <a:t>user </a:t>
            </a:r>
            <a:r>
              <a:rPr lang="en-GB" sz="1200" spc="-20" noProof="0" dirty="0">
                <a:latin typeface="+mn-lt"/>
                <a:cs typeface="Segoe UI"/>
              </a:rPr>
              <a:t>can </a:t>
            </a:r>
            <a:r>
              <a:rPr lang="en-GB" sz="1200" spc="-15" noProof="0" dirty="0">
                <a:latin typeface="+mn-lt"/>
                <a:cs typeface="Segoe UI"/>
              </a:rPr>
              <a:t> </a:t>
            </a:r>
            <a:r>
              <a:rPr lang="en-GB" sz="1200" spc="-20" noProof="0" dirty="0">
                <a:latin typeface="+mn-lt"/>
                <a:cs typeface="Segoe UI"/>
              </a:rPr>
              <a:t>delete </a:t>
            </a:r>
            <a:r>
              <a:rPr lang="en-GB" sz="1200" noProof="0" dirty="0">
                <a:latin typeface="+mn-lt"/>
                <a:cs typeface="Segoe UI"/>
              </a:rPr>
              <a:t>a </a:t>
            </a:r>
            <a:r>
              <a:rPr lang="en-GB" sz="1200" spc="-20" noProof="0" dirty="0">
                <a:latin typeface="+mn-lt"/>
                <a:cs typeface="Segoe UI"/>
              </a:rPr>
              <a:t>file </a:t>
            </a:r>
            <a:r>
              <a:rPr lang="en-GB" sz="1200" spc="-15" noProof="0" dirty="0">
                <a:latin typeface="+mn-lt"/>
                <a:cs typeface="Segoe UI"/>
              </a:rPr>
              <a:t>from the </a:t>
            </a:r>
            <a:r>
              <a:rPr lang="en-GB" sz="1200" spc="-20" noProof="0" dirty="0">
                <a:latin typeface="+mn-lt"/>
                <a:cs typeface="Segoe UI"/>
              </a:rPr>
              <a:t>directory, </a:t>
            </a:r>
            <a:r>
              <a:rPr lang="en-GB" sz="1200" spc="-15" noProof="0" dirty="0">
                <a:latin typeface="+mn-lt"/>
                <a:cs typeface="Segoe UI"/>
              </a:rPr>
              <a:t>regardless who </a:t>
            </a:r>
            <a:r>
              <a:rPr lang="en-GB" sz="1200" spc="-20" noProof="0" dirty="0">
                <a:latin typeface="+mn-lt"/>
                <a:cs typeface="Segoe UI"/>
              </a:rPr>
              <a:t>that file belongs </a:t>
            </a:r>
            <a:r>
              <a:rPr lang="en-GB" sz="1200" spc="-15" noProof="0" dirty="0">
                <a:latin typeface="+mn-lt"/>
                <a:cs typeface="Segoe UI"/>
              </a:rPr>
              <a:t>to</a:t>
            </a:r>
            <a:r>
              <a:rPr lang="en-GB" sz="1200" spc="-20" noProof="0" dirty="0">
                <a:latin typeface="+mn-lt"/>
                <a:cs typeface="Segoe UI"/>
              </a:rPr>
              <a:t>.</a:t>
            </a:r>
          </a:p>
          <a:p>
            <a:pPr marL="12700" marR="5080">
              <a:lnSpc>
                <a:spcPct val="100000"/>
              </a:lnSpc>
              <a:spcBef>
                <a:spcPts val="605"/>
              </a:spcBef>
            </a:pPr>
            <a:r>
              <a:rPr lang="en-GB" sz="1200" spc="-20" noProof="0" dirty="0">
                <a:latin typeface="+mn-lt"/>
                <a:cs typeface="Segoe UI"/>
              </a:rPr>
              <a:t>This</a:t>
            </a:r>
            <a:r>
              <a:rPr lang="en-GB" sz="1200" spc="-8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5" noProof="0" dirty="0">
                <a:latin typeface="+mn-lt"/>
                <a:cs typeface="Segoe UI"/>
              </a:rPr>
              <a:t>where</a:t>
            </a:r>
            <a:r>
              <a:rPr lang="en-GB" sz="1200" spc="-5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'sticky</a:t>
            </a:r>
            <a:r>
              <a:rPr lang="en-GB" sz="1200" spc="-45" noProof="0" dirty="0">
                <a:latin typeface="+mn-lt"/>
                <a:cs typeface="Segoe UI"/>
              </a:rPr>
              <a:t> </a:t>
            </a:r>
            <a:r>
              <a:rPr lang="en-GB" sz="1200" spc="-20" noProof="0" dirty="0">
                <a:latin typeface="+mn-lt"/>
                <a:cs typeface="Segoe UI"/>
              </a:rPr>
              <a:t>bit'</a:t>
            </a:r>
            <a:r>
              <a:rPr lang="en-GB" sz="1200" spc="-50" noProof="0" dirty="0">
                <a:latin typeface="+mn-lt"/>
                <a:cs typeface="Segoe UI"/>
              </a:rPr>
              <a:t> </a:t>
            </a:r>
            <a:r>
              <a:rPr lang="en-GB" sz="1200" spc="-20" noProof="0" dirty="0">
                <a:latin typeface="+mn-lt"/>
                <a:cs typeface="Segoe UI"/>
              </a:rPr>
              <a:t>steps</a:t>
            </a:r>
            <a:r>
              <a:rPr lang="en-GB" sz="1200" spc="-50" noProof="0" dirty="0">
                <a:latin typeface="+mn-lt"/>
                <a:cs typeface="Segoe UI"/>
              </a:rPr>
              <a:t> </a:t>
            </a:r>
            <a:r>
              <a:rPr lang="en-GB" sz="1200" spc="-15" noProof="0" dirty="0">
                <a:latin typeface="+mn-lt"/>
                <a:cs typeface="Segoe UI"/>
              </a:rPr>
              <a:t>in.</a:t>
            </a:r>
            <a:r>
              <a:rPr lang="en-GB" sz="1200" spc="-35" noProof="0" dirty="0">
                <a:latin typeface="+mn-lt"/>
                <a:cs typeface="Segoe UI"/>
              </a:rPr>
              <a:t> </a:t>
            </a:r>
            <a:r>
              <a:rPr lang="en-GB" sz="1200" spc="-20" noProof="0" dirty="0">
                <a:latin typeface="+mn-lt"/>
                <a:cs typeface="Segoe UI"/>
              </a:rPr>
              <a:t>With</a:t>
            </a:r>
            <a:r>
              <a:rPr lang="en-GB" sz="1200" spc="-50" noProof="0" dirty="0">
                <a:latin typeface="+mn-lt"/>
                <a:cs typeface="Segoe UI"/>
              </a:rPr>
              <a:t> </a:t>
            </a:r>
            <a:r>
              <a:rPr lang="en-GB" sz="1200" spc="-15" noProof="0" dirty="0">
                <a:latin typeface="+mn-lt"/>
                <a:cs typeface="Segoe UI"/>
              </a:rPr>
              <a:t>it</a:t>
            </a:r>
            <a:r>
              <a:rPr lang="en-GB" sz="1200" spc="-35" noProof="0" dirty="0">
                <a:latin typeface="+mn-lt"/>
                <a:cs typeface="Segoe UI"/>
              </a:rPr>
              <a:t> </a:t>
            </a:r>
            <a:r>
              <a:rPr lang="en-GB" sz="1200" spc="-20" noProof="0" dirty="0">
                <a:latin typeface="+mn-lt"/>
                <a:cs typeface="Segoe UI"/>
              </a:rPr>
              <a:t>set,</a:t>
            </a:r>
            <a:r>
              <a:rPr lang="en-GB" sz="1200" spc="-4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default</a:t>
            </a:r>
            <a:r>
              <a:rPr lang="en-GB" sz="1200" spc="-35" noProof="0" dirty="0">
                <a:latin typeface="+mn-lt"/>
                <a:cs typeface="Segoe UI"/>
              </a:rPr>
              <a:t> </a:t>
            </a:r>
            <a:r>
              <a:rPr lang="en-GB" sz="1200" spc="-20" noProof="0" dirty="0">
                <a:latin typeface="+mn-lt"/>
                <a:cs typeface="Segoe UI"/>
              </a:rPr>
              <a:t>behaviour</a:t>
            </a:r>
            <a:r>
              <a:rPr lang="en-GB" sz="1200" spc="-70" noProof="0" dirty="0">
                <a:latin typeface="+mn-lt"/>
                <a:cs typeface="Segoe UI"/>
              </a:rPr>
              <a:t> </a:t>
            </a:r>
            <a:r>
              <a:rPr lang="en-GB" sz="1200" spc="-10" noProof="0" dirty="0">
                <a:latin typeface="+mn-lt"/>
                <a:cs typeface="Segoe UI"/>
              </a:rPr>
              <a:t>of</a:t>
            </a:r>
            <a:r>
              <a:rPr lang="en-GB" sz="1200" spc="-45" noProof="0" dirty="0">
                <a:latin typeface="+mn-lt"/>
                <a:cs typeface="Segoe UI"/>
              </a:rPr>
              <a:t> </a:t>
            </a:r>
            <a:r>
              <a:rPr lang="en-GB" sz="1200" spc="-5" noProof="0" dirty="0">
                <a:latin typeface="+mn-lt"/>
                <a:cs typeface="Segoe UI"/>
              </a:rPr>
              <a:t>rm</a:t>
            </a:r>
            <a:r>
              <a:rPr lang="en-GB" sz="1200" spc="-4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20" noProof="0" dirty="0">
                <a:latin typeface="+mn-lt"/>
                <a:cs typeface="Segoe UI"/>
              </a:rPr>
              <a:t>modified.</a:t>
            </a:r>
          </a:p>
          <a:p>
            <a:pPr marL="12700" marR="5080">
              <a:lnSpc>
                <a:spcPct val="100000"/>
              </a:lnSpc>
              <a:spcBef>
                <a:spcPts val="605"/>
              </a:spcBef>
            </a:pPr>
            <a:r>
              <a:rPr lang="en-GB" sz="1200" spc="-15" noProof="0" dirty="0">
                <a:latin typeface="+mn-lt"/>
                <a:cs typeface="Segoe UI"/>
              </a:rPr>
              <a:t>Now</a:t>
            </a:r>
            <a:r>
              <a:rPr lang="en-GB" sz="1200" spc="-4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operation </a:t>
            </a:r>
            <a:r>
              <a:rPr lang="en-GB" sz="1200" spc="-260" noProof="0" dirty="0">
                <a:latin typeface="+mn-lt"/>
                <a:cs typeface="Segoe UI"/>
              </a:rPr>
              <a:t> </a:t>
            </a:r>
            <a:r>
              <a:rPr lang="en-GB" sz="1200" spc="-25" noProof="0" dirty="0">
                <a:latin typeface="+mn-lt"/>
                <a:cs typeface="Segoe UI"/>
              </a:rPr>
              <a:t>will</a:t>
            </a:r>
            <a:r>
              <a:rPr lang="en-GB" sz="1200" spc="-65" noProof="0" dirty="0">
                <a:latin typeface="+mn-lt"/>
                <a:cs typeface="Segoe UI"/>
              </a:rPr>
              <a:t> </a:t>
            </a:r>
            <a:r>
              <a:rPr lang="en-GB" sz="1200" spc="-10" noProof="0" dirty="0">
                <a:latin typeface="+mn-lt"/>
                <a:cs typeface="Segoe UI"/>
              </a:rPr>
              <a:t>not</a:t>
            </a:r>
            <a:r>
              <a:rPr lang="en-GB" sz="1200" spc="-65"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25" noProof="0" dirty="0">
                <a:latin typeface="+mn-lt"/>
                <a:cs typeface="Segoe UI"/>
              </a:rPr>
              <a:t>allowed</a:t>
            </a:r>
            <a:r>
              <a:rPr lang="en-GB" sz="1200" spc="-30" noProof="0" dirty="0">
                <a:latin typeface="+mn-lt"/>
                <a:cs typeface="Segoe UI"/>
              </a:rPr>
              <a:t> </a:t>
            </a:r>
            <a:r>
              <a:rPr lang="en-GB" sz="1200" spc="-15" noProof="0" dirty="0">
                <a:latin typeface="+mn-lt"/>
                <a:cs typeface="Segoe UI"/>
              </a:rPr>
              <a:t>if</a:t>
            </a:r>
            <a:r>
              <a:rPr lang="en-GB" sz="1200" spc="-65" noProof="0" dirty="0">
                <a:latin typeface="+mn-lt"/>
                <a:cs typeface="Segoe UI"/>
              </a:rPr>
              <a:t> </a:t>
            </a:r>
            <a:r>
              <a:rPr lang="en-GB" sz="1200" spc="-15" noProof="0" dirty="0">
                <a:latin typeface="+mn-lt"/>
                <a:cs typeface="Segoe UI"/>
              </a:rPr>
              <a:t>you</a:t>
            </a:r>
            <a:r>
              <a:rPr lang="en-GB" sz="1200" spc="-30" noProof="0" dirty="0">
                <a:latin typeface="+mn-lt"/>
                <a:cs typeface="Segoe UI"/>
              </a:rPr>
              <a:t> </a:t>
            </a:r>
            <a:r>
              <a:rPr lang="en-GB" sz="1200" spc="-15" noProof="0" dirty="0">
                <a:latin typeface="+mn-lt"/>
                <a:cs typeface="Segoe UI"/>
              </a:rPr>
              <a:t>don't</a:t>
            </a:r>
            <a:r>
              <a:rPr lang="en-GB" sz="1200" spc="-90" noProof="0" dirty="0">
                <a:latin typeface="+mn-lt"/>
                <a:cs typeface="Segoe UI"/>
              </a:rPr>
              <a:t> </a:t>
            </a:r>
            <a:r>
              <a:rPr lang="en-GB" sz="1200" spc="-15" noProof="0" dirty="0">
                <a:latin typeface="+mn-lt"/>
                <a:cs typeface="Segoe UI"/>
              </a:rPr>
              <a:t>own</a:t>
            </a:r>
            <a:r>
              <a:rPr lang="en-GB" sz="1200" spc="-5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file</a:t>
            </a:r>
            <a:r>
              <a:rPr lang="en-GB" sz="1200" spc="-35" noProof="0" dirty="0">
                <a:latin typeface="+mn-lt"/>
                <a:cs typeface="Segoe UI"/>
              </a:rPr>
              <a:t> </a:t>
            </a:r>
            <a:r>
              <a:rPr lang="en-GB" sz="1200" spc="-15" noProof="0" dirty="0">
                <a:latin typeface="+mn-lt"/>
                <a:cs typeface="Segoe UI"/>
              </a:rPr>
              <a:t>you</a:t>
            </a:r>
            <a:r>
              <a:rPr lang="en-GB" sz="1200" spc="-55"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trying</a:t>
            </a:r>
            <a:r>
              <a:rPr lang="en-GB" sz="1200" spc="-3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remove.</a:t>
            </a:r>
            <a:endParaRPr lang="en-GB" sz="1200" noProof="0" dirty="0">
              <a:latin typeface="+mn-lt"/>
              <a:cs typeface="Segoe UI"/>
            </a:endParaRPr>
          </a:p>
          <a:p>
            <a:pPr marL="12700">
              <a:lnSpc>
                <a:spcPct val="100000"/>
              </a:lnSpc>
              <a:spcBef>
                <a:spcPts val="600"/>
              </a:spcBef>
            </a:pPr>
            <a:r>
              <a:rPr lang="en-GB" sz="1200" spc="-25" noProof="0" dirty="0">
                <a:latin typeface="+mn-lt"/>
                <a:cs typeface="Segoe UI"/>
              </a:rPr>
              <a:t>Usually,</a:t>
            </a:r>
            <a:r>
              <a:rPr lang="en-GB" sz="1200" spc="-60" noProof="0" dirty="0">
                <a:latin typeface="+mn-lt"/>
                <a:cs typeface="Segoe UI"/>
              </a:rPr>
              <a:t> </a:t>
            </a:r>
            <a:r>
              <a:rPr lang="en-GB" sz="1200" spc="-20" noProof="0" dirty="0">
                <a:latin typeface="+mn-lt"/>
                <a:cs typeface="Segoe UI"/>
              </a:rPr>
              <a:t>directories</a:t>
            </a:r>
            <a:r>
              <a:rPr lang="en-GB" sz="1200" spc="-45" noProof="0" dirty="0">
                <a:latin typeface="+mn-lt"/>
                <a:cs typeface="Segoe UI"/>
              </a:rPr>
              <a:t> </a:t>
            </a:r>
            <a:r>
              <a:rPr lang="en-GB" sz="1200" spc="-25" noProof="0" dirty="0">
                <a:latin typeface="+mn-lt"/>
                <a:cs typeface="Segoe UI"/>
              </a:rPr>
              <a:t>with </a:t>
            </a:r>
            <a:r>
              <a:rPr lang="en-GB" sz="1200" spc="-20" noProof="0" dirty="0">
                <a:latin typeface="+mn-lt"/>
                <a:cs typeface="Segoe UI"/>
              </a:rPr>
              <a:t>public</a:t>
            </a:r>
            <a:r>
              <a:rPr lang="en-GB" sz="1200" spc="-65" noProof="0" dirty="0">
                <a:latin typeface="+mn-lt"/>
                <a:cs typeface="Segoe UI"/>
              </a:rPr>
              <a:t> </a:t>
            </a:r>
            <a:r>
              <a:rPr lang="en-GB" sz="1200" spc="-20" noProof="0" dirty="0">
                <a:latin typeface="+mn-lt"/>
                <a:cs typeface="Segoe UI"/>
              </a:rPr>
              <a:t>write</a:t>
            </a:r>
            <a:r>
              <a:rPr lang="en-GB" sz="1200" spc="-25" noProof="0" dirty="0">
                <a:latin typeface="+mn-lt"/>
                <a:cs typeface="Segoe UI"/>
              </a:rPr>
              <a:t> access</a:t>
            </a:r>
            <a:r>
              <a:rPr lang="en-GB" sz="1200" noProof="0" dirty="0">
                <a:latin typeface="+mn-lt"/>
                <a:cs typeface="Segoe UI"/>
              </a:rPr>
              <a:t> </a:t>
            </a:r>
            <a:r>
              <a:rPr lang="en-GB" sz="1200" spc="-20" noProof="0" dirty="0">
                <a:latin typeface="+mn-lt"/>
                <a:cs typeface="Segoe UI"/>
              </a:rPr>
              <a:t>should</a:t>
            </a:r>
            <a:r>
              <a:rPr lang="en-GB" sz="1200" spc="-70" noProof="0" dirty="0">
                <a:latin typeface="+mn-lt"/>
                <a:cs typeface="Segoe UI"/>
              </a:rPr>
              <a:t> </a:t>
            </a:r>
            <a:r>
              <a:rPr lang="en-GB" sz="1200" spc="-20" noProof="0" dirty="0">
                <a:latin typeface="+mn-lt"/>
                <a:cs typeface="Segoe UI"/>
              </a:rPr>
              <a:t>have</a:t>
            </a:r>
            <a:r>
              <a:rPr lang="en-GB" sz="1200" spc="-25" noProof="0" dirty="0">
                <a:latin typeface="+mn-lt"/>
                <a:cs typeface="Segoe UI"/>
              </a:rPr>
              <a:t> </a:t>
            </a:r>
            <a:r>
              <a:rPr lang="en-GB" sz="1200" spc="-20" noProof="0" dirty="0">
                <a:latin typeface="+mn-lt"/>
                <a:cs typeface="Segoe UI"/>
              </a:rPr>
              <a:t>the</a:t>
            </a:r>
            <a:r>
              <a:rPr lang="en-GB" sz="1200" spc="-50" noProof="0" dirty="0">
                <a:latin typeface="+mn-lt"/>
                <a:cs typeface="Segoe UI"/>
              </a:rPr>
              <a:t> </a:t>
            </a:r>
            <a:r>
              <a:rPr lang="en-GB" sz="1200" spc="-25" noProof="0" dirty="0">
                <a:latin typeface="+mn-lt"/>
                <a:cs typeface="Segoe UI"/>
              </a:rPr>
              <a:t>sticky</a:t>
            </a:r>
            <a:r>
              <a:rPr lang="en-GB" sz="1200" spc="-15" noProof="0" dirty="0">
                <a:latin typeface="+mn-lt"/>
                <a:cs typeface="Segoe UI"/>
              </a:rPr>
              <a:t> bit</a:t>
            </a:r>
            <a:r>
              <a:rPr lang="en-GB" sz="1200" spc="-40" noProof="0" dirty="0">
                <a:latin typeface="+mn-lt"/>
                <a:cs typeface="Segoe UI"/>
              </a:rPr>
              <a:t> </a:t>
            </a:r>
            <a:r>
              <a:rPr lang="en-GB" sz="1200" spc="-20" noProof="0" dirty="0">
                <a:latin typeface="+mn-lt"/>
                <a:cs typeface="Segoe UI"/>
              </a:rPr>
              <a:t>set,</a:t>
            </a:r>
            <a:r>
              <a:rPr lang="en-GB" sz="1200" spc="-55" noProof="0" dirty="0">
                <a:latin typeface="+mn-lt"/>
                <a:cs typeface="Segoe UI"/>
              </a:rPr>
              <a:t> </a:t>
            </a:r>
            <a:r>
              <a:rPr lang="en-GB" sz="1200" spc="-20" noProof="0" dirty="0">
                <a:latin typeface="+mn-lt"/>
                <a:cs typeface="Segoe UI"/>
              </a:rPr>
              <a:t>otherwise</a:t>
            </a:r>
            <a:r>
              <a:rPr lang="en-GB" sz="1200" spc="-25" noProof="0" dirty="0">
                <a:latin typeface="+mn-lt"/>
                <a:cs typeface="Segoe UI"/>
              </a:rPr>
              <a:t> </a:t>
            </a:r>
            <a:r>
              <a:rPr lang="en-GB" sz="1200" spc="-15" noProof="0" dirty="0">
                <a:latin typeface="+mn-lt"/>
                <a:cs typeface="Segoe UI"/>
              </a:rPr>
              <a:t>any</a:t>
            </a:r>
            <a:r>
              <a:rPr lang="en-GB" sz="1200" spc="-35"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20" noProof="0" dirty="0">
                <a:latin typeface="+mn-lt"/>
                <a:cs typeface="Segoe UI"/>
              </a:rPr>
              <a:t>delete </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y</a:t>
            </a:r>
            <a:r>
              <a:rPr lang="en-GB" sz="1200" spc="-70" noProof="0" dirty="0">
                <a:latin typeface="+mn-lt"/>
                <a:cs typeface="Segoe UI"/>
              </a:rPr>
              <a:t> </a:t>
            </a:r>
            <a:r>
              <a:rPr lang="en-GB" sz="1200" spc="-30" noProof="0" dirty="0">
                <a:latin typeface="+mn-lt"/>
                <a:cs typeface="Segoe UI"/>
              </a:rPr>
              <a:t>fil</a:t>
            </a:r>
            <a:r>
              <a:rPr lang="en-GB" sz="1200" spc="-25" noProof="0" dirty="0">
                <a:latin typeface="+mn-lt"/>
                <a:cs typeface="Segoe UI"/>
              </a:rPr>
              <a:t>e</a:t>
            </a:r>
            <a:r>
              <a:rPr lang="en-GB" sz="1200" noProof="0" dirty="0">
                <a:latin typeface="+mn-lt"/>
                <a:cs typeface="Segoe UI"/>
              </a:rPr>
              <a:t>,</a:t>
            </a:r>
            <a:r>
              <a:rPr lang="en-GB" sz="1200" spc="-40" noProof="0" dirty="0">
                <a:latin typeface="+mn-lt"/>
                <a:cs typeface="Segoe UI"/>
              </a:rPr>
              <a:t> </a:t>
            </a:r>
            <a:r>
              <a:rPr lang="en-GB" sz="1200" spc="-30" noProof="0" dirty="0">
                <a:latin typeface="+mn-lt"/>
                <a:cs typeface="Segoe UI"/>
              </a:rPr>
              <a:t>w</a:t>
            </a:r>
            <a:r>
              <a:rPr lang="en-GB" sz="1200" spc="-20" noProof="0" dirty="0">
                <a:latin typeface="+mn-lt"/>
                <a:cs typeface="Segoe UI"/>
              </a:rPr>
              <a:t>h</a:t>
            </a:r>
            <a:r>
              <a:rPr lang="en-GB" sz="1200" spc="-25" noProof="0" dirty="0">
                <a:latin typeface="+mn-lt"/>
                <a:cs typeface="Segoe UI"/>
              </a:rPr>
              <a:t>e</a:t>
            </a:r>
            <a:r>
              <a:rPr lang="en-GB" sz="1200" spc="-30" noProof="0" dirty="0">
                <a:latin typeface="+mn-lt"/>
                <a:cs typeface="Segoe UI"/>
              </a:rPr>
              <a:t>t</a:t>
            </a:r>
            <a:r>
              <a:rPr lang="en-GB" sz="1200" spc="-20" noProof="0" dirty="0">
                <a:latin typeface="+mn-lt"/>
                <a:cs typeface="Segoe UI"/>
              </a:rPr>
              <a:t>h</a:t>
            </a:r>
            <a:r>
              <a:rPr lang="en-GB" sz="1200" spc="-25" noProof="0" dirty="0">
                <a:latin typeface="+mn-lt"/>
                <a:cs typeface="Segoe UI"/>
              </a:rPr>
              <a:t>e</a:t>
            </a:r>
            <a:r>
              <a:rPr lang="en-GB" sz="1200" noProof="0" dirty="0">
                <a:latin typeface="+mn-lt"/>
                <a:cs typeface="Segoe UI"/>
              </a:rPr>
              <a:t>r</a:t>
            </a:r>
            <a:r>
              <a:rPr lang="en-GB" sz="1200" spc="-2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spc="-25" noProof="0" dirty="0">
                <a:latin typeface="+mn-lt"/>
                <a:cs typeface="Segoe UI"/>
              </a:rPr>
              <a:t>e</a:t>
            </a:r>
            <a:r>
              <a:rPr lang="en-GB" sz="1200" noProof="0" dirty="0">
                <a:latin typeface="+mn-lt"/>
                <a:cs typeface="Segoe UI"/>
              </a:rPr>
              <a:t>y</a:t>
            </a:r>
            <a:r>
              <a:rPr lang="en-GB" sz="1200" spc="-70" noProof="0" dirty="0">
                <a:latin typeface="+mn-lt"/>
                <a:cs typeface="Segoe UI"/>
              </a:rPr>
              <a:t> </a:t>
            </a:r>
            <a:r>
              <a:rPr lang="en-GB" sz="1200" spc="-20" noProof="0" dirty="0">
                <a:latin typeface="+mn-lt"/>
                <a:cs typeface="Segoe UI"/>
              </a:rPr>
              <a:t>o</a:t>
            </a:r>
            <a:r>
              <a:rPr lang="en-GB" sz="1200" spc="-30" noProof="0" dirty="0">
                <a:latin typeface="+mn-lt"/>
                <a:cs typeface="Segoe UI"/>
              </a:rPr>
              <a:t>w</a:t>
            </a:r>
            <a:r>
              <a:rPr lang="en-GB" sz="1200" noProof="0" dirty="0">
                <a:latin typeface="+mn-lt"/>
                <a:cs typeface="Segoe UI"/>
              </a:rPr>
              <a:t>n</a:t>
            </a:r>
            <a:r>
              <a:rPr lang="en-GB" sz="1200" spc="-30" noProof="0" dirty="0">
                <a:latin typeface="+mn-lt"/>
                <a:cs typeface="Segoe UI"/>
              </a:rPr>
              <a:t> t</a:t>
            </a:r>
            <a:r>
              <a:rPr lang="en-GB" sz="1200" spc="-20" noProof="0" dirty="0">
                <a:latin typeface="+mn-lt"/>
                <a:cs typeface="Segoe UI"/>
              </a:rPr>
              <a:t>h</a:t>
            </a:r>
            <a:r>
              <a:rPr lang="en-GB" sz="1200" noProof="0" dirty="0">
                <a:latin typeface="+mn-lt"/>
                <a:cs typeface="Segoe UI"/>
              </a:rPr>
              <a:t>e</a:t>
            </a:r>
            <a:r>
              <a:rPr lang="en-GB" sz="1200" spc="-60" noProof="0" dirty="0">
                <a:latin typeface="+mn-lt"/>
                <a:cs typeface="Segoe UI"/>
              </a:rPr>
              <a:t> </a:t>
            </a:r>
            <a:r>
              <a:rPr lang="en-GB" sz="1200" spc="-30" noProof="0" dirty="0">
                <a:latin typeface="+mn-lt"/>
                <a:cs typeface="Segoe UI"/>
              </a:rPr>
              <a:t>fil</a:t>
            </a:r>
            <a:r>
              <a:rPr lang="en-GB" sz="1200" noProof="0" dirty="0">
                <a:latin typeface="+mn-lt"/>
                <a:cs typeface="Segoe UI"/>
              </a:rPr>
              <a:t>e</a:t>
            </a:r>
            <a:r>
              <a:rPr lang="en-GB" sz="1200" spc="-35" noProof="0" dirty="0">
                <a:latin typeface="+mn-lt"/>
                <a:cs typeface="Segoe UI"/>
              </a:rPr>
              <a:t> </a:t>
            </a:r>
            <a:r>
              <a:rPr lang="en-GB" sz="1200" spc="-20" noProof="0" dirty="0">
                <a:latin typeface="+mn-lt"/>
                <a:cs typeface="Segoe UI"/>
              </a:rPr>
              <a:t>o</a:t>
            </a:r>
            <a:r>
              <a:rPr lang="en-GB" sz="1200" noProof="0" dirty="0">
                <a:latin typeface="+mn-lt"/>
                <a:cs typeface="Segoe UI"/>
              </a:rPr>
              <a:t>r</a:t>
            </a:r>
            <a:r>
              <a:rPr lang="en-GB" sz="1200" spc="-50" noProof="0" dirty="0">
                <a:latin typeface="+mn-lt"/>
                <a:cs typeface="Segoe UI"/>
              </a:rPr>
              <a:t> </a:t>
            </a:r>
            <a:r>
              <a:rPr lang="en-GB" sz="1200" spc="-20" noProof="0" dirty="0">
                <a:latin typeface="+mn-lt"/>
                <a:cs typeface="Segoe UI"/>
              </a:rPr>
              <a:t>no</a:t>
            </a:r>
            <a:r>
              <a:rPr lang="en-GB" sz="1200" spc="-30" noProof="0" dirty="0">
                <a:latin typeface="+mn-lt"/>
                <a:cs typeface="Segoe UI"/>
              </a:rPr>
              <a:t>t</a:t>
            </a:r>
            <a:r>
              <a:rPr lang="en-GB" sz="1200" noProof="0" dirty="0">
                <a:latin typeface="+mn-lt"/>
                <a:cs typeface="Segoe UI"/>
              </a:rPr>
              <a:t>.</a:t>
            </a: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8417602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nSpc>
                <a:spcPct val="100000"/>
              </a:lnSpc>
              <a:spcBef>
                <a:spcPts val="600"/>
              </a:spcBef>
            </a:pPr>
            <a:r>
              <a:rPr lang="en-GB" sz="1200" spc="-20" noProof="0" dirty="0">
                <a:latin typeface="+mn-lt"/>
                <a:cs typeface="Segoe UI"/>
              </a:rPr>
              <a:t>Changing</a:t>
            </a:r>
            <a:r>
              <a:rPr lang="en-GB" sz="1200" spc="-7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ownership</a:t>
            </a:r>
            <a:r>
              <a:rPr lang="en-GB" sz="1200" spc="-7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noProof="0" dirty="0">
                <a:latin typeface="+mn-lt"/>
                <a:cs typeface="Segoe UI"/>
              </a:rPr>
              <a:t>a</a:t>
            </a:r>
            <a:r>
              <a:rPr lang="en-GB" sz="1200" spc="-15" noProof="0" dirty="0">
                <a:latin typeface="+mn-lt"/>
                <a:cs typeface="Segoe UI"/>
              </a:rPr>
              <a:t> </a:t>
            </a:r>
            <a:r>
              <a:rPr lang="en-GB" sz="1200" spc="-20" noProof="0" dirty="0">
                <a:latin typeface="+mn-lt"/>
                <a:cs typeface="Segoe UI"/>
              </a:rPr>
              <a:t>normal</a:t>
            </a:r>
            <a:r>
              <a:rPr lang="en-GB" sz="1200" spc="-60"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20" noProof="0" dirty="0">
                <a:latin typeface="+mn-lt"/>
                <a:cs typeface="Segoe UI"/>
              </a:rPr>
              <a:t>operation.</a:t>
            </a:r>
          </a:p>
          <a:p>
            <a:pPr marL="12700" marR="5080">
              <a:lnSpc>
                <a:spcPct val="100000"/>
              </a:lnSpc>
              <a:spcBef>
                <a:spcPts val="600"/>
              </a:spcBef>
            </a:pPr>
            <a:r>
              <a:rPr lang="en-GB" sz="1200" spc="-20" noProof="0" dirty="0">
                <a:latin typeface="+mn-lt"/>
                <a:cs typeface="Segoe UI"/>
              </a:rPr>
              <a:t>Some systems </a:t>
            </a:r>
            <a:r>
              <a:rPr lang="en-GB" sz="1200" spc="-15" noProof="0" dirty="0">
                <a:latin typeface="+mn-lt"/>
                <a:cs typeface="Segoe UI"/>
              </a:rPr>
              <a:t>only </a:t>
            </a:r>
            <a:r>
              <a:rPr lang="en-GB" sz="1200" spc="-20" noProof="0" dirty="0">
                <a:latin typeface="+mn-lt"/>
                <a:cs typeface="Segoe UI"/>
              </a:rPr>
              <a:t>permit </a:t>
            </a:r>
            <a:r>
              <a:rPr lang="en-GB" sz="1200" spc="-15" noProof="0" dirty="0">
                <a:latin typeface="+mn-lt"/>
                <a:cs typeface="Segoe UI"/>
              </a:rPr>
              <a:t>the </a:t>
            </a:r>
            <a:r>
              <a:rPr lang="en-GB" sz="1200" spc="-260" noProof="0" dirty="0">
                <a:latin typeface="+mn-lt"/>
                <a:cs typeface="Segoe UI"/>
              </a:rPr>
              <a:t> </a:t>
            </a:r>
            <a:r>
              <a:rPr lang="en-GB" sz="1200" spc="-15" noProof="0" dirty="0">
                <a:latin typeface="+mn-lt"/>
                <a:cs typeface="Segoe UI"/>
              </a:rPr>
              <a:t>super</a:t>
            </a:r>
            <a:r>
              <a:rPr lang="en-GB" sz="1200" spc="-80" noProof="0" dirty="0">
                <a:latin typeface="+mn-lt"/>
                <a:cs typeface="Segoe UI"/>
              </a:rPr>
              <a:t> </a:t>
            </a:r>
            <a:r>
              <a:rPr lang="en-GB" sz="1200" spc="-15" noProof="0" dirty="0">
                <a:latin typeface="+mn-lt"/>
                <a:cs typeface="Segoe UI"/>
              </a:rPr>
              <a:t>user</a:t>
            </a:r>
            <a:r>
              <a:rPr lang="en-GB" sz="1200" spc="-75"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20" noProof="0" dirty="0">
                <a:latin typeface="+mn-lt"/>
                <a:cs typeface="Segoe UI"/>
              </a:rPr>
              <a:t>change</a:t>
            </a:r>
            <a:r>
              <a:rPr lang="en-GB" sz="1200" spc="-60" noProof="0" dirty="0">
                <a:latin typeface="+mn-lt"/>
                <a:cs typeface="Segoe UI"/>
              </a:rPr>
              <a:t> </a:t>
            </a:r>
            <a:r>
              <a:rPr lang="en-GB" sz="1200" spc="-20" noProof="0" dirty="0">
                <a:latin typeface="+mn-lt"/>
                <a:cs typeface="Segoe UI"/>
              </a:rPr>
              <a:t>file</a:t>
            </a:r>
            <a:r>
              <a:rPr lang="en-GB" sz="1200" spc="-35" noProof="0" dirty="0">
                <a:latin typeface="+mn-lt"/>
                <a:cs typeface="Segoe UI"/>
              </a:rPr>
              <a:t> </a:t>
            </a:r>
            <a:r>
              <a:rPr lang="en-GB" sz="1200" spc="-20" noProof="0" dirty="0">
                <a:latin typeface="+mn-lt"/>
                <a:cs typeface="Segoe UI"/>
              </a:rPr>
              <a:t>ownership.</a:t>
            </a:r>
            <a:endParaRPr lang="en-GB" sz="1200" noProof="0" dirty="0">
              <a:latin typeface="+mn-lt"/>
              <a:cs typeface="Segoe UI"/>
            </a:endParaRPr>
          </a:p>
          <a:p>
            <a:pPr marL="12700">
              <a:lnSpc>
                <a:spcPct val="100000"/>
              </a:lnSpc>
              <a:spcBef>
                <a:spcPts val="600"/>
              </a:spcBef>
            </a:pPr>
            <a:r>
              <a:rPr lang="en-GB" sz="1200" spc="-15" noProof="0" dirty="0">
                <a:latin typeface="+mn-lt"/>
                <a:cs typeface="Segoe UI"/>
              </a:rPr>
              <a:t>The</a:t>
            </a:r>
            <a:r>
              <a:rPr lang="en-GB" sz="1200" spc="-85" noProof="0" dirty="0">
                <a:latin typeface="+mn-lt"/>
                <a:cs typeface="Segoe UI"/>
              </a:rPr>
              <a:t> </a:t>
            </a:r>
            <a:r>
              <a:rPr lang="en-GB" sz="1200" spc="-10" noProof="0" dirty="0">
                <a:latin typeface="+mn-lt"/>
                <a:cs typeface="Segoe UI"/>
              </a:rPr>
              <a:t>use</a:t>
            </a:r>
            <a:r>
              <a:rPr lang="en-GB" sz="1200" spc="-5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groups</a:t>
            </a:r>
            <a:r>
              <a:rPr lang="en-GB" sz="1200" spc="-7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common method</a:t>
            </a:r>
            <a:r>
              <a:rPr lang="en-GB" sz="1200" spc="-8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permitting</a:t>
            </a:r>
            <a:r>
              <a:rPr lang="en-GB" sz="1200" spc="-50" noProof="0" dirty="0">
                <a:latin typeface="+mn-lt"/>
                <a:cs typeface="Segoe UI"/>
              </a:rPr>
              <a:t> </a:t>
            </a:r>
            <a:r>
              <a:rPr lang="en-GB" sz="1200" spc="-20" noProof="0" dirty="0">
                <a:latin typeface="+mn-lt"/>
                <a:cs typeface="Segoe UI"/>
              </a:rPr>
              <a:t>several</a:t>
            </a:r>
            <a:r>
              <a:rPr lang="en-GB" sz="1200" spc="-30" noProof="0" dirty="0">
                <a:latin typeface="+mn-lt"/>
                <a:cs typeface="Segoe UI"/>
              </a:rPr>
              <a:t> </a:t>
            </a:r>
            <a:r>
              <a:rPr lang="en-GB" sz="1200" spc="-15" noProof="0" dirty="0">
                <a:latin typeface="+mn-lt"/>
                <a:cs typeface="Segoe UI"/>
              </a:rPr>
              <a:t>users</a:t>
            </a:r>
            <a:r>
              <a:rPr lang="en-GB" sz="1200" spc="-5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modify</a:t>
            </a:r>
            <a:r>
              <a:rPr lang="en-GB" sz="1200" spc="-40" noProof="0" dirty="0">
                <a:latin typeface="+mn-lt"/>
                <a:cs typeface="Segoe UI"/>
              </a:rPr>
              <a:t> </a:t>
            </a:r>
            <a:r>
              <a:rPr lang="en-GB" sz="1200" spc="-25" noProof="0" dirty="0">
                <a:latin typeface="+mn-lt"/>
                <a:cs typeface="Segoe UI"/>
              </a:rPr>
              <a:t>files </a:t>
            </a:r>
            <a:r>
              <a:rPr lang="en-GB" sz="1200" spc="-20" noProof="0" dirty="0">
                <a:latin typeface="+mn-lt"/>
                <a:cs typeface="Segoe UI"/>
              </a:rPr>
              <a:t>that</a:t>
            </a:r>
            <a:r>
              <a:rPr lang="en-GB" sz="1200" spc="-35" noProof="0" dirty="0">
                <a:latin typeface="+mn-lt"/>
                <a:cs typeface="Segoe UI"/>
              </a:rPr>
              <a:t> </a:t>
            </a:r>
            <a:r>
              <a:rPr lang="en-GB" sz="1200" spc="-15" noProof="0" dirty="0">
                <a:latin typeface="+mn-lt"/>
                <a:cs typeface="Segoe UI"/>
              </a:rPr>
              <a:t>reside</a:t>
            </a:r>
            <a:r>
              <a:rPr lang="en-GB" sz="1200" spc="-5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noProof="0" dirty="0">
                <a:latin typeface="+mn-lt"/>
                <a:cs typeface="Segoe UI"/>
              </a:rPr>
              <a:t>a </a:t>
            </a:r>
            <a:r>
              <a:rPr lang="en-GB" sz="1200" spc="-35" noProof="0" dirty="0">
                <a:latin typeface="+mn-lt"/>
                <a:cs typeface="Segoe UI"/>
              </a:rPr>
              <a:t>c</a:t>
            </a:r>
            <a:r>
              <a:rPr lang="en-GB" sz="1200" spc="-15" noProof="0" dirty="0">
                <a:latin typeface="+mn-lt"/>
                <a:cs typeface="Segoe UI"/>
              </a:rPr>
              <a:t>o</a:t>
            </a:r>
            <a:r>
              <a:rPr lang="en-GB" sz="1200" spc="-30" noProof="0" dirty="0">
                <a:latin typeface="+mn-lt"/>
                <a:cs typeface="Segoe UI"/>
              </a:rPr>
              <a:t>mm</a:t>
            </a:r>
            <a:r>
              <a:rPr lang="en-GB" sz="1200" spc="-15" noProof="0" dirty="0">
                <a:latin typeface="+mn-lt"/>
                <a:cs typeface="Segoe UI"/>
              </a:rPr>
              <a:t>o</a:t>
            </a:r>
            <a:r>
              <a:rPr lang="en-GB" sz="1200" spc="5" noProof="0" dirty="0">
                <a:latin typeface="+mn-lt"/>
                <a:cs typeface="Segoe UI"/>
              </a:rPr>
              <a:t>n</a:t>
            </a:r>
            <a:r>
              <a:rPr lang="en-GB" sz="1200" spc="-80" noProof="0" dirty="0">
                <a:latin typeface="+mn-lt"/>
                <a:cs typeface="Segoe UI"/>
              </a:rPr>
              <a:t> </a:t>
            </a:r>
            <a:r>
              <a:rPr lang="en-GB" sz="1200" spc="-15" noProof="0" dirty="0">
                <a:latin typeface="+mn-lt"/>
                <a:cs typeface="Segoe UI"/>
              </a:rPr>
              <a:t>pro</a:t>
            </a:r>
            <a:r>
              <a:rPr lang="en-GB" sz="1200" spc="-30" noProof="0" dirty="0">
                <a:latin typeface="+mn-lt"/>
                <a:cs typeface="Segoe UI"/>
              </a:rPr>
              <a:t>j</a:t>
            </a:r>
            <a:r>
              <a:rPr lang="en-GB" sz="1200" spc="-20" noProof="0" dirty="0">
                <a:latin typeface="+mn-lt"/>
                <a:cs typeface="Segoe UI"/>
              </a:rPr>
              <a:t>e</a:t>
            </a:r>
            <a:r>
              <a:rPr lang="en-GB" sz="1200" spc="-35" noProof="0" dirty="0">
                <a:latin typeface="+mn-lt"/>
                <a:cs typeface="Segoe UI"/>
              </a:rPr>
              <a:t>c</a:t>
            </a:r>
            <a:r>
              <a:rPr lang="en-GB" sz="1200" noProof="0" dirty="0">
                <a:latin typeface="+mn-lt"/>
                <a:cs typeface="Segoe UI"/>
              </a:rPr>
              <a:t>t</a:t>
            </a:r>
            <a:r>
              <a:rPr lang="en-GB" sz="1200" spc="-45" noProof="0" dirty="0">
                <a:latin typeface="+mn-lt"/>
                <a:cs typeface="Segoe UI"/>
              </a:rPr>
              <a:t> </a:t>
            </a:r>
            <a:r>
              <a:rPr lang="en-GB" sz="1200" spc="-15"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0" noProof="0" dirty="0">
                <a:latin typeface="+mn-lt"/>
                <a:cs typeface="Segoe UI"/>
              </a:rPr>
              <a:t>e</a:t>
            </a:r>
            <a:r>
              <a:rPr lang="en-GB" sz="1200" spc="-35" noProof="0" dirty="0">
                <a:latin typeface="+mn-lt"/>
                <a:cs typeface="Segoe UI"/>
              </a:rPr>
              <a:t>ct</a:t>
            </a:r>
            <a:r>
              <a:rPr lang="en-GB" sz="1200" spc="-15" noProof="0" dirty="0">
                <a:latin typeface="+mn-lt"/>
                <a:cs typeface="Segoe UI"/>
              </a:rPr>
              <a:t>or</a:t>
            </a:r>
            <a:r>
              <a:rPr lang="en-GB" sz="1200" spc="-30" noProof="0" dirty="0">
                <a:latin typeface="+mn-lt"/>
                <a:cs typeface="Segoe UI"/>
              </a:rPr>
              <a:t>y</a:t>
            </a:r>
            <a:r>
              <a:rPr lang="en-GB" sz="1200" noProof="0" dirty="0">
                <a:latin typeface="+mn-lt"/>
                <a:cs typeface="Segoe UI"/>
              </a:rPr>
              <a:t>.</a:t>
            </a:r>
          </a:p>
          <a:p>
            <a:pPr marL="12700" marR="408940">
              <a:lnSpc>
                <a:spcPct val="100000"/>
              </a:lnSpc>
              <a:spcBef>
                <a:spcPts val="600"/>
              </a:spcBef>
            </a:pPr>
            <a:r>
              <a:rPr lang="en-GB" sz="1200" spc="-20" noProof="0" dirty="0">
                <a:latin typeface="+mn-lt"/>
                <a:cs typeface="Segoe UI"/>
              </a:rPr>
              <a:t>Berkeley</a:t>
            </a:r>
            <a:r>
              <a:rPr lang="en-GB" sz="1200" spc="-70" noProof="0" dirty="0">
                <a:latin typeface="+mn-lt"/>
                <a:cs typeface="Segoe UI"/>
              </a:rPr>
              <a:t> </a:t>
            </a:r>
            <a:r>
              <a:rPr lang="en-GB" sz="1200" spc="-20" noProof="0" dirty="0">
                <a:latin typeface="+mn-lt"/>
                <a:cs typeface="Segoe UI"/>
              </a:rPr>
              <a:t>UNIX</a:t>
            </a:r>
            <a:r>
              <a:rPr lang="en-GB" sz="1200" spc="-25" noProof="0" dirty="0">
                <a:latin typeface="+mn-lt"/>
                <a:cs typeface="Segoe UI"/>
              </a:rPr>
              <a:t> </a:t>
            </a:r>
            <a:r>
              <a:rPr lang="en-GB" sz="1200" spc="-20" noProof="0" dirty="0">
                <a:latin typeface="+mn-lt"/>
                <a:cs typeface="Segoe UI"/>
              </a:rPr>
              <a:t>systems</a:t>
            </a:r>
            <a:r>
              <a:rPr lang="en-GB" sz="1200" spc="-25" noProof="0" dirty="0">
                <a:latin typeface="+mn-lt"/>
                <a:cs typeface="Segoe UI"/>
              </a:rPr>
              <a:t> </a:t>
            </a:r>
            <a:r>
              <a:rPr lang="en-GB" sz="1200" spc="-20" noProof="0" dirty="0">
                <a:latin typeface="+mn-lt"/>
                <a:cs typeface="Segoe UI"/>
              </a:rPr>
              <a:t>allow</a:t>
            </a:r>
            <a:r>
              <a:rPr lang="en-GB" sz="1200" spc="-45" noProof="0" dirty="0">
                <a:latin typeface="+mn-lt"/>
                <a:cs typeface="Segoe UI"/>
              </a:rPr>
              <a:t> </a:t>
            </a:r>
            <a:r>
              <a:rPr lang="en-GB" sz="1200" spc="-15" noProof="0" dirty="0">
                <a:latin typeface="+mn-lt"/>
                <a:cs typeface="Segoe UI"/>
              </a:rPr>
              <a:t>the</a:t>
            </a:r>
            <a:r>
              <a:rPr lang="en-GB" sz="1200" spc="-20" noProof="0" dirty="0">
                <a:latin typeface="+mn-lt"/>
                <a:cs typeface="Segoe UI"/>
              </a:rPr>
              <a:t> </a:t>
            </a:r>
            <a:r>
              <a:rPr lang="en-GB" sz="1200" spc="-20" noProof="0" dirty="0" err="1">
                <a:latin typeface="+mn-lt"/>
                <a:cs typeface="Segoe UI"/>
              </a:rPr>
              <a:t>chown</a:t>
            </a:r>
            <a:r>
              <a:rPr lang="en-GB" sz="1200" spc="-5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change</a:t>
            </a:r>
            <a:r>
              <a:rPr lang="en-GB" sz="1200" spc="-30" noProof="0" dirty="0">
                <a:latin typeface="+mn-lt"/>
                <a:cs typeface="Segoe UI"/>
              </a:rPr>
              <a:t> </a:t>
            </a:r>
            <a:r>
              <a:rPr lang="en-GB" sz="1200" spc="-15" noProof="0" dirty="0">
                <a:latin typeface="+mn-lt"/>
                <a:cs typeface="Segoe UI"/>
              </a:rPr>
              <a:t>both</a:t>
            </a:r>
            <a:r>
              <a:rPr lang="en-GB" sz="1200" spc="-75" noProof="0" dirty="0">
                <a:latin typeface="+mn-lt"/>
                <a:cs typeface="Segoe UI"/>
              </a:rPr>
              <a:t> </a:t>
            </a:r>
            <a:r>
              <a:rPr lang="en-GB" sz="1200" spc="-20" noProof="0" dirty="0">
                <a:latin typeface="+mn-lt"/>
                <a:cs typeface="Segoe UI"/>
              </a:rPr>
              <a:t>file</a:t>
            </a:r>
            <a:r>
              <a:rPr lang="en-GB" sz="1200" spc="-35" noProof="0" dirty="0">
                <a:latin typeface="+mn-lt"/>
                <a:cs typeface="Segoe UI"/>
              </a:rPr>
              <a:t> </a:t>
            </a:r>
            <a:r>
              <a:rPr lang="en-GB" sz="1200" spc="-20" noProof="0" dirty="0">
                <a:latin typeface="+mn-lt"/>
                <a:cs typeface="Segoe UI"/>
              </a:rPr>
              <a:t>ownership</a:t>
            </a:r>
            <a:r>
              <a:rPr lang="en-GB" sz="1200" spc="-50"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15" noProof="0" dirty="0">
                <a:latin typeface="+mn-lt"/>
                <a:cs typeface="Segoe UI"/>
              </a:rPr>
              <a:t>group</a:t>
            </a:r>
            <a:r>
              <a:rPr lang="en-GB" sz="1200" spc="-8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0" noProof="0" dirty="0">
                <a:latin typeface="+mn-lt"/>
                <a:cs typeface="Segoe UI"/>
              </a:rPr>
              <a:t>one </a:t>
            </a:r>
            <a:r>
              <a:rPr lang="en-GB" sz="1200" spc="-260" noProof="0" dirty="0">
                <a:latin typeface="+mn-lt"/>
                <a:cs typeface="Segoe UI"/>
              </a:rPr>
              <a:t> </a:t>
            </a:r>
            <a:r>
              <a:rPr lang="en-GB" sz="1200" spc="-20" noProof="0" dirty="0">
                <a:latin typeface="+mn-lt"/>
                <a:cs typeface="Segoe UI"/>
              </a:rPr>
              <a:t>command</a:t>
            </a:r>
            <a:r>
              <a:rPr lang="en-GB" sz="1200" spc="-55" noProof="0" dirty="0">
                <a:latin typeface="+mn-lt"/>
                <a:cs typeface="Segoe UI"/>
              </a:rPr>
              <a:t> </a:t>
            </a:r>
            <a:r>
              <a:rPr lang="en-GB" sz="1200" spc="-15" noProof="0" dirty="0">
                <a:latin typeface="+mn-lt"/>
                <a:cs typeface="Segoe UI"/>
              </a:rPr>
              <a:t>using</a:t>
            </a:r>
            <a:r>
              <a:rPr lang="en-GB" sz="1200" spc="-7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5" noProof="0" dirty="0">
                <a:latin typeface="+mn-lt"/>
                <a:cs typeface="Segoe UI"/>
              </a:rPr>
              <a:t>syntax: </a:t>
            </a:r>
            <a:r>
              <a:rPr lang="en-GB" sz="1200" spc="-20" noProof="0" dirty="0" err="1">
                <a:latin typeface="+mn-lt"/>
                <a:cs typeface="Segoe UI"/>
              </a:rPr>
              <a:t>chown</a:t>
            </a:r>
            <a:r>
              <a:rPr lang="en-GB" sz="1200" spc="-25" noProof="0" dirty="0">
                <a:latin typeface="+mn-lt"/>
                <a:cs typeface="Segoe UI"/>
              </a:rPr>
              <a:t> </a:t>
            </a:r>
            <a:r>
              <a:rPr lang="en-GB" sz="1200" spc="-20" noProof="0" dirty="0" err="1">
                <a:latin typeface="+mn-lt"/>
                <a:cs typeface="Segoe UI"/>
              </a:rPr>
              <a:t>owner.group</a:t>
            </a:r>
            <a:r>
              <a:rPr lang="en-GB" sz="1200" spc="-95"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15" noProof="0" dirty="0">
                <a:latin typeface="+mn-lt"/>
                <a:cs typeface="Segoe UI"/>
              </a:rPr>
              <a:t>most</a:t>
            </a:r>
            <a:r>
              <a:rPr lang="en-GB" sz="1200" spc="-35" noProof="0" dirty="0">
                <a:latin typeface="+mn-lt"/>
                <a:cs typeface="Segoe UI"/>
              </a:rPr>
              <a:t> </a:t>
            </a:r>
            <a:r>
              <a:rPr lang="en-GB" sz="1200" spc="-15" noProof="0" dirty="0">
                <a:latin typeface="+mn-lt"/>
                <a:cs typeface="Segoe UI"/>
              </a:rPr>
              <a:t>Linux</a:t>
            </a:r>
            <a:r>
              <a:rPr lang="en-GB" sz="1200" spc="-65" noProof="0" dirty="0">
                <a:latin typeface="+mn-lt"/>
                <a:cs typeface="Segoe UI"/>
              </a:rPr>
              <a:t> </a:t>
            </a:r>
            <a:r>
              <a:rPr lang="en-GB" sz="1200" spc="-20" noProof="0" dirty="0">
                <a:latin typeface="+mn-lt"/>
                <a:cs typeface="Segoe UI"/>
              </a:rPr>
              <a:t>distributions</a:t>
            </a:r>
            <a:r>
              <a:rPr lang="en-GB" sz="1200" spc="-75" noProof="0" dirty="0">
                <a:latin typeface="+mn-lt"/>
                <a:cs typeface="Segoe UI"/>
              </a:rPr>
              <a:t> </a:t>
            </a:r>
            <a:r>
              <a:rPr lang="en-GB" sz="1200" spc="-20" noProof="0" dirty="0">
                <a:latin typeface="+mn-lt"/>
                <a:cs typeface="Segoe UI"/>
              </a:rPr>
              <a:t>allow</a:t>
            </a:r>
            <a:r>
              <a:rPr lang="en-GB" sz="1200" spc="-40" noProof="0" dirty="0">
                <a:latin typeface="+mn-lt"/>
                <a:cs typeface="Segoe UI"/>
              </a:rPr>
              <a:t> </a:t>
            </a:r>
            <a:r>
              <a:rPr lang="en-GB" sz="1200" spc="-20" noProof="0" dirty="0">
                <a:latin typeface="+mn-lt"/>
                <a:cs typeface="Segoe UI"/>
              </a:rPr>
              <a:t>this</a:t>
            </a:r>
            <a:r>
              <a:rPr lang="en-GB" sz="1200" spc="-25" noProof="0" dirty="0">
                <a:latin typeface="+mn-lt"/>
                <a:cs typeface="Segoe UI"/>
              </a:rPr>
              <a:t> </a:t>
            </a:r>
            <a:r>
              <a:rPr lang="en-GB" sz="1200" spc="-20" noProof="0" dirty="0">
                <a:latin typeface="+mn-lt"/>
                <a:cs typeface="Segoe UI"/>
              </a:rPr>
              <a:t>method too.</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0448238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lphaLcParenR"/>
            </a:pPr>
            <a:r>
              <a:rPr lang="en-US" noProof="0" dirty="0">
                <a:latin typeface="+mn-lt"/>
              </a:rPr>
              <a:t>We need at least x (access) permission on all directories in source and destination paths, plus write and execute permissions on the destination directory and read permission on the file to be copied.</a:t>
            </a:r>
          </a:p>
          <a:p>
            <a:pPr marL="228600" indent="-228600">
              <a:buFont typeface="+mj-lt"/>
              <a:buAutoNum type="alphaLcParenR"/>
            </a:pPr>
            <a:r>
              <a:rPr lang="en-US" noProof="0" dirty="0">
                <a:latin typeface="+mn-lt"/>
              </a:rPr>
              <a:t>Yes, as long as you own the file you want to remove (users can remove their own files only).</a:t>
            </a:r>
          </a:p>
          <a:p>
            <a:pPr marL="228600" indent="-228600">
              <a:buFont typeface="+mj-lt"/>
              <a:buAutoNum type="alphaLcParenR"/>
            </a:pPr>
            <a:r>
              <a:rPr lang="en-US" noProof="0" dirty="0">
                <a:latin typeface="+mn-lt"/>
              </a:rPr>
              <a:t>Value 002 of </a:t>
            </a:r>
            <a:r>
              <a:rPr lang="en-US" noProof="0" dirty="0" err="1">
                <a:latin typeface="Hack" panose="020B0609030202020204" pitchFamily="49" charset="0"/>
                <a:ea typeface="Hack" panose="020B0609030202020204" pitchFamily="49" charset="0"/>
                <a:cs typeface="Hack" panose="020B0609030202020204" pitchFamily="49" charset="0"/>
              </a:rPr>
              <a:t>umask</a:t>
            </a:r>
            <a:r>
              <a:rPr lang="en-US" noProof="0" dirty="0">
                <a:latin typeface="+mn-lt"/>
              </a:rPr>
              <a:t> will give: </a:t>
            </a:r>
            <a:r>
              <a:rPr lang="en-US" noProof="0" dirty="0" err="1">
                <a:latin typeface="+mn-lt"/>
              </a:rPr>
              <a:t>rw</a:t>
            </a:r>
            <a:r>
              <a:rPr lang="en-US" noProof="0" dirty="0">
                <a:latin typeface="+mn-lt"/>
              </a:rPr>
              <a:t>-</a:t>
            </a:r>
            <a:r>
              <a:rPr lang="en-US" noProof="0" dirty="0" err="1">
                <a:latin typeface="+mn-lt"/>
              </a:rPr>
              <a:t>rw</a:t>
            </a:r>
            <a:r>
              <a:rPr lang="en-US" noProof="0" dirty="0">
                <a:latin typeface="+mn-lt"/>
              </a:rPr>
              <a:t>-r-- to all new files (666 – 002 = 664) and </a:t>
            </a:r>
            <a:r>
              <a:rPr lang="en-US" noProof="0" dirty="0" err="1">
                <a:latin typeface="+mn-lt"/>
              </a:rPr>
              <a:t>rwxrwxr</a:t>
            </a:r>
            <a:r>
              <a:rPr lang="en-US" noProof="0" dirty="0">
                <a:latin typeface="+mn-lt"/>
              </a:rPr>
              <a:t>-x to new directories (777 – 002 = 775).</a:t>
            </a:r>
          </a:p>
          <a:p>
            <a:pPr marL="228600" indent="-228600">
              <a:buFont typeface="+mj-lt"/>
              <a:buAutoNum type="alphaLcParenR"/>
            </a:pPr>
            <a:r>
              <a:rPr lang="en-US" noProof="0" dirty="0">
                <a:latin typeface="+mn-lt"/>
              </a:rPr>
              <a:t>SUID and GUID bits can be applied to executable files, in order to change their effective user and group ownership. With SUID and GUID bits set, the effective user and group owner will be changed to the user and group owning the program file (irrespective of which user invoked the program).</a:t>
            </a:r>
          </a:p>
          <a:p>
            <a:pPr marL="228600" indent="-228600">
              <a:buFont typeface="+mj-lt"/>
              <a:buAutoNum type="alphaLcParenR"/>
            </a:pPr>
            <a:r>
              <a:rPr lang="en-US" b="1" noProof="0" dirty="0">
                <a:latin typeface="Hack" panose="020B0609030202020204" pitchFamily="49" charset="0"/>
                <a:ea typeface="Hack" panose="020B0609030202020204" pitchFamily="49" charset="0"/>
                <a:cs typeface="Hack" panose="020B0609030202020204" pitchFamily="49" charset="0"/>
              </a:rPr>
              <a:t>$ </a:t>
            </a:r>
            <a:r>
              <a:rPr lang="en-US" b="1" noProof="0" dirty="0" err="1">
                <a:latin typeface="Hack" panose="020B0609030202020204" pitchFamily="49" charset="0"/>
                <a:ea typeface="Hack" panose="020B0609030202020204" pitchFamily="49" charset="0"/>
                <a:cs typeface="Hack" panose="020B0609030202020204" pitchFamily="49" charset="0"/>
              </a:rPr>
              <a:t>chgrp</a:t>
            </a:r>
            <a:r>
              <a:rPr lang="en-US" b="1" noProof="0" dirty="0">
                <a:latin typeface="Hack" panose="020B0609030202020204" pitchFamily="49" charset="0"/>
                <a:ea typeface="Hack" panose="020B0609030202020204" pitchFamily="49" charset="0"/>
                <a:cs typeface="Hack" panose="020B0609030202020204" pitchFamily="49" charset="0"/>
              </a:rPr>
              <a:t> -R </a:t>
            </a:r>
            <a:r>
              <a:rPr lang="en-US" noProof="0" dirty="0">
                <a:latin typeface="+mn-lt"/>
              </a:rPr>
              <a:t>&lt;new-group-owner&gt; </a:t>
            </a:r>
            <a:r>
              <a:rPr lang="en-US" b="1" noProof="0" dirty="0">
                <a:latin typeface="Hack" panose="020B0609030202020204" pitchFamily="49" charset="0"/>
                <a:ea typeface="Hack" panose="020B0609030202020204" pitchFamily="49" charset="0"/>
                <a:cs typeface="Hack" panose="020B0609030202020204" pitchFamily="49" charset="0"/>
              </a:rPr>
              <a:t>project</a:t>
            </a:r>
            <a:endParaRPr lang="en-GB" b="1" noProof="0" dirty="0">
              <a:latin typeface="Hack" panose="020B0609030202020204" pitchFamily="49" charset="0"/>
              <a:ea typeface="Hack" panose="020B0609030202020204" pitchFamily="49" charset="0"/>
              <a:cs typeface="Hack" panose="020B0609030202020204" pitchFamily="49"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24</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36857213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25</a:t>
            </a:fld>
            <a:endParaRPr lang="en-GB" dirty="0"/>
          </a:p>
        </p:txBody>
      </p:sp>
    </p:spTree>
    <p:extLst>
      <p:ext uri="{BB962C8B-B14F-4D97-AF65-F5344CB8AC3E}">
        <p14:creationId xmlns:p14="http://schemas.microsoft.com/office/powerpoint/2010/main" val="22982117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26</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1150626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27</a:t>
            </a:fld>
            <a:endParaRPr lang="en-GB" dirty="0"/>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9454321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9A28EA-8AB7-4557-90FD-5DE8F6DD229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90291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png"/><Relationship Id="rId1" Type="http://schemas.openxmlformats.org/officeDocument/2006/relationships/slideMaster" Target="../slideMasters/slideMaster3.xml"/><Relationship Id="rId5" Type="http://schemas.openxmlformats.org/officeDocument/2006/relationships/image" Target="../media/image28.png"/><Relationship Id="rId4" Type="http://schemas.openxmlformats.org/officeDocument/2006/relationships/image" Target="../media/image32.em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4.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png"/><Relationship Id="rId1" Type="http://schemas.openxmlformats.org/officeDocument/2006/relationships/slideMaster" Target="../slideMasters/slideMaster4.xml"/><Relationship Id="rId5" Type="http://schemas.openxmlformats.org/officeDocument/2006/relationships/image" Target="../media/image28.png"/><Relationship Id="rId4" Type="http://schemas.openxmlformats.org/officeDocument/2006/relationships/image" Target="../media/image38.emf"/></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0.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1.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png"/><Relationship Id="rId1" Type="http://schemas.openxmlformats.org/officeDocument/2006/relationships/slideMaster" Target="../slideMasters/slideMaster5.xml"/><Relationship Id="rId5" Type="http://schemas.openxmlformats.org/officeDocument/2006/relationships/image" Target="../media/image28.png"/><Relationship Id="rId4" Type="http://schemas.openxmlformats.org/officeDocument/2006/relationships/image" Target="../media/image44.emf"/></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6.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7.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png"/><Relationship Id="rId1" Type="http://schemas.openxmlformats.org/officeDocument/2006/relationships/slideMaster" Target="../slideMasters/slideMaster6.xml"/><Relationship Id="rId5" Type="http://schemas.openxmlformats.org/officeDocument/2006/relationships/image" Target="../media/image28.png"/><Relationship Id="rId4" Type="http://schemas.openxmlformats.org/officeDocument/2006/relationships/image" Target="../media/image50.emf"/></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1.pn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2.pn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3.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png"/><Relationship Id="rId1" Type="http://schemas.openxmlformats.org/officeDocument/2006/relationships/slideMaster" Target="../slideMasters/slideMaster7.xml"/><Relationship Id="rId5" Type="http://schemas.openxmlformats.org/officeDocument/2006/relationships/image" Target="../media/image28.png"/><Relationship Id="rId4" Type="http://schemas.openxmlformats.org/officeDocument/2006/relationships/image" Target="../media/image56.emf"/></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7.pn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8.png"/><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9.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ck_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23268F-18BB-EA9A-A601-DD97D746AC7D}"/>
              </a:ext>
            </a:extLst>
          </p:cNvPr>
          <p:cNvSpPr/>
          <p:nvPr userDrawn="1"/>
        </p:nvSpPr>
        <p:spPr>
          <a:xfrm flipH="1">
            <a:off x="0" y="512763"/>
            <a:ext cx="3863975" cy="6153213"/>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73B24FD-F975-8AFC-9607-A7F61051FCED}"/>
              </a:ext>
            </a:extLst>
          </p:cNvPr>
          <p:cNvSpPr>
            <a:spLocks noGrp="1"/>
          </p:cNvSpPr>
          <p:nvPr>
            <p:ph type="title" hasCustomPrompt="1"/>
          </p:nvPr>
        </p:nvSpPr>
        <p:spPr>
          <a:xfrm>
            <a:off x="515940" y="1094400"/>
            <a:ext cx="2914134" cy="1166400"/>
          </a:xfrm>
          <a:ln>
            <a:noFill/>
          </a:ln>
        </p:spPr>
        <p:txBody>
          <a:bodyPr tIns="126000" bIns="46800" anchor="t"/>
          <a:lstStyle>
            <a:lvl1pPr algn="l">
              <a:defRPr>
                <a:solidFill>
                  <a:schemeClr val="bg1"/>
                </a:solidFill>
              </a:defRPr>
            </a:lvl1pPr>
          </a:lstStyle>
          <a:p>
            <a:r>
              <a:rPr lang="en-US" dirty="0"/>
              <a:t>Click to edit Agenda/ TOC title style</a:t>
            </a:r>
            <a:endParaRPr lang="en-GB" dirty="0"/>
          </a:p>
        </p:txBody>
      </p:sp>
      <p:sp>
        <p:nvSpPr>
          <p:cNvPr id="14" name="Text Placeholder 13">
            <a:extLst>
              <a:ext uri="{FF2B5EF4-FFF2-40B4-BE49-F238E27FC236}">
                <a16:creationId xmlns:a16="http://schemas.microsoft.com/office/drawing/2014/main" id="{8E7018EA-03DA-0C52-42A5-298818F40F63}"/>
              </a:ext>
            </a:extLst>
          </p:cNvPr>
          <p:cNvSpPr>
            <a:spLocks noGrp="1"/>
          </p:cNvSpPr>
          <p:nvPr>
            <p:ph type="body" sz="quarter" idx="10" hasCustomPrompt="1"/>
          </p:nvPr>
        </p:nvSpPr>
        <p:spPr>
          <a:xfrm>
            <a:off x="4403725" y="1093788"/>
            <a:ext cx="7272338" cy="5214937"/>
          </a:xfrm>
        </p:spPr>
        <p:txBody>
          <a:bodyPr/>
          <a:lstStyle>
            <a:lvl1pPr marL="0" indent="0">
              <a:lnSpc>
                <a:spcPct val="150000"/>
              </a:lnSpc>
              <a:buNone/>
              <a:tabLst>
                <a:tab pos="5740400" algn="l"/>
              </a:tabLst>
              <a:defRPr/>
            </a:lvl1pPr>
            <a:lvl2pPr marL="457200" indent="0">
              <a:buNone/>
              <a:tabLst/>
              <a:defRPr/>
            </a:lvl2pPr>
            <a:lvl3pPr marL="914400" indent="0">
              <a:buNone/>
              <a:tabLst/>
              <a:defRPr/>
            </a:lvl3pPr>
            <a:lvl4pPr marL="1371600" indent="0">
              <a:buNone/>
              <a:tabLst/>
              <a:defRPr/>
            </a:lvl4pPr>
          </a:lstStyle>
          <a:p>
            <a:pPr lvl="0"/>
            <a:r>
              <a:rPr lang="en-US" dirty="0"/>
              <a:t>Click to edit Agenda/TOC styles</a:t>
            </a:r>
          </a:p>
        </p:txBody>
      </p:sp>
    </p:spTree>
    <p:extLst>
      <p:ext uri="{BB962C8B-B14F-4D97-AF65-F5344CB8AC3E}">
        <p14:creationId xmlns:p14="http://schemas.microsoft.com/office/powerpoint/2010/main" val="24030539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lu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8324437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Red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9063851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Orang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643393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Orange - Plus Symbol">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4pPr>
              <a:defRPr/>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2508760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rang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2A780B5-8449-24E7-03B6-02AD7F4CFFA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750006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705726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Orang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FE87028-CAF7-F5B7-4CB1-0D4C0319BE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7580615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Orang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55AB4C9-59BC-E224-FFFD-9DB88A07DD68}"/>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9D352A76-8A6F-211C-DD74-EAF5EB388BEA}"/>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5754DA5-0BF1-D01C-3093-2696272DAD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7218898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Orange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BB01192-B93C-B441-2C51-0090D44614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73321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Orang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9F417E-049D-9F48-46F8-DD8F31C8E55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662826E8-5ACA-BF47-3E86-1B0C693CACAE}"/>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7D9F0EF-0BC7-6322-F985-33B73069575D}"/>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4602198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Orang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986A2FB5-0ABC-A1F1-BCBB-0E5B880F38D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9948553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0609093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506765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Orang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3A6BC58F-7098-6ED6-8197-0183DE87C74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78798201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Green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D630461-FF09-AE3A-830B-60852F9A836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8930476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Green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3BBDAFE-3463-2F49-E910-42822242757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101860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Green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F5DD92F-2C07-73B9-B390-73B0047965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548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Green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F8C62C48-B4FC-0C92-2FD2-2D4AACC4DD15}"/>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0AD711B9-F295-7F9C-3A4F-1116B45B62C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55278A0-C5E7-0F91-FA5D-B53388E5F65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2402766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Green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C364825-0C99-1A6F-72FE-EBD3B38BDD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36556119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Green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C243CC-3824-5807-3C69-6EEB0749E73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2" name="Picture 1">
            <a:extLst>
              <a:ext uri="{FF2B5EF4-FFF2-40B4-BE49-F238E27FC236}">
                <a16:creationId xmlns:a16="http://schemas.microsoft.com/office/drawing/2014/main" id="{480F448F-030F-0DD7-92C5-68D5DB7D0C9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36002736-0B0C-97D2-6858-41E62A667891}"/>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09289571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Green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34FE57C0-8EB6-2F8A-9E5B-3DC9F8E1DE5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441722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Green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14E64E92-AD3E-BA76-4490-B706C44AC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76037272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262530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Green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C4EBBC7E-E4F7-506B-BF90-CAA82E82041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4147224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image" Target="../media/image27.png"/><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theme" Target="../theme/theme3.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image" Target="../media/image27.png"/><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theme" Target="../theme/theme4.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image" Target="../media/image27.png"/><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theme" Target="../theme/theme5.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image" Target="../media/image27.png"/><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theme" Target="../theme/theme6.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image" Target="../media/image27.png"/><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theme" Target="../theme/theme7.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 id="2147483957" r:id="rId9"/>
    <p:sldLayoutId id="2147483958" r:id="rId10"/>
    <p:sldLayoutId id="2147483959" r:id="rId11"/>
    <p:sldLayoutId id="21474839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B5B76A2-CDFA-15D4-392F-10D970EB1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1142809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F2D64E5-DE40-8B2B-7400-731C8C1F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31503955"/>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xml"/><Relationship Id="rId1" Type="http://schemas.openxmlformats.org/officeDocument/2006/relationships/slideLayout" Target="../slideLayouts/slideLayout26.xml"/><Relationship Id="rId5" Type="http://schemas.openxmlformats.org/officeDocument/2006/relationships/image" Target="../media/image62.png"/><Relationship Id="rId4" Type="http://schemas.openxmlformats.org/officeDocument/2006/relationships/image" Target="../media/image61.pn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19.xml"/><Relationship Id="rId5" Type="http://schemas.openxmlformats.org/officeDocument/2006/relationships/image" Target="../media/image64.png"/><Relationship Id="rId4" Type="http://schemas.openxmlformats.org/officeDocument/2006/relationships/image" Target="../media/image63.wmf"/></Relationships>
</file>

<file path=ppt/slides/_rels/slide9.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9.xml"/><Relationship Id="rId1" Type="http://schemas.openxmlformats.org/officeDocument/2006/relationships/slideLayout" Target="../slideLayouts/slideLayout26.xml"/><Relationship Id="rId5" Type="http://schemas.openxmlformats.org/officeDocument/2006/relationships/image" Target="../media/image63.w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4.xml"/><Relationship Id="rId1" Type="http://schemas.openxmlformats.org/officeDocument/2006/relationships/slideLayout" Target="../slideLayouts/slideLayout46.xml"/><Relationship Id="rId4" Type="http://schemas.openxmlformats.org/officeDocument/2006/relationships/image" Target="../media/image67.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6.xml"/><Relationship Id="rId1" Type="http://schemas.openxmlformats.org/officeDocument/2006/relationships/slideLayout" Target="../slideLayouts/slideLayout46.xml"/><Relationship Id="rId4" Type="http://schemas.openxmlformats.org/officeDocument/2006/relationships/image" Target="../media/image6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US" noProof="0" dirty="0"/>
              <a:t>Module 15: File system access</a:t>
            </a:r>
          </a:p>
        </p:txBody>
      </p:sp>
      <p:sp>
        <p:nvSpPr>
          <p:cNvPr id="2" name="Subtitle 1">
            <a:extLst>
              <a:ext uri="{FF2B5EF4-FFF2-40B4-BE49-F238E27FC236}">
                <a16:creationId xmlns:a16="http://schemas.microsoft.com/office/drawing/2014/main" id="{5D427EEB-17E7-DF79-0100-F8A6CC2CDDA6}"/>
              </a:ext>
            </a:extLst>
          </p:cNvPr>
          <p:cNvSpPr>
            <a:spLocks noGrp="1"/>
          </p:cNvSpPr>
          <p:nvPr>
            <p:ph type="subTitle" idx="1"/>
          </p:nvPr>
        </p:nvSpPr>
        <p:spPr/>
        <p:txBody>
          <a:bodyPr/>
          <a:lstStyle/>
          <a:p>
            <a:endParaRPr lang="en-US" noProof="0" dirty="0"/>
          </a:p>
        </p:txBody>
      </p:sp>
      <p:graphicFrame>
        <p:nvGraphicFramePr>
          <p:cNvPr id="6" name="Table 5">
            <a:extLst>
              <a:ext uri="{FF2B5EF4-FFF2-40B4-BE49-F238E27FC236}">
                <a16:creationId xmlns:a16="http://schemas.microsoft.com/office/drawing/2014/main" id="{D2FB8268-2389-AF98-A25A-DC7BE9A20D26}"/>
              </a:ext>
            </a:extLst>
          </p:cNvPr>
          <p:cNvGraphicFramePr>
            <a:graphicFrameLocks noGrp="1"/>
          </p:cNvGraphicFramePr>
          <p:nvPr>
            <p:extLst>
              <p:ext uri="{D42A27DB-BD31-4B8C-83A1-F6EECF244321}">
                <p14:modId xmlns:p14="http://schemas.microsoft.com/office/powerpoint/2010/main" val="2107782296"/>
              </p:ext>
            </p:extLst>
          </p:nvPr>
        </p:nvGraphicFramePr>
        <p:xfrm>
          <a:off x="473406" y="3746649"/>
          <a:ext cx="5160776" cy="1250223"/>
        </p:xfrm>
        <a:graphic>
          <a:graphicData uri="http://schemas.openxmlformats.org/drawingml/2006/table">
            <a:tbl>
              <a:tblPr firstRow="1" bandRow="1">
                <a:tableStyleId>{F2DE63D5-997A-4646-A377-4702673A728D}</a:tableStyleId>
              </a:tblPr>
              <a:tblGrid>
                <a:gridCol w="5160776">
                  <a:extLst>
                    <a:ext uri="{9D8B030D-6E8A-4147-A177-3AD203B41FA5}">
                      <a16:colId xmlns:a16="http://schemas.microsoft.com/office/drawing/2014/main" val="2961166630"/>
                    </a:ext>
                  </a:extLst>
                </a:gridCol>
              </a:tblGrid>
              <a:tr h="416741">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15: File system access</a:t>
                      </a:r>
                    </a:p>
                  </a:txBody>
                  <a:tcPr/>
                </a:tc>
                <a:extLst>
                  <a:ext uri="{0D108BD9-81ED-4DB2-BD59-A6C34878D82A}">
                    <a16:rowId xmlns:a16="http://schemas.microsoft.com/office/drawing/2014/main" val="1661260948"/>
                  </a:ext>
                </a:extLst>
              </a:tr>
              <a:tr h="416741">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16: Working in a networked environment</a:t>
                      </a:r>
                    </a:p>
                  </a:txBody>
                  <a:tcPr/>
                </a:tc>
                <a:extLst>
                  <a:ext uri="{0D108BD9-81ED-4DB2-BD59-A6C34878D82A}">
                    <a16:rowId xmlns:a16="http://schemas.microsoft.com/office/drawing/2014/main" val="4257274740"/>
                  </a:ext>
                </a:extLst>
              </a:tr>
              <a:tr h="416741">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17: X Windows system</a:t>
                      </a:r>
                    </a:p>
                  </a:txBody>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55029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US" noProof="0" dirty="0"/>
              <a:t>Contents</a:t>
            </a:r>
          </a:p>
        </p:txBody>
      </p:sp>
      <p:sp>
        <p:nvSpPr>
          <p:cNvPr id="6" name="Text Placeholder 5"/>
          <p:cNvSpPr>
            <a:spLocks noGrp="1"/>
          </p:cNvSpPr>
          <p:nvPr>
            <p:ph type="body" sz="quarter" idx="13"/>
          </p:nvPr>
        </p:nvSpPr>
        <p:spPr/>
        <p:txBody>
          <a:bodyPr/>
          <a:lstStyle/>
          <a:p>
            <a:pPr marL="285750" indent="-285750">
              <a:buFont typeface="Arial" panose="020B0604020202020204" pitchFamily="34" charset="0"/>
              <a:buChar char="•"/>
            </a:pPr>
            <a:r>
              <a:rPr lang="en-US" noProof="0" dirty="0"/>
              <a:t>Files and directories</a:t>
            </a:r>
          </a:p>
          <a:p>
            <a:pPr marL="285750" indent="-285750">
              <a:buFont typeface="Arial" panose="020B0604020202020204" pitchFamily="34" charset="0"/>
              <a:buChar char="•"/>
            </a:pPr>
            <a:r>
              <a:rPr lang="en-US" noProof="0" dirty="0"/>
              <a:t>Permissions, meaning</a:t>
            </a:r>
          </a:p>
          <a:p>
            <a:pPr marL="285750" indent="-285750">
              <a:buFont typeface="Arial" panose="020B0604020202020204" pitchFamily="34" charset="0"/>
              <a:buChar char="•"/>
            </a:pPr>
            <a:r>
              <a:rPr lang="en-US" noProof="0" dirty="0"/>
              <a:t>Setting and changing permissions</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3272254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Files and directories</a:t>
            </a:r>
          </a:p>
        </p:txBody>
      </p:sp>
      <p:sp>
        <p:nvSpPr>
          <p:cNvPr id="3" name="Subtitle 2">
            <a:extLst>
              <a:ext uri="{FF2B5EF4-FFF2-40B4-BE49-F238E27FC236}">
                <a16:creationId xmlns:a16="http://schemas.microsoft.com/office/drawing/2014/main" id="{7EB73912-331A-5B92-82DC-B9EF892D5003}"/>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4179874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31D562-71CD-AA72-4892-A36EB14C77DD}"/>
              </a:ext>
            </a:extLst>
          </p:cNvPr>
          <p:cNvSpPr>
            <a:spLocks noGrp="1"/>
          </p:cNvSpPr>
          <p:nvPr>
            <p:ph type="ctrTitle"/>
          </p:nvPr>
        </p:nvSpPr>
        <p:spPr/>
        <p:txBody>
          <a:bodyPr/>
          <a:lstStyle/>
          <a:p>
            <a:r>
              <a:rPr lang="en-US" noProof="0" dirty="0"/>
              <a:t>Long listing (reminder)</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a:t>
            </a:fld>
            <a:endParaRPr lang="en-US" noProof="0" dirty="0"/>
          </a:p>
        </p:txBody>
      </p:sp>
      <p:graphicFrame>
        <p:nvGraphicFramePr>
          <p:cNvPr id="7" name="object 3">
            <a:extLst>
              <a:ext uri="{FF2B5EF4-FFF2-40B4-BE49-F238E27FC236}">
                <a16:creationId xmlns:a16="http://schemas.microsoft.com/office/drawing/2014/main" id="{0D19FD20-0AEB-72FF-6E60-C2AC41F8262E}"/>
              </a:ext>
            </a:extLst>
          </p:cNvPr>
          <p:cNvGraphicFramePr>
            <a:graphicFrameLocks noGrp="1"/>
          </p:cNvGraphicFramePr>
          <p:nvPr>
            <p:extLst>
              <p:ext uri="{D42A27DB-BD31-4B8C-83A1-F6EECF244321}">
                <p14:modId xmlns:p14="http://schemas.microsoft.com/office/powerpoint/2010/main" val="3582824089"/>
              </p:ext>
            </p:extLst>
          </p:nvPr>
        </p:nvGraphicFramePr>
        <p:xfrm>
          <a:off x="3991004" y="2016680"/>
          <a:ext cx="7685058" cy="1341255"/>
        </p:xfrm>
        <a:graphic>
          <a:graphicData uri="http://schemas.openxmlformats.org/drawingml/2006/table">
            <a:tbl>
              <a:tblPr firstRow="1" bandRow="1">
                <a:effectLst>
                  <a:outerShdw blurRad="50800" dist="50800" dir="2700000" algn="ctr" rotWithShape="0">
                    <a:schemeClr val="bg2">
                      <a:lumMod val="90000"/>
                    </a:schemeClr>
                  </a:outerShdw>
                </a:effectLst>
                <a:tableStyleId>{2D5ABB26-0587-4C30-8999-92F81FD0307C}</a:tableStyleId>
              </a:tblPr>
              <a:tblGrid>
                <a:gridCol w="1323049">
                  <a:extLst>
                    <a:ext uri="{9D8B030D-6E8A-4147-A177-3AD203B41FA5}">
                      <a16:colId xmlns:a16="http://schemas.microsoft.com/office/drawing/2014/main" val="20000"/>
                    </a:ext>
                  </a:extLst>
                </a:gridCol>
                <a:gridCol w="379175">
                  <a:extLst>
                    <a:ext uri="{9D8B030D-6E8A-4147-A177-3AD203B41FA5}">
                      <a16:colId xmlns:a16="http://schemas.microsoft.com/office/drawing/2014/main" val="20001"/>
                    </a:ext>
                  </a:extLst>
                </a:gridCol>
                <a:gridCol w="921304">
                  <a:extLst>
                    <a:ext uri="{9D8B030D-6E8A-4147-A177-3AD203B41FA5}">
                      <a16:colId xmlns:a16="http://schemas.microsoft.com/office/drawing/2014/main" val="20002"/>
                    </a:ext>
                  </a:extLst>
                </a:gridCol>
                <a:gridCol w="812969">
                  <a:extLst>
                    <a:ext uri="{9D8B030D-6E8A-4147-A177-3AD203B41FA5}">
                      <a16:colId xmlns:a16="http://schemas.microsoft.com/office/drawing/2014/main" val="20003"/>
                    </a:ext>
                  </a:extLst>
                </a:gridCol>
                <a:gridCol w="650014">
                  <a:extLst>
                    <a:ext uri="{9D8B030D-6E8A-4147-A177-3AD203B41FA5}">
                      <a16:colId xmlns:a16="http://schemas.microsoft.com/office/drawing/2014/main" val="20004"/>
                    </a:ext>
                  </a:extLst>
                </a:gridCol>
                <a:gridCol w="1246310">
                  <a:extLst>
                    <a:ext uri="{9D8B030D-6E8A-4147-A177-3AD203B41FA5}">
                      <a16:colId xmlns:a16="http://schemas.microsoft.com/office/drawing/2014/main" val="20005"/>
                    </a:ext>
                  </a:extLst>
                </a:gridCol>
                <a:gridCol w="704182">
                  <a:extLst>
                    <a:ext uri="{9D8B030D-6E8A-4147-A177-3AD203B41FA5}">
                      <a16:colId xmlns:a16="http://schemas.microsoft.com/office/drawing/2014/main" val="20006"/>
                    </a:ext>
                  </a:extLst>
                </a:gridCol>
                <a:gridCol w="1648055">
                  <a:extLst>
                    <a:ext uri="{9D8B030D-6E8A-4147-A177-3AD203B41FA5}">
                      <a16:colId xmlns:a16="http://schemas.microsoft.com/office/drawing/2014/main" val="20007"/>
                    </a:ext>
                  </a:extLst>
                </a:gridCol>
              </a:tblGrid>
              <a:tr h="251563">
                <a:tc gridSpan="8">
                  <a:txBody>
                    <a:bodyPr/>
                    <a:lstStyle/>
                    <a:p>
                      <a:pPr marL="107950">
                        <a:lnSpc>
                          <a:spcPts val="2320"/>
                        </a:lnSpc>
                      </a:pPr>
                      <a:r>
                        <a:rPr lang="en-US" sz="1800" spc="-5"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spc="-4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5"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sz="1800" b="1" spc="-35"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5" noProof="0" dirty="0">
                          <a:solidFill>
                            <a:schemeClr val="bg1"/>
                          </a:solidFill>
                          <a:latin typeface="Hack" panose="020B0609030202020204" pitchFamily="49" charset="0"/>
                          <a:ea typeface="Hack" panose="020B0609030202020204" pitchFamily="49" charset="0"/>
                          <a:cs typeface="Hack" panose="020B0609030202020204" pitchFamily="49" charset="0"/>
                        </a:rPr>
                        <a:t>-l</a:t>
                      </a:r>
                      <a:endPar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lnT w="12700">
                      <a:solidFill>
                        <a:srgbClr val="000066"/>
                      </a:solidFill>
                      <a:prstDash val="solid"/>
                    </a:lnT>
                    <a:solidFill>
                      <a:schemeClr val="tx1"/>
                    </a:solidFill>
                  </a:tcPr>
                </a:tc>
                <a:tc hMerge="1">
                  <a:txBody>
                    <a:bodyPr/>
                    <a:lstStyle/>
                    <a:p>
                      <a:pPr>
                        <a:lnSpc>
                          <a:spcPct val="100000"/>
                        </a:lnSpc>
                      </a:pPr>
                      <a:endParaRPr sz="140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lnT w="12700">
                      <a:solidFill>
                        <a:srgbClr val="000066"/>
                      </a:solidFill>
                      <a:prstDash val="solid"/>
                    </a:lnT>
                    <a:solidFill>
                      <a:schemeClr val="tx1"/>
                    </a:solidFill>
                  </a:tcPr>
                </a:tc>
                <a:tc hMerge="1">
                  <a:txBody>
                    <a:bodyPr/>
                    <a:lstStyle/>
                    <a:p>
                      <a:endParaRPr/>
                    </a:p>
                  </a:txBody>
                  <a:tcPr marL="0" marR="0" marT="0" marB="0">
                    <a:lnL w="12700" cap="flat" cmpd="sng" algn="ctr">
                      <a:solidFill>
                        <a:srgbClr val="000066"/>
                      </a:solidFill>
                      <a:prstDash val="solid"/>
                      <a:round/>
                      <a:headEnd type="none" w="med" len="med"/>
                      <a:tailEnd type="none" w="med" len="med"/>
                    </a:ln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33713">
                <a:tc>
                  <a:txBody>
                    <a:bodyPr/>
                    <a:lstStyle/>
                    <a:p>
                      <a:pPr marL="107950" algn="l">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drwxr-</a:t>
                      </a: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-x</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5</a:t>
                      </a:r>
                    </a:p>
                  </a:txBody>
                  <a:tcPr marL="0" marR="0" marT="0" marB="0">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7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168</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2017-01-28</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12:10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1524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Documents</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1"/>
                  </a:ext>
                </a:extLst>
              </a:tr>
              <a:tr h="233713">
                <a:tc>
                  <a:txBody>
                    <a:bodyPr/>
                    <a:lstStyle/>
                    <a:p>
                      <a:pPr marL="107950" algn="l">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rw</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rw</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5"/>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1</a:t>
                      </a:r>
                    </a:p>
                  </a:txBody>
                  <a:tcPr marL="0" marR="0" marT="0" marB="0">
                    <a:solidFill>
                      <a:schemeClr val="tx1"/>
                    </a:solidFill>
                  </a:tcPr>
                </a:tc>
                <a:tc>
                  <a:txBody>
                    <a:bodyPr/>
                    <a:lstStyle/>
                    <a:p>
                      <a:pPr marR="68580" algn="r">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780" algn="r">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677</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68580" algn="r">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2017-01-29</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10:21</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152400">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file1</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2"/>
                  </a:ext>
                </a:extLst>
              </a:tr>
              <a:tr h="233713">
                <a:tc>
                  <a:txBody>
                    <a:bodyPr/>
                    <a:lstStyle/>
                    <a:p>
                      <a:pPr marL="107950" algn="l">
                        <a:lnSpc>
                          <a:spcPts val="2130"/>
                        </a:lnSpc>
                      </a:pP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drwxr</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-x</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2</a:t>
                      </a:r>
                    </a:p>
                  </a:txBody>
                  <a:tcPr marL="0" marR="0" marT="0" marB="0">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145"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80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2017-01-28</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12:10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152400">
                        <a:lnSpc>
                          <a:spcPts val="2130"/>
                        </a:lnSpc>
                      </a:pP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public_html</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3"/>
                  </a:ext>
                </a:extLst>
              </a:tr>
              <a:tr h="320999">
                <a:tc>
                  <a:txBody>
                    <a:bodyPr/>
                    <a:lstStyle/>
                    <a:p>
                      <a:pPr marL="107950" algn="l">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rw</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-r--r--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lnB w="12700">
                      <a:solidFill>
                        <a:srgbClr val="000066"/>
                      </a:solidFill>
                      <a:prstDash val="solid"/>
                    </a:lnB>
                    <a:solidFill>
                      <a:schemeClr val="tx1"/>
                    </a:solidFill>
                  </a:tcPr>
                </a:tc>
                <a:tc>
                  <a:txBody>
                    <a:bodyPr/>
                    <a:lstStyle/>
                    <a:p>
                      <a:pPr marR="144780" algn="r">
                        <a:lnSpc>
                          <a:spcPts val="213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1</a:t>
                      </a:r>
                    </a:p>
                  </a:txBody>
                  <a:tcPr marL="0" marR="0" marT="0" marB="0">
                    <a:lnB w="12700">
                      <a:solidFill>
                        <a:srgbClr val="000066"/>
                      </a:solidFill>
                      <a:prstDash val="solid"/>
                    </a:lnB>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R="1447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237</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2017-01-30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13:22</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L="1524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script1.sh</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lnB w="12700">
                      <a:solidFill>
                        <a:srgbClr val="000066"/>
                      </a:solidFill>
                      <a:prstDash val="solid"/>
                    </a:lnB>
                    <a:solidFill>
                      <a:schemeClr val="tx1"/>
                    </a:solidFill>
                  </a:tcPr>
                </a:tc>
                <a:extLst>
                  <a:ext uri="{0D108BD9-81ED-4DB2-BD59-A6C34878D82A}">
                    <a16:rowId xmlns:a16="http://schemas.microsoft.com/office/drawing/2014/main" val="10004"/>
                  </a:ext>
                </a:extLst>
              </a:tr>
            </a:tbl>
          </a:graphicData>
        </a:graphic>
      </p:graphicFrame>
      <p:sp>
        <p:nvSpPr>
          <p:cNvPr id="9" name="object 4">
            <a:extLst>
              <a:ext uri="{FF2B5EF4-FFF2-40B4-BE49-F238E27FC236}">
                <a16:creationId xmlns:a16="http://schemas.microsoft.com/office/drawing/2014/main" id="{3CD9D373-EEBC-7710-B111-13A637E7408F}"/>
              </a:ext>
            </a:extLst>
          </p:cNvPr>
          <p:cNvSpPr txBox="1"/>
          <p:nvPr/>
        </p:nvSpPr>
        <p:spPr>
          <a:xfrm>
            <a:off x="4251112" y="3624644"/>
            <a:ext cx="854953" cy="180317"/>
          </a:xfrm>
          <a:prstGeom prst="rect">
            <a:avLst/>
          </a:prstGeom>
        </p:spPr>
        <p:txBody>
          <a:bodyPr vert="horz" wrap="square" lIns="0" tIns="10319" rIns="0" bIns="0" rtlCol="0">
            <a:spAutoFit/>
          </a:bodyPr>
          <a:lstStyle/>
          <a:p>
            <a:pPr marL="10319" algn="ctr">
              <a:spcBef>
                <a:spcPts val="81"/>
              </a:spcBef>
            </a:pPr>
            <a:r>
              <a:rPr lang="en-US" sz="1100" i="1" spc="-8" noProof="0" dirty="0">
                <a:cs typeface="Segoe UI"/>
              </a:rPr>
              <a:t>Permissions</a:t>
            </a:r>
            <a:endParaRPr lang="en-US" sz="1100" noProof="0" dirty="0">
              <a:cs typeface="Segoe UI"/>
            </a:endParaRPr>
          </a:p>
        </p:txBody>
      </p:sp>
      <p:sp>
        <p:nvSpPr>
          <p:cNvPr id="10" name="object 5">
            <a:extLst>
              <a:ext uri="{FF2B5EF4-FFF2-40B4-BE49-F238E27FC236}">
                <a16:creationId xmlns:a16="http://schemas.microsoft.com/office/drawing/2014/main" id="{AB034EDE-081B-8041-F52F-DF9B9C5371CA}"/>
              </a:ext>
            </a:extLst>
          </p:cNvPr>
          <p:cNvSpPr txBox="1"/>
          <p:nvPr/>
        </p:nvSpPr>
        <p:spPr>
          <a:xfrm>
            <a:off x="7651225" y="3611578"/>
            <a:ext cx="479160" cy="325148"/>
          </a:xfrm>
          <a:prstGeom prst="rect">
            <a:avLst/>
          </a:prstGeom>
        </p:spPr>
        <p:txBody>
          <a:bodyPr vert="horz" wrap="square" lIns="0" tIns="54689" rIns="0" bIns="0" rtlCol="0">
            <a:spAutoFit/>
          </a:bodyPr>
          <a:lstStyle/>
          <a:p>
            <a:pPr marL="34568" marR="4128" indent="-24765" algn="ctr">
              <a:lnSpc>
                <a:spcPct val="80000"/>
              </a:lnSpc>
              <a:spcBef>
                <a:spcPts val="431"/>
              </a:spcBef>
            </a:pPr>
            <a:r>
              <a:rPr lang="en-US" sz="1100" i="1" spc="-8" noProof="0" dirty="0">
                <a:cs typeface="Segoe UI"/>
              </a:rPr>
              <a:t>Size</a:t>
            </a:r>
            <a:r>
              <a:rPr lang="en-US" sz="1100" i="1" spc="-53" noProof="0" dirty="0">
                <a:cs typeface="Segoe UI"/>
              </a:rPr>
              <a:t> </a:t>
            </a:r>
            <a:r>
              <a:rPr lang="en-US" sz="1100" i="1" spc="-8" noProof="0" dirty="0">
                <a:cs typeface="Segoe UI"/>
              </a:rPr>
              <a:t>in </a:t>
            </a:r>
            <a:r>
              <a:rPr lang="en-US" sz="1100" i="1" spc="-390" noProof="0" dirty="0">
                <a:cs typeface="Segoe UI"/>
              </a:rPr>
              <a:t> </a:t>
            </a:r>
            <a:r>
              <a:rPr lang="en-US" sz="1100" i="1" spc="-4" noProof="0" dirty="0">
                <a:cs typeface="Segoe UI"/>
              </a:rPr>
              <a:t>bytes</a:t>
            </a:r>
            <a:endParaRPr lang="en-US" sz="1100" noProof="0" dirty="0">
              <a:cs typeface="Segoe UI"/>
            </a:endParaRPr>
          </a:p>
        </p:txBody>
      </p:sp>
      <p:sp>
        <p:nvSpPr>
          <p:cNvPr id="11" name="object 6">
            <a:extLst>
              <a:ext uri="{FF2B5EF4-FFF2-40B4-BE49-F238E27FC236}">
                <a16:creationId xmlns:a16="http://schemas.microsoft.com/office/drawing/2014/main" id="{61E3AA40-8F0C-1918-9E65-529C47572D98}"/>
              </a:ext>
            </a:extLst>
          </p:cNvPr>
          <p:cNvSpPr txBox="1"/>
          <p:nvPr/>
        </p:nvSpPr>
        <p:spPr>
          <a:xfrm>
            <a:off x="6012987" y="3646104"/>
            <a:ext cx="1037337" cy="180317"/>
          </a:xfrm>
          <a:prstGeom prst="rect">
            <a:avLst/>
          </a:prstGeom>
        </p:spPr>
        <p:txBody>
          <a:bodyPr vert="horz" wrap="square" lIns="0" tIns="10319" rIns="0" bIns="0" rtlCol="0">
            <a:spAutoFit/>
          </a:bodyPr>
          <a:lstStyle/>
          <a:p>
            <a:pPr marL="10319" algn="ctr">
              <a:spcBef>
                <a:spcPts val="81"/>
              </a:spcBef>
            </a:pPr>
            <a:r>
              <a:rPr lang="en-US" sz="1100" i="1" spc="-8" noProof="0" dirty="0">
                <a:cs typeface="Segoe UI"/>
              </a:rPr>
              <a:t>File</a:t>
            </a:r>
            <a:r>
              <a:rPr lang="en-US" sz="1100" i="1" spc="-65" noProof="0" dirty="0">
                <a:cs typeface="Segoe UI"/>
              </a:rPr>
              <a:t> </a:t>
            </a:r>
            <a:r>
              <a:rPr lang="en-US" sz="1100" i="1" spc="-4" noProof="0" dirty="0">
                <a:cs typeface="Segoe UI"/>
              </a:rPr>
              <a:t>ownership</a:t>
            </a:r>
            <a:endParaRPr lang="en-US" sz="1100" noProof="0" dirty="0">
              <a:cs typeface="Segoe UI"/>
            </a:endParaRPr>
          </a:p>
        </p:txBody>
      </p:sp>
      <p:sp>
        <p:nvSpPr>
          <p:cNvPr id="12" name="object 7">
            <a:extLst>
              <a:ext uri="{FF2B5EF4-FFF2-40B4-BE49-F238E27FC236}">
                <a16:creationId xmlns:a16="http://schemas.microsoft.com/office/drawing/2014/main" id="{F8EA80B3-B616-F70B-1751-2E7EAAF61614}"/>
              </a:ext>
            </a:extLst>
          </p:cNvPr>
          <p:cNvSpPr txBox="1"/>
          <p:nvPr/>
        </p:nvSpPr>
        <p:spPr>
          <a:xfrm>
            <a:off x="5190927" y="3684349"/>
            <a:ext cx="720347" cy="325148"/>
          </a:xfrm>
          <a:prstGeom prst="rect">
            <a:avLst/>
          </a:prstGeom>
        </p:spPr>
        <p:txBody>
          <a:bodyPr vert="horz" wrap="square" lIns="0" tIns="54689" rIns="0" bIns="0" rtlCol="0">
            <a:spAutoFit/>
          </a:bodyPr>
          <a:lstStyle/>
          <a:p>
            <a:pPr marL="10319" marR="4128" indent="192961">
              <a:lnSpc>
                <a:spcPct val="80000"/>
              </a:lnSpc>
              <a:spcBef>
                <a:spcPts val="431"/>
              </a:spcBef>
            </a:pPr>
            <a:r>
              <a:rPr lang="en-US" sz="1100" i="1" noProof="0" dirty="0">
                <a:cs typeface="Segoe UI"/>
              </a:rPr>
              <a:t>Hard </a:t>
            </a:r>
            <a:r>
              <a:rPr lang="en-US" sz="1100" i="1" spc="4" noProof="0" dirty="0">
                <a:cs typeface="Segoe UI"/>
              </a:rPr>
              <a:t> </a:t>
            </a:r>
            <a:r>
              <a:rPr lang="en-US" sz="1100" i="1" spc="-8" noProof="0" dirty="0">
                <a:cs typeface="Segoe UI"/>
              </a:rPr>
              <a:t>link</a:t>
            </a:r>
            <a:r>
              <a:rPr lang="en-US" sz="1100" i="1" spc="-57" noProof="0" dirty="0">
                <a:cs typeface="Segoe UI"/>
              </a:rPr>
              <a:t> </a:t>
            </a:r>
            <a:r>
              <a:rPr lang="en-US" sz="1100" i="1" spc="-8" noProof="0" dirty="0">
                <a:cs typeface="Segoe UI"/>
              </a:rPr>
              <a:t>count</a:t>
            </a:r>
            <a:endParaRPr lang="en-US" sz="1100" noProof="0" dirty="0">
              <a:cs typeface="Segoe UI"/>
            </a:endParaRPr>
          </a:p>
        </p:txBody>
      </p:sp>
      <p:sp>
        <p:nvSpPr>
          <p:cNvPr id="13" name="object 8">
            <a:extLst>
              <a:ext uri="{FF2B5EF4-FFF2-40B4-BE49-F238E27FC236}">
                <a16:creationId xmlns:a16="http://schemas.microsoft.com/office/drawing/2014/main" id="{A0F10EEB-443D-3637-877D-72CB4221DD18}"/>
              </a:ext>
            </a:extLst>
          </p:cNvPr>
          <p:cNvSpPr txBox="1"/>
          <p:nvPr/>
        </p:nvSpPr>
        <p:spPr>
          <a:xfrm>
            <a:off x="8420360" y="3613868"/>
            <a:ext cx="1383729" cy="404310"/>
          </a:xfrm>
          <a:prstGeom prst="rect">
            <a:avLst/>
          </a:prstGeom>
        </p:spPr>
        <p:txBody>
          <a:bodyPr vert="horz" wrap="square" lIns="0" tIns="10319" rIns="0" bIns="0" rtlCol="0">
            <a:spAutoFit/>
          </a:bodyPr>
          <a:lstStyle/>
          <a:p>
            <a:pPr algn="ctr">
              <a:lnSpc>
                <a:spcPts val="1580"/>
              </a:lnSpc>
              <a:spcBef>
                <a:spcPts val="81"/>
              </a:spcBef>
            </a:pPr>
            <a:r>
              <a:rPr lang="en-US" sz="1100" i="1" spc="-4" noProof="0" dirty="0">
                <a:cs typeface="Segoe UI"/>
              </a:rPr>
              <a:t>Date</a:t>
            </a:r>
            <a:r>
              <a:rPr lang="en-US" sz="1100" i="1" spc="-33" noProof="0" dirty="0">
                <a:cs typeface="Segoe UI"/>
              </a:rPr>
              <a:t> </a:t>
            </a:r>
            <a:r>
              <a:rPr lang="en-US" sz="1100" i="1" noProof="0" dirty="0">
                <a:cs typeface="Segoe UI"/>
              </a:rPr>
              <a:t>and</a:t>
            </a:r>
            <a:r>
              <a:rPr lang="en-US" sz="1100" i="1" spc="-33" noProof="0" dirty="0">
                <a:cs typeface="Segoe UI"/>
              </a:rPr>
              <a:t> </a:t>
            </a:r>
            <a:r>
              <a:rPr lang="en-US" sz="1100" i="1" spc="-8" noProof="0" dirty="0">
                <a:cs typeface="Segoe UI"/>
              </a:rPr>
              <a:t>time</a:t>
            </a:r>
            <a:endParaRPr lang="en-US" sz="1100" noProof="0" dirty="0">
              <a:cs typeface="Segoe UI"/>
            </a:endParaRPr>
          </a:p>
          <a:p>
            <a:pPr algn="ctr">
              <a:lnSpc>
                <a:spcPts val="1580"/>
              </a:lnSpc>
            </a:pPr>
            <a:r>
              <a:rPr lang="en-US" sz="1100" i="1" spc="-12" noProof="0" dirty="0">
                <a:cs typeface="Segoe UI"/>
              </a:rPr>
              <a:t>of</a:t>
            </a:r>
            <a:r>
              <a:rPr lang="en-US" sz="1100" i="1" spc="-28" noProof="0" dirty="0">
                <a:cs typeface="Segoe UI"/>
              </a:rPr>
              <a:t> </a:t>
            </a:r>
            <a:r>
              <a:rPr lang="en-US" sz="1100" i="1" spc="-4" noProof="0" dirty="0">
                <a:cs typeface="Segoe UI"/>
              </a:rPr>
              <a:t>last</a:t>
            </a:r>
            <a:r>
              <a:rPr lang="en-US" sz="1100" i="1" spc="-28" noProof="0" dirty="0">
                <a:cs typeface="Segoe UI"/>
              </a:rPr>
              <a:t> </a:t>
            </a:r>
            <a:r>
              <a:rPr lang="en-US" sz="1100" i="1" spc="-8" noProof="0" dirty="0">
                <a:cs typeface="Segoe UI"/>
              </a:rPr>
              <a:t>modification</a:t>
            </a:r>
            <a:endParaRPr lang="en-US" sz="1100" noProof="0" dirty="0">
              <a:cs typeface="Segoe UI"/>
            </a:endParaRPr>
          </a:p>
        </p:txBody>
      </p:sp>
      <p:sp>
        <p:nvSpPr>
          <p:cNvPr id="14" name="object 9">
            <a:extLst>
              <a:ext uri="{FF2B5EF4-FFF2-40B4-BE49-F238E27FC236}">
                <a16:creationId xmlns:a16="http://schemas.microsoft.com/office/drawing/2014/main" id="{30586A59-DD4A-88C1-C497-66182AB90EF1}"/>
              </a:ext>
            </a:extLst>
          </p:cNvPr>
          <p:cNvSpPr txBox="1"/>
          <p:nvPr/>
        </p:nvSpPr>
        <p:spPr>
          <a:xfrm>
            <a:off x="10400029" y="3684349"/>
            <a:ext cx="712537" cy="180317"/>
          </a:xfrm>
          <a:prstGeom prst="rect">
            <a:avLst/>
          </a:prstGeom>
        </p:spPr>
        <p:txBody>
          <a:bodyPr vert="horz" wrap="square" lIns="0" tIns="10319" rIns="0" bIns="0" rtlCol="0">
            <a:spAutoFit/>
          </a:bodyPr>
          <a:lstStyle/>
          <a:p>
            <a:pPr marL="10319" algn="ctr">
              <a:spcBef>
                <a:spcPts val="81"/>
              </a:spcBef>
            </a:pPr>
            <a:r>
              <a:rPr lang="en-US" sz="1100" i="1" spc="-8" noProof="0" dirty="0">
                <a:cs typeface="Segoe UI"/>
              </a:rPr>
              <a:t>N</a:t>
            </a:r>
            <a:r>
              <a:rPr lang="en-US" sz="1100" i="1" noProof="0" dirty="0">
                <a:cs typeface="Segoe UI"/>
              </a:rPr>
              <a:t>ame</a:t>
            </a:r>
            <a:endParaRPr lang="en-US" sz="1100" noProof="0" dirty="0">
              <a:cs typeface="Segoe UI"/>
            </a:endParaRPr>
          </a:p>
        </p:txBody>
      </p:sp>
      <p:sp>
        <p:nvSpPr>
          <p:cNvPr id="15" name="object 10">
            <a:extLst>
              <a:ext uri="{FF2B5EF4-FFF2-40B4-BE49-F238E27FC236}">
                <a16:creationId xmlns:a16="http://schemas.microsoft.com/office/drawing/2014/main" id="{EE20F3B7-343C-C4AB-966C-7BBC050BBDC2}"/>
              </a:ext>
            </a:extLst>
          </p:cNvPr>
          <p:cNvSpPr/>
          <p:nvPr/>
        </p:nvSpPr>
        <p:spPr>
          <a:xfrm>
            <a:off x="4179748" y="3445148"/>
            <a:ext cx="984046" cy="116359"/>
          </a:xfrm>
          <a:custGeom>
            <a:avLst/>
            <a:gdLst/>
            <a:ahLst/>
            <a:cxnLst/>
            <a:rect l="l" t="t" r="r" b="b"/>
            <a:pathLst>
              <a:path w="1360170" h="154939">
                <a:moveTo>
                  <a:pt x="1359954" y="0"/>
                </a:moveTo>
                <a:lnTo>
                  <a:pt x="1350659" y="30087"/>
                </a:lnTo>
                <a:lnTo>
                  <a:pt x="1325314" y="54673"/>
                </a:lnTo>
                <a:lnTo>
                  <a:pt x="1287730" y="71258"/>
                </a:lnTo>
                <a:lnTo>
                  <a:pt x="1241717" y="77342"/>
                </a:lnTo>
                <a:lnTo>
                  <a:pt x="798233" y="77342"/>
                </a:lnTo>
                <a:lnTo>
                  <a:pt x="752219" y="83427"/>
                </a:lnTo>
                <a:lnTo>
                  <a:pt x="714635" y="100012"/>
                </a:lnTo>
                <a:lnTo>
                  <a:pt x="689290" y="124598"/>
                </a:lnTo>
                <a:lnTo>
                  <a:pt x="679996" y="154686"/>
                </a:lnTo>
                <a:lnTo>
                  <a:pt x="670701" y="124598"/>
                </a:lnTo>
                <a:lnTo>
                  <a:pt x="645356" y="100012"/>
                </a:lnTo>
                <a:lnTo>
                  <a:pt x="607772" y="83427"/>
                </a:lnTo>
                <a:lnTo>
                  <a:pt x="561759" y="77342"/>
                </a:lnTo>
                <a:lnTo>
                  <a:pt x="118224" y="77342"/>
                </a:lnTo>
                <a:lnTo>
                  <a:pt x="72207" y="71258"/>
                </a:lnTo>
                <a:lnTo>
                  <a:pt x="34628" y="54673"/>
                </a:lnTo>
                <a:lnTo>
                  <a:pt x="9291" y="30087"/>
                </a:lnTo>
                <a:lnTo>
                  <a:pt x="0" y="0"/>
                </a:lnTo>
              </a:path>
            </a:pathLst>
          </a:custGeom>
          <a:ln w="19050">
            <a:solidFill>
              <a:srgbClr val="00B0F0"/>
            </a:solidFill>
          </a:ln>
        </p:spPr>
        <p:txBody>
          <a:bodyPr wrap="square" lIns="0" tIns="0" rIns="0" bIns="0" rtlCol="0"/>
          <a:lstStyle/>
          <a:p>
            <a:endParaRPr lang="en-US" sz="1463" noProof="0" dirty="0"/>
          </a:p>
        </p:txBody>
      </p:sp>
      <p:sp>
        <p:nvSpPr>
          <p:cNvPr id="16" name="object 11">
            <a:extLst>
              <a:ext uri="{FF2B5EF4-FFF2-40B4-BE49-F238E27FC236}">
                <a16:creationId xmlns:a16="http://schemas.microsoft.com/office/drawing/2014/main" id="{9A911FAD-1CA2-91FF-A116-F6F26E6B8EC1}"/>
              </a:ext>
            </a:extLst>
          </p:cNvPr>
          <p:cNvSpPr/>
          <p:nvPr/>
        </p:nvSpPr>
        <p:spPr>
          <a:xfrm>
            <a:off x="5809838" y="3452301"/>
            <a:ext cx="1469636" cy="100622"/>
          </a:xfrm>
          <a:custGeom>
            <a:avLst/>
            <a:gdLst/>
            <a:ahLst/>
            <a:cxnLst/>
            <a:rect l="l" t="t" r="r" b="b"/>
            <a:pathLst>
              <a:path w="2031364" h="133985">
                <a:moveTo>
                  <a:pt x="2030983" y="0"/>
                </a:moveTo>
                <a:lnTo>
                  <a:pt x="2019149" y="26068"/>
                </a:lnTo>
                <a:lnTo>
                  <a:pt x="1986883" y="47386"/>
                </a:lnTo>
                <a:lnTo>
                  <a:pt x="1939043" y="61775"/>
                </a:lnTo>
                <a:lnTo>
                  <a:pt x="1880488" y="67055"/>
                </a:lnTo>
                <a:lnTo>
                  <a:pt x="1165986" y="67055"/>
                </a:lnTo>
                <a:lnTo>
                  <a:pt x="1107432" y="72316"/>
                </a:lnTo>
                <a:lnTo>
                  <a:pt x="1059592" y="86661"/>
                </a:lnTo>
                <a:lnTo>
                  <a:pt x="1027326" y="107936"/>
                </a:lnTo>
                <a:lnTo>
                  <a:pt x="1015492" y="133985"/>
                </a:lnTo>
                <a:lnTo>
                  <a:pt x="1003675" y="107936"/>
                </a:lnTo>
                <a:lnTo>
                  <a:pt x="971438" y="86661"/>
                </a:lnTo>
                <a:lnTo>
                  <a:pt x="923605" y="72316"/>
                </a:lnTo>
                <a:lnTo>
                  <a:pt x="864996" y="67055"/>
                </a:lnTo>
                <a:lnTo>
                  <a:pt x="150494" y="67055"/>
                </a:lnTo>
                <a:lnTo>
                  <a:pt x="91940" y="61775"/>
                </a:lnTo>
                <a:lnTo>
                  <a:pt x="44100" y="47386"/>
                </a:lnTo>
                <a:lnTo>
                  <a:pt x="11834" y="26068"/>
                </a:lnTo>
                <a:lnTo>
                  <a:pt x="0" y="0"/>
                </a:lnTo>
              </a:path>
            </a:pathLst>
          </a:custGeom>
          <a:ln w="19049">
            <a:solidFill>
              <a:srgbClr val="00B0F0"/>
            </a:solidFill>
          </a:ln>
        </p:spPr>
        <p:txBody>
          <a:bodyPr wrap="square" lIns="0" tIns="0" rIns="0" bIns="0" rtlCol="0"/>
          <a:lstStyle/>
          <a:p>
            <a:endParaRPr lang="en-US" sz="1463" noProof="0" dirty="0"/>
          </a:p>
        </p:txBody>
      </p:sp>
      <p:sp>
        <p:nvSpPr>
          <p:cNvPr id="17" name="object 12">
            <a:extLst>
              <a:ext uri="{FF2B5EF4-FFF2-40B4-BE49-F238E27FC236}">
                <a16:creationId xmlns:a16="http://schemas.microsoft.com/office/drawing/2014/main" id="{280BACB4-7C3D-64DA-3CD4-FEE2192013A6}"/>
              </a:ext>
            </a:extLst>
          </p:cNvPr>
          <p:cNvSpPr/>
          <p:nvPr/>
        </p:nvSpPr>
        <p:spPr>
          <a:xfrm>
            <a:off x="5529601" y="3457071"/>
            <a:ext cx="55129" cy="295664"/>
          </a:xfrm>
          <a:custGeom>
            <a:avLst/>
            <a:gdLst/>
            <a:ahLst/>
            <a:cxnLst/>
            <a:rect l="l" t="t" r="r" b="b"/>
            <a:pathLst>
              <a:path w="76200" h="393700">
                <a:moveTo>
                  <a:pt x="46100" y="63500"/>
                </a:moveTo>
                <a:lnTo>
                  <a:pt x="30225" y="63500"/>
                </a:lnTo>
                <a:lnTo>
                  <a:pt x="30225" y="393700"/>
                </a:lnTo>
                <a:lnTo>
                  <a:pt x="46100" y="393700"/>
                </a:lnTo>
                <a:lnTo>
                  <a:pt x="46100" y="63500"/>
                </a:lnTo>
                <a:close/>
              </a:path>
              <a:path w="76200" h="393700">
                <a:moveTo>
                  <a:pt x="38100" y="0"/>
                </a:moveTo>
                <a:lnTo>
                  <a:pt x="0" y="76200"/>
                </a:lnTo>
                <a:lnTo>
                  <a:pt x="30225" y="76200"/>
                </a:lnTo>
                <a:lnTo>
                  <a:pt x="30225" y="63500"/>
                </a:lnTo>
                <a:lnTo>
                  <a:pt x="69850" y="63500"/>
                </a:lnTo>
                <a:lnTo>
                  <a:pt x="38100" y="0"/>
                </a:lnTo>
                <a:close/>
              </a:path>
              <a:path w="76200" h="393700">
                <a:moveTo>
                  <a:pt x="69850" y="63500"/>
                </a:moveTo>
                <a:lnTo>
                  <a:pt x="46100" y="63500"/>
                </a:lnTo>
                <a:lnTo>
                  <a:pt x="46100" y="76200"/>
                </a:lnTo>
                <a:lnTo>
                  <a:pt x="76200" y="76200"/>
                </a:lnTo>
                <a:lnTo>
                  <a:pt x="69850" y="63500"/>
                </a:lnTo>
                <a:close/>
              </a:path>
            </a:pathLst>
          </a:custGeom>
          <a:solidFill>
            <a:srgbClr val="17375E"/>
          </a:solidFill>
        </p:spPr>
        <p:txBody>
          <a:bodyPr wrap="square" lIns="0" tIns="0" rIns="0" bIns="0" rtlCol="0"/>
          <a:lstStyle/>
          <a:p>
            <a:endParaRPr lang="en-US" sz="1463" noProof="0" dirty="0"/>
          </a:p>
        </p:txBody>
      </p:sp>
      <p:sp>
        <p:nvSpPr>
          <p:cNvPr id="18" name="object 13">
            <a:extLst>
              <a:ext uri="{FF2B5EF4-FFF2-40B4-BE49-F238E27FC236}">
                <a16:creationId xmlns:a16="http://schemas.microsoft.com/office/drawing/2014/main" id="{9BAF663C-AE01-EAD4-B512-D3D9BF88A761}"/>
              </a:ext>
            </a:extLst>
          </p:cNvPr>
          <p:cNvSpPr/>
          <p:nvPr/>
        </p:nvSpPr>
        <p:spPr>
          <a:xfrm>
            <a:off x="7835813" y="3437994"/>
            <a:ext cx="55129" cy="247023"/>
          </a:xfrm>
          <a:custGeom>
            <a:avLst/>
            <a:gdLst/>
            <a:ahLst/>
            <a:cxnLst/>
            <a:rect l="l" t="t" r="r" b="b"/>
            <a:pathLst>
              <a:path w="76200" h="328929">
                <a:moveTo>
                  <a:pt x="46100" y="63500"/>
                </a:moveTo>
                <a:lnTo>
                  <a:pt x="30225" y="63500"/>
                </a:lnTo>
                <a:lnTo>
                  <a:pt x="30225" y="328549"/>
                </a:lnTo>
                <a:lnTo>
                  <a:pt x="46100" y="328549"/>
                </a:lnTo>
                <a:lnTo>
                  <a:pt x="46100" y="63500"/>
                </a:lnTo>
                <a:close/>
              </a:path>
              <a:path w="76200" h="328929">
                <a:moveTo>
                  <a:pt x="38100" y="0"/>
                </a:moveTo>
                <a:lnTo>
                  <a:pt x="0" y="76200"/>
                </a:lnTo>
                <a:lnTo>
                  <a:pt x="30225" y="76200"/>
                </a:lnTo>
                <a:lnTo>
                  <a:pt x="30225" y="63500"/>
                </a:lnTo>
                <a:lnTo>
                  <a:pt x="69850" y="63500"/>
                </a:lnTo>
                <a:lnTo>
                  <a:pt x="38100" y="0"/>
                </a:lnTo>
                <a:close/>
              </a:path>
              <a:path w="76200" h="328929">
                <a:moveTo>
                  <a:pt x="69850" y="63500"/>
                </a:moveTo>
                <a:lnTo>
                  <a:pt x="46100" y="63500"/>
                </a:lnTo>
                <a:lnTo>
                  <a:pt x="46100" y="76200"/>
                </a:lnTo>
                <a:lnTo>
                  <a:pt x="76200" y="76200"/>
                </a:lnTo>
                <a:lnTo>
                  <a:pt x="69850" y="63500"/>
                </a:lnTo>
                <a:close/>
              </a:path>
            </a:pathLst>
          </a:custGeom>
          <a:solidFill>
            <a:srgbClr val="17375E"/>
          </a:solidFill>
        </p:spPr>
        <p:txBody>
          <a:bodyPr wrap="square" lIns="0" tIns="0" rIns="0" bIns="0" rtlCol="0"/>
          <a:lstStyle/>
          <a:p>
            <a:endParaRPr lang="en-US" sz="1463" noProof="0" dirty="0"/>
          </a:p>
        </p:txBody>
      </p:sp>
      <p:sp>
        <p:nvSpPr>
          <p:cNvPr id="19" name="object 14">
            <a:extLst>
              <a:ext uri="{FF2B5EF4-FFF2-40B4-BE49-F238E27FC236}">
                <a16:creationId xmlns:a16="http://schemas.microsoft.com/office/drawing/2014/main" id="{70D032D5-1F74-A21F-3A26-13B54F7FFBDB}"/>
              </a:ext>
            </a:extLst>
          </p:cNvPr>
          <p:cNvSpPr/>
          <p:nvPr/>
        </p:nvSpPr>
        <p:spPr>
          <a:xfrm>
            <a:off x="10728732" y="3399931"/>
            <a:ext cx="55129" cy="242254"/>
          </a:xfrm>
          <a:custGeom>
            <a:avLst/>
            <a:gdLst/>
            <a:ahLst/>
            <a:cxnLst/>
            <a:rect l="l" t="t" r="r" b="b"/>
            <a:pathLst>
              <a:path w="76200" h="322579">
                <a:moveTo>
                  <a:pt x="45974" y="63500"/>
                </a:moveTo>
                <a:lnTo>
                  <a:pt x="30099" y="63500"/>
                </a:lnTo>
                <a:lnTo>
                  <a:pt x="30099" y="322325"/>
                </a:lnTo>
                <a:lnTo>
                  <a:pt x="45974" y="322325"/>
                </a:lnTo>
                <a:lnTo>
                  <a:pt x="45974" y="63500"/>
                </a:lnTo>
                <a:close/>
              </a:path>
              <a:path w="76200" h="322579">
                <a:moveTo>
                  <a:pt x="38100" y="0"/>
                </a:moveTo>
                <a:lnTo>
                  <a:pt x="0" y="76200"/>
                </a:lnTo>
                <a:lnTo>
                  <a:pt x="30099" y="76200"/>
                </a:lnTo>
                <a:lnTo>
                  <a:pt x="30099" y="63500"/>
                </a:lnTo>
                <a:lnTo>
                  <a:pt x="69850" y="63500"/>
                </a:lnTo>
                <a:lnTo>
                  <a:pt x="38100" y="0"/>
                </a:lnTo>
                <a:close/>
              </a:path>
              <a:path w="76200" h="322579">
                <a:moveTo>
                  <a:pt x="69850" y="63500"/>
                </a:moveTo>
                <a:lnTo>
                  <a:pt x="45974" y="63500"/>
                </a:lnTo>
                <a:lnTo>
                  <a:pt x="45974" y="76200"/>
                </a:lnTo>
                <a:lnTo>
                  <a:pt x="76200" y="76200"/>
                </a:lnTo>
                <a:lnTo>
                  <a:pt x="69850" y="63500"/>
                </a:lnTo>
                <a:close/>
              </a:path>
            </a:pathLst>
          </a:custGeom>
          <a:solidFill>
            <a:srgbClr val="0070C0"/>
          </a:solidFill>
        </p:spPr>
        <p:txBody>
          <a:bodyPr wrap="square" lIns="0" tIns="0" rIns="0" bIns="0" rtlCol="0"/>
          <a:lstStyle/>
          <a:p>
            <a:endParaRPr lang="en-US" sz="1463" noProof="0" dirty="0"/>
          </a:p>
        </p:txBody>
      </p:sp>
      <p:sp>
        <p:nvSpPr>
          <p:cNvPr id="20" name="object 15">
            <a:extLst>
              <a:ext uri="{FF2B5EF4-FFF2-40B4-BE49-F238E27FC236}">
                <a16:creationId xmlns:a16="http://schemas.microsoft.com/office/drawing/2014/main" id="{DCC4F255-F841-67B2-7077-7185B0A6310F}"/>
              </a:ext>
            </a:extLst>
          </p:cNvPr>
          <p:cNvSpPr/>
          <p:nvPr/>
        </p:nvSpPr>
        <p:spPr>
          <a:xfrm>
            <a:off x="8182113" y="3457547"/>
            <a:ext cx="1819245" cy="94898"/>
          </a:xfrm>
          <a:custGeom>
            <a:avLst/>
            <a:gdLst/>
            <a:ahLst/>
            <a:cxnLst/>
            <a:rect l="l" t="t" r="r" b="b"/>
            <a:pathLst>
              <a:path w="2514600" h="126364">
                <a:moveTo>
                  <a:pt x="2514346" y="0"/>
                </a:moveTo>
                <a:lnTo>
                  <a:pt x="2503199" y="24616"/>
                </a:lnTo>
                <a:lnTo>
                  <a:pt x="2472801" y="44719"/>
                </a:lnTo>
                <a:lnTo>
                  <a:pt x="2427710" y="58275"/>
                </a:lnTo>
                <a:lnTo>
                  <a:pt x="2372487" y="63245"/>
                </a:lnTo>
                <a:lnTo>
                  <a:pt x="1399031" y="63245"/>
                </a:lnTo>
                <a:lnTo>
                  <a:pt x="1343808" y="68197"/>
                </a:lnTo>
                <a:lnTo>
                  <a:pt x="1298717" y="81708"/>
                </a:lnTo>
                <a:lnTo>
                  <a:pt x="1268319" y="101768"/>
                </a:lnTo>
                <a:lnTo>
                  <a:pt x="1257173" y="126364"/>
                </a:lnTo>
                <a:lnTo>
                  <a:pt x="1246026" y="101768"/>
                </a:lnTo>
                <a:lnTo>
                  <a:pt x="1215628" y="81708"/>
                </a:lnTo>
                <a:lnTo>
                  <a:pt x="1170537" y="68197"/>
                </a:lnTo>
                <a:lnTo>
                  <a:pt x="1115314" y="63245"/>
                </a:lnTo>
                <a:lnTo>
                  <a:pt x="141731" y="63245"/>
                </a:lnTo>
                <a:lnTo>
                  <a:pt x="86582" y="58275"/>
                </a:lnTo>
                <a:lnTo>
                  <a:pt x="41528" y="44719"/>
                </a:lnTo>
                <a:lnTo>
                  <a:pt x="11144" y="24616"/>
                </a:lnTo>
                <a:lnTo>
                  <a:pt x="0" y="0"/>
                </a:lnTo>
              </a:path>
            </a:pathLst>
          </a:custGeom>
          <a:ln w="19049">
            <a:solidFill>
              <a:srgbClr val="00B0F0"/>
            </a:solidFill>
          </a:ln>
        </p:spPr>
        <p:txBody>
          <a:bodyPr wrap="square" lIns="0" tIns="0" rIns="0" bIns="0" rtlCol="0"/>
          <a:lstStyle/>
          <a:p>
            <a:endParaRPr lang="en-US" sz="1463" noProof="0" dirty="0"/>
          </a:p>
        </p:txBody>
      </p:sp>
      <p:graphicFrame>
        <p:nvGraphicFramePr>
          <p:cNvPr id="6" name="Table 5">
            <a:extLst>
              <a:ext uri="{FF2B5EF4-FFF2-40B4-BE49-F238E27FC236}">
                <a16:creationId xmlns:a16="http://schemas.microsoft.com/office/drawing/2014/main" id="{8E6AB02E-D023-3B5A-683E-3787E1AC2692}"/>
              </a:ext>
            </a:extLst>
          </p:cNvPr>
          <p:cNvGraphicFramePr>
            <a:graphicFrameLocks noGrp="1"/>
          </p:cNvGraphicFramePr>
          <p:nvPr>
            <p:extLst>
              <p:ext uri="{D42A27DB-BD31-4B8C-83A1-F6EECF244321}">
                <p14:modId xmlns:p14="http://schemas.microsoft.com/office/powerpoint/2010/main" val="805858051"/>
              </p:ext>
            </p:extLst>
          </p:nvPr>
        </p:nvGraphicFramePr>
        <p:xfrm>
          <a:off x="621610" y="4035157"/>
          <a:ext cx="2685007" cy="2204720"/>
        </p:xfrm>
        <a:graphic>
          <a:graphicData uri="http://schemas.openxmlformats.org/drawingml/2006/table">
            <a:tbl>
              <a:tblPr firstRow="1" bandRow="1">
                <a:tableStyleId>{7DF18680-E054-41AD-8BC1-D1AEF772440D}</a:tableStyleId>
              </a:tblPr>
              <a:tblGrid>
                <a:gridCol w="722861">
                  <a:extLst>
                    <a:ext uri="{9D8B030D-6E8A-4147-A177-3AD203B41FA5}">
                      <a16:colId xmlns:a16="http://schemas.microsoft.com/office/drawing/2014/main" val="2177177211"/>
                    </a:ext>
                  </a:extLst>
                </a:gridCol>
                <a:gridCol w="1962146">
                  <a:extLst>
                    <a:ext uri="{9D8B030D-6E8A-4147-A177-3AD203B41FA5}">
                      <a16:colId xmlns:a16="http://schemas.microsoft.com/office/drawing/2014/main" val="1109331348"/>
                    </a:ext>
                  </a:extLst>
                </a:gridCol>
              </a:tblGrid>
              <a:tr h="0">
                <a:tc>
                  <a:txBody>
                    <a:bodyPr/>
                    <a:lstStyle/>
                    <a:p>
                      <a:r>
                        <a:rPr lang="en-US" sz="1800" noProof="0" dirty="0">
                          <a:solidFill>
                            <a:schemeClr val="tx1"/>
                          </a:solidFill>
                        </a:rPr>
                        <a:t>Type</a:t>
                      </a:r>
                    </a:p>
                  </a:txBody>
                  <a:tcPr/>
                </a:tc>
                <a:tc>
                  <a:txBody>
                    <a:bodyPr/>
                    <a:lstStyle/>
                    <a:p>
                      <a:r>
                        <a:rPr lang="en-US" sz="1800" noProof="0" dirty="0">
                          <a:solidFill>
                            <a:schemeClr val="tx1"/>
                          </a:solidFill>
                        </a:rPr>
                        <a:t>Meaning</a:t>
                      </a:r>
                    </a:p>
                  </a:txBody>
                  <a:tcPr/>
                </a:tc>
                <a:extLst>
                  <a:ext uri="{0D108BD9-81ED-4DB2-BD59-A6C34878D82A}">
                    <a16:rowId xmlns:a16="http://schemas.microsoft.com/office/drawing/2014/main" val="27146821"/>
                  </a:ext>
                </a:extLst>
              </a:tr>
              <a:tr h="370840">
                <a:tc>
                  <a:txBody>
                    <a:bodyPr/>
                    <a:lstStyle/>
                    <a:p>
                      <a:r>
                        <a:rPr lang="en-US" sz="1800" noProof="0" dirty="0">
                          <a:solidFill>
                            <a:schemeClr val="tx1"/>
                          </a:solidFill>
                          <a:latin typeface="Hack" panose="020B0609030202020204"/>
                        </a:rPr>
                        <a:t>-</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solidFill>
                            <a:schemeClr val="tx1"/>
                          </a:solidFill>
                        </a:rPr>
                        <a:t>Plain file</a:t>
                      </a:r>
                    </a:p>
                  </a:txBody>
                  <a:tcPr/>
                </a:tc>
                <a:extLst>
                  <a:ext uri="{0D108BD9-81ED-4DB2-BD59-A6C34878D82A}">
                    <a16:rowId xmlns:a16="http://schemas.microsoft.com/office/drawing/2014/main" val="880215244"/>
                  </a:ext>
                </a:extLst>
              </a:tr>
              <a:tr h="370840">
                <a:tc>
                  <a:txBody>
                    <a:bodyPr/>
                    <a:lstStyle/>
                    <a:p>
                      <a:r>
                        <a:rPr lang="en-US" sz="1800" noProof="0" dirty="0">
                          <a:solidFill>
                            <a:schemeClr val="tx1"/>
                          </a:solidFill>
                          <a:latin typeface="Hack" panose="020B0609030202020204"/>
                        </a:rPr>
                        <a:t>d</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solidFill>
                            <a:schemeClr val="tx1"/>
                          </a:solidFill>
                        </a:rPr>
                        <a:t>Directory</a:t>
                      </a:r>
                    </a:p>
                  </a:txBody>
                  <a:tcPr/>
                </a:tc>
                <a:extLst>
                  <a:ext uri="{0D108BD9-81ED-4DB2-BD59-A6C34878D82A}">
                    <a16:rowId xmlns:a16="http://schemas.microsoft.com/office/drawing/2014/main" val="3504636110"/>
                  </a:ext>
                </a:extLst>
              </a:tr>
              <a:tr h="185420">
                <a:tc>
                  <a:txBody>
                    <a:bodyPr/>
                    <a:lstStyle/>
                    <a:p>
                      <a:r>
                        <a:rPr lang="en-US" sz="1800" noProof="0" dirty="0">
                          <a:solidFill>
                            <a:schemeClr val="tx1"/>
                          </a:solidFill>
                          <a:latin typeface="Hack" panose="020B0609030202020204"/>
                        </a:rPr>
                        <a:t>l</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solidFill>
                            <a:schemeClr val="tx1"/>
                          </a:solidFill>
                        </a:rPr>
                        <a:t>Symbolic link</a:t>
                      </a:r>
                    </a:p>
                  </a:txBody>
                  <a:tcPr/>
                </a:tc>
                <a:extLst>
                  <a:ext uri="{0D108BD9-81ED-4DB2-BD59-A6C34878D82A}">
                    <a16:rowId xmlns:a16="http://schemas.microsoft.com/office/drawing/2014/main" val="547004917"/>
                  </a:ext>
                </a:extLst>
              </a:tr>
              <a:tr h="152400">
                <a:tc>
                  <a:txBody>
                    <a:bodyPr/>
                    <a:lstStyle/>
                    <a:p>
                      <a:r>
                        <a:rPr lang="en-US" sz="1800" noProof="0" dirty="0">
                          <a:solidFill>
                            <a:schemeClr val="tx1"/>
                          </a:solidFill>
                          <a:latin typeface="Hack" panose="020B0609030202020204"/>
                        </a:rPr>
                        <a:t>c</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solidFill>
                            <a:schemeClr val="tx1"/>
                          </a:solidFill>
                        </a:rPr>
                        <a:t>Character</a:t>
                      </a:r>
                    </a:p>
                  </a:txBody>
                  <a:tcPr/>
                </a:tc>
                <a:extLst>
                  <a:ext uri="{0D108BD9-81ED-4DB2-BD59-A6C34878D82A}">
                    <a16:rowId xmlns:a16="http://schemas.microsoft.com/office/drawing/2014/main" val="318203226"/>
                  </a:ext>
                </a:extLst>
              </a:tr>
              <a:tr h="152400">
                <a:tc>
                  <a:txBody>
                    <a:bodyPr/>
                    <a:lstStyle/>
                    <a:p>
                      <a:r>
                        <a:rPr lang="en-US" sz="1800" noProof="0" dirty="0">
                          <a:solidFill>
                            <a:schemeClr val="tx1"/>
                          </a:solidFill>
                          <a:latin typeface="Hack" panose="020B0609030202020204"/>
                        </a:rPr>
                        <a:t>b</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solidFill>
                            <a:schemeClr val="tx1"/>
                          </a:solidFill>
                        </a:rPr>
                        <a:t>Block</a:t>
                      </a:r>
                    </a:p>
                  </a:txBody>
                  <a:tcPr/>
                </a:tc>
                <a:extLst>
                  <a:ext uri="{0D108BD9-81ED-4DB2-BD59-A6C34878D82A}">
                    <a16:rowId xmlns:a16="http://schemas.microsoft.com/office/drawing/2014/main" val="3112227950"/>
                  </a:ext>
                </a:extLst>
              </a:tr>
            </a:tbl>
          </a:graphicData>
        </a:graphic>
      </p:graphicFrame>
      <p:sp>
        <p:nvSpPr>
          <p:cNvPr id="22" name="object 12">
            <a:extLst>
              <a:ext uri="{FF2B5EF4-FFF2-40B4-BE49-F238E27FC236}">
                <a16:creationId xmlns:a16="http://schemas.microsoft.com/office/drawing/2014/main" id="{6A38D394-230D-198F-4675-6C339F96288D}"/>
              </a:ext>
            </a:extLst>
          </p:cNvPr>
          <p:cNvSpPr/>
          <p:nvPr/>
        </p:nvSpPr>
        <p:spPr>
          <a:xfrm rot="13309374" flipH="1">
            <a:off x="3452837" y="2997022"/>
            <a:ext cx="67104" cy="1797499"/>
          </a:xfrm>
          <a:custGeom>
            <a:avLst/>
            <a:gdLst/>
            <a:ahLst/>
            <a:cxnLst/>
            <a:rect l="l" t="t" r="r" b="b"/>
            <a:pathLst>
              <a:path w="76200" h="393700">
                <a:moveTo>
                  <a:pt x="46100" y="63500"/>
                </a:moveTo>
                <a:lnTo>
                  <a:pt x="30225" y="63500"/>
                </a:lnTo>
                <a:lnTo>
                  <a:pt x="30225" y="393700"/>
                </a:lnTo>
                <a:lnTo>
                  <a:pt x="46100" y="393700"/>
                </a:lnTo>
                <a:lnTo>
                  <a:pt x="46100" y="63500"/>
                </a:lnTo>
                <a:close/>
              </a:path>
              <a:path w="76200" h="393700">
                <a:moveTo>
                  <a:pt x="38100" y="0"/>
                </a:moveTo>
                <a:lnTo>
                  <a:pt x="0" y="76200"/>
                </a:lnTo>
                <a:lnTo>
                  <a:pt x="30225" y="76200"/>
                </a:lnTo>
                <a:lnTo>
                  <a:pt x="30225" y="63500"/>
                </a:lnTo>
                <a:lnTo>
                  <a:pt x="69850" y="63500"/>
                </a:lnTo>
                <a:lnTo>
                  <a:pt x="38100" y="0"/>
                </a:lnTo>
                <a:close/>
              </a:path>
              <a:path w="76200" h="393700">
                <a:moveTo>
                  <a:pt x="69850" y="63500"/>
                </a:moveTo>
                <a:lnTo>
                  <a:pt x="46100" y="63500"/>
                </a:lnTo>
                <a:lnTo>
                  <a:pt x="46100" y="76200"/>
                </a:lnTo>
                <a:lnTo>
                  <a:pt x="76200" y="76200"/>
                </a:lnTo>
                <a:lnTo>
                  <a:pt x="69850" y="63500"/>
                </a:lnTo>
                <a:close/>
              </a:path>
            </a:pathLst>
          </a:custGeom>
          <a:solidFill>
            <a:schemeClr val="accent6">
              <a:lumMod val="75000"/>
            </a:schemeClr>
          </a:solidFill>
        </p:spPr>
        <p:txBody>
          <a:bodyPr wrap="square" lIns="0" tIns="0" rIns="0" bIns="0" rtlCol="0"/>
          <a:lstStyle/>
          <a:p>
            <a:endParaRPr lang="en-US" sz="1463" noProof="0" dirty="0"/>
          </a:p>
        </p:txBody>
      </p:sp>
    </p:spTree>
    <p:extLst>
      <p:ext uri="{BB962C8B-B14F-4D97-AF65-F5344CB8AC3E}">
        <p14:creationId xmlns:p14="http://schemas.microsoft.com/office/powerpoint/2010/main" val="1103919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Permissions</a:t>
            </a:r>
          </a:p>
        </p:txBody>
      </p:sp>
      <p:sp>
        <p:nvSpPr>
          <p:cNvPr id="5" name="Subtitle 4">
            <a:extLst>
              <a:ext uri="{FF2B5EF4-FFF2-40B4-BE49-F238E27FC236}">
                <a16:creationId xmlns:a16="http://schemas.microsoft.com/office/drawing/2014/main" id="{A237C06B-8CF0-B53E-3066-07692A1B1012}"/>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044997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A89E5F-0971-63C7-6F6D-25B955940708}"/>
              </a:ext>
            </a:extLst>
          </p:cNvPr>
          <p:cNvSpPr>
            <a:spLocks noGrp="1"/>
          </p:cNvSpPr>
          <p:nvPr>
            <p:ph type="ctrTitle"/>
          </p:nvPr>
        </p:nvSpPr>
        <p:spPr/>
        <p:txBody>
          <a:bodyPr/>
          <a:lstStyle/>
          <a:p>
            <a:r>
              <a:rPr lang="en-US" noProof="0" dirty="0"/>
              <a:t>User and group configuration files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a:lnSpc>
                <a:spcPct val="100000"/>
              </a:lnSpc>
            </a:pPr>
            <a:r>
              <a:rPr lang="en-US" sz="1800" noProof="0" dirty="0">
                <a:solidFill>
                  <a:schemeClr val="tx1"/>
                </a:solidFill>
              </a:rPr>
              <a:t>Every login has a </a:t>
            </a:r>
            <a:r>
              <a:rPr lang="en-US" sz="1800" b="1" noProof="0" dirty="0">
                <a:solidFill>
                  <a:schemeClr val="tx1"/>
                </a:solidFill>
              </a:rPr>
              <a:t>UID</a:t>
            </a:r>
            <a:r>
              <a:rPr lang="en-US" sz="1800" noProof="0" dirty="0">
                <a:solidFill>
                  <a:schemeClr val="tx1"/>
                </a:solidFill>
              </a:rPr>
              <a:t> corresponding to their username.</a:t>
            </a:r>
          </a:p>
          <a:p>
            <a:pPr lvl="1"/>
            <a:r>
              <a:rPr lang="en-US" sz="1800" noProof="0" dirty="0"/>
              <a:t>Defined in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b="1" noProof="0" dirty="0" err="1">
                <a:solidFill>
                  <a:srgbClr val="0000C8"/>
                </a:solidFill>
                <a:latin typeface="Hack" panose="020B0609030202020204" pitchFamily="49" charset="0"/>
                <a:ea typeface="Hack" panose="020B0609030202020204" pitchFamily="49" charset="0"/>
                <a:cs typeface="Hack" panose="020B0609030202020204" pitchFamily="49" charset="0"/>
              </a:rPr>
              <a:t>etc</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/passwd</a:t>
            </a:r>
          </a:p>
          <a:p>
            <a:pPr>
              <a:lnSpc>
                <a:spcPct val="100000"/>
              </a:lnSpc>
            </a:pPr>
            <a:r>
              <a:rPr lang="en-US" sz="1800" noProof="0" dirty="0">
                <a:solidFill>
                  <a:schemeClr val="tx1"/>
                </a:solidFill>
              </a:rPr>
              <a:t>Every user belongs to a default group (</a:t>
            </a:r>
            <a:r>
              <a:rPr lang="en-US" sz="1800" b="1" noProof="0" dirty="0">
                <a:solidFill>
                  <a:schemeClr val="tx1"/>
                </a:solidFill>
              </a:rPr>
              <a:t>GID</a:t>
            </a:r>
            <a:r>
              <a:rPr lang="en-US" sz="1800" noProof="0" dirty="0">
                <a:solidFill>
                  <a:schemeClr val="tx1"/>
                </a:solidFill>
              </a:rPr>
              <a:t>).</a:t>
            </a:r>
          </a:p>
          <a:p>
            <a:pPr lvl="1"/>
            <a:r>
              <a:rPr lang="en-US" sz="1800" noProof="0" dirty="0"/>
              <a:t>Also defined in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b="1" noProof="0" dirty="0" err="1">
                <a:solidFill>
                  <a:srgbClr val="0000C8"/>
                </a:solidFill>
                <a:latin typeface="Hack" panose="020B0609030202020204" pitchFamily="49" charset="0"/>
                <a:ea typeface="Hack" panose="020B0609030202020204" pitchFamily="49" charset="0"/>
                <a:cs typeface="Hack" panose="020B0609030202020204" pitchFamily="49" charset="0"/>
              </a:rPr>
              <a:t>etc</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/passwd</a:t>
            </a:r>
          </a:p>
          <a:p>
            <a:pPr>
              <a:lnSpc>
                <a:spcPct val="100000"/>
              </a:lnSpc>
            </a:pPr>
            <a:r>
              <a:rPr lang="en-US" sz="1800" noProof="0" dirty="0">
                <a:solidFill>
                  <a:schemeClr val="tx1"/>
                </a:solidFill>
              </a:rPr>
              <a:t>Additionally, users may belong to other groups.</a:t>
            </a:r>
          </a:p>
          <a:p>
            <a:pPr lvl="1"/>
            <a:r>
              <a:rPr lang="en-US" sz="1800" noProof="0" dirty="0"/>
              <a:t>Defined in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b="1" noProof="0" dirty="0" err="1">
                <a:solidFill>
                  <a:srgbClr val="0000C8"/>
                </a:solidFill>
                <a:latin typeface="Hack" panose="020B0609030202020204" pitchFamily="49" charset="0"/>
                <a:ea typeface="Hack" panose="020B0609030202020204" pitchFamily="49" charset="0"/>
                <a:cs typeface="Hack" panose="020B0609030202020204" pitchFamily="49" charset="0"/>
              </a:rPr>
              <a:t>etc</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/group</a:t>
            </a:r>
          </a:p>
          <a:p>
            <a:pPr>
              <a:lnSpc>
                <a:spcPct val="100000"/>
              </a:lnSpc>
            </a:pPr>
            <a:r>
              <a:rPr lang="en-US" sz="1800" noProof="0" dirty="0">
                <a:solidFill>
                  <a:schemeClr val="tx1"/>
                </a:solidFill>
              </a:rPr>
              <a:t>Look at current user and group values with</a:t>
            </a:r>
            <a:r>
              <a:rPr lang="en-US" sz="1800" noProof="0" dirty="0">
                <a:solidFill>
                  <a:schemeClr val="tx1"/>
                </a:solidFill>
                <a:latin typeface="Hack" panose="020B0609030202020204" pitchFamily="49" charset="0"/>
                <a:ea typeface="Hack" panose="020B0609030202020204" pitchFamily="49" charset="0"/>
                <a:cs typeface="Hack" panose="020B0609030202020204" pitchFamily="49" charset="0"/>
              </a:rPr>
              <a:t>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id</a:t>
            </a:r>
            <a:r>
              <a:rPr lang="en-US" sz="1800" noProof="0" dirty="0">
                <a:solidFill>
                  <a:schemeClr val="tx1"/>
                </a:solidFill>
                <a:latin typeface="Hack" panose="020B0609030202020204" pitchFamily="49" charset="0"/>
                <a:ea typeface="Hack" panose="020B0609030202020204" pitchFamily="49" charset="0"/>
                <a:cs typeface="Hack" panose="020B0609030202020204" pitchFamily="49" charset="0"/>
              </a:rPr>
              <a:t>.</a:t>
            </a:r>
          </a:p>
          <a:p>
            <a:pPr lvl="1"/>
            <a:endParaRPr lang="en-US" sz="1800" noProof="0" dirty="0"/>
          </a:p>
          <a:p>
            <a:pPr lvl="1"/>
            <a:endParaRPr lang="en-US" sz="1800" noProof="0" dirty="0"/>
          </a:p>
          <a:p>
            <a:pPr>
              <a:lnSpc>
                <a:spcPct val="100000"/>
              </a:lnSpc>
            </a:pPr>
            <a:endParaRPr lang="en-US" sz="1800" noProof="0" dirty="0">
              <a:solidFill>
                <a:schemeClr val="tx1"/>
              </a:solidFill>
            </a:endParaRPr>
          </a:p>
          <a:p>
            <a:pPr>
              <a:lnSpc>
                <a:spcPct val="100000"/>
              </a:lnSpc>
            </a:pPr>
            <a:r>
              <a:rPr lang="en-US" sz="1800" noProof="0" dirty="0">
                <a:solidFill>
                  <a:schemeClr val="tx1"/>
                </a:solidFill>
              </a:rPr>
              <a:t>Files are created with the current user and group values.</a:t>
            </a:r>
          </a:p>
          <a:p>
            <a:pPr lvl="1">
              <a:lnSpc>
                <a:spcPct val="100000"/>
              </a:lnSpc>
            </a:pPr>
            <a:r>
              <a:rPr lang="en-US" sz="1800" noProof="0" dirty="0"/>
              <a:t>Ignoring root, only the owner of a file can change its access permissions.</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6</a:t>
            </a:fld>
            <a:endParaRPr lang="en-US" noProof="0" dirty="0"/>
          </a:p>
        </p:txBody>
      </p:sp>
      <p:sp>
        <p:nvSpPr>
          <p:cNvPr id="3" name="Rectangle 5">
            <a:extLst>
              <a:ext uri="{FF2B5EF4-FFF2-40B4-BE49-F238E27FC236}">
                <a16:creationId xmlns:a16="http://schemas.microsoft.com/office/drawing/2014/main" id="{E1E091CF-49BB-9DFC-EBCE-9A182CAB8884}"/>
              </a:ext>
            </a:extLst>
          </p:cNvPr>
          <p:cNvSpPr>
            <a:spLocks noChangeArrowheads="1"/>
          </p:cNvSpPr>
          <p:nvPr/>
        </p:nvSpPr>
        <p:spPr bwMode="auto">
          <a:xfrm>
            <a:off x="443922" y="4328589"/>
            <a:ext cx="6770688" cy="856003"/>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80962" tIns="42862" rIns="80962" bIns="42862">
            <a:spAutoFit/>
          </a:bodyPr>
          <a:lstStyle>
            <a:lvl1pPr marL="255588" indent="-255588" defTabSz="681038">
              <a:spcBef>
                <a:spcPct val="50000"/>
              </a:spcBef>
              <a:defRPr sz="1000">
                <a:solidFill>
                  <a:schemeClr val="tx1"/>
                </a:solidFill>
                <a:latin typeface="Arial" panose="020B0604020202020204" pitchFamily="34" charset="0"/>
              </a:defRPr>
            </a:lvl1pPr>
            <a:lvl2pPr marL="609600" indent="-200025" defTabSz="681038">
              <a:spcBef>
                <a:spcPct val="50000"/>
              </a:spcBef>
              <a:defRPr sz="1000">
                <a:solidFill>
                  <a:schemeClr val="tx1"/>
                </a:solidFill>
                <a:latin typeface="Arial" panose="020B0604020202020204" pitchFamily="34" charset="0"/>
              </a:defRPr>
            </a:lvl2pPr>
            <a:lvl3pPr marL="1019175" indent="-203200" defTabSz="681038">
              <a:spcBef>
                <a:spcPct val="50000"/>
              </a:spcBef>
              <a:defRPr sz="1000">
                <a:solidFill>
                  <a:schemeClr val="tx1"/>
                </a:solidFill>
                <a:latin typeface="Arial" panose="020B0604020202020204" pitchFamily="34" charset="0"/>
              </a:defRPr>
            </a:lvl3pPr>
            <a:lvl4pPr marL="1377950" indent="-152400" defTabSz="681038">
              <a:spcBef>
                <a:spcPct val="50000"/>
              </a:spcBef>
              <a:defRPr sz="1000">
                <a:solidFill>
                  <a:schemeClr val="tx1"/>
                </a:solidFill>
                <a:latin typeface="Arial" panose="020B0604020202020204" pitchFamily="34" charset="0"/>
              </a:defRPr>
            </a:lvl4pPr>
            <a:lvl5pPr marL="1781175" indent="-150813" defTabSz="681038">
              <a:spcBef>
                <a:spcPct val="50000"/>
              </a:spcBef>
              <a:defRPr sz="1000">
                <a:solidFill>
                  <a:schemeClr val="tx1"/>
                </a:solidFill>
                <a:latin typeface="Arial" panose="020B0604020202020204" pitchFamily="34" charset="0"/>
              </a:defRPr>
            </a:lvl5pPr>
            <a:lvl6pPr marL="2238375" indent="-150813" defTabSz="681038" eaLnBrk="0" fontAlgn="base" hangingPunct="0">
              <a:spcBef>
                <a:spcPct val="50000"/>
              </a:spcBef>
              <a:spcAft>
                <a:spcPct val="0"/>
              </a:spcAft>
              <a:defRPr sz="1000">
                <a:solidFill>
                  <a:schemeClr val="tx1"/>
                </a:solidFill>
                <a:latin typeface="Arial" panose="020B0604020202020204" pitchFamily="34" charset="0"/>
              </a:defRPr>
            </a:lvl6pPr>
            <a:lvl7pPr marL="2695575" indent="-150813" defTabSz="681038" eaLnBrk="0" fontAlgn="base" hangingPunct="0">
              <a:spcBef>
                <a:spcPct val="50000"/>
              </a:spcBef>
              <a:spcAft>
                <a:spcPct val="0"/>
              </a:spcAft>
              <a:defRPr sz="1000">
                <a:solidFill>
                  <a:schemeClr val="tx1"/>
                </a:solidFill>
                <a:latin typeface="Arial" panose="020B0604020202020204" pitchFamily="34" charset="0"/>
              </a:defRPr>
            </a:lvl7pPr>
            <a:lvl8pPr marL="3152775" indent="-150813" defTabSz="681038" eaLnBrk="0" fontAlgn="base" hangingPunct="0">
              <a:spcBef>
                <a:spcPct val="50000"/>
              </a:spcBef>
              <a:spcAft>
                <a:spcPct val="0"/>
              </a:spcAft>
              <a:defRPr sz="1000">
                <a:solidFill>
                  <a:schemeClr val="tx1"/>
                </a:solidFill>
                <a:latin typeface="Arial" panose="020B0604020202020204" pitchFamily="34" charset="0"/>
              </a:defRPr>
            </a:lvl8pPr>
            <a:lvl9pPr marL="3609975" indent="-150813" defTabSz="681038" eaLnBrk="0" fontAlgn="base" hangingPunct="0">
              <a:spcBef>
                <a:spcPct val="50000"/>
              </a:spcBef>
              <a:spcAft>
                <a:spcPct val="0"/>
              </a:spcAft>
              <a:defRPr sz="1000">
                <a:solidFill>
                  <a:schemeClr val="tx1"/>
                </a:solidFill>
                <a:latin typeface="Arial" panose="020B0604020202020204" pitchFamily="34" charset="0"/>
              </a:defRPr>
            </a:lvl9pPr>
          </a:lstStyle>
          <a:p>
            <a:pPr>
              <a:spcBef>
                <a:spcPct val="0"/>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 id</a:t>
            </a:r>
          </a:p>
          <a:p>
            <a:pPr>
              <a:spcBef>
                <a:spcPct val="0"/>
              </a:spcBef>
            </a:pPr>
            <a:r>
              <a:rPr lang="en-US" sz="1400" noProof="0" dirty="0" err="1">
                <a:solidFill>
                  <a:schemeClr val="bg1"/>
                </a:solidFill>
                <a:latin typeface="Hack" panose="020B0609030202020204" pitchFamily="49" charset="0"/>
                <a:ea typeface="Hack" panose="020B0609030202020204" pitchFamily="49" charset="0"/>
                <a:cs typeface="Hack" panose="020B0609030202020204" pitchFamily="49" charset="0"/>
              </a:rPr>
              <a:t>uid</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=2202(user1) gid=2200(</a:t>
            </a:r>
            <a:r>
              <a:rPr lang="en-US" sz="1400" noProof="0" dirty="0" err="1">
                <a:solidFill>
                  <a:schemeClr val="bg1"/>
                </a:solidFill>
                <a:latin typeface="Hack" panose="020B0609030202020204" pitchFamily="49" charset="0"/>
                <a:ea typeface="Hack" panose="020B0609030202020204" pitchFamily="49" charset="0"/>
                <a:cs typeface="Hack" panose="020B0609030202020204" pitchFamily="49" charset="0"/>
              </a:rPr>
              <a:t>qa</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groups=2201(</a:t>
            </a:r>
            <a:r>
              <a:rPr lang="en-US" sz="1400" noProof="0" dirty="0" err="1">
                <a:solidFill>
                  <a:schemeClr val="bg1"/>
                </a:solidFill>
                <a:latin typeface="Hack" panose="020B0609030202020204" pitchFamily="49" charset="0"/>
                <a:ea typeface="Hack" panose="020B0609030202020204" pitchFamily="49" charset="0"/>
                <a:cs typeface="Hack" panose="020B0609030202020204" pitchFamily="49" charset="0"/>
              </a:rPr>
              <a:t>qa</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4(</a:t>
            </a:r>
            <a:r>
              <a:rPr lang="en-US" sz="1400" noProof="0" dirty="0" err="1">
                <a:solidFill>
                  <a:schemeClr val="bg1"/>
                </a:solidFill>
                <a:latin typeface="Hack" panose="020B0609030202020204" pitchFamily="49" charset="0"/>
                <a:ea typeface="Hack" panose="020B0609030202020204" pitchFamily="49" charset="0"/>
                <a:cs typeface="Hack" panose="020B0609030202020204" pitchFamily="49" charset="0"/>
              </a:rPr>
              <a:t>adm</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a:t>
            </a:r>
          </a:p>
          <a:p>
            <a:pPr>
              <a:spcBef>
                <a:spcPct val="0"/>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endParaRPr lang="en-US" sz="1600" noProof="0" dirty="0">
              <a:solidFill>
                <a:srgbClr val="FFFF00"/>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483347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96CE8E-58CF-2DDC-4630-914E9A7C9B53}"/>
              </a:ext>
            </a:extLst>
          </p:cNvPr>
          <p:cNvSpPr>
            <a:spLocks noGrp="1"/>
          </p:cNvSpPr>
          <p:nvPr>
            <p:ph type="ctrTitle"/>
          </p:nvPr>
        </p:nvSpPr>
        <p:spPr/>
        <p:txBody>
          <a:bodyPr/>
          <a:lstStyle/>
          <a:p>
            <a:r>
              <a:rPr lang="en-US" noProof="0" dirty="0"/>
              <a:t>Class of user</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7</a:t>
            </a:fld>
            <a:endParaRPr lang="en-US" noProof="0" dirty="0"/>
          </a:p>
        </p:txBody>
      </p:sp>
      <p:graphicFrame>
        <p:nvGraphicFramePr>
          <p:cNvPr id="7" name="object 3">
            <a:extLst>
              <a:ext uri="{FF2B5EF4-FFF2-40B4-BE49-F238E27FC236}">
                <a16:creationId xmlns:a16="http://schemas.microsoft.com/office/drawing/2014/main" id="{0D19FD20-0AEB-72FF-6E60-C2AC41F8262E}"/>
              </a:ext>
            </a:extLst>
          </p:cNvPr>
          <p:cNvGraphicFramePr>
            <a:graphicFrameLocks noGrp="1"/>
          </p:cNvGraphicFramePr>
          <p:nvPr>
            <p:extLst>
              <p:ext uri="{D42A27DB-BD31-4B8C-83A1-F6EECF244321}">
                <p14:modId xmlns:p14="http://schemas.microsoft.com/office/powerpoint/2010/main" val="1761791636"/>
              </p:ext>
            </p:extLst>
          </p:nvPr>
        </p:nvGraphicFramePr>
        <p:xfrm>
          <a:off x="7131939" y="1894232"/>
          <a:ext cx="4758403" cy="1341255"/>
        </p:xfrm>
        <a:graphic>
          <a:graphicData uri="http://schemas.openxmlformats.org/drawingml/2006/table">
            <a:tbl>
              <a:tblPr firstRow="1" bandRow="1">
                <a:effectLst>
                  <a:outerShdw blurRad="50800" dist="50800" dir="2700000" algn="ctr" rotWithShape="0">
                    <a:schemeClr val="bg2">
                      <a:lumMod val="90000"/>
                    </a:schemeClr>
                  </a:outerShdw>
                </a:effectLst>
                <a:tableStyleId>{2D5ABB26-0587-4C30-8999-92F81FD0307C}</a:tableStyleId>
              </a:tblPr>
              <a:tblGrid>
                <a:gridCol w="1271588">
                  <a:extLst>
                    <a:ext uri="{9D8B030D-6E8A-4147-A177-3AD203B41FA5}">
                      <a16:colId xmlns:a16="http://schemas.microsoft.com/office/drawing/2014/main" val="20000"/>
                    </a:ext>
                  </a:extLst>
                </a:gridCol>
                <a:gridCol w="357505">
                  <a:extLst>
                    <a:ext uri="{9D8B030D-6E8A-4147-A177-3AD203B41FA5}">
                      <a16:colId xmlns:a16="http://schemas.microsoft.com/office/drawing/2014/main" val="20001"/>
                    </a:ext>
                  </a:extLst>
                </a:gridCol>
                <a:gridCol w="915035">
                  <a:extLst>
                    <a:ext uri="{9D8B030D-6E8A-4147-A177-3AD203B41FA5}">
                      <a16:colId xmlns:a16="http://schemas.microsoft.com/office/drawing/2014/main" val="20002"/>
                    </a:ext>
                  </a:extLst>
                </a:gridCol>
                <a:gridCol w="711200">
                  <a:extLst>
                    <a:ext uri="{9D8B030D-6E8A-4147-A177-3AD203B41FA5}">
                      <a16:colId xmlns:a16="http://schemas.microsoft.com/office/drawing/2014/main" val="20003"/>
                    </a:ext>
                  </a:extLst>
                </a:gridCol>
                <a:gridCol w="1503075">
                  <a:extLst>
                    <a:ext uri="{9D8B030D-6E8A-4147-A177-3AD203B41FA5}">
                      <a16:colId xmlns:a16="http://schemas.microsoft.com/office/drawing/2014/main" val="20004"/>
                    </a:ext>
                  </a:extLst>
                </a:gridCol>
              </a:tblGrid>
              <a:tr h="184189">
                <a:tc gridSpan="5">
                  <a:txBody>
                    <a:bodyPr/>
                    <a:lstStyle/>
                    <a:p>
                      <a:pPr marL="107950" marR="0" lvl="0" indent="0" algn="l" defTabSz="914377" rtl="0" eaLnBrk="1" fontAlgn="auto" latinLnBrk="0" hangingPunct="1">
                        <a:lnSpc>
                          <a:spcPts val="2320"/>
                        </a:lnSpc>
                        <a:spcBef>
                          <a:spcPts val="0"/>
                        </a:spcBef>
                        <a:spcAft>
                          <a:spcPts val="0"/>
                        </a:spcAft>
                        <a:buClrTx/>
                        <a:buSzTx/>
                        <a:buFontTx/>
                        <a:buNone/>
                        <a:tabLst/>
                        <a:defRPr/>
                      </a:pPr>
                      <a:r>
                        <a:rPr lang="en-US" sz="1800" spc="-5"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spc="-4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5"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sz="1800" b="1" spc="-35"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5" noProof="0" dirty="0">
                          <a:solidFill>
                            <a:schemeClr val="bg1"/>
                          </a:solidFill>
                          <a:latin typeface="Hack" panose="020B0609030202020204" pitchFamily="49" charset="0"/>
                          <a:ea typeface="Hack" panose="020B0609030202020204" pitchFamily="49" charset="0"/>
                          <a:cs typeface="Hack" panose="020B0609030202020204" pitchFamily="49" charset="0"/>
                        </a:rPr>
                        <a:t>-l</a:t>
                      </a:r>
                      <a:endPar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lnT w="12700">
                      <a:solidFill>
                        <a:srgbClr val="000066"/>
                      </a:solidFill>
                      <a:prstDash val="solid"/>
                    </a:lnT>
                    <a:solidFill>
                      <a:schemeClr val="tx1"/>
                    </a:solidFill>
                  </a:tcPr>
                </a:tc>
                <a:tc hMerge="1">
                  <a:txBody>
                    <a:bodyPr/>
                    <a:lstStyle/>
                    <a:p>
                      <a:pPr>
                        <a:lnSpc>
                          <a:spcPct val="100000"/>
                        </a:lnSpc>
                      </a:pPr>
                      <a:endParaRPr sz="140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lnT w="12700">
                      <a:solidFill>
                        <a:srgbClr val="000066"/>
                      </a:solidFill>
                      <a:prstDash val="solid"/>
                    </a:lnT>
                    <a:solidFill>
                      <a:schemeClr val="tx1"/>
                    </a:solidFill>
                  </a:tcPr>
                </a:tc>
                <a:tc hMerge="1">
                  <a:txBody>
                    <a:bodyPr/>
                    <a:lstStyle/>
                    <a:p>
                      <a:endParaRPr/>
                    </a:p>
                  </a:txBody>
                  <a:tcPr marL="0" marR="0" marT="0" marB="0">
                    <a:lnL w="12700" cap="flat" cmpd="sng" algn="ctr">
                      <a:solidFill>
                        <a:srgbClr val="000066"/>
                      </a:solidFill>
                      <a:prstDash val="solid"/>
                      <a:round/>
                      <a:headEnd type="none" w="med" len="med"/>
                      <a:tailEnd type="none" w="med" len="med"/>
                    </a:ln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33713">
                <a:tc>
                  <a:txBody>
                    <a:bodyPr/>
                    <a:lstStyle/>
                    <a:p>
                      <a:pPr marL="107950" algn="l">
                        <a:lnSpc>
                          <a:spcPts val="2130"/>
                        </a:lnSpc>
                      </a:pP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drwxr</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-x</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5</a:t>
                      </a:r>
                    </a:p>
                  </a:txBody>
                  <a:tcPr marL="0" marR="0" marT="0" marB="0">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780" algn="r">
                        <a:lnSpc>
                          <a:spcPts val="2130"/>
                        </a:lnSpc>
                      </a:pP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1"/>
                  </a:ext>
                </a:extLst>
              </a:tr>
              <a:tr h="233713">
                <a:tc>
                  <a:txBody>
                    <a:bodyPr/>
                    <a:lstStyle/>
                    <a:p>
                      <a:pPr marL="107950" algn="l">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rw</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rw</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5"/>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1</a:t>
                      </a:r>
                    </a:p>
                  </a:txBody>
                  <a:tcPr marL="0" marR="0" marT="0" marB="0">
                    <a:solidFill>
                      <a:schemeClr val="tx1"/>
                    </a:solidFill>
                  </a:tcPr>
                </a:tc>
                <a:tc>
                  <a:txBody>
                    <a:bodyPr/>
                    <a:lstStyle/>
                    <a:p>
                      <a:pPr marR="68580" algn="r">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780" algn="r">
                        <a:lnSpc>
                          <a:spcPts val="2135"/>
                        </a:lnSpc>
                      </a:pP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2"/>
                  </a:ext>
                </a:extLst>
              </a:tr>
              <a:tr h="233713">
                <a:tc>
                  <a:txBody>
                    <a:bodyPr/>
                    <a:lstStyle/>
                    <a:p>
                      <a:pPr marL="107950" algn="l">
                        <a:lnSpc>
                          <a:spcPts val="2130"/>
                        </a:lnSpc>
                      </a:pP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drwxr</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-x</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2</a:t>
                      </a:r>
                    </a:p>
                  </a:txBody>
                  <a:tcPr marL="0" marR="0" marT="0" marB="0">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145" algn="r">
                        <a:lnSpc>
                          <a:spcPts val="2130"/>
                        </a:lnSpc>
                      </a:pP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3"/>
                  </a:ext>
                </a:extLst>
              </a:tr>
              <a:tr h="320999">
                <a:tc>
                  <a:txBody>
                    <a:bodyPr/>
                    <a:lstStyle/>
                    <a:p>
                      <a:pPr marL="107950" algn="l">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rw</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-r--r--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lnB w="12700">
                      <a:solidFill>
                        <a:srgbClr val="000066"/>
                      </a:solidFill>
                      <a:prstDash val="solid"/>
                    </a:lnB>
                    <a:solidFill>
                      <a:schemeClr val="tx1"/>
                    </a:solidFill>
                  </a:tcPr>
                </a:tc>
                <a:tc>
                  <a:txBody>
                    <a:bodyPr/>
                    <a:lstStyle/>
                    <a:p>
                      <a:pPr marR="144780" algn="r">
                        <a:lnSpc>
                          <a:spcPts val="213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1</a:t>
                      </a:r>
                    </a:p>
                  </a:txBody>
                  <a:tcPr marL="0" marR="0" marT="0" marB="0">
                    <a:lnB w="12700">
                      <a:solidFill>
                        <a:srgbClr val="000066"/>
                      </a:solidFill>
                      <a:prstDash val="solid"/>
                    </a:lnB>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R="144780" algn="r">
                        <a:lnSpc>
                          <a:spcPts val="2130"/>
                        </a:lnSpc>
                      </a:pP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lnB w="12700">
                      <a:solidFill>
                        <a:srgbClr val="000066"/>
                      </a:solidFill>
                      <a:prstDash val="solid"/>
                    </a:lnB>
                    <a:solidFill>
                      <a:schemeClr val="tx1"/>
                    </a:solidFill>
                  </a:tcPr>
                </a:tc>
                <a:extLst>
                  <a:ext uri="{0D108BD9-81ED-4DB2-BD59-A6C34878D82A}">
                    <a16:rowId xmlns:a16="http://schemas.microsoft.com/office/drawing/2014/main" val="10004"/>
                  </a:ext>
                </a:extLst>
              </a:tr>
            </a:tbl>
          </a:graphicData>
        </a:graphic>
      </p:graphicFrame>
      <p:sp>
        <p:nvSpPr>
          <p:cNvPr id="9" name="object 4">
            <a:extLst>
              <a:ext uri="{FF2B5EF4-FFF2-40B4-BE49-F238E27FC236}">
                <a16:creationId xmlns:a16="http://schemas.microsoft.com/office/drawing/2014/main" id="{3CD9D373-EEBC-7710-B111-13A637E7408F}"/>
              </a:ext>
            </a:extLst>
          </p:cNvPr>
          <p:cNvSpPr txBox="1"/>
          <p:nvPr/>
        </p:nvSpPr>
        <p:spPr>
          <a:xfrm>
            <a:off x="7399818" y="3523697"/>
            <a:ext cx="854953" cy="180317"/>
          </a:xfrm>
          <a:prstGeom prst="rect">
            <a:avLst/>
          </a:prstGeom>
        </p:spPr>
        <p:txBody>
          <a:bodyPr vert="horz" wrap="square" lIns="0" tIns="10319" rIns="0" bIns="0" rtlCol="0">
            <a:spAutoFit/>
          </a:bodyPr>
          <a:lstStyle/>
          <a:p>
            <a:pPr marL="10319" algn="ctr">
              <a:spcBef>
                <a:spcPts val="81"/>
              </a:spcBef>
            </a:pPr>
            <a:r>
              <a:rPr lang="en-US" sz="1100" i="1" spc="-8" noProof="0" dirty="0">
                <a:cs typeface="Segoe UI"/>
              </a:rPr>
              <a:t>Permissions</a:t>
            </a:r>
            <a:endParaRPr lang="en-US" sz="1100" noProof="0" dirty="0">
              <a:cs typeface="Segoe UI"/>
            </a:endParaRPr>
          </a:p>
        </p:txBody>
      </p:sp>
      <p:sp>
        <p:nvSpPr>
          <p:cNvPr id="19" name="object 14">
            <a:extLst>
              <a:ext uri="{FF2B5EF4-FFF2-40B4-BE49-F238E27FC236}">
                <a16:creationId xmlns:a16="http://schemas.microsoft.com/office/drawing/2014/main" id="{70D032D5-1F74-A21F-3A26-13B54F7FFBDB}"/>
              </a:ext>
            </a:extLst>
          </p:cNvPr>
          <p:cNvSpPr/>
          <p:nvPr/>
        </p:nvSpPr>
        <p:spPr>
          <a:xfrm>
            <a:off x="10973600" y="1134607"/>
            <a:ext cx="55129" cy="242254"/>
          </a:xfrm>
          <a:custGeom>
            <a:avLst/>
            <a:gdLst/>
            <a:ahLst/>
            <a:cxnLst/>
            <a:rect l="l" t="t" r="r" b="b"/>
            <a:pathLst>
              <a:path w="76200" h="322579">
                <a:moveTo>
                  <a:pt x="45974" y="63500"/>
                </a:moveTo>
                <a:lnTo>
                  <a:pt x="30099" y="63500"/>
                </a:lnTo>
                <a:lnTo>
                  <a:pt x="30099" y="322325"/>
                </a:lnTo>
                <a:lnTo>
                  <a:pt x="45974" y="322325"/>
                </a:lnTo>
                <a:lnTo>
                  <a:pt x="45974" y="63500"/>
                </a:lnTo>
                <a:close/>
              </a:path>
              <a:path w="76200" h="322579">
                <a:moveTo>
                  <a:pt x="38100" y="0"/>
                </a:moveTo>
                <a:lnTo>
                  <a:pt x="0" y="76200"/>
                </a:lnTo>
                <a:lnTo>
                  <a:pt x="30099" y="76200"/>
                </a:lnTo>
                <a:lnTo>
                  <a:pt x="30099" y="63500"/>
                </a:lnTo>
                <a:lnTo>
                  <a:pt x="69850" y="63500"/>
                </a:lnTo>
                <a:lnTo>
                  <a:pt x="38100" y="0"/>
                </a:lnTo>
                <a:close/>
              </a:path>
              <a:path w="76200" h="322579">
                <a:moveTo>
                  <a:pt x="69850" y="63500"/>
                </a:moveTo>
                <a:lnTo>
                  <a:pt x="45974" y="63500"/>
                </a:lnTo>
                <a:lnTo>
                  <a:pt x="45974" y="76200"/>
                </a:lnTo>
                <a:lnTo>
                  <a:pt x="76200" y="76200"/>
                </a:lnTo>
                <a:lnTo>
                  <a:pt x="69850" y="63500"/>
                </a:lnTo>
                <a:close/>
              </a:path>
            </a:pathLst>
          </a:custGeom>
          <a:solidFill>
            <a:srgbClr val="0070C0"/>
          </a:solidFill>
        </p:spPr>
        <p:txBody>
          <a:bodyPr wrap="square" lIns="0" tIns="0" rIns="0" bIns="0" rtlCol="0"/>
          <a:lstStyle/>
          <a:p>
            <a:endParaRPr lang="en-US" sz="1463" noProof="0" dirty="0"/>
          </a:p>
        </p:txBody>
      </p:sp>
      <p:sp>
        <p:nvSpPr>
          <p:cNvPr id="90" name="object 8">
            <a:extLst>
              <a:ext uri="{FF2B5EF4-FFF2-40B4-BE49-F238E27FC236}">
                <a16:creationId xmlns:a16="http://schemas.microsoft.com/office/drawing/2014/main" id="{7BBF0E5D-22A7-A8DA-2CF8-920DC7DE0F28}"/>
              </a:ext>
            </a:extLst>
          </p:cNvPr>
          <p:cNvSpPr/>
          <p:nvPr/>
        </p:nvSpPr>
        <p:spPr>
          <a:xfrm>
            <a:off x="1758961" y="2090105"/>
            <a:ext cx="2517464" cy="806875"/>
          </a:xfrm>
          <a:custGeom>
            <a:avLst/>
            <a:gdLst/>
            <a:ahLst/>
            <a:cxnLst/>
            <a:rect l="l" t="t" r="r" b="b"/>
            <a:pathLst>
              <a:path w="3440429" h="1152525">
                <a:moveTo>
                  <a:pt x="110617" y="1057783"/>
                </a:moveTo>
                <a:lnTo>
                  <a:pt x="109093" y="1051941"/>
                </a:lnTo>
                <a:lnTo>
                  <a:pt x="99949" y="1046607"/>
                </a:lnTo>
                <a:lnTo>
                  <a:pt x="94107" y="1048131"/>
                </a:lnTo>
                <a:lnTo>
                  <a:pt x="64770" y="1098423"/>
                </a:lnTo>
                <a:lnTo>
                  <a:pt x="64770" y="0"/>
                </a:lnTo>
                <a:lnTo>
                  <a:pt x="45720" y="0"/>
                </a:lnTo>
                <a:lnTo>
                  <a:pt x="45720" y="1098423"/>
                </a:lnTo>
                <a:lnTo>
                  <a:pt x="16383" y="1048131"/>
                </a:lnTo>
                <a:lnTo>
                  <a:pt x="10541" y="1046607"/>
                </a:lnTo>
                <a:lnTo>
                  <a:pt x="5969" y="1049274"/>
                </a:lnTo>
                <a:lnTo>
                  <a:pt x="1524" y="1051941"/>
                </a:lnTo>
                <a:lnTo>
                  <a:pt x="0" y="1057783"/>
                </a:lnTo>
                <a:lnTo>
                  <a:pt x="2540" y="1062228"/>
                </a:lnTo>
                <a:lnTo>
                  <a:pt x="55245" y="1152525"/>
                </a:lnTo>
                <a:lnTo>
                  <a:pt x="66205" y="1133729"/>
                </a:lnTo>
                <a:lnTo>
                  <a:pt x="107950" y="1062228"/>
                </a:lnTo>
                <a:lnTo>
                  <a:pt x="110617" y="1057783"/>
                </a:lnTo>
                <a:close/>
              </a:path>
              <a:path w="3440429" h="1152525">
                <a:moveTo>
                  <a:pt x="3440430" y="186944"/>
                </a:moveTo>
                <a:lnTo>
                  <a:pt x="3424110" y="177419"/>
                </a:lnTo>
                <a:lnTo>
                  <a:pt x="3345561" y="131572"/>
                </a:lnTo>
                <a:lnTo>
                  <a:pt x="3339719" y="133096"/>
                </a:lnTo>
                <a:lnTo>
                  <a:pt x="3334385" y="142240"/>
                </a:lnTo>
                <a:lnTo>
                  <a:pt x="3335909" y="148082"/>
                </a:lnTo>
                <a:lnTo>
                  <a:pt x="3386188" y="177419"/>
                </a:lnTo>
                <a:lnTo>
                  <a:pt x="1808353" y="177419"/>
                </a:lnTo>
                <a:lnTo>
                  <a:pt x="1808353" y="196469"/>
                </a:lnTo>
                <a:lnTo>
                  <a:pt x="3386188" y="196469"/>
                </a:lnTo>
                <a:lnTo>
                  <a:pt x="3335909" y="225806"/>
                </a:lnTo>
                <a:lnTo>
                  <a:pt x="3334385" y="231648"/>
                </a:lnTo>
                <a:lnTo>
                  <a:pt x="3337052" y="236220"/>
                </a:lnTo>
                <a:lnTo>
                  <a:pt x="3339719" y="240665"/>
                </a:lnTo>
                <a:lnTo>
                  <a:pt x="3345561" y="242189"/>
                </a:lnTo>
                <a:lnTo>
                  <a:pt x="3350133" y="239649"/>
                </a:lnTo>
                <a:lnTo>
                  <a:pt x="3424110" y="196469"/>
                </a:lnTo>
                <a:lnTo>
                  <a:pt x="3440430" y="186944"/>
                </a:lnTo>
                <a:close/>
              </a:path>
            </a:pathLst>
          </a:custGeom>
          <a:solidFill>
            <a:srgbClr val="0000C7"/>
          </a:solidFill>
        </p:spPr>
        <p:txBody>
          <a:bodyPr wrap="square" lIns="0" tIns="0" rIns="0" bIns="0" rtlCol="0"/>
          <a:lstStyle/>
          <a:p>
            <a:endParaRPr lang="en-US" sz="1463" noProof="0" dirty="0"/>
          </a:p>
        </p:txBody>
      </p:sp>
      <p:sp>
        <p:nvSpPr>
          <p:cNvPr id="91" name="object 13">
            <a:extLst>
              <a:ext uri="{FF2B5EF4-FFF2-40B4-BE49-F238E27FC236}">
                <a16:creationId xmlns:a16="http://schemas.microsoft.com/office/drawing/2014/main" id="{2AEC1FEF-A8F6-CF1D-769B-AE96D33D2B2B}"/>
              </a:ext>
            </a:extLst>
          </p:cNvPr>
          <p:cNvSpPr/>
          <p:nvPr/>
        </p:nvSpPr>
        <p:spPr>
          <a:xfrm>
            <a:off x="1758961" y="3026789"/>
            <a:ext cx="2489981" cy="922459"/>
          </a:xfrm>
          <a:custGeom>
            <a:avLst/>
            <a:gdLst/>
            <a:ahLst/>
            <a:cxnLst/>
            <a:rect l="l" t="t" r="r" b="b"/>
            <a:pathLst>
              <a:path w="3440429" h="1317625">
                <a:moveTo>
                  <a:pt x="110617" y="1222756"/>
                </a:moveTo>
                <a:lnTo>
                  <a:pt x="109093" y="1217041"/>
                </a:lnTo>
                <a:lnTo>
                  <a:pt x="99949" y="1211707"/>
                </a:lnTo>
                <a:lnTo>
                  <a:pt x="94107" y="1213231"/>
                </a:lnTo>
                <a:lnTo>
                  <a:pt x="64770" y="1263523"/>
                </a:lnTo>
                <a:lnTo>
                  <a:pt x="64770" y="0"/>
                </a:lnTo>
                <a:lnTo>
                  <a:pt x="45720" y="0"/>
                </a:lnTo>
                <a:lnTo>
                  <a:pt x="45720" y="1263523"/>
                </a:lnTo>
                <a:lnTo>
                  <a:pt x="16383" y="1213231"/>
                </a:lnTo>
                <a:lnTo>
                  <a:pt x="10541" y="1211707"/>
                </a:lnTo>
                <a:lnTo>
                  <a:pt x="5969" y="1214374"/>
                </a:lnTo>
                <a:lnTo>
                  <a:pt x="1524" y="1217041"/>
                </a:lnTo>
                <a:lnTo>
                  <a:pt x="0" y="1222756"/>
                </a:lnTo>
                <a:lnTo>
                  <a:pt x="2540" y="1227328"/>
                </a:lnTo>
                <a:lnTo>
                  <a:pt x="55245" y="1317625"/>
                </a:lnTo>
                <a:lnTo>
                  <a:pt x="66281" y="1298702"/>
                </a:lnTo>
                <a:lnTo>
                  <a:pt x="110617" y="1222756"/>
                </a:lnTo>
                <a:close/>
              </a:path>
              <a:path w="3440429" h="1317625">
                <a:moveTo>
                  <a:pt x="3440430" y="291719"/>
                </a:moveTo>
                <a:lnTo>
                  <a:pt x="3424110" y="282194"/>
                </a:lnTo>
                <a:lnTo>
                  <a:pt x="3345561" y="236347"/>
                </a:lnTo>
                <a:lnTo>
                  <a:pt x="3339719" y="237871"/>
                </a:lnTo>
                <a:lnTo>
                  <a:pt x="3334385" y="247015"/>
                </a:lnTo>
                <a:lnTo>
                  <a:pt x="3335909" y="252857"/>
                </a:lnTo>
                <a:lnTo>
                  <a:pt x="3386188" y="282194"/>
                </a:lnTo>
                <a:lnTo>
                  <a:pt x="1793621" y="282194"/>
                </a:lnTo>
                <a:lnTo>
                  <a:pt x="1793621" y="301244"/>
                </a:lnTo>
                <a:lnTo>
                  <a:pt x="3386188" y="301244"/>
                </a:lnTo>
                <a:lnTo>
                  <a:pt x="3335909" y="330581"/>
                </a:lnTo>
                <a:lnTo>
                  <a:pt x="3334385" y="336423"/>
                </a:lnTo>
                <a:lnTo>
                  <a:pt x="3337052" y="340995"/>
                </a:lnTo>
                <a:lnTo>
                  <a:pt x="3339719" y="345440"/>
                </a:lnTo>
                <a:lnTo>
                  <a:pt x="3345561" y="347091"/>
                </a:lnTo>
                <a:lnTo>
                  <a:pt x="3424110" y="301244"/>
                </a:lnTo>
                <a:lnTo>
                  <a:pt x="3440430" y="291719"/>
                </a:lnTo>
                <a:close/>
              </a:path>
            </a:pathLst>
          </a:custGeom>
          <a:solidFill>
            <a:srgbClr val="0000C7"/>
          </a:solidFill>
        </p:spPr>
        <p:txBody>
          <a:bodyPr wrap="square" lIns="0" tIns="0" rIns="0" bIns="0" rtlCol="0"/>
          <a:lstStyle/>
          <a:p>
            <a:endParaRPr lang="en-US" sz="1463" noProof="0" dirty="0"/>
          </a:p>
        </p:txBody>
      </p:sp>
      <p:sp>
        <p:nvSpPr>
          <p:cNvPr id="92" name="object 18">
            <a:extLst>
              <a:ext uri="{FF2B5EF4-FFF2-40B4-BE49-F238E27FC236}">
                <a16:creationId xmlns:a16="http://schemas.microsoft.com/office/drawing/2014/main" id="{971FA5F3-D75F-2F9C-FD35-6179EE57CF1E}"/>
              </a:ext>
            </a:extLst>
          </p:cNvPr>
          <p:cNvSpPr/>
          <p:nvPr/>
        </p:nvSpPr>
        <p:spPr>
          <a:xfrm>
            <a:off x="2981860" y="4278431"/>
            <a:ext cx="1279308" cy="62272"/>
          </a:xfrm>
          <a:custGeom>
            <a:avLst/>
            <a:gdLst/>
            <a:ahLst/>
            <a:cxnLst/>
            <a:rect l="l" t="t" r="r" b="b"/>
            <a:pathLst>
              <a:path w="842645" h="111125">
                <a:moveTo>
                  <a:pt x="788192" y="64926"/>
                </a:moveTo>
                <a:lnTo>
                  <a:pt x="742314" y="91566"/>
                </a:lnTo>
                <a:lnTo>
                  <a:pt x="737743" y="94106"/>
                </a:lnTo>
                <a:lnTo>
                  <a:pt x="736219" y="99949"/>
                </a:lnTo>
                <a:lnTo>
                  <a:pt x="741552" y="109093"/>
                </a:lnTo>
                <a:lnTo>
                  <a:pt x="747395" y="110616"/>
                </a:lnTo>
                <a:lnTo>
                  <a:pt x="751839" y="107950"/>
                </a:lnTo>
                <a:lnTo>
                  <a:pt x="826126" y="65024"/>
                </a:lnTo>
                <a:lnTo>
                  <a:pt x="788192" y="64926"/>
                </a:lnTo>
                <a:close/>
              </a:path>
              <a:path w="842645" h="111125">
                <a:moveTo>
                  <a:pt x="804510" y="55449"/>
                </a:moveTo>
                <a:lnTo>
                  <a:pt x="788192" y="64926"/>
                </a:lnTo>
                <a:lnTo>
                  <a:pt x="823468" y="65024"/>
                </a:lnTo>
                <a:lnTo>
                  <a:pt x="823468" y="63753"/>
                </a:lnTo>
                <a:lnTo>
                  <a:pt x="818642" y="63753"/>
                </a:lnTo>
                <a:lnTo>
                  <a:pt x="804510" y="55449"/>
                </a:lnTo>
                <a:close/>
              </a:path>
              <a:path w="842645" h="111125">
                <a:moveTo>
                  <a:pt x="747649" y="0"/>
                </a:moveTo>
                <a:lnTo>
                  <a:pt x="741807" y="1524"/>
                </a:lnTo>
                <a:lnTo>
                  <a:pt x="739139" y="5968"/>
                </a:lnTo>
                <a:lnTo>
                  <a:pt x="736473" y="10540"/>
                </a:lnTo>
                <a:lnTo>
                  <a:pt x="737997" y="16382"/>
                </a:lnTo>
                <a:lnTo>
                  <a:pt x="788219" y="45876"/>
                </a:lnTo>
                <a:lnTo>
                  <a:pt x="823468" y="45974"/>
                </a:lnTo>
                <a:lnTo>
                  <a:pt x="823468" y="65024"/>
                </a:lnTo>
                <a:lnTo>
                  <a:pt x="826126" y="65024"/>
                </a:lnTo>
                <a:lnTo>
                  <a:pt x="842390" y="55625"/>
                </a:lnTo>
                <a:lnTo>
                  <a:pt x="747649" y="0"/>
                </a:lnTo>
                <a:close/>
              </a:path>
              <a:path w="842645" h="111125">
                <a:moveTo>
                  <a:pt x="126" y="43687"/>
                </a:moveTo>
                <a:lnTo>
                  <a:pt x="0" y="62737"/>
                </a:lnTo>
                <a:lnTo>
                  <a:pt x="788192" y="64926"/>
                </a:lnTo>
                <a:lnTo>
                  <a:pt x="804510" y="55449"/>
                </a:lnTo>
                <a:lnTo>
                  <a:pt x="788219" y="45876"/>
                </a:lnTo>
                <a:lnTo>
                  <a:pt x="126" y="43687"/>
                </a:lnTo>
                <a:close/>
              </a:path>
              <a:path w="842645" h="111125">
                <a:moveTo>
                  <a:pt x="818642" y="47243"/>
                </a:moveTo>
                <a:lnTo>
                  <a:pt x="804510" y="55449"/>
                </a:lnTo>
                <a:lnTo>
                  <a:pt x="818642" y="63753"/>
                </a:lnTo>
                <a:lnTo>
                  <a:pt x="818642" y="47243"/>
                </a:lnTo>
                <a:close/>
              </a:path>
              <a:path w="842645" h="111125">
                <a:moveTo>
                  <a:pt x="823468" y="47243"/>
                </a:moveTo>
                <a:lnTo>
                  <a:pt x="818642" y="47243"/>
                </a:lnTo>
                <a:lnTo>
                  <a:pt x="818642" y="63753"/>
                </a:lnTo>
                <a:lnTo>
                  <a:pt x="823468" y="63753"/>
                </a:lnTo>
                <a:lnTo>
                  <a:pt x="823468" y="47243"/>
                </a:lnTo>
                <a:close/>
              </a:path>
              <a:path w="842645" h="111125">
                <a:moveTo>
                  <a:pt x="788219" y="45876"/>
                </a:moveTo>
                <a:lnTo>
                  <a:pt x="804510" y="55449"/>
                </a:lnTo>
                <a:lnTo>
                  <a:pt x="818642" y="47243"/>
                </a:lnTo>
                <a:lnTo>
                  <a:pt x="823468" y="47243"/>
                </a:lnTo>
                <a:lnTo>
                  <a:pt x="823468" y="45974"/>
                </a:lnTo>
                <a:lnTo>
                  <a:pt x="788219" y="45876"/>
                </a:lnTo>
                <a:close/>
              </a:path>
            </a:pathLst>
          </a:custGeom>
          <a:solidFill>
            <a:srgbClr val="0000C7"/>
          </a:solidFill>
        </p:spPr>
        <p:txBody>
          <a:bodyPr wrap="square" lIns="0" tIns="0" rIns="0" bIns="0" rtlCol="0"/>
          <a:lstStyle/>
          <a:p>
            <a:endParaRPr lang="en-US" sz="1463" noProof="0" dirty="0"/>
          </a:p>
        </p:txBody>
      </p:sp>
      <p:sp>
        <p:nvSpPr>
          <p:cNvPr id="93" name="object 21">
            <a:extLst>
              <a:ext uri="{FF2B5EF4-FFF2-40B4-BE49-F238E27FC236}">
                <a16:creationId xmlns:a16="http://schemas.microsoft.com/office/drawing/2014/main" id="{739F28B5-F430-FBCE-EE31-E19FEB677F95}"/>
              </a:ext>
            </a:extLst>
          </p:cNvPr>
          <p:cNvSpPr txBox="1"/>
          <p:nvPr/>
        </p:nvSpPr>
        <p:spPr>
          <a:xfrm>
            <a:off x="4240605" y="5123079"/>
            <a:ext cx="2683248" cy="910337"/>
          </a:xfrm>
          <a:prstGeom prst="rect">
            <a:avLst/>
          </a:prstGeom>
          <a:solidFill>
            <a:srgbClr val="03EAB3"/>
          </a:solidFill>
          <a:ln w="12700">
            <a:solidFill>
              <a:srgbClr val="000000"/>
            </a:solidFill>
          </a:ln>
        </p:spPr>
        <p:txBody>
          <a:bodyPr vert="horz" wrap="square" lIns="0" tIns="5675" rIns="0" bIns="0" rtlCol="0">
            <a:spAutoFit/>
          </a:bodyPr>
          <a:lstStyle/>
          <a:p>
            <a:pPr marL="645438" marR="487045" indent="-12383">
              <a:lnSpc>
                <a:spcPct val="110000"/>
              </a:lnSpc>
              <a:spcBef>
                <a:spcPts val="45"/>
              </a:spcBef>
            </a:pPr>
            <a:r>
              <a:rPr lang="en-US" i="1" spc="-12" noProof="0" dirty="0">
                <a:cs typeface="Segoe UI"/>
              </a:rPr>
              <a:t>use </a:t>
            </a:r>
            <a:r>
              <a:rPr lang="en-US" i="1" spc="-16" noProof="0" dirty="0">
                <a:cs typeface="Segoe UI"/>
              </a:rPr>
              <a:t>‘</a:t>
            </a:r>
            <a:r>
              <a:rPr lang="en-US" sz="2000" b="1" i="1" spc="-16" noProof="0" dirty="0">
                <a:solidFill>
                  <a:srgbClr val="7030A0"/>
                </a:solidFill>
                <a:cs typeface="Segoe UI"/>
              </a:rPr>
              <a:t>o</a:t>
            </a:r>
            <a:r>
              <a:rPr lang="en-US" b="1" i="1" spc="-16" noProof="0" dirty="0">
                <a:cs typeface="Segoe UI"/>
              </a:rPr>
              <a:t>thers</a:t>
            </a:r>
            <a:r>
              <a:rPr lang="en-US" i="1" spc="-16" noProof="0" dirty="0">
                <a:cs typeface="Segoe UI"/>
              </a:rPr>
              <a:t>’;</a:t>
            </a:r>
          </a:p>
          <a:p>
            <a:pPr marL="645438" marR="487045" indent="-12383">
              <a:lnSpc>
                <a:spcPct val="110000"/>
              </a:lnSpc>
              <a:spcBef>
                <a:spcPts val="45"/>
              </a:spcBef>
            </a:pPr>
            <a:r>
              <a:rPr lang="en-US" i="1" spc="-8" noProof="0" dirty="0">
                <a:cs typeface="Segoe UI"/>
              </a:rPr>
              <a:t>the </a:t>
            </a:r>
            <a:r>
              <a:rPr lang="en-US" i="1" spc="-435" noProof="0" dirty="0">
                <a:cs typeface="Segoe UI"/>
              </a:rPr>
              <a:t> </a:t>
            </a:r>
            <a:r>
              <a:rPr lang="en-US" i="1" spc="-8" noProof="0" dirty="0">
                <a:cs typeface="Segoe UI"/>
              </a:rPr>
              <a:t>last</a:t>
            </a:r>
            <a:r>
              <a:rPr lang="en-US" i="1" spc="-24" noProof="0" dirty="0">
                <a:cs typeface="Segoe UI"/>
              </a:rPr>
              <a:t> </a:t>
            </a:r>
            <a:r>
              <a:rPr lang="en-US" i="1" spc="-12" noProof="0" dirty="0">
                <a:cs typeface="Segoe UI"/>
              </a:rPr>
              <a:t>three</a:t>
            </a:r>
            <a:r>
              <a:rPr lang="en-US" i="1" spc="37" noProof="0" dirty="0">
                <a:cs typeface="Segoe UI"/>
              </a:rPr>
              <a:t> </a:t>
            </a:r>
            <a:r>
              <a:rPr lang="en-US" sz="1400" i="1" spc="-8" noProof="0" dirty="0">
                <a:cs typeface="Segoe UI"/>
              </a:rPr>
              <a:t>bits</a:t>
            </a:r>
          </a:p>
          <a:p>
            <a:pPr marL="645438" marR="487045" indent="-12383">
              <a:lnSpc>
                <a:spcPct val="110000"/>
              </a:lnSpc>
              <a:spcBef>
                <a:spcPts val="45"/>
              </a:spcBef>
            </a:pPr>
            <a:endParaRPr lang="en-US" sz="1625" noProof="0" dirty="0">
              <a:cs typeface="Segoe UI"/>
            </a:endParaRPr>
          </a:p>
        </p:txBody>
      </p:sp>
      <p:grpSp>
        <p:nvGrpSpPr>
          <p:cNvPr id="95" name="Group 94">
            <a:extLst>
              <a:ext uri="{FF2B5EF4-FFF2-40B4-BE49-F238E27FC236}">
                <a16:creationId xmlns:a16="http://schemas.microsoft.com/office/drawing/2014/main" id="{DF68A1CC-A104-8A3C-69C6-2125BC267D8C}"/>
              </a:ext>
            </a:extLst>
          </p:cNvPr>
          <p:cNvGrpSpPr/>
          <p:nvPr/>
        </p:nvGrpSpPr>
        <p:grpSpPr>
          <a:xfrm>
            <a:off x="525377" y="1889786"/>
            <a:ext cx="2580058" cy="647721"/>
            <a:chOff x="1552149" y="1912144"/>
            <a:chExt cx="2896473" cy="751720"/>
          </a:xfrm>
        </p:grpSpPr>
        <p:grpSp>
          <p:nvGrpSpPr>
            <p:cNvPr id="145" name="object 34">
              <a:extLst>
                <a:ext uri="{FF2B5EF4-FFF2-40B4-BE49-F238E27FC236}">
                  <a16:creationId xmlns:a16="http://schemas.microsoft.com/office/drawing/2014/main" id="{37806E1C-2892-00F6-761B-3943C2E602B8}"/>
                </a:ext>
              </a:extLst>
            </p:cNvPr>
            <p:cNvGrpSpPr/>
            <p:nvPr/>
          </p:nvGrpSpPr>
          <p:grpSpPr>
            <a:xfrm>
              <a:off x="1552149" y="1912144"/>
              <a:ext cx="2896473" cy="751720"/>
              <a:chOff x="503567" y="1562100"/>
              <a:chExt cx="3564890" cy="925194"/>
            </a:xfrm>
          </p:grpSpPr>
          <p:pic>
            <p:nvPicPr>
              <p:cNvPr id="147" name="object 35">
                <a:extLst>
                  <a:ext uri="{FF2B5EF4-FFF2-40B4-BE49-F238E27FC236}">
                    <a16:creationId xmlns:a16="http://schemas.microsoft.com/office/drawing/2014/main" id="{B1912C47-0E65-19D4-C7C8-7BE22D2B18FB}"/>
                  </a:ext>
                </a:extLst>
              </p:cNvPr>
              <p:cNvPicPr/>
              <p:nvPr/>
            </p:nvPicPr>
            <p:blipFill>
              <a:blip r:embed="rId3" cstate="print"/>
              <a:stretch>
                <a:fillRect/>
              </a:stretch>
            </p:blipFill>
            <p:spPr>
              <a:xfrm>
                <a:off x="509917" y="1568450"/>
                <a:ext cx="3551796" cy="912495"/>
              </a:xfrm>
              <a:prstGeom prst="rect">
                <a:avLst/>
              </a:prstGeom>
            </p:spPr>
          </p:pic>
          <p:sp>
            <p:nvSpPr>
              <p:cNvPr id="148" name="object 36">
                <a:extLst>
                  <a:ext uri="{FF2B5EF4-FFF2-40B4-BE49-F238E27FC236}">
                    <a16:creationId xmlns:a16="http://schemas.microsoft.com/office/drawing/2014/main" id="{FD5B5381-FD2F-E1CB-A70B-B91D43C93D09}"/>
                  </a:ext>
                </a:extLst>
              </p:cNvPr>
              <p:cNvSpPr/>
              <p:nvPr/>
            </p:nvSpPr>
            <p:spPr>
              <a:xfrm>
                <a:off x="509917" y="1568450"/>
                <a:ext cx="3552190" cy="912494"/>
              </a:xfrm>
              <a:custGeom>
                <a:avLst/>
                <a:gdLst/>
                <a:ahLst/>
                <a:cxnLst/>
                <a:rect l="l" t="t" r="r" b="b"/>
                <a:pathLst>
                  <a:path w="3552190" h="912494">
                    <a:moveTo>
                      <a:pt x="0" y="456311"/>
                    </a:moveTo>
                    <a:lnTo>
                      <a:pt x="1775828" y="0"/>
                    </a:lnTo>
                    <a:lnTo>
                      <a:pt x="3551796" y="456311"/>
                    </a:lnTo>
                    <a:lnTo>
                      <a:pt x="1775828" y="912495"/>
                    </a:lnTo>
                    <a:lnTo>
                      <a:pt x="0" y="456311"/>
                    </a:lnTo>
                    <a:close/>
                  </a:path>
                </a:pathLst>
              </a:custGeom>
              <a:ln w="12700">
                <a:solidFill>
                  <a:srgbClr val="808080"/>
                </a:solidFill>
              </a:ln>
            </p:spPr>
            <p:txBody>
              <a:bodyPr wrap="square" lIns="0" tIns="0" rIns="0" bIns="0" rtlCol="0"/>
              <a:lstStyle/>
              <a:p>
                <a:endParaRPr lang="en-US" sz="1463" noProof="0" dirty="0"/>
              </a:p>
            </p:txBody>
          </p:sp>
        </p:grpSp>
        <p:sp>
          <p:nvSpPr>
            <p:cNvPr id="146" name="object 37">
              <a:extLst>
                <a:ext uri="{FF2B5EF4-FFF2-40B4-BE49-F238E27FC236}">
                  <a16:creationId xmlns:a16="http://schemas.microsoft.com/office/drawing/2014/main" id="{04FDDF49-78F1-6AC4-58A7-C79834B3DB04}"/>
                </a:ext>
              </a:extLst>
            </p:cNvPr>
            <p:cNvSpPr txBox="1"/>
            <p:nvPr/>
          </p:nvSpPr>
          <p:spPr>
            <a:xfrm>
              <a:off x="2366151" y="2056687"/>
              <a:ext cx="1265595" cy="473495"/>
            </a:xfrm>
            <a:prstGeom prst="rect">
              <a:avLst/>
            </a:prstGeom>
          </p:spPr>
          <p:txBody>
            <a:bodyPr vert="horz" wrap="square" lIns="0" tIns="10319" rIns="0" bIns="0" rtlCol="0">
              <a:spAutoFit/>
            </a:bodyPr>
            <a:lstStyle/>
            <a:p>
              <a:pPr marL="10319" algn="ctr">
                <a:spcBef>
                  <a:spcPts val="81"/>
                </a:spcBef>
              </a:pPr>
              <a:r>
                <a:rPr lang="en-US" sz="1463" b="1" spc="-8" noProof="0" dirty="0">
                  <a:solidFill>
                    <a:srgbClr val="0000C7"/>
                  </a:solidFill>
                  <a:cs typeface="Verdana"/>
                </a:rPr>
                <a:t>super-user?</a:t>
              </a:r>
            </a:p>
            <a:p>
              <a:pPr marL="10319" algn="ctr">
                <a:spcBef>
                  <a:spcPts val="81"/>
                </a:spcBef>
              </a:pPr>
              <a:r>
                <a:rPr lang="en-US" sz="1463" b="1" spc="-8" noProof="0" dirty="0">
                  <a:solidFill>
                    <a:srgbClr val="0000C7"/>
                  </a:solidFill>
                  <a:cs typeface="Verdana"/>
                </a:rPr>
                <a:t>UID=0</a:t>
              </a:r>
              <a:endParaRPr lang="en-US" sz="1463" noProof="0" dirty="0">
                <a:cs typeface="Verdana"/>
              </a:endParaRPr>
            </a:p>
          </p:txBody>
        </p:sp>
      </p:grpSp>
      <p:grpSp>
        <p:nvGrpSpPr>
          <p:cNvPr id="96" name="Group 95">
            <a:extLst>
              <a:ext uri="{FF2B5EF4-FFF2-40B4-BE49-F238E27FC236}">
                <a16:creationId xmlns:a16="http://schemas.microsoft.com/office/drawing/2014/main" id="{953CD721-F2A0-92AB-D873-7F2D08FABF5F}"/>
              </a:ext>
            </a:extLst>
          </p:cNvPr>
          <p:cNvGrpSpPr/>
          <p:nvPr/>
        </p:nvGrpSpPr>
        <p:grpSpPr>
          <a:xfrm>
            <a:off x="474207" y="2904358"/>
            <a:ext cx="2680246" cy="647721"/>
            <a:chOff x="1494703" y="3089616"/>
            <a:chExt cx="3008948" cy="751720"/>
          </a:xfrm>
        </p:grpSpPr>
        <p:grpSp>
          <p:nvGrpSpPr>
            <p:cNvPr id="141" name="object 38">
              <a:extLst>
                <a:ext uri="{FF2B5EF4-FFF2-40B4-BE49-F238E27FC236}">
                  <a16:creationId xmlns:a16="http://schemas.microsoft.com/office/drawing/2014/main" id="{65D87763-7A8F-E43F-9674-A26DF07110BC}"/>
                </a:ext>
              </a:extLst>
            </p:cNvPr>
            <p:cNvGrpSpPr/>
            <p:nvPr/>
          </p:nvGrpSpPr>
          <p:grpSpPr>
            <a:xfrm>
              <a:off x="1494703" y="3089616"/>
              <a:ext cx="3008948" cy="751720"/>
              <a:chOff x="432866" y="3011297"/>
              <a:chExt cx="3703320" cy="925194"/>
            </a:xfrm>
          </p:grpSpPr>
          <p:pic>
            <p:nvPicPr>
              <p:cNvPr id="143" name="object 39">
                <a:extLst>
                  <a:ext uri="{FF2B5EF4-FFF2-40B4-BE49-F238E27FC236}">
                    <a16:creationId xmlns:a16="http://schemas.microsoft.com/office/drawing/2014/main" id="{5C8D4B17-FBC5-88AD-4B10-FCF7DAC77AD7}"/>
                  </a:ext>
                </a:extLst>
              </p:cNvPr>
              <p:cNvPicPr/>
              <p:nvPr/>
            </p:nvPicPr>
            <p:blipFill>
              <a:blip r:embed="rId4" cstate="print"/>
              <a:stretch>
                <a:fillRect/>
              </a:stretch>
            </p:blipFill>
            <p:spPr>
              <a:xfrm>
                <a:off x="439216" y="3017647"/>
                <a:ext cx="3690061" cy="912367"/>
              </a:xfrm>
              <a:prstGeom prst="rect">
                <a:avLst/>
              </a:prstGeom>
            </p:spPr>
          </p:pic>
          <p:sp>
            <p:nvSpPr>
              <p:cNvPr id="144" name="object 40">
                <a:extLst>
                  <a:ext uri="{FF2B5EF4-FFF2-40B4-BE49-F238E27FC236}">
                    <a16:creationId xmlns:a16="http://schemas.microsoft.com/office/drawing/2014/main" id="{367901A7-9A4C-9639-8C01-70359E5D3A13}"/>
                  </a:ext>
                </a:extLst>
              </p:cNvPr>
              <p:cNvSpPr/>
              <p:nvPr/>
            </p:nvSpPr>
            <p:spPr>
              <a:xfrm>
                <a:off x="439216" y="3017647"/>
                <a:ext cx="3690620" cy="912494"/>
              </a:xfrm>
              <a:custGeom>
                <a:avLst/>
                <a:gdLst/>
                <a:ahLst/>
                <a:cxnLst/>
                <a:rect l="l" t="t" r="r" b="b"/>
                <a:pathLst>
                  <a:path w="3690620" h="912495">
                    <a:moveTo>
                      <a:pt x="0" y="456183"/>
                    </a:moveTo>
                    <a:lnTo>
                      <a:pt x="1845005" y="0"/>
                    </a:lnTo>
                    <a:lnTo>
                      <a:pt x="3690061" y="456183"/>
                    </a:lnTo>
                    <a:lnTo>
                      <a:pt x="1845005" y="912367"/>
                    </a:lnTo>
                    <a:lnTo>
                      <a:pt x="0" y="456183"/>
                    </a:lnTo>
                    <a:close/>
                  </a:path>
                </a:pathLst>
              </a:custGeom>
              <a:ln w="12700">
                <a:solidFill>
                  <a:srgbClr val="808080"/>
                </a:solidFill>
              </a:ln>
            </p:spPr>
            <p:txBody>
              <a:bodyPr wrap="square" lIns="0" tIns="0" rIns="0" bIns="0" rtlCol="0"/>
              <a:lstStyle/>
              <a:p>
                <a:endParaRPr lang="en-US" sz="1463" noProof="0" dirty="0"/>
              </a:p>
            </p:txBody>
          </p:sp>
        </p:grpSp>
        <p:sp>
          <p:nvSpPr>
            <p:cNvPr id="142" name="object 41">
              <a:extLst>
                <a:ext uri="{FF2B5EF4-FFF2-40B4-BE49-F238E27FC236}">
                  <a16:creationId xmlns:a16="http://schemas.microsoft.com/office/drawing/2014/main" id="{C7CEF3BF-074A-973D-5BB3-2816D0E1DCB3}"/>
                </a:ext>
              </a:extLst>
            </p:cNvPr>
            <p:cNvSpPr txBox="1"/>
            <p:nvPr/>
          </p:nvSpPr>
          <p:spPr>
            <a:xfrm>
              <a:off x="2303860" y="3342425"/>
              <a:ext cx="1390452" cy="235546"/>
            </a:xfrm>
            <a:prstGeom prst="rect">
              <a:avLst/>
            </a:prstGeom>
          </p:spPr>
          <p:txBody>
            <a:bodyPr vert="horz" wrap="square" lIns="0" tIns="10319" rIns="0" bIns="0" rtlCol="0">
              <a:spAutoFit/>
            </a:bodyPr>
            <a:lstStyle/>
            <a:p>
              <a:pPr marL="10319" algn="ctr">
                <a:spcBef>
                  <a:spcPts val="81"/>
                </a:spcBef>
              </a:pPr>
              <a:r>
                <a:rPr lang="en-US" sz="1463" b="1" spc="-8" noProof="0" dirty="0">
                  <a:solidFill>
                    <a:srgbClr val="0000C7"/>
                  </a:solidFill>
                  <a:cs typeface="Verdana"/>
                </a:rPr>
                <a:t>UID</a:t>
              </a:r>
              <a:r>
                <a:rPr lang="en-US" sz="1463" spc="-16" noProof="0" dirty="0">
                  <a:solidFill>
                    <a:srgbClr val="585858"/>
                  </a:solidFill>
                  <a:cs typeface="Verdana"/>
                </a:rPr>
                <a:t> </a:t>
              </a:r>
              <a:r>
                <a:rPr lang="en-US" sz="1463" b="1" spc="-8" noProof="0" dirty="0">
                  <a:solidFill>
                    <a:srgbClr val="0000C7"/>
                  </a:solidFill>
                  <a:cs typeface="Verdana"/>
                </a:rPr>
                <a:t>match</a:t>
              </a:r>
              <a:r>
                <a:rPr lang="en-US" sz="1463" spc="-8" noProof="0" dirty="0">
                  <a:solidFill>
                    <a:srgbClr val="585858"/>
                  </a:solidFill>
                  <a:cs typeface="Verdana"/>
                </a:rPr>
                <a:t>?</a:t>
              </a:r>
              <a:endParaRPr lang="en-US" sz="1463" noProof="0" dirty="0">
                <a:cs typeface="Verdana"/>
              </a:endParaRPr>
            </a:p>
          </p:txBody>
        </p:sp>
      </p:grpSp>
      <p:grpSp>
        <p:nvGrpSpPr>
          <p:cNvPr id="97" name="object 42">
            <a:extLst>
              <a:ext uri="{FF2B5EF4-FFF2-40B4-BE49-F238E27FC236}">
                <a16:creationId xmlns:a16="http://schemas.microsoft.com/office/drawing/2014/main" id="{7788CF52-13CA-02D2-1420-4950F88B85D0}"/>
              </a:ext>
            </a:extLst>
          </p:cNvPr>
          <p:cNvGrpSpPr/>
          <p:nvPr/>
        </p:nvGrpSpPr>
        <p:grpSpPr>
          <a:xfrm>
            <a:off x="443922" y="3979479"/>
            <a:ext cx="2703684" cy="650835"/>
            <a:chOff x="391020" y="4546980"/>
            <a:chExt cx="3735704" cy="929640"/>
          </a:xfrm>
        </p:grpSpPr>
        <p:pic>
          <p:nvPicPr>
            <p:cNvPr id="139" name="object 43">
              <a:extLst>
                <a:ext uri="{FF2B5EF4-FFF2-40B4-BE49-F238E27FC236}">
                  <a16:creationId xmlns:a16="http://schemas.microsoft.com/office/drawing/2014/main" id="{4F33EE71-6D86-612D-249E-A47C096321F6}"/>
                </a:ext>
              </a:extLst>
            </p:cNvPr>
            <p:cNvPicPr/>
            <p:nvPr/>
          </p:nvPicPr>
          <p:blipFill>
            <a:blip r:embed="rId5" cstate="print"/>
            <a:stretch>
              <a:fillRect/>
            </a:stretch>
          </p:blipFill>
          <p:spPr>
            <a:xfrm>
              <a:off x="397370" y="4553330"/>
              <a:ext cx="3722636" cy="916940"/>
            </a:xfrm>
            <a:prstGeom prst="rect">
              <a:avLst/>
            </a:prstGeom>
          </p:spPr>
        </p:pic>
        <p:sp>
          <p:nvSpPr>
            <p:cNvPr id="140" name="object 44">
              <a:extLst>
                <a:ext uri="{FF2B5EF4-FFF2-40B4-BE49-F238E27FC236}">
                  <a16:creationId xmlns:a16="http://schemas.microsoft.com/office/drawing/2014/main" id="{E8189F65-7F78-4238-FA1D-B4F0FF30F051}"/>
                </a:ext>
              </a:extLst>
            </p:cNvPr>
            <p:cNvSpPr/>
            <p:nvPr/>
          </p:nvSpPr>
          <p:spPr>
            <a:xfrm>
              <a:off x="397370" y="4553330"/>
              <a:ext cx="3723004" cy="916940"/>
            </a:xfrm>
            <a:custGeom>
              <a:avLst/>
              <a:gdLst/>
              <a:ahLst/>
              <a:cxnLst/>
              <a:rect l="l" t="t" r="r" b="b"/>
              <a:pathLst>
                <a:path w="3723004" h="916939">
                  <a:moveTo>
                    <a:pt x="0" y="458470"/>
                  </a:moveTo>
                  <a:lnTo>
                    <a:pt x="1861324" y="0"/>
                  </a:lnTo>
                  <a:lnTo>
                    <a:pt x="3722636" y="458470"/>
                  </a:lnTo>
                  <a:lnTo>
                    <a:pt x="1861324" y="916940"/>
                  </a:lnTo>
                  <a:lnTo>
                    <a:pt x="0" y="458470"/>
                  </a:lnTo>
                  <a:close/>
                </a:path>
              </a:pathLst>
            </a:custGeom>
            <a:ln w="12700">
              <a:solidFill>
                <a:srgbClr val="808080"/>
              </a:solidFill>
            </a:ln>
          </p:spPr>
          <p:txBody>
            <a:bodyPr wrap="square" lIns="0" tIns="0" rIns="0" bIns="0" rtlCol="0"/>
            <a:lstStyle/>
            <a:p>
              <a:endParaRPr lang="en-US" sz="1463" noProof="0" dirty="0"/>
            </a:p>
          </p:txBody>
        </p:sp>
      </p:grpSp>
      <p:sp>
        <p:nvSpPr>
          <p:cNvPr id="98" name="object 45">
            <a:extLst>
              <a:ext uri="{FF2B5EF4-FFF2-40B4-BE49-F238E27FC236}">
                <a16:creationId xmlns:a16="http://schemas.microsoft.com/office/drawing/2014/main" id="{6D117FBE-AFDD-7116-667A-1498233D7916}"/>
              </a:ext>
            </a:extLst>
          </p:cNvPr>
          <p:cNvSpPr txBox="1"/>
          <p:nvPr/>
        </p:nvSpPr>
        <p:spPr>
          <a:xfrm>
            <a:off x="1108937" y="4199357"/>
            <a:ext cx="1375510" cy="202959"/>
          </a:xfrm>
          <a:prstGeom prst="rect">
            <a:avLst/>
          </a:prstGeom>
        </p:spPr>
        <p:txBody>
          <a:bodyPr vert="horz" wrap="square" lIns="0" tIns="10319" rIns="0" bIns="0" rtlCol="0">
            <a:spAutoFit/>
          </a:bodyPr>
          <a:lstStyle/>
          <a:p>
            <a:pPr marL="10319" algn="ctr">
              <a:spcBef>
                <a:spcPts val="81"/>
              </a:spcBef>
            </a:pPr>
            <a:r>
              <a:rPr lang="en-US" sz="1463" b="1" spc="-8" noProof="0" dirty="0">
                <a:solidFill>
                  <a:srgbClr val="0000C7"/>
                </a:solidFill>
                <a:cs typeface="Verdana"/>
              </a:rPr>
              <a:t>GID</a:t>
            </a:r>
            <a:r>
              <a:rPr lang="en-US" sz="1463" spc="-8" noProof="0" dirty="0">
                <a:solidFill>
                  <a:srgbClr val="585858"/>
                </a:solidFill>
                <a:cs typeface="Verdana"/>
              </a:rPr>
              <a:t> </a:t>
            </a:r>
            <a:r>
              <a:rPr lang="en-US" sz="1463" b="1" spc="-8" noProof="0" dirty="0">
                <a:solidFill>
                  <a:srgbClr val="0000C7"/>
                </a:solidFill>
                <a:cs typeface="Verdana"/>
              </a:rPr>
              <a:t>match</a:t>
            </a:r>
            <a:r>
              <a:rPr lang="en-US" sz="1463" spc="-8" noProof="0" dirty="0">
                <a:solidFill>
                  <a:srgbClr val="585858"/>
                </a:solidFill>
                <a:cs typeface="Verdana"/>
              </a:rPr>
              <a:t>?</a:t>
            </a:r>
            <a:endParaRPr lang="en-US" sz="1463" noProof="0" dirty="0">
              <a:cs typeface="Verdana"/>
            </a:endParaRPr>
          </a:p>
        </p:txBody>
      </p:sp>
      <p:sp>
        <p:nvSpPr>
          <p:cNvPr id="99" name="object 67">
            <a:extLst>
              <a:ext uri="{FF2B5EF4-FFF2-40B4-BE49-F238E27FC236}">
                <a16:creationId xmlns:a16="http://schemas.microsoft.com/office/drawing/2014/main" id="{19720540-8A05-FD38-7240-E0151E9AA215}"/>
              </a:ext>
            </a:extLst>
          </p:cNvPr>
          <p:cNvSpPr/>
          <p:nvPr/>
        </p:nvSpPr>
        <p:spPr>
          <a:xfrm>
            <a:off x="1758961" y="4801998"/>
            <a:ext cx="2456971" cy="749322"/>
          </a:xfrm>
          <a:custGeom>
            <a:avLst/>
            <a:gdLst/>
            <a:ahLst/>
            <a:cxnLst/>
            <a:rect l="l" t="t" r="r" b="b"/>
            <a:pathLst>
              <a:path w="3439160" h="427354">
                <a:moveTo>
                  <a:pt x="3401058" y="371850"/>
                </a:moveTo>
                <a:lnTo>
                  <a:pt x="3334385" y="410718"/>
                </a:lnTo>
                <a:lnTo>
                  <a:pt x="3332861" y="416547"/>
                </a:lnTo>
                <a:lnTo>
                  <a:pt x="3338195" y="425640"/>
                </a:lnTo>
                <a:lnTo>
                  <a:pt x="3344037" y="427177"/>
                </a:lnTo>
                <a:lnTo>
                  <a:pt x="3422575" y="381368"/>
                </a:lnTo>
                <a:lnTo>
                  <a:pt x="3420110" y="381368"/>
                </a:lnTo>
                <a:lnTo>
                  <a:pt x="3420110" y="380072"/>
                </a:lnTo>
                <a:lnTo>
                  <a:pt x="3415156" y="380072"/>
                </a:lnTo>
                <a:lnTo>
                  <a:pt x="3401058" y="371850"/>
                </a:lnTo>
                <a:close/>
              </a:path>
              <a:path w="3439160" h="427354">
                <a:moveTo>
                  <a:pt x="62611" y="0"/>
                </a:moveTo>
                <a:lnTo>
                  <a:pt x="4318" y="0"/>
                </a:lnTo>
                <a:lnTo>
                  <a:pt x="0" y="4318"/>
                </a:lnTo>
                <a:lnTo>
                  <a:pt x="0" y="377113"/>
                </a:lnTo>
                <a:lnTo>
                  <a:pt x="4318" y="381368"/>
                </a:lnTo>
                <a:lnTo>
                  <a:pt x="3384742" y="381368"/>
                </a:lnTo>
                <a:lnTo>
                  <a:pt x="3401058" y="371850"/>
                </a:lnTo>
                <a:lnTo>
                  <a:pt x="19050" y="371843"/>
                </a:lnTo>
                <a:lnTo>
                  <a:pt x="9525" y="362318"/>
                </a:lnTo>
                <a:lnTo>
                  <a:pt x="19050" y="362318"/>
                </a:lnTo>
                <a:lnTo>
                  <a:pt x="19050" y="19050"/>
                </a:lnTo>
                <a:lnTo>
                  <a:pt x="9525" y="19050"/>
                </a:lnTo>
                <a:lnTo>
                  <a:pt x="19050" y="9525"/>
                </a:lnTo>
                <a:lnTo>
                  <a:pt x="62611" y="9525"/>
                </a:lnTo>
                <a:lnTo>
                  <a:pt x="62611" y="0"/>
                </a:lnTo>
                <a:close/>
              </a:path>
              <a:path w="3439160" h="427354">
                <a:moveTo>
                  <a:pt x="3422575" y="362318"/>
                </a:moveTo>
                <a:lnTo>
                  <a:pt x="3420110" y="362318"/>
                </a:lnTo>
                <a:lnTo>
                  <a:pt x="3420110" y="381368"/>
                </a:lnTo>
                <a:lnTo>
                  <a:pt x="3422575" y="381368"/>
                </a:lnTo>
                <a:lnTo>
                  <a:pt x="3438905" y="371843"/>
                </a:lnTo>
                <a:lnTo>
                  <a:pt x="3422575" y="362318"/>
                </a:lnTo>
                <a:close/>
              </a:path>
              <a:path w="3439160" h="427354">
                <a:moveTo>
                  <a:pt x="3415156" y="363626"/>
                </a:moveTo>
                <a:lnTo>
                  <a:pt x="3401058" y="371850"/>
                </a:lnTo>
                <a:lnTo>
                  <a:pt x="3415156" y="380072"/>
                </a:lnTo>
                <a:lnTo>
                  <a:pt x="3415156" y="363626"/>
                </a:lnTo>
                <a:close/>
              </a:path>
              <a:path w="3439160" h="427354">
                <a:moveTo>
                  <a:pt x="3420110" y="363626"/>
                </a:moveTo>
                <a:lnTo>
                  <a:pt x="3415156" y="363626"/>
                </a:lnTo>
                <a:lnTo>
                  <a:pt x="3415156" y="380072"/>
                </a:lnTo>
                <a:lnTo>
                  <a:pt x="3420110" y="380072"/>
                </a:lnTo>
                <a:lnTo>
                  <a:pt x="3420110" y="363626"/>
                </a:lnTo>
                <a:close/>
              </a:path>
              <a:path w="3439160" h="427354">
                <a:moveTo>
                  <a:pt x="3344037" y="316522"/>
                </a:moveTo>
                <a:lnTo>
                  <a:pt x="3338195" y="318058"/>
                </a:lnTo>
                <a:lnTo>
                  <a:pt x="3332861" y="327139"/>
                </a:lnTo>
                <a:lnTo>
                  <a:pt x="3334385" y="332968"/>
                </a:lnTo>
                <a:lnTo>
                  <a:pt x="3401058" y="371850"/>
                </a:lnTo>
                <a:lnTo>
                  <a:pt x="3415156" y="363626"/>
                </a:lnTo>
                <a:lnTo>
                  <a:pt x="3420110" y="363626"/>
                </a:lnTo>
                <a:lnTo>
                  <a:pt x="3420110" y="362318"/>
                </a:lnTo>
                <a:lnTo>
                  <a:pt x="3422575" y="362318"/>
                </a:lnTo>
                <a:lnTo>
                  <a:pt x="3344037" y="316522"/>
                </a:lnTo>
                <a:close/>
              </a:path>
              <a:path w="3439160" h="427354">
                <a:moveTo>
                  <a:pt x="19050" y="362318"/>
                </a:moveTo>
                <a:lnTo>
                  <a:pt x="9525" y="362318"/>
                </a:lnTo>
                <a:lnTo>
                  <a:pt x="19050" y="371843"/>
                </a:lnTo>
                <a:lnTo>
                  <a:pt x="19050" y="362318"/>
                </a:lnTo>
                <a:close/>
              </a:path>
              <a:path w="3439160" h="427354">
                <a:moveTo>
                  <a:pt x="3384712" y="362318"/>
                </a:moveTo>
                <a:lnTo>
                  <a:pt x="19050" y="362318"/>
                </a:lnTo>
                <a:lnTo>
                  <a:pt x="19050" y="371843"/>
                </a:lnTo>
                <a:lnTo>
                  <a:pt x="3401045" y="371843"/>
                </a:lnTo>
                <a:lnTo>
                  <a:pt x="3384712" y="362318"/>
                </a:lnTo>
                <a:close/>
              </a:path>
              <a:path w="3439160" h="427354">
                <a:moveTo>
                  <a:pt x="19050" y="9525"/>
                </a:moveTo>
                <a:lnTo>
                  <a:pt x="9525" y="19050"/>
                </a:lnTo>
                <a:lnTo>
                  <a:pt x="19050" y="19050"/>
                </a:lnTo>
                <a:lnTo>
                  <a:pt x="19050" y="9525"/>
                </a:lnTo>
                <a:close/>
              </a:path>
              <a:path w="3439160" h="427354">
                <a:moveTo>
                  <a:pt x="62611" y="9525"/>
                </a:moveTo>
                <a:lnTo>
                  <a:pt x="19050" y="9525"/>
                </a:lnTo>
                <a:lnTo>
                  <a:pt x="19050" y="19050"/>
                </a:lnTo>
                <a:lnTo>
                  <a:pt x="62611" y="19050"/>
                </a:lnTo>
                <a:lnTo>
                  <a:pt x="62611" y="9525"/>
                </a:lnTo>
                <a:close/>
              </a:path>
            </a:pathLst>
          </a:custGeom>
          <a:solidFill>
            <a:srgbClr val="124183"/>
          </a:solidFill>
        </p:spPr>
        <p:txBody>
          <a:bodyPr wrap="square" lIns="0" tIns="0" rIns="0" bIns="0" rtlCol="0"/>
          <a:lstStyle/>
          <a:p>
            <a:endParaRPr lang="en-US" sz="1463" noProof="0" dirty="0"/>
          </a:p>
        </p:txBody>
      </p:sp>
      <p:sp>
        <p:nvSpPr>
          <p:cNvPr id="100" name="object 21">
            <a:extLst>
              <a:ext uri="{FF2B5EF4-FFF2-40B4-BE49-F238E27FC236}">
                <a16:creationId xmlns:a16="http://schemas.microsoft.com/office/drawing/2014/main" id="{6CD18840-CF36-9075-44E1-0FC0E79BA9AD}"/>
              </a:ext>
            </a:extLst>
          </p:cNvPr>
          <p:cNvSpPr txBox="1"/>
          <p:nvPr/>
        </p:nvSpPr>
        <p:spPr>
          <a:xfrm>
            <a:off x="4240605" y="4088796"/>
            <a:ext cx="2683248" cy="891870"/>
          </a:xfrm>
          <a:prstGeom prst="rect">
            <a:avLst/>
          </a:prstGeom>
          <a:solidFill>
            <a:srgbClr val="0FEEB9"/>
          </a:solidFill>
          <a:ln w="12700">
            <a:solidFill>
              <a:srgbClr val="000000"/>
            </a:solidFill>
          </a:ln>
        </p:spPr>
        <p:txBody>
          <a:bodyPr vert="horz" wrap="square" lIns="0" tIns="5675" rIns="0" bIns="0" rtlCol="0">
            <a:spAutoFit/>
          </a:bodyPr>
          <a:lstStyle/>
          <a:p>
            <a:pPr marL="633055">
              <a:spcBef>
                <a:spcPts val="236"/>
              </a:spcBef>
            </a:pPr>
            <a:r>
              <a:rPr lang="en-US" i="1" spc="-12" noProof="0" dirty="0">
                <a:cs typeface="Segoe UI"/>
              </a:rPr>
              <a:t>use</a:t>
            </a:r>
            <a:r>
              <a:rPr lang="en-US" i="1" spc="-33" noProof="0" dirty="0">
                <a:cs typeface="Segoe UI"/>
              </a:rPr>
              <a:t> </a:t>
            </a:r>
            <a:r>
              <a:rPr lang="en-US" i="1" spc="-28" noProof="0" dirty="0">
                <a:cs typeface="Segoe UI"/>
              </a:rPr>
              <a:t>‘</a:t>
            </a:r>
            <a:r>
              <a:rPr lang="en-US" sz="2000" b="1" i="1" spc="-28" noProof="0" dirty="0">
                <a:solidFill>
                  <a:srgbClr val="7030A0"/>
                </a:solidFill>
                <a:cs typeface="Segoe UI"/>
              </a:rPr>
              <a:t>g</a:t>
            </a:r>
            <a:r>
              <a:rPr lang="en-US" b="1" i="1" spc="-28" noProof="0" dirty="0">
                <a:cs typeface="Segoe UI"/>
              </a:rPr>
              <a:t>roup</a:t>
            </a:r>
            <a:r>
              <a:rPr lang="en-US" i="1" spc="-28" noProof="0" dirty="0">
                <a:cs typeface="Segoe UI"/>
              </a:rPr>
              <a:t>’</a:t>
            </a:r>
            <a:r>
              <a:rPr lang="en-US" i="1" spc="28" noProof="0" dirty="0">
                <a:cs typeface="Segoe UI"/>
              </a:rPr>
              <a:t> </a:t>
            </a:r>
            <a:r>
              <a:rPr lang="en-US" i="1" spc="-8" noProof="0" dirty="0">
                <a:cs typeface="Segoe UI"/>
              </a:rPr>
              <a:t>bits;</a:t>
            </a:r>
          </a:p>
          <a:p>
            <a:pPr marL="633055">
              <a:spcBef>
                <a:spcPts val="236"/>
              </a:spcBef>
            </a:pPr>
            <a:r>
              <a:rPr lang="en-US" i="1" spc="-4" noProof="0" dirty="0">
                <a:cs typeface="Segoe UI"/>
              </a:rPr>
              <a:t>no</a:t>
            </a:r>
            <a:r>
              <a:rPr lang="en-US" i="1" spc="-24" noProof="0" dirty="0">
                <a:cs typeface="Segoe UI"/>
              </a:rPr>
              <a:t> </a:t>
            </a:r>
            <a:r>
              <a:rPr lang="en-US" i="1" spc="-12" noProof="0" dirty="0">
                <a:cs typeface="Segoe UI"/>
              </a:rPr>
              <a:t>more</a:t>
            </a:r>
            <a:r>
              <a:rPr lang="en-US" i="1" spc="12" noProof="0" dirty="0">
                <a:cs typeface="Segoe UI"/>
              </a:rPr>
              <a:t> </a:t>
            </a:r>
            <a:r>
              <a:rPr lang="en-US" i="1" spc="-12" noProof="0" dirty="0">
                <a:cs typeface="Segoe UI"/>
              </a:rPr>
              <a:t>checks</a:t>
            </a:r>
          </a:p>
          <a:p>
            <a:pPr marL="633055">
              <a:spcBef>
                <a:spcPts val="236"/>
              </a:spcBef>
            </a:pPr>
            <a:endParaRPr lang="en-US" sz="1625" noProof="0" dirty="0">
              <a:cs typeface="Segoe UI"/>
            </a:endParaRPr>
          </a:p>
        </p:txBody>
      </p:sp>
      <p:sp>
        <p:nvSpPr>
          <p:cNvPr id="101" name="object 21">
            <a:extLst>
              <a:ext uri="{FF2B5EF4-FFF2-40B4-BE49-F238E27FC236}">
                <a16:creationId xmlns:a16="http://schemas.microsoft.com/office/drawing/2014/main" id="{E653983F-D6DC-AB2E-A443-13E2B845B545}"/>
              </a:ext>
            </a:extLst>
          </p:cNvPr>
          <p:cNvSpPr txBox="1"/>
          <p:nvPr/>
        </p:nvSpPr>
        <p:spPr>
          <a:xfrm>
            <a:off x="4252834" y="3036186"/>
            <a:ext cx="2683248" cy="910337"/>
          </a:xfrm>
          <a:prstGeom prst="rect">
            <a:avLst/>
          </a:prstGeom>
          <a:solidFill>
            <a:srgbClr val="00EDB5"/>
          </a:solidFill>
          <a:ln w="12700">
            <a:solidFill>
              <a:srgbClr val="000000"/>
            </a:solidFill>
          </a:ln>
        </p:spPr>
        <p:txBody>
          <a:bodyPr vert="horz" wrap="square" lIns="0" tIns="5675" rIns="0" bIns="0" rtlCol="0">
            <a:spAutoFit/>
          </a:bodyPr>
          <a:lstStyle/>
          <a:p>
            <a:pPr marL="554117" marR="545862" indent="140851">
              <a:lnSpc>
                <a:spcPct val="110100"/>
              </a:lnSpc>
              <a:spcBef>
                <a:spcPts val="37"/>
              </a:spcBef>
            </a:pPr>
            <a:r>
              <a:rPr lang="en-US" i="1" spc="-12" noProof="0" dirty="0">
                <a:cs typeface="Segoe UI"/>
              </a:rPr>
              <a:t>use </a:t>
            </a:r>
            <a:r>
              <a:rPr lang="en-US" i="1" noProof="0" dirty="0">
                <a:cs typeface="Segoe UI"/>
              </a:rPr>
              <a:t>‘</a:t>
            </a:r>
            <a:r>
              <a:rPr lang="en-US" sz="2000" b="1" noProof="0" dirty="0">
                <a:solidFill>
                  <a:srgbClr val="7030A0"/>
                </a:solidFill>
                <a:cs typeface="Segoe UI"/>
              </a:rPr>
              <a:t>u</a:t>
            </a:r>
            <a:r>
              <a:rPr lang="en-US" b="1" noProof="0" dirty="0">
                <a:cs typeface="Segoe UI"/>
              </a:rPr>
              <a:t>ser</a:t>
            </a:r>
            <a:r>
              <a:rPr lang="en-US" i="1" noProof="0" dirty="0">
                <a:cs typeface="Segoe UI"/>
              </a:rPr>
              <a:t>’ </a:t>
            </a:r>
            <a:r>
              <a:rPr lang="en-US" i="1" spc="-8" noProof="0" dirty="0">
                <a:cs typeface="Segoe UI"/>
              </a:rPr>
              <a:t>bits;</a:t>
            </a:r>
          </a:p>
          <a:p>
            <a:pPr marL="554117" marR="545862" indent="140851">
              <a:lnSpc>
                <a:spcPct val="110100"/>
              </a:lnSpc>
              <a:spcBef>
                <a:spcPts val="37"/>
              </a:spcBef>
            </a:pPr>
            <a:r>
              <a:rPr lang="en-US" i="1" spc="-435" noProof="0" dirty="0">
                <a:cs typeface="Segoe UI"/>
              </a:rPr>
              <a:t> </a:t>
            </a:r>
            <a:r>
              <a:rPr lang="en-US" i="1" spc="-4" noProof="0" dirty="0">
                <a:cs typeface="Segoe UI"/>
              </a:rPr>
              <a:t>no</a:t>
            </a:r>
            <a:r>
              <a:rPr lang="en-US" i="1" spc="-33" noProof="0" dirty="0">
                <a:cs typeface="Segoe UI"/>
              </a:rPr>
              <a:t> </a:t>
            </a:r>
            <a:r>
              <a:rPr lang="en-US" i="1" spc="-12" noProof="0" dirty="0">
                <a:cs typeface="Segoe UI"/>
              </a:rPr>
              <a:t>more</a:t>
            </a:r>
            <a:r>
              <a:rPr lang="en-US" i="1" spc="8" noProof="0" dirty="0">
                <a:cs typeface="Segoe UI"/>
              </a:rPr>
              <a:t> </a:t>
            </a:r>
            <a:r>
              <a:rPr lang="en-US" i="1" spc="-12" noProof="0" dirty="0">
                <a:cs typeface="Segoe UI"/>
              </a:rPr>
              <a:t>checks</a:t>
            </a:r>
          </a:p>
          <a:p>
            <a:pPr marL="554117" marR="545862" indent="140851">
              <a:lnSpc>
                <a:spcPct val="110100"/>
              </a:lnSpc>
              <a:spcBef>
                <a:spcPts val="37"/>
              </a:spcBef>
            </a:pPr>
            <a:endParaRPr lang="en-US" sz="1625" noProof="0" dirty="0">
              <a:cs typeface="Segoe UI"/>
            </a:endParaRPr>
          </a:p>
        </p:txBody>
      </p:sp>
      <p:sp>
        <p:nvSpPr>
          <p:cNvPr id="102" name="object 21">
            <a:extLst>
              <a:ext uri="{FF2B5EF4-FFF2-40B4-BE49-F238E27FC236}">
                <a16:creationId xmlns:a16="http://schemas.microsoft.com/office/drawing/2014/main" id="{3DCB7D7B-AC57-2360-E01C-0EFA77E64B4F}"/>
              </a:ext>
            </a:extLst>
          </p:cNvPr>
          <p:cNvSpPr txBox="1"/>
          <p:nvPr/>
        </p:nvSpPr>
        <p:spPr>
          <a:xfrm>
            <a:off x="4252833" y="2016303"/>
            <a:ext cx="2570581" cy="585376"/>
          </a:xfrm>
          <a:prstGeom prst="rect">
            <a:avLst/>
          </a:prstGeom>
          <a:solidFill>
            <a:srgbClr val="03EAB3"/>
          </a:solidFill>
          <a:ln w="12700">
            <a:solidFill>
              <a:srgbClr val="000000"/>
            </a:solidFill>
          </a:ln>
        </p:spPr>
        <p:txBody>
          <a:bodyPr vert="horz" wrap="square" lIns="0" tIns="5675" rIns="0" bIns="0" rtlCol="0">
            <a:spAutoFit/>
          </a:bodyPr>
          <a:lstStyle/>
          <a:p>
            <a:pPr marL="643374">
              <a:spcBef>
                <a:spcPts val="228"/>
              </a:spcBef>
            </a:pPr>
            <a:r>
              <a:rPr lang="en-US" i="1" spc="-16" noProof="0" dirty="0">
                <a:cs typeface="Segoe UI"/>
              </a:rPr>
              <a:t>access</a:t>
            </a:r>
            <a:r>
              <a:rPr lang="en-US" i="1" spc="-4" noProof="0" dirty="0">
                <a:cs typeface="Segoe UI"/>
              </a:rPr>
              <a:t> </a:t>
            </a:r>
            <a:r>
              <a:rPr lang="en-US" i="1" spc="-12" noProof="0" dirty="0">
                <a:cs typeface="Segoe UI"/>
              </a:rPr>
              <a:t>allowed;</a:t>
            </a:r>
            <a:endParaRPr lang="en-US" noProof="0" dirty="0">
              <a:cs typeface="Segoe UI"/>
            </a:endParaRPr>
          </a:p>
          <a:p>
            <a:pPr marL="554117">
              <a:spcBef>
                <a:spcPts val="198"/>
              </a:spcBef>
            </a:pPr>
            <a:r>
              <a:rPr lang="en-US" i="1" spc="-4" noProof="0" dirty="0">
                <a:cs typeface="Segoe UI"/>
              </a:rPr>
              <a:t>no</a:t>
            </a:r>
            <a:r>
              <a:rPr lang="en-US" i="1" spc="-24" noProof="0" dirty="0">
                <a:cs typeface="Segoe UI"/>
              </a:rPr>
              <a:t> </a:t>
            </a:r>
            <a:r>
              <a:rPr lang="en-US" i="1" spc="-12" noProof="0" dirty="0">
                <a:cs typeface="Segoe UI"/>
              </a:rPr>
              <a:t>more</a:t>
            </a:r>
            <a:r>
              <a:rPr lang="en-US" i="1" spc="12" noProof="0" dirty="0">
                <a:cs typeface="Segoe UI"/>
              </a:rPr>
              <a:t> </a:t>
            </a:r>
            <a:r>
              <a:rPr lang="en-US" i="1" spc="-12" noProof="0" dirty="0">
                <a:cs typeface="Segoe UI"/>
              </a:rPr>
              <a:t>checks</a:t>
            </a:r>
            <a:endParaRPr lang="en-US" sz="1625" noProof="0" dirty="0">
              <a:cs typeface="Segoe UI"/>
            </a:endParaRPr>
          </a:p>
        </p:txBody>
      </p:sp>
      <p:grpSp>
        <p:nvGrpSpPr>
          <p:cNvPr id="103" name="Group 102">
            <a:extLst>
              <a:ext uri="{FF2B5EF4-FFF2-40B4-BE49-F238E27FC236}">
                <a16:creationId xmlns:a16="http://schemas.microsoft.com/office/drawing/2014/main" id="{E93285A0-9B5D-DAB0-26CB-79514D662234}"/>
              </a:ext>
            </a:extLst>
          </p:cNvPr>
          <p:cNvGrpSpPr/>
          <p:nvPr/>
        </p:nvGrpSpPr>
        <p:grpSpPr>
          <a:xfrm>
            <a:off x="4564917" y="4711762"/>
            <a:ext cx="2164751" cy="332615"/>
            <a:chOff x="9173732" y="852619"/>
            <a:chExt cx="1985842" cy="386020"/>
          </a:xfrm>
        </p:grpSpPr>
        <p:sp>
          <p:nvSpPr>
            <p:cNvPr id="137" name="object 24">
              <a:extLst>
                <a:ext uri="{FF2B5EF4-FFF2-40B4-BE49-F238E27FC236}">
                  <a16:creationId xmlns:a16="http://schemas.microsoft.com/office/drawing/2014/main" id="{2C0EF53B-4BAD-DAFC-27F1-26347521A166}"/>
                </a:ext>
              </a:extLst>
            </p:cNvPr>
            <p:cNvSpPr/>
            <p:nvPr/>
          </p:nvSpPr>
          <p:spPr>
            <a:xfrm>
              <a:off x="9173732" y="878515"/>
              <a:ext cx="1903293" cy="360124"/>
            </a:xfrm>
            <a:custGeom>
              <a:avLst/>
              <a:gdLst/>
              <a:ahLst/>
              <a:cxnLst/>
              <a:rect l="l" t="t" r="r" b="b"/>
              <a:pathLst>
                <a:path w="2342515" h="443229">
                  <a:moveTo>
                    <a:pt x="0" y="73787"/>
                  </a:moveTo>
                  <a:lnTo>
                    <a:pt x="5796" y="45059"/>
                  </a:lnTo>
                  <a:lnTo>
                    <a:pt x="21605" y="21605"/>
                  </a:lnTo>
                  <a:lnTo>
                    <a:pt x="45059" y="5796"/>
                  </a:lnTo>
                  <a:lnTo>
                    <a:pt x="73787" y="0"/>
                  </a:lnTo>
                  <a:lnTo>
                    <a:pt x="2268220" y="0"/>
                  </a:lnTo>
                  <a:lnTo>
                    <a:pt x="2296947" y="5796"/>
                  </a:lnTo>
                  <a:lnTo>
                    <a:pt x="2320401" y="21605"/>
                  </a:lnTo>
                  <a:lnTo>
                    <a:pt x="2336210" y="45059"/>
                  </a:lnTo>
                  <a:lnTo>
                    <a:pt x="2342006" y="73787"/>
                  </a:lnTo>
                  <a:lnTo>
                    <a:pt x="2342006" y="369062"/>
                  </a:lnTo>
                  <a:lnTo>
                    <a:pt x="2336210" y="397789"/>
                  </a:lnTo>
                  <a:lnTo>
                    <a:pt x="2320401" y="421243"/>
                  </a:lnTo>
                  <a:lnTo>
                    <a:pt x="2296947" y="437052"/>
                  </a:lnTo>
                  <a:lnTo>
                    <a:pt x="2268220" y="442849"/>
                  </a:lnTo>
                  <a:lnTo>
                    <a:pt x="73787" y="442849"/>
                  </a:lnTo>
                  <a:lnTo>
                    <a:pt x="45059" y="437052"/>
                  </a:lnTo>
                  <a:lnTo>
                    <a:pt x="21605" y="421243"/>
                  </a:lnTo>
                  <a:lnTo>
                    <a:pt x="5796" y="397789"/>
                  </a:lnTo>
                  <a:lnTo>
                    <a:pt x="0" y="369062"/>
                  </a:lnTo>
                  <a:lnTo>
                    <a:pt x="0" y="73787"/>
                  </a:lnTo>
                  <a:close/>
                </a:path>
              </a:pathLst>
            </a:custGeom>
            <a:solidFill>
              <a:schemeClr val="tx1"/>
            </a:solidFill>
            <a:ln w="12699">
              <a:solidFill>
                <a:srgbClr val="808080"/>
              </a:solidFill>
            </a:ln>
          </p:spPr>
          <p:txBody>
            <a:bodyPr wrap="square" lIns="0" tIns="0" rIns="0" bIns="0" rtlCol="0"/>
            <a:lstStyle/>
            <a:p>
              <a:endParaRPr lang="en-US" sz="1463" noProof="0" dirty="0"/>
            </a:p>
          </p:txBody>
        </p:sp>
        <p:sp>
          <p:nvSpPr>
            <p:cNvPr id="138" name="object 25">
              <a:extLst>
                <a:ext uri="{FF2B5EF4-FFF2-40B4-BE49-F238E27FC236}">
                  <a16:creationId xmlns:a16="http://schemas.microsoft.com/office/drawing/2014/main" id="{3F3EDB52-0AC9-B5A4-D971-F1692C48AB14}"/>
                </a:ext>
              </a:extLst>
            </p:cNvPr>
            <p:cNvSpPr txBox="1"/>
            <p:nvPr/>
          </p:nvSpPr>
          <p:spPr>
            <a:xfrm>
              <a:off x="9256281" y="852619"/>
              <a:ext cx="1903293" cy="361558"/>
            </a:xfrm>
            <a:prstGeom prst="rect">
              <a:avLst/>
            </a:prstGeom>
          </p:spPr>
          <p:txBody>
            <a:bodyPr vert="horz" wrap="square" lIns="0" tIns="11351" rIns="0" bIns="0" rtlCol="0">
              <a:spAutoFit/>
            </a:bodyPr>
            <a:lstStyle/>
            <a:p>
              <a:pPr marL="10319">
                <a:spcBef>
                  <a:spcPts val="89"/>
                </a:spcBef>
              </a:pPr>
              <a:r>
                <a:rPr lang="en-US" noProof="0" dirty="0" err="1">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rwx</a:t>
              </a:r>
              <a:r>
                <a:rPr lang="en-US" spc="-33"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2000" b="1" noProof="0" dirty="0" err="1">
                  <a:solidFill>
                    <a:schemeClr val="bg2"/>
                  </a:solidFill>
                  <a:latin typeface="Hack" panose="020B0609030202020204" pitchFamily="49" charset="0"/>
                  <a:ea typeface="Hack" panose="020B0609030202020204" pitchFamily="49" charset="0"/>
                  <a:cs typeface="Hack" panose="020B0609030202020204" pitchFamily="49" charset="0"/>
                </a:rPr>
                <a:t>rwx</a:t>
              </a:r>
              <a:r>
                <a:rPr lang="en-US" sz="2275" b="1" spc="-49"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noProof="0" dirty="0" err="1">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rwx</a:t>
              </a:r>
              <a:endParaRPr lang="en-US" sz="1950"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endParaRPr>
            </a:p>
          </p:txBody>
        </p:sp>
      </p:grpSp>
      <p:grpSp>
        <p:nvGrpSpPr>
          <p:cNvPr id="6" name="Group 5">
            <a:extLst>
              <a:ext uri="{FF2B5EF4-FFF2-40B4-BE49-F238E27FC236}">
                <a16:creationId xmlns:a16="http://schemas.microsoft.com/office/drawing/2014/main" id="{C722D7A2-B66B-1F05-93D2-E9FF68BB5421}"/>
              </a:ext>
            </a:extLst>
          </p:cNvPr>
          <p:cNvGrpSpPr/>
          <p:nvPr/>
        </p:nvGrpSpPr>
        <p:grpSpPr>
          <a:xfrm>
            <a:off x="4623696" y="5672562"/>
            <a:ext cx="2425657" cy="409261"/>
            <a:chOff x="4659672" y="5777376"/>
            <a:chExt cx="2270509" cy="409261"/>
          </a:xfrm>
        </p:grpSpPr>
        <p:sp>
          <p:nvSpPr>
            <p:cNvPr id="135" name="object 24">
              <a:extLst>
                <a:ext uri="{FF2B5EF4-FFF2-40B4-BE49-F238E27FC236}">
                  <a16:creationId xmlns:a16="http://schemas.microsoft.com/office/drawing/2014/main" id="{5524215B-42A8-A5F5-8A11-83022D56E64F}"/>
                </a:ext>
              </a:extLst>
            </p:cNvPr>
            <p:cNvSpPr/>
            <p:nvPr/>
          </p:nvSpPr>
          <p:spPr>
            <a:xfrm>
              <a:off x="4659672" y="5815284"/>
              <a:ext cx="2015448" cy="371353"/>
            </a:xfrm>
            <a:custGeom>
              <a:avLst/>
              <a:gdLst/>
              <a:ahLst/>
              <a:cxnLst/>
              <a:rect l="l" t="t" r="r" b="b"/>
              <a:pathLst>
                <a:path w="2342515" h="443229">
                  <a:moveTo>
                    <a:pt x="0" y="73787"/>
                  </a:moveTo>
                  <a:lnTo>
                    <a:pt x="5796" y="45059"/>
                  </a:lnTo>
                  <a:lnTo>
                    <a:pt x="21605" y="21605"/>
                  </a:lnTo>
                  <a:lnTo>
                    <a:pt x="45059" y="5796"/>
                  </a:lnTo>
                  <a:lnTo>
                    <a:pt x="73787" y="0"/>
                  </a:lnTo>
                  <a:lnTo>
                    <a:pt x="2268220" y="0"/>
                  </a:lnTo>
                  <a:lnTo>
                    <a:pt x="2296947" y="5796"/>
                  </a:lnTo>
                  <a:lnTo>
                    <a:pt x="2320401" y="21605"/>
                  </a:lnTo>
                  <a:lnTo>
                    <a:pt x="2336210" y="45059"/>
                  </a:lnTo>
                  <a:lnTo>
                    <a:pt x="2342006" y="73787"/>
                  </a:lnTo>
                  <a:lnTo>
                    <a:pt x="2342006" y="369062"/>
                  </a:lnTo>
                  <a:lnTo>
                    <a:pt x="2336210" y="397789"/>
                  </a:lnTo>
                  <a:lnTo>
                    <a:pt x="2320401" y="421243"/>
                  </a:lnTo>
                  <a:lnTo>
                    <a:pt x="2296947" y="437052"/>
                  </a:lnTo>
                  <a:lnTo>
                    <a:pt x="2268220" y="442849"/>
                  </a:lnTo>
                  <a:lnTo>
                    <a:pt x="73787" y="442849"/>
                  </a:lnTo>
                  <a:lnTo>
                    <a:pt x="45059" y="437052"/>
                  </a:lnTo>
                  <a:lnTo>
                    <a:pt x="21605" y="421243"/>
                  </a:lnTo>
                  <a:lnTo>
                    <a:pt x="5796" y="397789"/>
                  </a:lnTo>
                  <a:lnTo>
                    <a:pt x="0" y="369062"/>
                  </a:lnTo>
                  <a:lnTo>
                    <a:pt x="0" y="73787"/>
                  </a:lnTo>
                  <a:close/>
                </a:path>
              </a:pathLst>
            </a:custGeom>
            <a:solidFill>
              <a:schemeClr val="tx1"/>
            </a:solidFill>
            <a:ln w="12699">
              <a:solidFill>
                <a:srgbClr val="808080"/>
              </a:solidFill>
            </a:ln>
          </p:spPr>
          <p:txBody>
            <a:bodyPr wrap="square" lIns="0" tIns="0" rIns="0" bIns="0" rtlCol="0"/>
            <a:lstStyle/>
            <a:p>
              <a:endParaRPr lang="en-US" sz="1463" noProof="0" dirty="0"/>
            </a:p>
          </p:txBody>
        </p:sp>
        <p:sp>
          <p:nvSpPr>
            <p:cNvPr id="136" name="object 25">
              <a:extLst>
                <a:ext uri="{FF2B5EF4-FFF2-40B4-BE49-F238E27FC236}">
                  <a16:creationId xmlns:a16="http://schemas.microsoft.com/office/drawing/2014/main" id="{1A9F63C0-E069-3D21-5FF2-D487D742DA1C}"/>
                </a:ext>
              </a:extLst>
            </p:cNvPr>
            <p:cNvSpPr txBox="1"/>
            <p:nvPr/>
          </p:nvSpPr>
          <p:spPr>
            <a:xfrm>
              <a:off x="4733204" y="5777376"/>
              <a:ext cx="2196977" cy="380794"/>
            </a:xfrm>
            <a:prstGeom prst="rect">
              <a:avLst/>
            </a:prstGeom>
          </p:spPr>
          <p:txBody>
            <a:bodyPr vert="horz" wrap="square" lIns="0" tIns="11351" rIns="0" bIns="0" rtlCol="0">
              <a:spAutoFit/>
            </a:bodyPr>
            <a:lstStyle/>
            <a:p>
              <a:pPr marL="10319">
                <a:spcBef>
                  <a:spcPts val="89"/>
                </a:spcBef>
              </a:pPr>
              <a:r>
                <a:rPr lang="en-US" noProof="0" dirty="0" err="1">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rwx</a:t>
              </a:r>
              <a:r>
                <a:rPr lang="en-US" sz="2400" spc="-33"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 </a:t>
              </a:r>
              <a:r>
                <a:rPr lang="en-US" noProof="0" dirty="0" err="1">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rwx</a:t>
              </a:r>
              <a:r>
                <a:rPr lang="en-US" sz="2400"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 </a:t>
              </a:r>
              <a:r>
                <a:rPr lang="en-US" sz="2400" noProof="0" dirty="0" err="1">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r</a:t>
              </a:r>
              <a:r>
                <a:rPr lang="en-US" sz="2000" b="1" noProof="0" dirty="0" err="1">
                  <a:solidFill>
                    <a:schemeClr val="bg2"/>
                  </a:solidFill>
                  <a:latin typeface="Hack" panose="020B0609030202020204" pitchFamily="49" charset="0"/>
                  <a:ea typeface="Hack" panose="020B0609030202020204" pitchFamily="49" charset="0"/>
                  <a:cs typeface="Hack" panose="020B0609030202020204" pitchFamily="49" charset="0"/>
                </a:rPr>
                <a:t>wx</a:t>
              </a:r>
              <a:endParaRPr lang="en-US" sz="1950" noProof="0"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grpSp>
      <p:grpSp>
        <p:nvGrpSpPr>
          <p:cNvPr id="105" name="Group 104">
            <a:extLst>
              <a:ext uri="{FF2B5EF4-FFF2-40B4-BE49-F238E27FC236}">
                <a16:creationId xmlns:a16="http://schemas.microsoft.com/office/drawing/2014/main" id="{7219344F-2976-2EDE-E359-E33AEAF0200B}"/>
              </a:ext>
            </a:extLst>
          </p:cNvPr>
          <p:cNvGrpSpPr/>
          <p:nvPr/>
        </p:nvGrpSpPr>
        <p:grpSpPr>
          <a:xfrm>
            <a:off x="1620511" y="2535154"/>
            <a:ext cx="350239" cy="269882"/>
            <a:chOff x="10634693" y="1482534"/>
            <a:chExt cx="393192" cy="313215"/>
          </a:xfrm>
        </p:grpSpPr>
        <p:grpSp>
          <p:nvGrpSpPr>
            <p:cNvPr id="131" name="object 46">
              <a:extLst>
                <a:ext uri="{FF2B5EF4-FFF2-40B4-BE49-F238E27FC236}">
                  <a16:creationId xmlns:a16="http://schemas.microsoft.com/office/drawing/2014/main" id="{ACEAA72C-E515-D5AC-DB5E-037BDE048A4E}"/>
                </a:ext>
              </a:extLst>
            </p:cNvPr>
            <p:cNvGrpSpPr/>
            <p:nvPr/>
          </p:nvGrpSpPr>
          <p:grpSpPr>
            <a:xfrm>
              <a:off x="10634693" y="1482534"/>
              <a:ext cx="393192" cy="313215"/>
              <a:chOff x="3693033" y="1740535"/>
              <a:chExt cx="1147445" cy="471170"/>
            </a:xfrm>
          </p:grpSpPr>
          <p:sp>
            <p:nvSpPr>
              <p:cNvPr id="133" name="object 47">
                <a:extLst>
                  <a:ext uri="{FF2B5EF4-FFF2-40B4-BE49-F238E27FC236}">
                    <a16:creationId xmlns:a16="http://schemas.microsoft.com/office/drawing/2014/main" id="{D5D923E5-44DC-2A9E-64CC-3B8F826C51E8}"/>
                  </a:ext>
                </a:extLst>
              </p:cNvPr>
              <p:cNvSpPr/>
              <p:nvPr/>
            </p:nvSpPr>
            <p:spPr>
              <a:xfrm>
                <a:off x="3705733" y="1753235"/>
                <a:ext cx="1122045" cy="445770"/>
              </a:xfrm>
              <a:custGeom>
                <a:avLst/>
                <a:gdLst/>
                <a:ahLst/>
                <a:cxnLst/>
                <a:rect l="l" t="t" r="r" b="b"/>
                <a:pathLst>
                  <a:path w="1122045" h="445769">
                    <a:moveTo>
                      <a:pt x="560831" y="0"/>
                    </a:moveTo>
                    <a:lnTo>
                      <a:pt x="110997" y="88264"/>
                    </a:lnTo>
                    <a:lnTo>
                      <a:pt x="0" y="286638"/>
                    </a:lnTo>
                    <a:lnTo>
                      <a:pt x="311276" y="445769"/>
                    </a:lnTo>
                    <a:lnTo>
                      <a:pt x="810513" y="445769"/>
                    </a:lnTo>
                    <a:lnTo>
                      <a:pt x="1121790" y="286638"/>
                    </a:lnTo>
                    <a:lnTo>
                      <a:pt x="1010665" y="88264"/>
                    </a:lnTo>
                    <a:lnTo>
                      <a:pt x="560831" y="0"/>
                    </a:lnTo>
                    <a:close/>
                  </a:path>
                </a:pathLst>
              </a:custGeom>
              <a:solidFill>
                <a:srgbClr val="FFFFFF"/>
              </a:solidFill>
            </p:spPr>
            <p:txBody>
              <a:bodyPr wrap="square" lIns="0" tIns="0" rIns="0" bIns="0" rtlCol="0"/>
              <a:lstStyle/>
              <a:p>
                <a:endParaRPr lang="en-US" sz="1463" noProof="0" dirty="0"/>
              </a:p>
            </p:txBody>
          </p:sp>
          <p:sp>
            <p:nvSpPr>
              <p:cNvPr id="134" name="object 48">
                <a:extLst>
                  <a:ext uri="{FF2B5EF4-FFF2-40B4-BE49-F238E27FC236}">
                    <a16:creationId xmlns:a16="http://schemas.microsoft.com/office/drawing/2014/main" id="{269E2E79-1D46-8AF5-83C3-F6E9B66A7B6B}"/>
                  </a:ext>
                </a:extLst>
              </p:cNvPr>
              <p:cNvSpPr/>
              <p:nvPr/>
            </p:nvSpPr>
            <p:spPr>
              <a:xfrm>
                <a:off x="3705733" y="1753235"/>
                <a:ext cx="1122045" cy="445770"/>
              </a:xfrm>
              <a:custGeom>
                <a:avLst/>
                <a:gdLst/>
                <a:ahLst/>
                <a:cxnLst/>
                <a:rect l="l" t="t" r="r" b="b"/>
                <a:pathLst>
                  <a:path w="1122045" h="445769">
                    <a:moveTo>
                      <a:pt x="0" y="286638"/>
                    </a:moveTo>
                    <a:lnTo>
                      <a:pt x="110997" y="88264"/>
                    </a:lnTo>
                    <a:lnTo>
                      <a:pt x="560831" y="0"/>
                    </a:lnTo>
                    <a:lnTo>
                      <a:pt x="1010665" y="88264"/>
                    </a:lnTo>
                    <a:lnTo>
                      <a:pt x="1121790" y="286638"/>
                    </a:lnTo>
                    <a:lnTo>
                      <a:pt x="810513" y="445769"/>
                    </a:lnTo>
                    <a:lnTo>
                      <a:pt x="311276" y="445769"/>
                    </a:lnTo>
                    <a:lnTo>
                      <a:pt x="0" y="286638"/>
                    </a:lnTo>
                    <a:close/>
                  </a:path>
                </a:pathLst>
              </a:custGeom>
              <a:ln w="25400">
                <a:solidFill>
                  <a:srgbClr val="003970"/>
                </a:solidFill>
              </a:ln>
            </p:spPr>
            <p:txBody>
              <a:bodyPr wrap="square" lIns="0" tIns="0" rIns="0" bIns="0" rtlCol="0"/>
              <a:lstStyle/>
              <a:p>
                <a:endParaRPr lang="en-US" sz="1463" noProof="0" dirty="0"/>
              </a:p>
            </p:txBody>
          </p:sp>
        </p:grpSp>
        <p:sp>
          <p:nvSpPr>
            <p:cNvPr id="132" name="object 49">
              <a:extLst>
                <a:ext uri="{FF2B5EF4-FFF2-40B4-BE49-F238E27FC236}">
                  <a16:creationId xmlns:a16="http://schemas.microsoft.com/office/drawing/2014/main" id="{BF640FA8-07C4-013B-073F-2BD758B20B12}"/>
                </a:ext>
              </a:extLst>
            </p:cNvPr>
            <p:cNvSpPr txBox="1"/>
            <p:nvPr/>
          </p:nvSpPr>
          <p:spPr>
            <a:xfrm>
              <a:off x="10684476" y="1553140"/>
              <a:ext cx="293625" cy="172002"/>
            </a:xfrm>
            <a:prstGeom prst="rect">
              <a:avLst/>
            </a:prstGeom>
          </p:spPr>
          <p:txBody>
            <a:bodyPr vert="horz" wrap="square" lIns="0" tIns="10319" rIns="0" bIns="0" rtlCol="0">
              <a:spAutoFit/>
            </a:bodyPr>
            <a:lstStyle/>
            <a:p>
              <a:pPr marL="10319" algn="ctr">
                <a:spcBef>
                  <a:spcPts val="81"/>
                </a:spcBef>
              </a:pPr>
              <a:r>
                <a:rPr lang="en-US" sz="1050" b="1" spc="-4" noProof="0" dirty="0">
                  <a:latin typeface="Arial"/>
                  <a:cs typeface="Arial"/>
                </a:rPr>
                <a:t>NO</a:t>
              </a:r>
              <a:endParaRPr lang="en-US" sz="1050" noProof="0" dirty="0">
                <a:latin typeface="Arial"/>
                <a:cs typeface="Arial"/>
              </a:endParaRPr>
            </a:p>
          </p:txBody>
        </p:sp>
      </p:grpSp>
      <p:grpSp>
        <p:nvGrpSpPr>
          <p:cNvPr id="106" name="Group 105">
            <a:extLst>
              <a:ext uri="{FF2B5EF4-FFF2-40B4-BE49-F238E27FC236}">
                <a16:creationId xmlns:a16="http://schemas.microsoft.com/office/drawing/2014/main" id="{A30EBBBB-7FD1-AB83-B8E3-677BB156FA9D}"/>
              </a:ext>
            </a:extLst>
          </p:cNvPr>
          <p:cNvGrpSpPr/>
          <p:nvPr/>
        </p:nvGrpSpPr>
        <p:grpSpPr>
          <a:xfrm>
            <a:off x="1612243" y="3577194"/>
            <a:ext cx="350239" cy="269882"/>
            <a:chOff x="10634693" y="1482534"/>
            <a:chExt cx="393192" cy="313215"/>
          </a:xfrm>
        </p:grpSpPr>
        <p:grpSp>
          <p:nvGrpSpPr>
            <p:cNvPr id="127" name="object 46">
              <a:extLst>
                <a:ext uri="{FF2B5EF4-FFF2-40B4-BE49-F238E27FC236}">
                  <a16:creationId xmlns:a16="http://schemas.microsoft.com/office/drawing/2014/main" id="{36485E3A-C847-6D54-E74A-FD8DC4371EC8}"/>
                </a:ext>
              </a:extLst>
            </p:cNvPr>
            <p:cNvGrpSpPr/>
            <p:nvPr/>
          </p:nvGrpSpPr>
          <p:grpSpPr>
            <a:xfrm>
              <a:off x="10634693" y="1482534"/>
              <a:ext cx="393192" cy="313215"/>
              <a:chOff x="3693033" y="1740535"/>
              <a:chExt cx="1147445" cy="471170"/>
            </a:xfrm>
          </p:grpSpPr>
          <p:sp>
            <p:nvSpPr>
              <p:cNvPr id="129" name="object 47">
                <a:extLst>
                  <a:ext uri="{FF2B5EF4-FFF2-40B4-BE49-F238E27FC236}">
                    <a16:creationId xmlns:a16="http://schemas.microsoft.com/office/drawing/2014/main" id="{6B38B749-1D15-D3CF-3012-5729DDB02B67}"/>
                  </a:ext>
                </a:extLst>
              </p:cNvPr>
              <p:cNvSpPr/>
              <p:nvPr/>
            </p:nvSpPr>
            <p:spPr>
              <a:xfrm>
                <a:off x="3705733" y="1753235"/>
                <a:ext cx="1122045" cy="445770"/>
              </a:xfrm>
              <a:custGeom>
                <a:avLst/>
                <a:gdLst/>
                <a:ahLst/>
                <a:cxnLst/>
                <a:rect l="l" t="t" r="r" b="b"/>
                <a:pathLst>
                  <a:path w="1122045" h="445769">
                    <a:moveTo>
                      <a:pt x="560831" y="0"/>
                    </a:moveTo>
                    <a:lnTo>
                      <a:pt x="110997" y="88264"/>
                    </a:lnTo>
                    <a:lnTo>
                      <a:pt x="0" y="286638"/>
                    </a:lnTo>
                    <a:lnTo>
                      <a:pt x="311276" y="445769"/>
                    </a:lnTo>
                    <a:lnTo>
                      <a:pt x="810513" y="445769"/>
                    </a:lnTo>
                    <a:lnTo>
                      <a:pt x="1121790" y="286638"/>
                    </a:lnTo>
                    <a:lnTo>
                      <a:pt x="1010665" y="88264"/>
                    </a:lnTo>
                    <a:lnTo>
                      <a:pt x="560831" y="0"/>
                    </a:lnTo>
                    <a:close/>
                  </a:path>
                </a:pathLst>
              </a:custGeom>
              <a:solidFill>
                <a:srgbClr val="FFFFFF"/>
              </a:solidFill>
            </p:spPr>
            <p:txBody>
              <a:bodyPr wrap="square" lIns="0" tIns="0" rIns="0" bIns="0" rtlCol="0"/>
              <a:lstStyle/>
              <a:p>
                <a:endParaRPr lang="en-US" sz="1463" noProof="0" dirty="0"/>
              </a:p>
            </p:txBody>
          </p:sp>
          <p:sp>
            <p:nvSpPr>
              <p:cNvPr id="130" name="object 48">
                <a:extLst>
                  <a:ext uri="{FF2B5EF4-FFF2-40B4-BE49-F238E27FC236}">
                    <a16:creationId xmlns:a16="http://schemas.microsoft.com/office/drawing/2014/main" id="{2B76AAA2-7546-CDF1-FFD6-0969B6121155}"/>
                  </a:ext>
                </a:extLst>
              </p:cNvPr>
              <p:cNvSpPr/>
              <p:nvPr/>
            </p:nvSpPr>
            <p:spPr>
              <a:xfrm>
                <a:off x="3705733" y="1753235"/>
                <a:ext cx="1122045" cy="445770"/>
              </a:xfrm>
              <a:custGeom>
                <a:avLst/>
                <a:gdLst/>
                <a:ahLst/>
                <a:cxnLst/>
                <a:rect l="l" t="t" r="r" b="b"/>
                <a:pathLst>
                  <a:path w="1122045" h="445769">
                    <a:moveTo>
                      <a:pt x="0" y="286638"/>
                    </a:moveTo>
                    <a:lnTo>
                      <a:pt x="110997" y="88264"/>
                    </a:lnTo>
                    <a:lnTo>
                      <a:pt x="560831" y="0"/>
                    </a:lnTo>
                    <a:lnTo>
                      <a:pt x="1010665" y="88264"/>
                    </a:lnTo>
                    <a:lnTo>
                      <a:pt x="1121790" y="286638"/>
                    </a:lnTo>
                    <a:lnTo>
                      <a:pt x="810513" y="445769"/>
                    </a:lnTo>
                    <a:lnTo>
                      <a:pt x="311276" y="445769"/>
                    </a:lnTo>
                    <a:lnTo>
                      <a:pt x="0" y="286638"/>
                    </a:lnTo>
                    <a:close/>
                  </a:path>
                </a:pathLst>
              </a:custGeom>
              <a:ln w="25400">
                <a:solidFill>
                  <a:srgbClr val="003970"/>
                </a:solidFill>
              </a:ln>
            </p:spPr>
            <p:txBody>
              <a:bodyPr wrap="square" lIns="0" tIns="0" rIns="0" bIns="0" rtlCol="0"/>
              <a:lstStyle/>
              <a:p>
                <a:endParaRPr lang="en-US" sz="1463" noProof="0" dirty="0"/>
              </a:p>
            </p:txBody>
          </p:sp>
        </p:grpSp>
        <p:sp>
          <p:nvSpPr>
            <p:cNvPr id="128" name="object 49">
              <a:extLst>
                <a:ext uri="{FF2B5EF4-FFF2-40B4-BE49-F238E27FC236}">
                  <a16:creationId xmlns:a16="http://schemas.microsoft.com/office/drawing/2014/main" id="{64B1B196-3C79-97F6-8A66-E8C7B6EB49AC}"/>
                </a:ext>
              </a:extLst>
            </p:cNvPr>
            <p:cNvSpPr txBox="1"/>
            <p:nvPr/>
          </p:nvSpPr>
          <p:spPr>
            <a:xfrm>
              <a:off x="10684476" y="1553140"/>
              <a:ext cx="293625" cy="172002"/>
            </a:xfrm>
            <a:prstGeom prst="rect">
              <a:avLst/>
            </a:prstGeom>
          </p:spPr>
          <p:txBody>
            <a:bodyPr vert="horz" wrap="square" lIns="0" tIns="10319" rIns="0" bIns="0" rtlCol="0">
              <a:spAutoFit/>
            </a:bodyPr>
            <a:lstStyle/>
            <a:p>
              <a:pPr marL="10319" algn="ctr">
                <a:spcBef>
                  <a:spcPts val="81"/>
                </a:spcBef>
              </a:pPr>
              <a:r>
                <a:rPr lang="en-US" sz="1050" b="1" spc="-4" noProof="0" dirty="0">
                  <a:latin typeface="Arial"/>
                  <a:cs typeface="Arial"/>
                </a:rPr>
                <a:t>NO</a:t>
              </a:r>
              <a:endParaRPr lang="en-US" sz="1050" noProof="0" dirty="0">
                <a:latin typeface="Arial"/>
                <a:cs typeface="Arial"/>
              </a:endParaRPr>
            </a:p>
          </p:txBody>
        </p:sp>
      </p:grpSp>
      <p:grpSp>
        <p:nvGrpSpPr>
          <p:cNvPr id="107" name="Group 106">
            <a:extLst>
              <a:ext uri="{FF2B5EF4-FFF2-40B4-BE49-F238E27FC236}">
                <a16:creationId xmlns:a16="http://schemas.microsoft.com/office/drawing/2014/main" id="{EEC612C2-A158-5FA5-B571-3D50B9B3147B}"/>
              </a:ext>
            </a:extLst>
          </p:cNvPr>
          <p:cNvGrpSpPr/>
          <p:nvPr/>
        </p:nvGrpSpPr>
        <p:grpSpPr>
          <a:xfrm>
            <a:off x="1613144" y="4595684"/>
            <a:ext cx="350239" cy="269882"/>
            <a:chOff x="10634693" y="1482534"/>
            <a:chExt cx="393192" cy="313215"/>
          </a:xfrm>
        </p:grpSpPr>
        <p:grpSp>
          <p:nvGrpSpPr>
            <p:cNvPr id="123" name="object 46">
              <a:extLst>
                <a:ext uri="{FF2B5EF4-FFF2-40B4-BE49-F238E27FC236}">
                  <a16:creationId xmlns:a16="http://schemas.microsoft.com/office/drawing/2014/main" id="{DE80D437-32F6-7494-3D5F-E345B40BC86F}"/>
                </a:ext>
              </a:extLst>
            </p:cNvPr>
            <p:cNvGrpSpPr/>
            <p:nvPr/>
          </p:nvGrpSpPr>
          <p:grpSpPr>
            <a:xfrm>
              <a:off x="10634693" y="1482534"/>
              <a:ext cx="393192" cy="313215"/>
              <a:chOff x="3693033" y="1740535"/>
              <a:chExt cx="1147445" cy="471170"/>
            </a:xfrm>
          </p:grpSpPr>
          <p:sp>
            <p:nvSpPr>
              <p:cNvPr id="125" name="object 47">
                <a:extLst>
                  <a:ext uri="{FF2B5EF4-FFF2-40B4-BE49-F238E27FC236}">
                    <a16:creationId xmlns:a16="http://schemas.microsoft.com/office/drawing/2014/main" id="{9D8859FD-0D1A-3DBC-9CF7-3D4F123E2E18}"/>
                  </a:ext>
                </a:extLst>
              </p:cNvPr>
              <p:cNvSpPr/>
              <p:nvPr/>
            </p:nvSpPr>
            <p:spPr>
              <a:xfrm>
                <a:off x="3705733" y="1753235"/>
                <a:ext cx="1122045" cy="445770"/>
              </a:xfrm>
              <a:custGeom>
                <a:avLst/>
                <a:gdLst/>
                <a:ahLst/>
                <a:cxnLst/>
                <a:rect l="l" t="t" r="r" b="b"/>
                <a:pathLst>
                  <a:path w="1122045" h="445769">
                    <a:moveTo>
                      <a:pt x="560831" y="0"/>
                    </a:moveTo>
                    <a:lnTo>
                      <a:pt x="110997" y="88264"/>
                    </a:lnTo>
                    <a:lnTo>
                      <a:pt x="0" y="286638"/>
                    </a:lnTo>
                    <a:lnTo>
                      <a:pt x="311276" y="445769"/>
                    </a:lnTo>
                    <a:lnTo>
                      <a:pt x="810513" y="445769"/>
                    </a:lnTo>
                    <a:lnTo>
                      <a:pt x="1121790" y="286638"/>
                    </a:lnTo>
                    <a:lnTo>
                      <a:pt x="1010665" y="88264"/>
                    </a:lnTo>
                    <a:lnTo>
                      <a:pt x="560831" y="0"/>
                    </a:lnTo>
                    <a:close/>
                  </a:path>
                </a:pathLst>
              </a:custGeom>
              <a:solidFill>
                <a:srgbClr val="FFFFFF"/>
              </a:solidFill>
            </p:spPr>
            <p:txBody>
              <a:bodyPr wrap="square" lIns="0" tIns="0" rIns="0" bIns="0" rtlCol="0"/>
              <a:lstStyle/>
              <a:p>
                <a:endParaRPr lang="en-US" sz="1463" noProof="0" dirty="0"/>
              </a:p>
            </p:txBody>
          </p:sp>
          <p:sp>
            <p:nvSpPr>
              <p:cNvPr id="126" name="object 48">
                <a:extLst>
                  <a:ext uri="{FF2B5EF4-FFF2-40B4-BE49-F238E27FC236}">
                    <a16:creationId xmlns:a16="http://schemas.microsoft.com/office/drawing/2014/main" id="{484639B0-EFE8-0E71-1435-3BFE1655C80C}"/>
                  </a:ext>
                </a:extLst>
              </p:cNvPr>
              <p:cNvSpPr/>
              <p:nvPr/>
            </p:nvSpPr>
            <p:spPr>
              <a:xfrm>
                <a:off x="3705733" y="1753235"/>
                <a:ext cx="1122045" cy="445770"/>
              </a:xfrm>
              <a:custGeom>
                <a:avLst/>
                <a:gdLst/>
                <a:ahLst/>
                <a:cxnLst/>
                <a:rect l="l" t="t" r="r" b="b"/>
                <a:pathLst>
                  <a:path w="1122045" h="445769">
                    <a:moveTo>
                      <a:pt x="0" y="286638"/>
                    </a:moveTo>
                    <a:lnTo>
                      <a:pt x="110997" y="88264"/>
                    </a:lnTo>
                    <a:lnTo>
                      <a:pt x="560831" y="0"/>
                    </a:lnTo>
                    <a:lnTo>
                      <a:pt x="1010665" y="88264"/>
                    </a:lnTo>
                    <a:lnTo>
                      <a:pt x="1121790" y="286638"/>
                    </a:lnTo>
                    <a:lnTo>
                      <a:pt x="810513" y="445769"/>
                    </a:lnTo>
                    <a:lnTo>
                      <a:pt x="311276" y="445769"/>
                    </a:lnTo>
                    <a:lnTo>
                      <a:pt x="0" y="286638"/>
                    </a:lnTo>
                    <a:close/>
                  </a:path>
                </a:pathLst>
              </a:custGeom>
              <a:ln w="25400">
                <a:solidFill>
                  <a:srgbClr val="003970"/>
                </a:solidFill>
              </a:ln>
            </p:spPr>
            <p:txBody>
              <a:bodyPr wrap="square" lIns="0" tIns="0" rIns="0" bIns="0" rtlCol="0"/>
              <a:lstStyle/>
              <a:p>
                <a:endParaRPr lang="en-US" sz="1463" noProof="0" dirty="0"/>
              </a:p>
            </p:txBody>
          </p:sp>
        </p:grpSp>
        <p:sp>
          <p:nvSpPr>
            <p:cNvPr id="124" name="object 49">
              <a:extLst>
                <a:ext uri="{FF2B5EF4-FFF2-40B4-BE49-F238E27FC236}">
                  <a16:creationId xmlns:a16="http://schemas.microsoft.com/office/drawing/2014/main" id="{5E57902D-3B8B-3887-713D-86C74BB7DC36}"/>
                </a:ext>
              </a:extLst>
            </p:cNvPr>
            <p:cNvSpPr txBox="1"/>
            <p:nvPr/>
          </p:nvSpPr>
          <p:spPr>
            <a:xfrm>
              <a:off x="10684476" y="1553140"/>
              <a:ext cx="293625" cy="172002"/>
            </a:xfrm>
            <a:prstGeom prst="rect">
              <a:avLst/>
            </a:prstGeom>
          </p:spPr>
          <p:txBody>
            <a:bodyPr vert="horz" wrap="square" lIns="0" tIns="10319" rIns="0" bIns="0" rtlCol="0">
              <a:spAutoFit/>
            </a:bodyPr>
            <a:lstStyle/>
            <a:p>
              <a:pPr marL="10319" algn="ctr">
                <a:spcBef>
                  <a:spcPts val="81"/>
                </a:spcBef>
              </a:pPr>
              <a:r>
                <a:rPr lang="en-US" sz="1050" b="1" spc="-4" noProof="0" dirty="0">
                  <a:latin typeface="Arial"/>
                  <a:cs typeface="Arial"/>
                </a:rPr>
                <a:t>NO</a:t>
              </a:r>
              <a:endParaRPr lang="en-US" sz="1050" noProof="0" dirty="0">
                <a:latin typeface="Arial"/>
                <a:cs typeface="Arial"/>
              </a:endParaRPr>
            </a:p>
          </p:txBody>
        </p:sp>
      </p:grpSp>
      <p:grpSp>
        <p:nvGrpSpPr>
          <p:cNvPr id="108" name="Group 107">
            <a:extLst>
              <a:ext uri="{FF2B5EF4-FFF2-40B4-BE49-F238E27FC236}">
                <a16:creationId xmlns:a16="http://schemas.microsoft.com/office/drawing/2014/main" id="{D3F06A6D-125A-5081-0F75-6C83972BB31A}"/>
              </a:ext>
            </a:extLst>
          </p:cNvPr>
          <p:cNvGrpSpPr/>
          <p:nvPr/>
        </p:nvGrpSpPr>
        <p:grpSpPr>
          <a:xfrm>
            <a:off x="3212150" y="2064288"/>
            <a:ext cx="426189" cy="360249"/>
            <a:chOff x="10634693" y="1482534"/>
            <a:chExt cx="393192" cy="313215"/>
          </a:xfrm>
        </p:grpSpPr>
        <p:grpSp>
          <p:nvGrpSpPr>
            <p:cNvPr id="119" name="object 46">
              <a:extLst>
                <a:ext uri="{FF2B5EF4-FFF2-40B4-BE49-F238E27FC236}">
                  <a16:creationId xmlns:a16="http://schemas.microsoft.com/office/drawing/2014/main" id="{4BA1D0DA-EE51-672B-9E91-9CA8605AB405}"/>
                </a:ext>
              </a:extLst>
            </p:cNvPr>
            <p:cNvGrpSpPr/>
            <p:nvPr/>
          </p:nvGrpSpPr>
          <p:grpSpPr>
            <a:xfrm>
              <a:off x="10634693" y="1482534"/>
              <a:ext cx="393192" cy="313215"/>
              <a:chOff x="3693033" y="1740535"/>
              <a:chExt cx="1147445" cy="471170"/>
            </a:xfrm>
          </p:grpSpPr>
          <p:sp>
            <p:nvSpPr>
              <p:cNvPr id="121" name="object 47">
                <a:extLst>
                  <a:ext uri="{FF2B5EF4-FFF2-40B4-BE49-F238E27FC236}">
                    <a16:creationId xmlns:a16="http://schemas.microsoft.com/office/drawing/2014/main" id="{38FBF197-1454-7D5D-FB10-FA365A620784}"/>
                  </a:ext>
                </a:extLst>
              </p:cNvPr>
              <p:cNvSpPr/>
              <p:nvPr/>
            </p:nvSpPr>
            <p:spPr>
              <a:xfrm>
                <a:off x="3705733" y="1753235"/>
                <a:ext cx="1122045" cy="445770"/>
              </a:xfrm>
              <a:custGeom>
                <a:avLst/>
                <a:gdLst/>
                <a:ahLst/>
                <a:cxnLst/>
                <a:rect l="l" t="t" r="r" b="b"/>
                <a:pathLst>
                  <a:path w="1122045" h="445769">
                    <a:moveTo>
                      <a:pt x="560831" y="0"/>
                    </a:moveTo>
                    <a:lnTo>
                      <a:pt x="110997" y="88264"/>
                    </a:lnTo>
                    <a:lnTo>
                      <a:pt x="0" y="286638"/>
                    </a:lnTo>
                    <a:lnTo>
                      <a:pt x="311276" y="445769"/>
                    </a:lnTo>
                    <a:lnTo>
                      <a:pt x="810513" y="445769"/>
                    </a:lnTo>
                    <a:lnTo>
                      <a:pt x="1121790" y="286638"/>
                    </a:lnTo>
                    <a:lnTo>
                      <a:pt x="1010665" y="88264"/>
                    </a:lnTo>
                    <a:lnTo>
                      <a:pt x="560831" y="0"/>
                    </a:lnTo>
                    <a:close/>
                  </a:path>
                </a:pathLst>
              </a:custGeom>
              <a:solidFill>
                <a:srgbClr val="FFFFFF"/>
              </a:solidFill>
            </p:spPr>
            <p:txBody>
              <a:bodyPr wrap="square" lIns="0" tIns="0" rIns="0" bIns="0" rtlCol="0"/>
              <a:lstStyle/>
              <a:p>
                <a:endParaRPr lang="en-US" sz="1463" noProof="0" dirty="0"/>
              </a:p>
            </p:txBody>
          </p:sp>
          <p:sp>
            <p:nvSpPr>
              <p:cNvPr id="122" name="object 48">
                <a:extLst>
                  <a:ext uri="{FF2B5EF4-FFF2-40B4-BE49-F238E27FC236}">
                    <a16:creationId xmlns:a16="http://schemas.microsoft.com/office/drawing/2014/main" id="{0F54655D-305A-1041-D2E8-97B851682891}"/>
                  </a:ext>
                </a:extLst>
              </p:cNvPr>
              <p:cNvSpPr/>
              <p:nvPr/>
            </p:nvSpPr>
            <p:spPr>
              <a:xfrm>
                <a:off x="3705733" y="1753235"/>
                <a:ext cx="1122045" cy="445770"/>
              </a:xfrm>
              <a:custGeom>
                <a:avLst/>
                <a:gdLst/>
                <a:ahLst/>
                <a:cxnLst/>
                <a:rect l="l" t="t" r="r" b="b"/>
                <a:pathLst>
                  <a:path w="1122045" h="445769">
                    <a:moveTo>
                      <a:pt x="0" y="286638"/>
                    </a:moveTo>
                    <a:lnTo>
                      <a:pt x="110997" y="88264"/>
                    </a:lnTo>
                    <a:lnTo>
                      <a:pt x="560831" y="0"/>
                    </a:lnTo>
                    <a:lnTo>
                      <a:pt x="1010665" y="88264"/>
                    </a:lnTo>
                    <a:lnTo>
                      <a:pt x="1121790" y="286638"/>
                    </a:lnTo>
                    <a:lnTo>
                      <a:pt x="810513" y="445769"/>
                    </a:lnTo>
                    <a:lnTo>
                      <a:pt x="311276" y="445769"/>
                    </a:lnTo>
                    <a:lnTo>
                      <a:pt x="0" y="286638"/>
                    </a:lnTo>
                    <a:close/>
                  </a:path>
                </a:pathLst>
              </a:custGeom>
              <a:ln w="25400">
                <a:solidFill>
                  <a:srgbClr val="003970"/>
                </a:solidFill>
              </a:ln>
            </p:spPr>
            <p:txBody>
              <a:bodyPr wrap="square" lIns="0" tIns="0" rIns="0" bIns="0" rtlCol="0"/>
              <a:lstStyle/>
              <a:p>
                <a:endParaRPr lang="en-US" sz="1463" noProof="0" dirty="0"/>
              </a:p>
            </p:txBody>
          </p:sp>
        </p:grpSp>
        <p:sp>
          <p:nvSpPr>
            <p:cNvPr id="120" name="object 49">
              <a:extLst>
                <a:ext uri="{FF2B5EF4-FFF2-40B4-BE49-F238E27FC236}">
                  <a16:creationId xmlns:a16="http://schemas.microsoft.com/office/drawing/2014/main" id="{D8F49F42-0B9E-4CF0-CC2C-DC132839BC96}"/>
                </a:ext>
              </a:extLst>
            </p:cNvPr>
            <p:cNvSpPr txBox="1"/>
            <p:nvPr/>
          </p:nvSpPr>
          <p:spPr>
            <a:xfrm>
              <a:off x="10684476" y="1553140"/>
              <a:ext cx="293625" cy="172002"/>
            </a:xfrm>
            <a:prstGeom prst="rect">
              <a:avLst/>
            </a:prstGeom>
          </p:spPr>
          <p:txBody>
            <a:bodyPr vert="horz" wrap="square" lIns="0" tIns="10319" rIns="0" bIns="0" rtlCol="0">
              <a:spAutoFit/>
            </a:bodyPr>
            <a:lstStyle/>
            <a:p>
              <a:pPr marL="10319" algn="ctr">
                <a:spcBef>
                  <a:spcPts val="81"/>
                </a:spcBef>
              </a:pPr>
              <a:r>
                <a:rPr lang="en-US" sz="1050" b="1" spc="-4" noProof="0" dirty="0">
                  <a:latin typeface="Arial"/>
                  <a:cs typeface="Arial"/>
                </a:rPr>
                <a:t>YES</a:t>
              </a:r>
              <a:endParaRPr lang="en-US" sz="1050" noProof="0" dirty="0">
                <a:latin typeface="Arial"/>
                <a:cs typeface="Arial"/>
              </a:endParaRPr>
            </a:p>
          </p:txBody>
        </p:sp>
      </p:grpSp>
      <p:grpSp>
        <p:nvGrpSpPr>
          <p:cNvPr id="109" name="Group 108">
            <a:extLst>
              <a:ext uri="{FF2B5EF4-FFF2-40B4-BE49-F238E27FC236}">
                <a16:creationId xmlns:a16="http://schemas.microsoft.com/office/drawing/2014/main" id="{99F557B2-388E-8DBF-EEB3-E6F734A7BBC3}"/>
              </a:ext>
            </a:extLst>
          </p:cNvPr>
          <p:cNvGrpSpPr/>
          <p:nvPr/>
        </p:nvGrpSpPr>
        <p:grpSpPr>
          <a:xfrm>
            <a:off x="3186671" y="3049295"/>
            <a:ext cx="446951" cy="407893"/>
            <a:chOff x="10634693" y="1482534"/>
            <a:chExt cx="393192" cy="313215"/>
          </a:xfrm>
        </p:grpSpPr>
        <p:grpSp>
          <p:nvGrpSpPr>
            <p:cNvPr id="115" name="object 46">
              <a:extLst>
                <a:ext uri="{FF2B5EF4-FFF2-40B4-BE49-F238E27FC236}">
                  <a16:creationId xmlns:a16="http://schemas.microsoft.com/office/drawing/2014/main" id="{B220C0B5-DE31-26E3-17D5-56A5F72D0061}"/>
                </a:ext>
              </a:extLst>
            </p:cNvPr>
            <p:cNvGrpSpPr/>
            <p:nvPr/>
          </p:nvGrpSpPr>
          <p:grpSpPr>
            <a:xfrm>
              <a:off x="10634693" y="1482534"/>
              <a:ext cx="393192" cy="313215"/>
              <a:chOff x="3693033" y="1740535"/>
              <a:chExt cx="1147445" cy="471170"/>
            </a:xfrm>
          </p:grpSpPr>
          <p:sp>
            <p:nvSpPr>
              <p:cNvPr id="117" name="object 47">
                <a:extLst>
                  <a:ext uri="{FF2B5EF4-FFF2-40B4-BE49-F238E27FC236}">
                    <a16:creationId xmlns:a16="http://schemas.microsoft.com/office/drawing/2014/main" id="{1F432F5A-C235-B4A2-829F-A5A22BC2CF10}"/>
                  </a:ext>
                </a:extLst>
              </p:cNvPr>
              <p:cNvSpPr/>
              <p:nvPr/>
            </p:nvSpPr>
            <p:spPr>
              <a:xfrm>
                <a:off x="3705733" y="1753235"/>
                <a:ext cx="1122045" cy="445770"/>
              </a:xfrm>
              <a:custGeom>
                <a:avLst/>
                <a:gdLst/>
                <a:ahLst/>
                <a:cxnLst/>
                <a:rect l="l" t="t" r="r" b="b"/>
                <a:pathLst>
                  <a:path w="1122045" h="445769">
                    <a:moveTo>
                      <a:pt x="560831" y="0"/>
                    </a:moveTo>
                    <a:lnTo>
                      <a:pt x="110997" y="88264"/>
                    </a:lnTo>
                    <a:lnTo>
                      <a:pt x="0" y="286638"/>
                    </a:lnTo>
                    <a:lnTo>
                      <a:pt x="311276" y="445769"/>
                    </a:lnTo>
                    <a:lnTo>
                      <a:pt x="810513" y="445769"/>
                    </a:lnTo>
                    <a:lnTo>
                      <a:pt x="1121790" y="286638"/>
                    </a:lnTo>
                    <a:lnTo>
                      <a:pt x="1010665" y="88264"/>
                    </a:lnTo>
                    <a:lnTo>
                      <a:pt x="560831" y="0"/>
                    </a:lnTo>
                    <a:close/>
                  </a:path>
                </a:pathLst>
              </a:custGeom>
              <a:solidFill>
                <a:srgbClr val="FFFFFF"/>
              </a:solidFill>
            </p:spPr>
            <p:txBody>
              <a:bodyPr wrap="square" lIns="0" tIns="0" rIns="0" bIns="0" rtlCol="0"/>
              <a:lstStyle/>
              <a:p>
                <a:endParaRPr lang="en-US" sz="1463" noProof="0" dirty="0"/>
              </a:p>
            </p:txBody>
          </p:sp>
          <p:sp>
            <p:nvSpPr>
              <p:cNvPr id="118" name="object 48">
                <a:extLst>
                  <a:ext uri="{FF2B5EF4-FFF2-40B4-BE49-F238E27FC236}">
                    <a16:creationId xmlns:a16="http://schemas.microsoft.com/office/drawing/2014/main" id="{10C27C3A-FFCF-61DC-0549-D2FFF7E3248B}"/>
                  </a:ext>
                </a:extLst>
              </p:cNvPr>
              <p:cNvSpPr/>
              <p:nvPr/>
            </p:nvSpPr>
            <p:spPr>
              <a:xfrm>
                <a:off x="3705733" y="1753235"/>
                <a:ext cx="1122045" cy="445770"/>
              </a:xfrm>
              <a:custGeom>
                <a:avLst/>
                <a:gdLst/>
                <a:ahLst/>
                <a:cxnLst/>
                <a:rect l="l" t="t" r="r" b="b"/>
                <a:pathLst>
                  <a:path w="1122045" h="445769">
                    <a:moveTo>
                      <a:pt x="0" y="286638"/>
                    </a:moveTo>
                    <a:lnTo>
                      <a:pt x="110997" y="88264"/>
                    </a:lnTo>
                    <a:lnTo>
                      <a:pt x="560831" y="0"/>
                    </a:lnTo>
                    <a:lnTo>
                      <a:pt x="1010665" y="88264"/>
                    </a:lnTo>
                    <a:lnTo>
                      <a:pt x="1121790" y="286638"/>
                    </a:lnTo>
                    <a:lnTo>
                      <a:pt x="810513" y="445769"/>
                    </a:lnTo>
                    <a:lnTo>
                      <a:pt x="311276" y="445769"/>
                    </a:lnTo>
                    <a:lnTo>
                      <a:pt x="0" y="286638"/>
                    </a:lnTo>
                    <a:close/>
                  </a:path>
                </a:pathLst>
              </a:custGeom>
              <a:ln w="25400">
                <a:solidFill>
                  <a:srgbClr val="003970"/>
                </a:solidFill>
              </a:ln>
            </p:spPr>
            <p:txBody>
              <a:bodyPr wrap="square" lIns="0" tIns="0" rIns="0" bIns="0" rtlCol="0"/>
              <a:lstStyle/>
              <a:p>
                <a:endParaRPr lang="en-US" sz="1463" noProof="0" dirty="0"/>
              </a:p>
            </p:txBody>
          </p:sp>
        </p:grpSp>
        <p:sp>
          <p:nvSpPr>
            <p:cNvPr id="116" name="object 49">
              <a:extLst>
                <a:ext uri="{FF2B5EF4-FFF2-40B4-BE49-F238E27FC236}">
                  <a16:creationId xmlns:a16="http://schemas.microsoft.com/office/drawing/2014/main" id="{733C4499-D9B0-370E-6C4E-E690A6A01498}"/>
                </a:ext>
              </a:extLst>
            </p:cNvPr>
            <p:cNvSpPr txBox="1"/>
            <p:nvPr/>
          </p:nvSpPr>
          <p:spPr>
            <a:xfrm>
              <a:off x="10684476" y="1553140"/>
              <a:ext cx="293625" cy="172002"/>
            </a:xfrm>
            <a:prstGeom prst="rect">
              <a:avLst/>
            </a:prstGeom>
          </p:spPr>
          <p:txBody>
            <a:bodyPr vert="horz" wrap="square" lIns="0" tIns="10319" rIns="0" bIns="0" rtlCol="0">
              <a:spAutoFit/>
            </a:bodyPr>
            <a:lstStyle/>
            <a:p>
              <a:pPr marL="10319" algn="ctr">
                <a:spcBef>
                  <a:spcPts val="81"/>
                </a:spcBef>
              </a:pPr>
              <a:r>
                <a:rPr lang="en-US" sz="1050" b="1" spc="-4" noProof="0" dirty="0">
                  <a:latin typeface="Arial"/>
                  <a:cs typeface="Arial"/>
                </a:rPr>
                <a:t>YES</a:t>
              </a:r>
              <a:endParaRPr lang="en-US" sz="1050" noProof="0" dirty="0">
                <a:latin typeface="Arial"/>
                <a:cs typeface="Arial"/>
              </a:endParaRPr>
            </a:p>
          </p:txBody>
        </p:sp>
      </p:grpSp>
      <p:grpSp>
        <p:nvGrpSpPr>
          <p:cNvPr id="110" name="Group 109">
            <a:extLst>
              <a:ext uri="{FF2B5EF4-FFF2-40B4-BE49-F238E27FC236}">
                <a16:creationId xmlns:a16="http://schemas.microsoft.com/office/drawing/2014/main" id="{93380F54-46BA-DFDD-817D-78AAE6EF12BC}"/>
              </a:ext>
            </a:extLst>
          </p:cNvPr>
          <p:cNvGrpSpPr/>
          <p:nvPr/>
        </p:nvGrpSpPr>
        <p:grpSpPr>
          <a:xfrm>
            <a:off x="3181596" y="4162916"/>
            <a:ext cx="458561" cy="440041"/>
            <a:chOff x="10634693" y="1482534"/>
            <a:chExt cx="393192" cy="313215"/>
          </a:xfrm>
        </p:grpSpPr>
        <p:grpSp>
          <p:nvGrpSpPr>
            <p:cNvPr id="111" name="object 46">
              <a:extLst>
                <a:ext uri="{FF2B5EF4-FFF2-40B4-BE49-F238E27FC236}">
                  <a16:creationId xmlns:a16="http://schemas.microsoft.com/office/drawing/2014/main" id="{C98B9276-422B-1AF4-B048-4A6C92774E86}"/>
                </a:ext>
              </a:extLst>
            </p:cNvPr>
            <p:cNvGrpSpPr/>
            <p:nvPr/>
          </p:nvGrpSpPr>
          <p:grpSpPr>
            <a:xfrm>
              <a:off x="10634693" y="1482534"/>
              <a:ext cx="393192" cy="313215"/>
              <a:chOff x="3693033" y="1740535"/>
              <a:chExt cx="1147445" cy="471170"/>
            </a:xfrm>
          </p:grpSpPr>
          <p:sp>
            <p:nvSpPr>
              <p:cNvPr id="113" name="object 47">
                <a:extLst>
                  <a:ext uri="{FF2B5EF4-FFF2-40B4-BE49-F238E27FC236}">
                    <a16:creationId xmlns:a16="http://schemas.microsoft.com/office/drawing/2014/main" id="{06DA7EC8-56B4-55AF-91A9-75DC3843FA63}"/>
                  </a:ext>
                </a:extLst>
              </p:cNvPr>
              <p:cNvSpPr/>
              <p:nvPr/>
            </p:nvSpPr>
            <p:spPr>
              <a:xfrm>
                <a:off x="3705733" y="1753235"/>
                <a:ext cx="1122045" cy="445770"/>
              </a:xfrm>
              <a:custGeom>
                <a:avLst/>
                <a:gdLst/>
                <a:ahLst/>
                <a:cxnLst/>
                <a:rect l="l" t="t" r="r" b="b"/>
                <a:pathLst>
                  <a:path w="1122045" h="445769">
                    <a:moveTo>
                      <a:pt x="560831" y="0"/>
                    </a:moveTo>
                    <a:lnTo>
                      <a:pt x="110997" y="88264"/>
                    </a:lnTo>
                    <a:lnTo>
                      <a:pt x="0" y="286638"/>
                    </a:lnTo>
                    <a:lnTo>
                      <a:pt x="311276" y="445769"/>
                    </a:lnTo>
                    <a:lnTo>
                      <a:pt x="810513" y="445769"/>
                    </a:lnTo>
                    <a:lnTo>
                      <a:pt x="1121790" y="286638"/>
                    </a:lnTo>
                    <a:lnTo>
                      <a:pt x="1010665" y="88264"/>
                    </a:lnTo>
                    <a:lnTo>
                      <a:pt x="560831" y="0"/>
                    </a:lnTo>
                    <a:close/>
                  </a:path>
                </a:pathLst>
              </a:custGeom>
              <a:solidFill>
                <a:srgbClr val="FFFFFF"/>
              </a:solidFill>
            </p:spPr>
            <p:txBody>
              <a:bodyPr wrap="square" lIns="0" tIns="0" rIns="0" bIns="0" rtlCol="0"/>
              <a:lstStyle/>
              <a:p>
                <a:endParaRPr lang="en-US" sz="1463" noProof="0" dirty="0"/>
              </a:p>
            </p:txBody>
          </p:sp>
          <p:sp>
            <p:nvSpPr>
              <p:cNvPr id="114" name="object 48">
                <a:extLst>
                  <a:ext uri="{FF2B5EF4-FFF2-40B4-BE49-F238E27FC236}">
                    <a16:creationId xmlns:a16="http://schemas.microsoft.com/office/drawing/2014/main" id="{FAF1E3FB-E7F0-B0A3-CAB5-01CF358040D5}"/>
                  </a:ext>
                </a:extLst>
              </p:cNvPr>
              <p:cNvSpPr/>
              <p:nvPr/>
            </p:nvSpPr>
            <p:spPr>
              <a:xfrm>
                <a:off x="3705733" y="1753235"/>
                <a:ext cx="1122045" cy="445770"/>
              </a:xfrm>
              <a:custGeom>
                <a:avLst/>
                <a:gdLst/>
                <a:ahLst/>
                <a:cxnLst/>
                <a:rect l="l" t="t" r="r" b="b"/>
                <a:pathLst>
                  <a:path w="1122045" h="445769">
                    <a:moveTo>
                      <a:pt x="0" y="286638"/>
                    </a:moveTo>
                    <a:lnTo>
                      <a:pt x="110997" y="88264"/>
                    </a:lnTo>
                    <a:lnTo>
                      <a:pt x="560831" y="0"/>
                    </a:lnTo>
                    <a:lnTo>
                      <a:pt x="1010665" y="88264"/>
                    </a:lnTo>
                    <a:lnTo>
                      <a:pt x="1121790" y="286638"/>
                    </a:lnTo>
                    <a:lnTo>
                      <a:pt x="810513" y="445769"/>
                    </a:lnTo>
                    <a:lnTo>
                      <a:pt x="311276" y="445769"/>
                    </a:lnTo>
                    <a:lnTo>
                      <a:pt x="0" y="286638"/>
                    </a:lnTo>
                    <a:close/>
                  </a:path>
                </a:pathLst>
              </a:custGeom>
              <a:ln w="25400">
                <a:solidFill>
                  <a:srgbClr val="003970"/>
                </a:solidFill>
              </a:ln>
            </p:spPr>
            <p:txBody>
              <a:bodyPr wrap="square" lIns="0" tIns="0" rIns="0" bIns="0" rtlCol="0"/>
              <a:lstStyle/>
              <a:p>
                <a:endParaRPr lang="en-US" sz="1463" noProof="0" dirty="0"/>
              </a:p>
            </p:txBody>
          </p:sp>
        </p:grpSp>
        <p:sp>
          <p:nvSpPr>
            <p:cNvPr id="112" name="object 49">
              <a:extLst>
                <a:ext uri="{FF2B5EF4-FFF2-40B4-BE49-F238E27FC236}">
                  <a16:creationId xmlns:a16="http://schemas.microsoft.com/office/drawing/2014/main" id="{0C2278CA-22A2-AA09-EBD6-2283BA3CFDC7}"/>
                </a:ext>
              </a:extLst>
            </p:cNvPr>
            <p:cNvSpPr txBox="1"/>
            <p:nvPr/>
          </p:nvSpPr>
          <p:spPr>
            <a:xfrm>
              <a:off x="10684476" y="1553140"/>
              <a:ext cx="293625" cy="172002"/>
            </a:xfrm>
            <a:prstGeom prst="rect">
              <a:avLst/>
            </a:prstGeom>
          </p:spPr>
          <p:txBody>
            <a:bodyPr vert="horz" wrap="square" lIns="0" tIns="10319" rIns="0" bIns="0" rtlCol="0">
              <a:spAutoFit/>
            </a:bodyPr>
            <a:lstStyle/>
            <a:p>
              <a:pPr marL="10319" algn="ctr">
                <a:spcBef>
                  <a:spcPts val="81"/>
                </a:spcBef>
              </a:pPr>
              <a:r>
                <a:rPr lang="en-US" sz="1050" b="1" spc="-4" noProof="0" dirty="0">
                  <a:latin typeface="Arial"/>
                  <a:cs typeface="Arial"/>
                </a:rPr>
                <a:t>YES</a:t>
              </a:r>
              <a:endParaRPr lang="en-US" sz="1050" noProof="0" dirty="0">
                <a:latin typeface="Arial"/>
                <a:cs typeface="Arial"/>
              </a:endParaRPr>
            </a:p>
          </p:txBody>
        </p:sp>
      </p:grpSp>
      <p:grpSp>
        <p:nvGrpSpPr>
          <p:cNvPr id="94" name="Group 93">
            <a:extLst>
              <a:ext uri="{FF2B5EF4-FFF2-40B4-BE49-F238E27FC236}">
                <a16:creationId xmlns:a16="http://schemas.microsoft.com/office/drawing/2014/main" id="{2A45E1F5-2D5E-6E0F-49AB-2D549B53DA70}"/>
              </a:ext>
            </a:extLst>
          </p:cNvPr>
          <p:cNvGrpSpPr/>
          <p:nvPr/>
        </p:nvGrpSpPr>
        <p:grpSpPr>
          <a:xfrm>
            <a:off x="4530699" y="3619726"/>
            <a:ext cx="2144187" cy="332615"/>
            <a:chOff x="9173732" y="852619"/>
            <a:chExt cx="1903293" cy="386020"/>
          </a:xfrm>
        </p:grpSpPr>
        <p:sp>
          <p:nvSpPr>
            <p:cNvPr id="149" name="object 24">
              <a:extLst>
                <a:ext uri="{FF2B5EF4-FFF2-40B4-BE49-F238E27FC236}">
                  <a16:creationId xmlns:a16="http://schemas.microsoft.com/office/drawing/2014/main" id="{B46B17DA-5E5E-7814-71B6-428E6CD68A7C}"/>
                </a:ext>
              </a:extLst>
            </p:cNvPr>
            <p:cNvSpPr/>
            <p:nvPr/>
          </p:nvSpPr>
          <p:spPr>
            <a:xfrm>
              <a:off x="9173732" y="878515"/>
              <a:ext cx="1903293" cy="360124"/>
            </a:xfrm>
            <a:custGeom>
              <a:avLst/>
              <a:gdLst/>
              <a:ahLst/>
              <a:cxnLst/>
              <a:rect l="l" t="t" r="r" b="b"/>
              <a:pathLst>
                <a:path w="2342515" h="443229">
                  <a:moveTo>
                    <a:pt x="0" y="73787"/>
                  </a:moveTo>
                  <a:lnTo>
                    <a:pt x="5796" y="45059"/>
                  </a:lnTo>
                  <a:lnTo>
                    <a:pt x="21605" y="21605"/>
                  </a:lnTo>
                  <a:lnTo>
                    <a:pt x="45059" y="5796"/>
                  </a:lnTo>
                  <a:lnTo>
                    <a:pt x="73787" y="0"/>
                  </a:lnTo>
                  <a:lnTo>
                    <a:pt x="2268220" y="0"/>
                  </a:lnTo>
                  <a:lnTo>
                    <a:pt x="2296947" y="5796"/>
                  </a:lnTo>
                  <a:lnTo>
                    <a:pt x="2320401" y="21605"/>
                  </a:lnTo>
                  <a:lnTo>
                    <a:pt x="2336210" y="45059"/>
                  </a:lnTo>
                  <a:lnTo>
                    <a:pt x="2342006" y="73787"/>
                  </a:lnTo>
                  <a:lnTo>
                    <a:pt x="2342006" y="369062"/>
                  </a:lnTo>
                  <a:lnTo>
                    <a:pt x="2336210" y="397789"/>
                  </a:lnTo>
                  <a:lnTo>
                    <a:pt x="2320401" y="421243"/>
                  </a:lnTo>
                  <a:lnTo>
                    <a:pt x="2296947" y="437052"/>
                  </a:lnTo>
                  <a:lnTo>
                    <a:pt x="2268220" y="442849"/>
                  </a:lnTo>
                  <a:lnTo>
                    <a:pt x="73787" y="442849"/>
                  </a:lnTo>
                  <a:lnTo>
                    <a:pt x="45059" y="437052"/>
                  </a:lnTo>
                  <a:lnTo>
                    <a:pt x="21605" y="421243"/>
                  </a:lnTo>
                  <a:lnTo>
                    <a:pt x="5796" y="397789"/>
                  </a:lnTo>
                  <a:lnTo>
                    <a:pt x="0" y="369062"/>
                  </a:lnTo>
                  <a:lnTo>
                    <a:pt x="0" y="73787"/>
                  </a:lnTo>
                  <a:close/>
                </a:path>
              </a:pathLst>
            </a:custGeom>
            <a:solidFill>
              <a:schemeClr val="tx1"/>
            </a:solidFill>
            <a:ln w="12699">
              <a:solidFill>
                <a:srgbClr val="808080"/>
              </a:solidFill>
            </a:ln>
          </p:spPr>
          <p:txBody>
            <a:bodyPr wrap="square" lIns="0" tIns="0" rIns="0" bIns="0" rtlCol="0"/>
            <a:lstStyle/>
            <a:p>
              <a:endParaRPr lang="en-US" sz="1463" noProof="0" dirty="0"/>
            </a:p>
          </p:txBody>
        </p:sp>
        <p:sp>
          <p:nvSpPr>
            <p:cNvPr id="150" name="object 25">
              <a:extLst>
                <a:ext uri="{FF2B5EF4-FFF2-40B4-BE49-F238E27FC236}">
                  <a16:creationId xmlns:a16="http://schemas.microsoft.com/office/drawing/2014/main" id="{4EC8314C-CC75-5979-F131-75A7C53DC305}"/>
                </a:ext>
              </a:extLst>
            </p:cNvPr>
            <p:cNvSpPr txBox="1"/>
            <p:nvPr/>
          </p:nvSpPr>
          <p:spPr>
            <a:xfrm>
              <a:off x="9256281" y="852619"/>
              <a:ext cx="1738193" cy="361558"/>
            </a:xfrm>
            <a:prstGeom prst="rect">
              <a:avLst/>
            </a:prstGeom>
          </p:spPr>
          <p:txBody>
            <a:bodyPr vert="horz" wrap="square" lIns="0" tIns="11351" rIns="0" bIns="0" rtlCol="0">
              <a:spAutoFit/>
            </a:bodyPr>
            <a:lstStyle/>
            <a:p>
              <a:pPr marL="10319">
                <a:spcBef>
                  <a:spcPts val="89"/>
                </a:spcBef>
              </a:pPr>
              <a:r>
                <a:rPr lang="en-US" sz="2000" b="1" noProof="0" dirty="0" err="1">
                  <a:solidFill>
                    <a:schemeClr val="bg2"/>
                  </a:solidFill>
                  <a:latin typeface="Hack" panose="020B0609030202020204" pitchFamily="49" charset="0"/>
                  <a:ea typeface="Hack" panose="020B0609030202020204" pitchFamily="49" charset="0"/>
                  <a:cs typeface="Hack" panose="020B0609030202020204" pitchFamily="49" charset="0"/>
                </a:rPr>
                <a:t>rwx</a:t>
              </a:r>
              <a:r>
                <a:rPr lang="en-US" sz="2275" b="1" spc="-49"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noProof="0" dirty="0" err="1">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rwx</a:t>
              </a:r>
              <a:r>
                <a:rPr lang="en-US" spc="-33"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 </a:t>
              </a:r>
              <a:r>
                <a:rPr lang="en-US" noProof="0" dirty="0" err="1">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rwx</a:t>
              </a:r>
              <a:endParaRPr lang="en-US" sz="1950"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endParaRPr>
            </a:p>
          </p:txBody>
        </p:sp>
      </p:grpSp>
      <p:sp>
        <p:nvSpPr>
          <p:cNvPr id="8" name="object 11">
            <a:extLst>
              <a:ext uri="{FF2B5EF4-FFF2-40B4-BE49-F238E27FC236}">
                <a16:creationId xmlns:a16="http://schemas.microsoft.com/office/drawing/2014/main" id="{90289F6D-8F89-265C-229A-6BF62D76C427}"/>
              </a:ext>
            </a:extLst>
          </p:cNvPr>
          <p:cNvSpPr/>
          <p:nvPr/>
        </p:nvSpPr>
        <p:spPr>
          <a:xfrm>
            <a:off x="7356923" y="3285102"/>
            <a:ext cx="897848" cy="142455"/>
          </a:xfrm>
          <a:custGeom>
            <a:avLst/>
            <a:gdLst/>
            <a:ahLst/>
            <a:cxnLst/>
            <a:rect l="l" t="t" r="r" b="b"/>
            <a:pathLst>
              <a:path w="2031364" h="133985">
                <a:moveTo>
                  <a:pt x="2030983" y="0"/>
                </a:moveTo>
                <a:lnTo>
                  <a:pt x="2019149" y="26068"/>
                </a:lnTo>
                <a:lnTo>
                  <a:pt x="1986883" y="47386"/>
                </a:lnTo>
                <a:lnTo>
                  <a:pt x="1939043" y="61775"/>
                </a:lnTo>
                <a:lnTo>
                  <a:pt x="1880488" y="67055"/>
                </a:lnTo>
                <a:lnTo>
                  <a:pt x="1165986" y="67055"/>
                </a:lnTo>
                <a:lnTo>
                  <a:pt x="1107432" y="72316"/>
                </a:lnTo>
                <a:lnTo>
                  <a:pt x="1059592" y="86661"/>
                </a:lnTo>
                <a:lnTo>
                  <a:pt x="1027326" y="107936"/>
                </a:lnTo>
                <a:lnTo>
                  <a:pt x="1015492" y="133985"/>
                </a:lnTo>
                <a:lnTo>
                  <a:pt x="1003675" y="107936"/>
                </a:lnTo>
                <a:lnTo>
                  <a:pt x="971438" y="86661"/>
                </a:lnTo>
                <a:lnTo>
                  <a:pt x="923605" y="72316"/>
                </a:lnTo>
                <a:lnTo>
                  <a:pt x="864996" y="67055"/>
                </a:lnTo>
                <a:lnTo>
                  <a:pt x="150494" y="67055"/>
                </a:lnTo>
                <a:lnTo>
                  <a:pt x="91940" y="61775"/>
                </a:lnTo>
                <a:lnTo>
                  <a:pt x="44100" y="47386"/>
                </a:lnTo>
                <a:lnTo>
                  <a:pt x="11834" y="26068"/>
                </a:lnTo>
                <a:lnTo>
                  <a:pt x="0" y="0"/>
                </a:lnTo>
              </a:path>
            </a:pathLst>
          </a:custGeom>
          <a:ln w="19049">
            <a:solidFill>
              <a:srgbClr val="00B0F0"/>
            </a:solidFill>
          </a:ln>
        </p:spPr>
        <p:txBody>
          <a:bodyPr wrap="square" lIns="0" tIns="0" rIns="0" bIns="0" rtlCol="0"/>
          <a:lstStyle/>
          <a:p>
            <a:endParaRPr lang="en-US" sz="1463" noProof="0" dirty="0"/>
          </a:p>
        </p:txBody>
      </p:sp>
    </p:spTree>
    <p:extLst>
      <p:ext uri="{BB962C8B-B14F-4D97-AF65-F5344CB8AC3E}">
        <p14:creationId xmlns:p14="http://schemas.microsoft.com/office/powerpoint/2010/main" val="736362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31DBC3-C8A5-C7B1-62A5-053D621FB714}"/>
              </a:ext>
            </a:extLst>
          </p:cNvPr>
          <p:cNvSpPr>
            <a:spLocks noGrp="1"/>
          </p:cNvSpPr>
          <p:nvPr>
            <p:ph type="ctrTitle"/>
          </p:nvPr>
        </p:nvSpPr>
        <p:spPr/>
        <p:txBody>
          <a:bodyPr/>
          <a:lstStyle/>
          <a:p>
            <a:r>
              <a:rPr lang="en-US" noProof="0" dirty="0"/>
              <a:t>Files: </a:t>
            </a:r>
            <a:r>
              <a:rPr lang="en-US" noProof="0" dirty="0" err="1"/>
              <a:t>rwx</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96069" marR="1690727" indent="-285750">
              <a:lnSpc>
                <a:spcPts val="2283"/>
              </a:lnSpc>
              <a:spcBef>
                <a:spcPts val="203"/>
              </a:spcBef>
              <a:buFont typeface="Arial" panose="020B0604020202020204" pitchFamily="34" charset="0"/>
              <a:buChar char="•"/>
            </a:pPr>
            <a:r>
              <a:rPr lang="en-US" sz="1800" b="1" spc="-4" noProof="0" dirty="0">
                <a:solidFill>
                  <a:srgbClr val="7030A0"/>
                </a:solidFill>
                <a:latin typeface="Hack" panose="020B0609030202020204"/>
                <a:ea typeface="Hack" panose="020B0609030202020204" pitchFamily="49" charset="0"/>
                <a:cs typeface="Hack" panose="020B0609030202020204" pitchFamily="49" charset="0"/>
              </a:rPr>
              <a:t>r</a:t>
            </a:r>
            <a:r>
              <a:rPr lang="en-US" sz="1800" b="1" spc="-4" noProof="0" dirty="0">
                <a:solidFill>
                  <a:srgbClr val="7030A0"/>
                </a:solidFill>
                <a:cs typeface="Segoe UI"/>
              </a:rPr>
              <a:t> </a:t>
            </a:r>
            <a:r>
              <a:rPr lang="en-US" sz="1800" noProof="0" dirty="0">
                <a:solidFill>
                  <a:schemeClr val="tx1"/>
                </a:solidFill>
                <a:cs typeface="Segoe UI"/>
              </a:rPr>
              <a:t>- open</a:t>
            </a:r>
            <a:r>
              <a:rPr lang="en-US" sz="1800" spc="-49" noProof="0" dirty="0">
                <a:solidFill>
                  <a:schemeClr val="tx1"/>
                </a:solidFill>
                <a:cs typeface="Segoe UI"/>
              </a:rPr>
              <a:t> </a:t>
            </a:r>
            <a:r>
              <a:rPr lang="en-US" sz="1800" spc="-4" noProof="0" dirty="0">
                <a:solidFill>
                  <a:schemeClr val="tx1"/>
                </a:solidFill>
                <a:cs typeface="Segoe UI"/>
              </a:rPr>
              <a:t>file </a:t>
            </a:r>
            <a:r>
              <a:rPr lang="en-US" sz="1800" noProof="0" dirty="0">
                <a:solidFill>
                  <a:schemeClr val="tx1"/>
                </a:solidFill>
                <a:cs typeface="Segoe UI"/>
              </a:rPr>
              <a:t>for</a:t>
            </a:r>
            <a:r>
              <a:rPr lang="en-US" sz="1800" spc="-12" noProof="0" dirty="0">
                <a:solidFill>
                  <a:schemeClr val="tx1"/>
                </a:solidFill>
                <a:cs typeface="Segoe UI"/>
              </a:rPr>
              <a:t> </a:t>
            </a:r>
            <a:r>
              <a:rPr lang="en-US" sz="1800" b="1" spc="-4" noProof="0" dirty="0">
                <a:solidFill>
                  <a:schemeClr val="tx1"/>
                </a:solidFill>
                <a:cs typeface="Segoe UI"/>
              </a:rPr>
              <a:t>r</a:t>
            </a:r>
            <a:r>
              <a:rPr lang="en-US" sz="1800" spc="-4" noProof="0" dirty="0">
                <a:solidFill>
                  <a:schemeClr val="tx1"/>
                </a:solidFill>
                <a:cs typeface="Segoe UI"/>
              </a:rPr>
              <a:t>eading</a:t>
            </a:r>
          </a:p>
          <a:p>
            <a:pPr marL="296069" marR="1690727" indent="-285750">
              <a:lnSpc>
                <a:spcPts val="2283"/>
              </a:lnSpc>
              <a:spcBef>
                <a:spcPts val="203"/>
              </a:spcBef>
              <a:buFont typeface="Arial" panose="020B0604020202020204" pitchFamily="34" charset="0"/>
              <a:buChar char="•"/>
            </a:pPr>
            <a:r>
              <a:rPr lang="en-US" sz="1800" b="1" spc="-4" noProof="0" dirty="0">
                <a:solidFill>
                  <a:srgbClr val="7030A0"/>
                </a:solidFill>
                <a:latin typeface="Hack" panose="020B0609030202020204"/>
                <a:ea typeface="Hack" panose="020B0609030202020204" pitchFamily="49" charset="0"/>
                <a:cs typeface="Hack" panose="020B0609030202020204" pitchFamily="49" charset="0"/>
              </a:rPr>
              <a:t>w</a:t>
            </a:r>
            <a:r>
              <a:rPr lang="en-US" sz="1800" b="1" spc="-4" noProof="0" dirty="0">
                <a:solidFill>
                  <a:srgbClr val="7030A0"/>
                </a:solidFill>
                <a:cs typeface="Segoe UI"/>
              </a:rPr>
              <a:t> </a:t>
            </a:r>
            <a:r>
              <a:rPr lang="en-US" sz="1800" noProof="0" dirty="0">
                <a:solidFill>
                  <a:schemeClr val="tx1"/>
                </a:solidFill>
                <a:cs typeface="Segoe UI"/>
              </a:rPr>
              <a:t>-</a:t>
            </a:r>
            <a:r>
              <a:rPr lang="en-US" sz="1800" spc="-4" noProof="0" dirty="0">
                <a:solidFill>
                  <a:schemeClr val="tx1"/>
                </a:solidFill>
                <a:cs typeface="Segoe UI"/>
              </a:rPr>
              <a:t> </a:t>
            </a:r>
            <a:r>
              <a:rPr lang="en-US" sz="1800" spc="-524" noProof="0" dirty="0">
                <a:solidFill>
                  <a:schemeClr val="tx1"/>
                </a:solidFill>
                <a:cs typeface="Segoe UI"/>
              </a:rPr>
              <a:t> </a:t>
            </a:r>
            <a:r>
              <a:rPr lang="en-US" sz="1800" noProof="0" dirty="0">
                <a:solidFill>
                  <a:schemeClr val="tx1"/>
                </a:solidFill>
                <a:cs typeface="Segoe UI"/>
              </a:rPr>
              <a:t>open</a:t>
            </a:r>
            <a:r>
              <a:rPr lang="en-US" sz="1800" spc="-33" noProof="0" dirty="0">
                <a:solidFill>
                  <a:schemeClr val="tx1"/>
                </a:solidFill>
                <a:cs typeface="Segoe UI"/>
              </a:rPr>
              <a:t> </a:t>
            </a:r>
            <a:r>
              <a:rPr lang="en-US" sz="1800" spc="-8" noProof="0" dirty="0">
                <a:solidFill>
                  <a:schemeClr val="tx1"/>
                </a:solidFill>
                <a:cs typeface="Segoe UI"/>
              </a:rPr>
              <a:t>file</a:t>
            </a:r>
            <a:r>
              <a:rPr lang="en-US" sz="1800" spc="16" noProof="0" dirty="0">
                <a:solidFill>
                  <a:schemeClr val="tx1"/>
                </a:solidFill>
                <a:cs typeface="Segoe UI"/>
              </a:rPr>
              <a:t> </a:t>
            </a:r>
            <a:r>
              <a:rPr lang="en-US" sz="1800" spc="-4" noProof="0" dirty="0">
                <a:solidFill>
                  <a:schemeClr val="tx1"/>
                </a:solidFill>
                <a:cs typeface="Segoe UI"/>
              </a:rPr>
              <a:t>for</a:t>
            </a:r>
            <a:r>
              <a:rPr lang="en-US" sz="1800" spc="4" noProof="0" dirty="0">
                <a:solidFill>
                  <a:schemeClr val="tx1"/>
                </a:solidFill>
                <a:cs typeface="Segoe UI"/>
              </a:rPr>
              <a:t> </a:t>
            </a:r>
            <a:r>
              <a:rPr lang="en-US" sz="1800" b="1" spc="-4" noProof="0" dirty="0">
                <a:solidFill>
                  <a:schemeClr val="tx1"/>
                </a:solidFill>
                <a:cs typeface="Segoe UI"/>
              </a:rPr>
              <a:t>w</a:t>
            </a:r>
            <a:r>
              <a:rPr lang="en-US" sz="1800" spc="-4" noProof="0" dirty="0">
                <a:solidFill>
                  <a:schemeClr val="tx1"/>
                </a:solidFill>
                <a:cs typeface="Segoe UI"/>
              </a:rPr>
              <a:t>riting/overwriting</a:t>
            </a:r>
          </a:p>
          <a:p>
            <a:pPr marL="296069" marR="1690727" indent="-285750">
              <a:lnSpc>
                <a:spcPts val="2283"/>
              </a:lnSpc>
              <a:spcBef>
                <a:spcPts val="203"/>
              </a:spcBef>
              <a:buFont typeface="Arial" panose="020B0604020202020204" pitchFamily="34" charset="0"/>
              <a:buChar char="•"/>
            </a:pPr>
            <a:r>
              <a:rPr lang="en-US" sz="1800" b="1" spc="-4" noProof="0" dirty="0">
                <a:solidFill>
                  <a:srgbClr val="7030A0"/>
                </a:solidFill>
                <a:latin typeface="Hack" panose="020B0609030202020204"/>
                <a:ea typeface="Hack" panose="020B0609030202020204" pitchFamily="49" charset="0"/>
                <a:cs typeface="Hack" panose="020B0609030202020204" pitchFamily="49" charset="0"/>
              </a:rPr>
              <a:t>x</a:t>
            </a:r>
            <a:r>
              <a:rPr lang="en-US" sz="1800" b="1" spc="-4" noProof="0" dirty="0">
                <a:solidFill>
                  <a:srgbClr val="7030A0"/>
                </a:solidFill>
                <a:cs typeface="Segoe UI"/>
              </a:rPr>
              <a:t> </a:t>
            </a:r>
            <a:r>
              <a:rPr lang="en-US" sz="1800" noProof="0" dirty="0">
                <a:solidFill>
                  <a:schemeClr val="tx1"/>
                </a:solidFill>
                <a:cs typeface="Segoe UI"/>
              </a:rPr>
              <a:t>-</a:t>
            </a:r>
            <a:r>
              <a:rPr lang="en-US" sz="1800" spc="-4" noProof="0" dirty="0">
                <a:solidFill>
                  <a:schemeClr val="tx1"/>
                </a:solidFill>
                <a:cs typeface="Segoe UI"/>
              </a:rPr>
              <a:t> </a:t>
            </a:r>
            <a:r>
              <a:rPr lang="en-US" sz="1800" spc="-8" noProof="0" dirty="0">
                <a:solidFill>
                  <a:schemeClr val="tx1"/>
                </a:solidFill>
                <a:cs typeface="Segoe UI"/>
              </a:rPr>
              <a:t>e</a:t>
            </a:r>
            <a:r>
              <a:rPr lang="en-US" sz="1800" b="1" spc="-8" noProof="0" dirty="0">
                <a:solidFill>
                  <a:schemeClr val="tx1"/>
                </a:solidFill>
                <a:cs typeface="Segoe UI"/>
              </a:rPr>
              <a:t>x</a:t>
            </a:r>
            <a:r>
              <a:rPr lang="en-US" sz="1800" spc="-8" noProof="0" dirty="0">
                <a:solidFill>
                  <a:schemeClr val="tx1"/>
                </a:solidFill>
                <a:cs typeface="Segoe UI"/>
              </a:rPr>
              <a:t>ecute</a:t>
            </a:r>
            <a:r>
              <a:rPr lang="en-US" sz="1800" spc="-20" noProof="0" dirty="0">
                <a:solidFill>
                  <a:schemeClr val="tx1"/>
                </a:solidFill>
                <a:cs typeface="Segoe UI"/>
              </a:rPr>
              <a:t> </a:t>
            </a:r>
            <a:r>
              <a:rPr lang="en-US" sz="1800" spc="-4" noProof="0" dirty="0">
                <a:solidFill>
                  <a:schemeClr val="tx1"/>
                </a:solidFill>
                <a:cs typeface="Segoe UI"/>
              </a:rPr>
              <a:t>file</a:t>
            </a:r>
            <a:endParaRPr lang="en-US" sz="1800" spc="12" noProof="0" dirty="0">
              <a:solidFill>
                <a:schemeClr val="tx1"/>
              </a:solidFill>
              <a:cs typeface="Segoe UI"/>
            </a:endParaRPr>
          </a:p>
          <a:p>
            <a:pPr marL="533215" marR="1690727" lvl="1" indent="-342900">
              <a:lnSpc>
                <a:spcPts val="2283"/>
              </a:lnSpc>
              <a:spcBef>
                <a:spcPts val="203"/>
              </a:spcBef>
            </a:pPr>
            <a:r>
              <a:rPr lang="en-US" sz="1800" spc="-4" noProof="0" dirty="0">
                <a:cs typeface="Segoe UI"/>
              </a:rPr>
              <a:t>program</a:t>
            </a:r>
            <a:r>
              <a:rPr lang="en-US" sz="1800" spc="-16" noProof="0" dirty="0">
                <a:cs typeface="Segoe UI"/>
              </a:rPr>
              <a:t> </a:t>
            </a:r>
            <a:r>
              <a:rPr lang="en-US" sz="1800" noProof="0" dirty="0">
                <a:cs typeface="Segoe UI"/>
              </a:rPr>
              <a:t>or</a:t>
            </a:r>
            <a:r>
              <a:rPr lang="en-US" sz="1800" spc="-4" noProof="0" dirty="0">
                <a:cs typeface="Segoe UI"/>
              </a:rPr>
              <a:t> </a:t>
            </a:r>
            <a:r>
              <a:rPr lang="en-US" sz="1800" spc="-8" noProof="0" dirty="0">
                <a:cs typeface="Segoe UI"/>
              </a:rPr>
              <a:t>shell</a:t>
            </a:r>
            <a:r>
              <a:rPr lang="en-US" sz="1800" spc="20" noProof="0" dirty="0">
                <a:cs typeface="Segoe UI"/>
              </a:rPr>
              <a:t> </a:t>
            </a:r>
            <a:r>
              <a:rPr lang="en-US" sz="1800" spc="-4" noProof="0" dirty="0">
                <a:cs typeface="Segoe UI"/>
              </a:rPr>
              <a:t>script</a:t>
            </a:r>
            <a:endParaRPr lang="en-US" sz="1800" noProof="0" dirty="0">
              <a:cs typeface="Segoe UI"/>
            </a:endParaRPr>
          </a:p>
          <a:p>
            <a:pPr marL="285750" indent="-285750">
              <a:buFont typeface="Arial" panose="020B0604020202020204" pitchFamily="34" charset="0"/>
              <a:buChar char="•"/>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8</a:t>
            </a:fld>
            <a:endParaRPr lang="en-US" noProof="0" dirty="0"/>
          </a:p>
        </p:txBody>
      </p:sp>
      <p:graphicFrame>
        <p:nvGraphicFramePr>
          <p:cNvPr id="3" name="Object 2">
            <a:hlinkClick r:id="" action="ppaction://ole?verb=0"/>
            <a:extLst>
              <a:ext uri="{FF2B5EF4-FFF2-40B4-BE49-F238E27FC236}">
                <a16:creationId xmlns:a16="http://schemas.microsoft.com/office/drawing/2014/main" id="{36E185A3-4F6C-E4AF-139A-8C4B78C68857}"/>
              </a:ext>
            </a:extLst>
          </p:cNvPr>
          <p:cNvGraphicFramePr>
            <a:graphicFrameLocks/>
          </p:cNvGraphicFramePr>
          <p:nvPr>
            <p:extLst>
              <p:ext uri="{D42A27DB-BD31-4B8C-83A1-F6EECF244321}">
                <p14:modId xmlns:p14="http://schemas.microsoft.com/office/powerpoint/2010/main" val="4034170257"/>
              </p:ext>
            </p:extLst>
          </p:nvPr>
        </p:nvGraphicFramePr>
        <p:xfrm>
          <a:off x="7632121" y="929686"/>
          <a:ext cx="1183062" cy="1208116"/>
        </p:xfrm>
        <a:graphic>
          <a:graphicData uri="http://schemas.openxmlformats.org/presentationml/2006/ole">
            <mc:AlternateContent xmlns:mc="http://schemas.openxmlformats.org/markup-compatibility/2006">
              <mc:Choice xmlns:v="urn:schemas-microsoft-com:vml" Requires="v">
                <p:oleObj name="Microsoft ClipArt Gallery" r:id="rId3" imgW="3344863" imgH="2476500" progId="MS_ClipArt_Gallery">
                  <p:embed/>
                </p:oleObj>
              </mc:Choice>
              <mc:Fallback>
                <p:oleObj name="Microsoft ClipArt Gallery" r:id="rId3" imgW="3344863" imgH="2476500" progId="MS_ClipArt_Gallery">
                  <p:embed/>
                  <p:pic>
                    <p:nvPicPr>
                      <p:cNvPr id="3" name="Object 2">
                        <a:hlinkClick r:id="" action="ppaction://ole?verb=0"/>
                        <a:extLst>
                          <a:ext uri="{FF2B5EF4-FFF2-40B4-BE49-F238E27FC236}">
                            <a16:creationId xmlns:a16="http://schemas.microsoft.com/office/drawing/2014/main" id="{36E185A3-4F6C-E4AF-139A-8C4B78C6885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32121" y="929686"/>
                        <a:ext cx="1183062" cy="1208116"/>
                      </a:xfrm>
                      <a:prstGeom prst="rect">
                        <a:avLst/>
                      </a:prstGeom>
                      <a:noFill/>
                      <a:ln>
                        <a:noFill/>
                      </a:ln>
                      <a:effectLst/>
                    </p:spPr>
                  </p:pic>
                </p:oleObj>
              </mc:Fallback>
            </mc:AlternateContent>
          </a:graphicData>
        </a:graphic>
      </p:graphicFrame>
      <p:pic>
        <p:nvPicPr>
          <p:cNvPr id="1026" name="Picture 2" descr="Free clip art &quot;Text File Icon&quot; by kuba">
            <a:extLst>
              <a:ext uri="{FF2B5EF4-FFF2-40B4-BE49-F238E27FC236}">
                <a16:creationId xmlns:a16="http://schemas.microsoft.com/office/drawing/2014/main" id="{DD7846E5-C491-AF19-8248-451AE62EF2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21400" y="929686"/>
            <a:ext cx="1183062" cy="926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2046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12CE0AC-CFC9-B1EF-E255-DD6940322D11}"/>
              </a:ext>
            </a:extLst>
          </p:cNvPr>
          <p:cNvSpPr>
            <a:spLocks noGrp="1"/>
          </p:cNvSpPr>
          <p:nvPr>
            <p:ph type="ctrTitle"/>
          </p:nvPr>
        </p:nvSpPr>
        <p:spPr/>
        <p:txBody>
          <a:bodyPr/>
          <a:lstStyle/>
          <a:p>
            <a:r>
              <a:rPr lang="en-US" noProof="0" dirty="0"/>
              <a:t>Directory: </a:t>
            </a:r>
            <a:r>
              <a:rPr lang="en-US" noProof="0" dirty="0" err="1"/>
              <a:t>rwx</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96069" marR="1690727" indent="-285750">
              <a:lnSpc>
                <a:spcPts val="2283"/>
              </a:lnSpc>
              <a:spcBef>
                <a:spcPts val="203"/>
              </a:spcBef>
              <a:buFont typeface="Arial" panose="020B0604020202020204" pitchFamily="34" charset="0"/>
              <a:buChar char="•"/>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r</a:t>
            </a:r>
            <a:r>
              <a:rPr lang="en-US" sz="1800" b="1" spc="-4" noProof="0" dirty="0">
                <a:solidFill>
                  <a:srgbClr val="7030A0"/>
                </a:solidFill>
                <a:latin typeface="+mn-lt"/>
                <a:cs typeface="Segoe UI"/>
              </a:rPr>
              <a:t> </a:t>
            </a:r>
            <a:r>
              <a:rPr lang="en-US" sz="1800" noProof="0" dirty="0">
                <a:solidFill>
                  <a:schemeClr val="tx1"/>
                </a:solidFill>
                <a:latin typeface="+mn-lt"/>
                <a:cs typeface="Segoe UI"/>
              </a:rPr>
              <a:t>- can read directory list</a:t>
            </a:r>
          </a:p>
          <a:p>
            <a:pPr marL="296069" marR="1690727" indent="-285750">
              <a:lnSpc>
                <a:spcPts val="2283"/>
              </a:lnSpc>
              <a:spcBef>
                <a:spcPts val="203"/>
              </a:spcBef>
              <a:buFont typeface="Arial" panose="020B0604020202020204" pitchFamily="34" charset="0"/>
              <a:buChar char="•"/>
            </a:pPr>
            <a:r>
              <a:rPr lang="en-US" sz="1800" noProof="0" dirty="0">
                <a:solidFill>
                  <a:schemeClr val="tx1"/>
                </a:solidFill>
                <a:latin typeface="+mn-lt"/>
                <a:cs typeface="Segoe UI"/>
              </a:rPr>
              <a:t>Doesn't imply access to files within</a:t>
            </a:r>
          </a:p>
          <a:p>
            <a:pPr marL="476065" marR="1690727" lvl="1" indent="-285750">
              <a:lnSpc>
                <a:spcPts val="2283"/>
              </a:lnSpc>
              <a:spcBef>
                <a:spcPts val="203"/>
              </a:spcBef>
            </a:pP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ls</a:t>
            </a:r>
            <a:r>
              <a:rPr lang="en-US" sz="1800" noProof="0" dirty="0">
                <a:latin typeface="+mn-lt"/>
                <a:cs typeface="Segoe UI"/>
              </a:rPr>
              <a:t> works, but not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ls –l</a:t>
            </a:r>
            <a:endParaRPr lang="en-US" sz="1800" spc="-4" noProof="0" dirty="0">
              <a:latin typeface="+mn-lt"/>
              <a:cs typeface="Segoe UI"/>
            </a:endParaRPr>
          </a:p>
          <a:p>
            <a:pPr marL="296069" marR="1690727" indent="-285750">
              <a:lnSpc>
                <a:spcPts val="2283"/>
              </a:lnSpc>
              <a:spcBef>
                <a:spcPts val="203"/>
              </a:spcBef>
              <a:buFont typeface="Arial" panose="020B0604020202020204" pitchFamily="34" charset="0"/>
              <a:buChar char="•"/>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w</a:t>
            </a:r>
            <a:r>
              <a:rPr lang="en-US" sz="1800" b="1" spc="-4" noProof="0" dirty="0">
                <a:solidFill>
                  <a:srgbClr val="7030A0"/>
                </a:solidFill>
                <a:latin typeface="+mn-lt"/>
                <a:cs typeface="Segoe UI"/>
              </a:rPr>
              <a:t> </a:t>
            </a:r>
            <a:r>
              <a:rPr lang="en-US" sz="1800" noProof="0" dirty="0">
                <a:latin typeface="+mn-lt"/>
                <a:cs typeface="Segoe UI"/>
              </a:rPr>
              <a:t>-</a:t>
            </a:r>
            <a:r>
              <a:rPr lang="en-US" sz="1800" spc="-4" noProof="0" dirty="0">
                <a:latin typeface="+mn-lt"/>
                <a:cs typeface="Segoe UI"/>
              </a:rPr>
              <a:t> </a:t>
            </a:r>
            <a:r>
              <a:rPr lang="en-US" sz="1800" spc="-524" noProof="0" dirty="0">
                <a:latin typeface="+mn-lt"/>
                <a:cs typeface="Segoe UI"/>
              </a:rPr>
              <a:t> </a:t>
            </a:r>
            <a:r>
              <a:rPr lang="en-US" sz="1800" noProof="0" dirty="0">
                <a:latin typeface="+mn-lt"/>
                <a:cs typeface="Segoe UI"/>
              </a:rPr>
              <a:t>can write to directory</a:t>
            </a:r>
          </a:p>
          <a:p>
            <a:pPr marL="476065" marR="1690727" lvl="1" indent="-285750">
              <a:lnSpc>
                <a:spcPts val="2283"/>
              </a:lnSpc>
              <a:spcBef>
                <a:spcPts val="203"/>
              </a:spcBef>
            </a:pPr>
            <a:r>
              <a:rPr lang="en-US" sz="1800" noProof="0" dirty="0">
                <a:latin typeface="+mn-lt"/>
                <a:cs typeface="Segoe UI"/>
              </a:rPr>
              <a:t>Create, rename, move, and </a:t>
            </a:r>
            <a:r>
              <a:rPr lang="en-US" sz="1800" b="1" noProof="0" dirty="0">
                <a:latin typeface="+mn-lt"/>
                <a:cs typeface="Segoe UI"/>
              </a:rPr>
              <a:t>delete</a:t>
            </a:r>
            <a:r>
              <a:rPr lang="en-US" sz="1800" noProof="0" dirty="0">
                <a:latin typeface="+mn-lt"/>
                <a:cs typeface="Segoe UI"/>
              </a:rPr>
              <a:t> files</a:t>
            </a:r>
          </a:p>
          <a:p>
            <a:pPr marL="476065" marR="1690727" lvl="1" indent="-285750">
              <a:lnSpc>
                <a:spcPts val="2283"/>
              </a:lnSpc>
              <a:spcBef>
                <a:spcPts val="203"/>
              </a:spcBef>
            </a:pPr>
            <a:r>
              <a:rPr lang="en-US" sz="1800" spc="-4" noProof="0" dirty="0">
                <a:latin typeface="+mn-lt"/>
                <a:cs typeface="Segoe UI"/>
              </a:rPr>
              <a:t>Regardless of the file permissions</a:t>
            </a:r>
          </a:p>
          <a:p>
            <a:pPr marL="476065" marR="1690727" lvl="1" indent="-285750">
              <a:lnSpc>
                <a:spcPts val="2283"/>
              </a:lnSpc>
              <a:spcBef>
                <a:spcPts val="203"/>
              </a:spcBef>
            </a:pPr>
            <a:endParaRPr lang="en-US" sz="1800" spc="-4" noProof="0" dirty="0">
              <a:latin typeface="+mn-lt"/>
              <a:cs typeface="Segoe UI"/>
            </a:endParaRPr>
          </a:p>
          <a:p>
            <a:pPr marL="476065" marR="1690727" lvl="1" indent="-285750">
              <a:lnSpc>
                <a:spcPts val="2283"/>
              </a:lnSpc>
              <a:spcBef>
                <a:spcPts val="203"/>
              </a:spcBef>
            </a:pPr>
            <a:endParaRPr lang="en-US" sz="1800" spc="-4" noProof="0" dirty="0">
              <a:latin typeface="+mn-lt"/>
              <a:cs typeface="Segoe UI"/>
            </a:endParaRPr>
          </a:p>
          <a:p>
            <a:pPr marL="476065" marR="1690727" lvl="1" indent="-285750">
              <a:lnSpc>
                <a:spcPts val="2283"/>
              </a:lnSpc>
              <a:spcBef>
                <a:spcPts val="203"/>
              </a:spcBef>
            </a:pPr>
            <a:endParaRPr lang="en-US" sz="1800" spc="-4" noProof="0" dirty="0">
              <a:cs typeface="Segoe UI"/>
            </a:endParaRPr>
          </a:p>
          <a:p>
            <a:pPr marL="476065" marR="1690727" lvl="1" indent="-285750">
              <a:lnSpc>
                <a:spcPts val="2283"/>
              </a:lnSpc>
              <a:spcBef>
                <a:spcPts val="203"/>
              </a:spcBef>
            </a:pPr>
            <a:endParaRPr lang="en-US" sz="1800" spc="-4" noProof="0" dirty="0">
              <a:latin typeface="+mn-lt"/>
              <a:cs typeface="Segoe UI"/>
            </a:endParaRPr>
          </a:p>
          <a:p>
            <a:pPr marL="296069" marR="1690727" indent="-285750">
              <a:lnSpc>
                <a:spcPts val="2283"/>
              </a:lnSpc>
              <a:spcBef>
                <a:spcPts val="203"/>
              </a:spcBef>
              <a:buFont typeface="Arial" panose="020B0604020202020204" pitchFamily="34" charset="0"/>
              <a:buChar char="•"/>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x</a:t>
            </a:r>
            <a:r>
              <a:rPr lang="en-US" sz="1800" b="1" spc="-4" noProof="0" dirty="0">
                <a:solidFill>
                  <a:srgbClr val="7030A0"/>
                </a:solidFill>
                <a:latin typeface="+mn-lt"/>
                <a:cs typeface="Segoe UI"/>
              </a:rPr>
              <a:t> </a:t>
            </a:r>
            <a:r>
              <a:rPr lang="en-US" sz="1800" spc="-8" noProof="0" dirty="0">
                <a:solidFill>
                  <a:schemeClr val="tx1"/>
                </a:solidFill>
                <a:latin typeface="+mn-lt"/>
                <a:cs typeface="Segoe UI"/>
              </a:rPr>
              <a:t>can search directory</a:t>
            </a:r>
          </a:p>
          <a:p>
            <a:pPr marL="476065" marR="1690727" lvl="1" indent="-285750">
              <a:lnSpc>
                <a:spcPts val="2283"/>
              </a:lnSpc>
              <a:spcBef>
                <a:spcPts val="203"/>
              </a:spcBef>
            </a:pPr>
            <a:r>
              <a:rPr lang="en-US" sz="1800" spc="-8" noProof="0" dirty="0">
                <a:latin typeface="+mn-lt"/>
                <a:cs typeface="Segoe UI"/>
              </a:rPr>
              <a:t>Pass through / to this directory (traversal)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cd</a:t>
            </a:r>
            <a:r>
              <a:rPr lang="en-US" sz="1800" noProof="0" dirty="0">
                <a:latin typeface="+mn-lt"/>
                <a:cs typeface="Segoe UI"/>
              </a:rPr>
              <a:t> works correctly but no file listing</a:t>
            </a:r>
            <a:endParaRPr lang="en-US" sz="1800" spc="-4" noProof="0" dirty="0">
              <a:latin typeface="+mn-lt"/>
              <a:cs typeface="Segoe UI"/>
            </a:endParaRPr>
          </a:p>
          <a:p>
            <a:pPr marL="476065" marR="1690727" lvl="1" indent="-285750">
              <a:lnSpc>
                <a:spcPts val="2283"/>
              </a:lnSpc>
              <a:spcBef>
                <a:spcPts val="203"/>
              </a:spcBef>
            </a:pPr>
            <a:r>
              <a:rPr lang="en-US" sz="1800" spc="-8" noProof="0" dirty="0">
                <a:latin typeface="+mn-lt"/>
                <a:cs typeface="Segoe UI"/>
              </a:rPr>
              <a:t>Access files within – depending on their individual file permissions</a:t>
            </a:r>
            <a:endParaRPr lang="en-US" sz="1800" noProof="0" dirty="0">
              <a:latin typeface="+mn-lt"/>
              <a:cs typeface="Segoe UI"/>
            </a:endParaRP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9</a:t>
            </a:fld>
            <a:endParaRPr lang="en-US" noProof="0" dirty="0"/>
          </a:p>
        </p:txBody>
      </p:sp>
      <p:sp>
        <p:nvSpPr>
          <p:cNvPr id="3" name="Rectangle 3">
            <a:extLst>
              <a:ext uri="{FF2B5EF4-FFF2-40B4-BE49-F238E27FC236}">
                <a16:creationId xmlns:a16="http://schemas.microsoft.com/office/drawing/2014/main" id="{C3E390C8-C555-C0B9-A223-8DB01B8B8A55}"/>
              </a:ext>
            </a:extLst>
          </p:cNvPr>
          <p:cNvSpPr>
            <a:spLocks noChangeArrowheads="1"/>
          </p:cNvSpPr>
          <p:nvPr/>
        </p:nvSpPr>
        <p:spPr bwMode="auto">
          <a:xfrm>
            <a:off x="4893082" y="3725140"/>
            <a:ext cx="6683640" cy="104644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435"/>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rm</a:t>
            </a:r>
            <a:r>
              <a:rPr lang="en-US" b="1"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mypass</a:t>
            </a:r>
            <a:endPar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spcBef>
                <a:spcPts val="435"/>
              </a:spcBef>
            </a:pP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mypass</a:t>
            </a:r>
            <a:r>
              <a:rPr lang="en-US" sz="16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mode</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444?</a:t>
            </a:r>
            <a:r>
              <a:rPr lang="en-US" sz="16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n</a:t>
            </a:r>
          </a:p>
          <a:p>
            <a:pPr marL="77391">
              <a:spcBef>
                <a:spcPts val="435"/>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rm</a:t>
            </a:r>
            <a:r>
              <a:rPr lang="en-US" b="1" spc="-33" noProof="0" dirty="0">
                <a:solidFill>
                  <a:schemeClr val="bg1"/>
                </a:solidFill>
                <a:latin typeface="Hack" panose="020B0609030202020204" pitchFamily="49" charset="0"/>
                <a:ea typeface="Hack" panose="020B0609030202020204" pitchFamily="49" charset="0"/>
                <a:cs typeface="Hack" panose="020B0609030202020204" pitchFamily="49" charset="0"/>
              </a:rPr>
              <a:t> –f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mypass</a:t>
            </a:r>
            <a:endPar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pic>
        <p:nvPicPr>
          <p:cNvPr id="2052" name="Picture 4" descr="Premium Vector | Yellow file folder icon isolated on white. Folder with  documents. Open folder icon. Document symbol">
            <a:extLst>
              <a:ext uri="{FF2B5EF4-FFF2-40B4-BE49-F238E27FC236}">
                <a16:creationId xmlns:a16="http://schemas.microsoft.com/office/drawing/2014/main" id="{2E560D18-231F-B3FA-B282-B4E366432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95513" y="675409"/>
            <a:ext cx="2080549" cy="183919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Object 3">
            <a:hlinkClick r:id="" action="ppaction://ole?verb=0"/>
            <a:extLst>
              <a:ext uri="{FF2B5EF4-FFF2-40B4-BE49-F238E27FC236}">
                <a16:creationId xmlns:a16="http://schemas.microsoft.com/office/drawing/2014/main" id="{FB625E93-D0FD-53B3-B3FD-110AF14EB9CB}"/>
              </a:ext>
            </a:extLst>
          </p:cNvPr>
          <p:cNvGraphicFramePr>
            <a:graphicFrameLocks/>
          </p:cNvGraphicFramePr>
          <p:nvPr/>
        </p:nvGraphicFramePr>
        <p:xfrm>
          <a:off x="8491103" y="972000"/>
          <a:ext cx="1183062" cy="1208116"/>
        </p:xfrm>
        <a:graphic>
          <a:graphicData uri="http://schemas.openxmlformats.org/presentationml/2006/ole">
            <mc:AlternateContent xmlns:mc="http://schemas.openxmlformats.org/markup-compatibility/2006">
              <mc:Choice xmlns:v="urn:schemas-microsoft-com:vml" Requires="v">
                <p:oleObj name="Microsoft ClipArt Gallery" r:id="rId4" imgW="3344863" imgH="2476500" progId="MS_ClipArt_Gallery">
                  <p:embed/>
                </p:oleObj>
              </mc:Choice>
              <mc:Fallback>
                <p:oleObj name="Microsoft ClipArt Gallery" r:id="rId4" imgW="3344863" imgH="2476500" progId="MS_ClipArt_Gallery">
                  <p:embed/>
                  <p:pic>
                    <p:nvPicPr>
                      <p:cNvPr id="4" name="Object 3">
                        <a:hlinkClick r:id="" action="ppaction://ole?verb=0"/>
                        <a:extLst>
                          <a:ext uri="{FF2B5EF4-FFF2-40B4-BE49-F238E27FC236}">
                            <a16:creationId xmlns:a16="http://schemas.microsoft.com/office/drawing/2014/main" id="{FB625E93-D0FD-53B3-B3FD-110AF14EB9CB}"/>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91103" y="972000"/>
                        <a:ext cx="1183062" cy="120811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75936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8635C2A-AC27-6E4D-4C41-A9C29F1DBFE0}"/>
              </a:ext>
            </a:extLst>
          </p:cNvPr>
          <p:cNvSpPr>
            <a:spLocks noGrp="1"/>
          </p:cNvSpPr>
          <p:nvPr>
            <p:ph type="ctrTitle"/>
          </p:nvPr>
        </p:nvSpPr>
        <p:spPr/>
        <p:txBody>
          <a:bodyPr/>
          <a:lstStyle/>
          <a:p>
            <a:r>
              <a:rPr lang="en-US" noProof="0" dirty="0"/>
              <a:t>Files: Permissions needed</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96069" marR="1690727" indent="-285750">
              <a:lnSpc>
                <a:spcPts val="2283"/>
              </a:lnSpc>
              <a:spcBef>
                <a:spcPts val="203"/>
              </a:spcBef>
              <a:buFont typeface="Arial" panose="020B0604020202020204" pitchFamily="34" charset="0"/>
              <a:buChar char="•"/>
            </a:pPr>
            <a:r>
              <a:rPr lang="en-US" sz="1800" noProof="0" dirty="0">
                <a:solidFill>
                  <a:schemeClr val="tx1"/>
                </a:solidFill>
                <a:latin typeface="+mn-lt"/>
                <a:cs typeface="Segoe UI"/>
              </a:rPr>
              <a:t>To create / rename / remove a file, you need: </a:t>
            </a:r>
          </a:p>
          <a:p>
            <a:pPr marL="296069" marR="1690727" indent="-285750">
              <a:lnSpc>
                <a:spcPts val="2283"/>
              </a:lnSpc>
              <a:spcBef>
                <a:spcPts val="203"/>
              </a:spcBef>
              <a:buFont typeface="Arial" panose="020B0604020202020204" pitchFamily="34" charset="0"/>
              <a:buChar char="•"/>
            </a:pPr>
            <a:endParaRPr lang="en-US" sz="1800" noProof="0" dirty="0">
              <a:solidFill>
                <a:schemeClr val="tx1"/>
              </a:solidFill>
              <a:latin typeface="+mn-lt"/>
              <a:cs typeface="Segoe UI"/>
            </a:endParaRPr>
          </a:p>
          <a:p>
            <a:pPr marL="476065" marR="1690727" lvl="1" indent="-285750">
              <a:lnSpc>
                <a:spcPts val="2283"/>
              </a:lnSpc>
              <a:spcBef>
                <a:spcPts val="203"/>
              </a:spcBef>
            </a:pPr>
            <a:r>
              <a:rPr lang="en-US" sz="1800" noProof="0" dirty="0">
                <a:latin typeface="+mn-lt"/>
                <a:cs typeface="Segoe UI"/>
              </a:rPr>
              <a:t>To move, you would need this on both source and target.</a:t>
            </a:r>
          </a:p>
          <a:p>
            <a:pPr marL="476065" marR="1690727" lvl="1" indent="-285750">
              <a:lnSpc>
                <a:spcPts val="2283"/>
              </a:lnSpc>
              <a:spcBef>
                <a:spcPts val="203"/>
              </a:spcBef>
            </a:pPr>
            <a:endParaRPr lang="en-US" sz="1800" noProof="0" dirty="0">
              <a:latin typeface="+mn-lt"/>
              <a:cs typeface="Segoe UI"/>
            </a:endParaRPr>
          </a:p>
          <a:p>
            <a:pPr marL="296069" marR="1690727" indent="-285750">
              <a:lnSpc>
                <a:spcPts val="2283"/>
              </a:lnSpc>
              <a:spcBef>
                <a:spcPts val="203"/>
              </a:spcBef>
              <a:buFont typeface="Arial" panose="020B0604020202020204" pitchFamily="34" charset="0"/>
              <a:buChar char="•"/>
            </a:pPr>
            <a:r>
              <a:rPr lang="en-US" sz="1800" noProof="0" dirty="0">
                <a:solidFill>
                  <a:schemeClr val="tx1"/>
                </a:solidFill>
                <a:latin typeface="+mn-lt"/>
                <a:cs typeface="Segoe UI"/>
              </a:rPr>
              <a:t>To read a file you need:</a:t>
            </a:r>
          </a:p>
          <a:p>
            <a:pPr marL="296069" marR="1690727" indent="-285750">
              <a:lnSpc>
                <a:spcPts val="2283"/>
              </a:lnSpc>
              <a:spcBef>
                <a:spcPts val="203"/>
              </a:spcBef>
              <a:buFont typeface="Arial" panose="020B0604020202020204" pitchFamily="34" charset="0"/>
              <a:buChar char="•"/>
            </a:pPr>
            <a:endParaRPr lang="en-US" sz="1800" noProof="0" dirty="0">
              <a:solidFill>
                <a:schemeClr val="tx1"/>
              </a:solidFill>
              <a:latin typeface="+mn-lt"/>
              <a:cs typeface="Segoe UI"/>
            </a:endParaRPr>
          </a:p>
          <a:p>
            <a:pPr marL="296069" marR="1690727" indent="-285750">
              <a:lnSpc>
                <a:spcPts val="2283"/>
              </a:lnSpc>
              <a:spcBef>
                <a:spcPts val="203"/>
              </a:spcBef>
              <a:buFont typeface="Arial" panose="020B0604020202020204" pitchFamily="34" charset="0"/>
              <a:buChar char="•"/>
            </a:pPr>
            <a:endParaRPr lang="en-US" sz="1800" noProof="0" dirty="0">
              <a:solidFill>
                <a:schemeClr val="tx1"/>
              </a:solidFill>
              <a:latin typeface="+mn-lt"/>
              <a:cs typeface="Segoe UI"/>
            </a:endParaRPr>
          </a:p>
          <a:p>
            <a:pPr marL="296069" marR="1690727" indent="-285750">
              <a:lnSpc>
                <a:spcPts val="2283"/>
              </a:lnSpc>
              <a:spcBef>
                <a:spcPts val="203"/>
              </a:spcBef>
              <a:buFont typeface="Arial" panose="020B0604020202020204" pitchFamily="34" charset="0"/>
              <a:buChar char="•"/>
            </a:pPr>
            <a:r>
              <a:rPr lang="en-US" sz="1800" noProof="0" dirty="0">
                <a:solidFill>
                  <a:schemeClr val="tx1"/>
                </a:solidFill>
                <a:latin typeface="+mn-lt"/>
                <a:cs typeface="Segoe UI"/>
              </a:rPr>
              <a:t>To write into a file or replace contents, you need:</a:t>
            </a:r>
          </a:p>
          <a:p>
            <a:pPr marL="296069" marR="1690727" indent="-285750">
              <a:lnSpc>
                <a:spcPts val="2283"/>
              </a:lnSpc>
              <a:spcBef>
                <a:spcPts val="203"/>
              </a:spcBef>
              <a:buFont typeface="Arial" panose="020B0604020202020204" pitchFamily="34" charset="0"/>
              <a:buChar char="•"/>
            </a:pPr>
            <a:endParaRPr lang="en-US" sz="1800" noProof="0" dirty="0">
              <a:solidFill>
                <a:schemeClr val="tx1"/>
              </a:solidFill>
              <a:latin typeface="+mn-lt"/>
              <a:cs typeface="Segoe UI"/>
            </a:endParaRPr>
          </a:p>
          <a:p>
            <a:pPr marL="296069" marR="1690727" indent="-285750">
              <a:lnSpc>
                <a:spcPts val="2283"/>
              </a:lnSpc>
              <a:spcBef>
                <a:spcPts val="203"/>
              </a:spcBef>
              <a:buFont typeface="Arial" panose="020B0604020202020204" pitchFamily="34" charset="0"/>
              <a:buChar char="•"/>
            </a:pPr>
            <a:r>
              <a:rPr lang="en-US" sz="1800" noProof="0" dirty="0">
                <a:solidFill>
                  <a:schemeClr val="tx1"/>
                </a:solidFill>
                <a:latin typeface="+mn-lt"/>
                <a:cs typeface="Segoe UI"/>
              </a:rPr>
              <a:t>To copy files / directories, you would need the read pair on the source and the write pair for the target.</a:t>
            </a:r>
          </a:p>
          <a:p>
            <a:endParaRPr lang="en-US" sz="18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10</a:t>
            </a:fld>
            <a:endParaRPr lang="en-US" noProof="0" dirty="0"/>
          </a:p>
        </p:txBody>
      </p:sp>
      <p:sp>
        <p:nvSpPr>
          <p:cNvPr id="3" name="object 5">
            <a:extLst>
              <a:ext uri="{FF2B5EF4-FFF2-40B4-BE49-F238E27FC236}">
                <a16:creationId xmlns:a16="http://schemas.microsoft.com/office/drawing/2014/main" id="{4429FFE0-2E60-46DD-2068-1C579198AA0E}"/>
              </a:ext>
            </a:extLst>
          </p:cNvPr>
          <p:cNvSpPr txBox="1"/>
          <p:nvPr/>
        </p:nvSpPr>
        <p:spPr>
          <a:xfrm>
            <a:off x="5600007" y="1837821"/>
            <a:ext cx="4806974" cy="456215"/>
          </a:xfrm>
          <a:prstGeom prst="rect">
            <a:avLst/>
          </a:prstGeom>
          <a:solidFill>
            <a:schemeClr val="bg1">
              <a:lumMod val="85000"/>
            </a:schemeClr>
          </a:solidFill>
          <a:ln w="12600">
            <a:solidFill>
              <a:srgbClr val="000000"/>
            </a:solidFill>
          </a:ln>
        </p:spPr>
        <p:txBody>
          <a:bodyPr vert="horz" wrap="square" lIns="0" tIns="12383" rIns="0" bIns="0" rtlCol="0">
            <a:spAutoFit/>
          </a:bodyPr>
          <a:lstStyle/>
          <a:p>
            <a:pPr marL="218758">
              <a:spcBef>
                <a:spcPts val="98"/>
              </a:spcBef>
            </a:pPr>
            <a:r>
              <a:rPr lang="en-US" sz="1400" b="1" spc="-8" noProof="0" dirty="0">
                <a:solidFill>
                  <a:srgbClr val="7030A0"/>
                </a:solidFill>
                <a:latin typeface="Hack" panose="020B0609030202020204" pitchFamily="49" charset="0"/>
                <a:ea typeface="Hack" panose="020B0609030202020204" pitchFamily="49" charset="0"/>
                <a:cs typeface="Hack" panose="020B0609030202020204" pitchFamily="49" charset="0"/>
              </a:rPr>
              <a:t>--x</a:t>
            </a:r>
            <a:r>
              <a:rPr lang="en-US" sz="1400" spc="-8" noProof="0" dirty="0">
                <a:latin typeface="Hack" panose="020B0609030202020204" pitchFamily="49" charset="0"/>
                <a:ea typeface="Hack" panose="020B0609030202020204" pitchFamily="49" charset="0"/>
                <a:cs typeface="Hack" panose="020B0609030202020204" pitchFamily="49" charset="0"/>
              </a:rPr>
              <a:t>	</a:t>
            </a:r>
            <a:r>
              <a:rPr lang="en-US" sz="1400" spc="-8" noProof="0" dirty="0">
                <a:ea typeface="Hack" panose="020B0609030202020204" pitchFamily="49" charset="0"/>
                <a:cs typeface="Hack" panose="020B0609030202020204" pitchFamily="49" charset="0"/>
              </a:rPr>
              <a:t>permission on </a:t>
            </a:r>
            <a:r>
              <a:rPr lang="en-US" sz="1400" b="1" spc="-8" noProof="0" dirty="0">
                <a:ea typeface="Hack" panose="020B0609030202020204" pitchFamily="49" charset="0"/>
                <a:cs typeface="Hack" panose="020B0609030202020204" pitchFamily="49" charset="0"/>
              </a:rPr>
              <a:t>all directories </a:t>
            </a:r>
            <a:r>
              <a:rPr lang="en-US" sz="1400" spc="-8" noProof="0" dirty="0">
                <a:ea typeface="Hack" panose="020B0609030202020204" pitchFamily="49" charset="0"/>
                <a:cs typeface="Hack" panose="020B0609030202020204" pitchFamily="49" charset="0"/>
              </a:rPr>
              <a:t>in the path</a:t>
            </a:r>
          </a:p>
          <a:p>
            <a:pPr marL="218758">
              <a:spcBef>
                <a:spcPts val="98"/>
              </a:spcBef>
            </a:pPr>
            <a:r>
              <a:rPr lang="en-US" sz="1400" b="1" spc="-8"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400" b="1" spc="-8" noProof="0" dirty="0" err="1">
                <a:solidFill>
                  <a:srgbClr val="7030A0"/>
                </a:solidFill>
                <a:latin typeface="Hack" panose="020B0609030202020204" pitchFamily="49" charset="0"/>
                <a:ea typeface="Hack" panose="020B0609030202020204" pitchFamily="49" charset="0"/>
                <a:cs typeface="Hack" panose="020B0609030202020204" pitchFamily="49" charset="0"/>
              </a:rPr>
              <a:t>wx</a:t>
            </a:r>
            <a:r>
              <a:rPr lang="en-US" sz="1400" spc="-8" noProof="0" dirty="0">
                <a:latin typeface="Hack" panose="020B0609030202020204" pitchFamily="49" charset="0"/>
                <a:ea typeface="Hack" panose="020B0609030202020204" pitchFamily="49" charset="0"/>
                <a:cs typeface="Hack" panose="020B0609030202020204" pitchFamily="49" charset="0"/>
              </a:rPr>
              <a:t>	</a:t>
            </a:r>
            <a:r>
              <a:rPr lang="en-US" sz="1400" spc="-8" noProof="0" dirty="0">
                <a:ea typeface="Hack" panose="020B0609030202020204" pitchFamily="49" charset="0"/>
                <a:cs typeface="Hack" panose="020B0609030202020204" pitchFamily="49" charset="0"/>
              </a:rPr>
              <a:t>permissions on the </a:t>
            </a:r>
            <a:r>
              <a:rPr lang="en-US" sz="1400" b="1" spc="-8" noProof="0" dirty="0">
                <a:ea typeface="Hack" panose="020B0609030202020204" pitchFamily="49" charset="0"/>
                <a:cs typeface="Hack" panose="020B0609030202020204" pitchFamily="49" charset="0"/>
              </a:rPr>
              <a:t>last</a:t>
            </a:r>
            <a:r>
              <a:rPr lang="en-US" sz="1400" spc="-8" noProof="0" dirty="0">
                <a:ea typeface="Hack" panose="020B0609030202020204" pitchFamily="49" charset="0"/>
                <a:cs typeface="Hack" panose="020B0609030202020204" pitchFamily="49" charset="0"/>
              </a:rPr>
              <a:t> </a:t>
            </a:r>
            <a:r>
              <a:rPr lang="en-US" sz="1400" b="1" spc="-8" noProof="0" dirty="0">
                <a:ea typeface="Hack" panose="020B0609030202020204" pitchFamily="49" charset="0"/>
                <a:cs typeface="Hack" panose="020B0609030202020204" pitchFamily="49" charset="0"/>
              </a:rPr>
              <a:t>directory </a:t>
            </a:r>
            <a:r>
              <a:rPr lang="en-US" sz="1400" spc="-8" noProof="0" dirty="0">
                <a:ea typeface="Hack" panose="020B0609030202020204" pitchFamily="49" charset="0"/>
                <a:cs typeface="Hack" panose="020B0609030202020204" pitchFamily="49" charset="0"/>
              </a:rPr>
              <a:t>in the path</a:t>
            </a:r>
            <a:endParaRPr lang="en-US" sz="1400" noProof="0" dirty="0">
              <a:ea typeface="Hack" panose="020B0609030202020204" pitchFamily="49" charset="0"/>
              <a:cs typeface="Hack" panose="020B0609030202020204" pitchFamily="49" charset="0"/>
            </a:endParaRPr>
          </a:p>
        </p:txBody>
      </p:sp>
      <p:sp>
        <p:nvSpPr>
          <p:cNvPr id="4" name="object 5">
            <a:extLst>
              <a:ext uri="{FF2B5EF4-FFF2-40B4-BE49-F238E27FC236}">
                <a16:creationId xmlns:a16="http://schemas.microsoft.com/office/drawing/2014/main" id="{55EE3A6C-3E09-5D47-3835-776B831BAF48}"/>
              </a:ext>
            </a:extLst>
          </p:cNvPr>
          <p:cNvSpPr txBox="1"/>
          <p:nvPr/>
        </p:nvSpPr>
        <p:spPr>
          <a:xfrm>
            <a:off x="3309327" y="3051979"/>
            <a:ext cx="6770687" cy="456215"/>
          </a:xfrm>
          <a:prstGeom prst="rect">
            <a:avLst/>
          </a:prstGeom>
          <a:solidFill>
            <a:schemeClr val="bg1">
              <a:lumMod val="85000"/>
            </a:schemeClr>
          </a:solidFill>
          <a:ln w="12600">
            <a:solidFill>
              <a:srgbClr val="000000"/>
            </a:solidFill>
          </a:ln>
        </p:spPr>
        <p:txBody>
          <a:bodyPr vert="horz" wrap="square" lIns="0" tIns="12383" rIns="0" bIns="0" rtlCol="0">
            <a:spAutoFit/>
          </a:bodyPr>
          <a:lstStyle/>
          <a:p>
            <a:pPr marL="218758">
              <a:spcBef>
                <a:spcPts val="98"/>
              </a:spcBef>
            </a:pPr>
            <a:r>
              <a:rPr lang="en-US" sz="1400" b="1" spc="-8" noProof="0" dirty="0">
                <a:solidFill>
                  <a:srgbClr val="7030A0"/>
                </a:solidFill>
                <a:latin typeface="Hack" panose="020B0609030202020204" pitchFamily="49" charset="0"/>
                <a:ea typeface="Hack" panose="020B0609030202020204" pitchFamily="49" charset="0"/>
                <a:cs typeface="Hack" panose="020B0609030202020204" pitchFamily="49" charset="0"/>
              </a:rPr>
              <a:t>--x</a:t>
            </a:r>
            <a:r>
              <a:rPr lang="en-US" sz="1400" spc="-8" noProof="0" dirty="0">
                <a:latin typeface="Hack" panose="020B0609030202020204" pitchFamily="49" charset="0"/>
                <a:ea typeface="Hack" panose="020B0609030202020204" pitchFamily="49" charset="0"/>
                <a:cs typeface="Hack" panose="020B0609030202020204" pitchFamily="49" charset="0"/>
              </a:rPr>
              <a:t>	</a:t>
            </a:r>
            <a:r>
              <a:rPr lang="en-US" sz="1400" spc="-8" noProof="0" dirty="0">
                <a:ea typeface="Hack" panose="020B0609030202020204" pitchFamily="49" charset="0"/>
                <a:cs typeface="Hack" panose="020B0609030202020204" pitchFamily="49" charset="0"/>
              </a:rPr>
              <a:t>permission on all directories in the path</a:t>
            </a:r>
          </a:p>
          <a:p>
            <a:pPr marL="218758">
              <a:spcBef>
                <a:spcPts val="98"/>
              </a:spcBef>
            </a:pPr>
            <a:r>
              <a:rPr lang="en-US" sz="1400" b="1" spc="-8" noProof="0" dirty="0">
                <a:solidFill>
                  <a:srgbClr val="7030A0"/>
                </a:solidFill>
                <a:latin typeface="Hack" panose="020B0609030202020204" pitchFamily="49" charset="0"/>
                <a:ea typeface="Hack" panose="020B0609030202020204" pitchFamily="49" charset="0"/>
                <a:cs typeface="Hack" panose="020B0609030202020204" pitchFamily="49" charset="0"/>
              </a:rPr>
              <a:t>r--</a:t>
            </a:r>
            <a:r>
              <a:rPr lang="en-US" sz="1400" spc="-8" noProof="0" dirty="0">
                <a:latin typeface="Hack" panose="020B0609030202020204" pitchFamily="49" charset="0"/>
                <a:ea typeface="Hack" panose="020B0609030202020204" pitchFamily="49" charset="0"/>
                <a:cs typeface="Hack" panose="020B0609030202020204" pitchFamily="49" charset="0"/>
              </a:rPr>
              <a:t>	</a:t>
            </a:r>
            <a:r>
              <a:rPr lang="en-US" sz="1400" spc="-8" noProof="0" dirty="0">
                <a:ea typeface="Hack" panose="020B0609030202020204" pitchFamily="49" charset="0"/>
                <a:cs typeface="Hack" panose="020B0609030202020204" pitchFamily="49" charset="0"/>
              </a:rPr>
              <a:t>permission </a:t>
            </a:r>
            <a:r>
              <a:rPr lang="en-US" sz="1400" b="1" spc="-8" noProof="0" dirty="0">
                <a:ea typeface="Hack" panose="020B0609030202020204" pitchFamily="49" charset="0"/>
                <a:cs typeface="Hack" panose="020B0609030202020204" pitchFamily="49" charset="0"/>
              </a:rPr>
              <a:t>on the file</a:t>
            </a:r>
            <a:endParaRPr lang="en-US" sz="1400" b="1" noProof="0" dirty="0">
              <a:ea typeface="Hack" panose="020B0609030202020204" pitchFamily="49" charset="0"/>
              <a:cs typeface="Hack" panose="020B0609030202020204" pitchFamily="49" charset="0"/>
            </a:endParaRPr>
          </a:p>
        </p:txBody>
      </p:sp>
      <p:sp>
        <p:nvSpPr>
          <p:cNvPr id="7" name="object 5">
            <a:extLst>
              <a:ext uri="{FF2B5EF4-FFF2-40B4-BE49-F238E27FC236}">
                <a16:creationId xmlns:a16="http://schemas.microsoft.com/office/drawing/2014/main" id="{CA3BCD5A-7650-BA0D-4E22-369F2FEA8B3E}"/>
              </a:ext>
            </a:extLst>
          </p:cNvPr>
          <p:cNvSpPr txBox="1"/>
          <p:nvPr/>
        </p:nvSpPr>
        <p:spPr>
          <a:xfrm>
            <a:off x="5945447" y="3988014"/>
            <a:ext cx="4461534" cy="456215"/>
          </a:xfrm>
          <a:prstGeom prst="rect">
            <a:avLst/>
          </a:prstGeom>
          <a:solidFill>
            <a:schemeClr val="bg1">
              <a:lumMod val="85000"/>
            </a:schemeClr>
          </a:solidFill>
          <a:ln w="12600">
            <a:solidFill>
              <a:srgbClr val="000000"/>
            </a:solidFill>
          </a:ln>
        </p:spPr>
        <p:txBody>
          <a:bodyPr vert="horz" wrap="square" lIns="0" tIns="12383" rIns="0" bIns="0" rtlCol="0">
            <a:spAutoFit/>
          </a:bodyPr>
          <a:lstStyle/>
          <a:p>
            <a:pPr marL="218758">
              <a:spcBef>
                <a:spcPts val="98"/>
              </a:spcBef>
            </a:pPr>
            <a:r>
              <a:rPr lang="en-US" sz="1400" b="1" spc="-8" noProof="0" dirty="0">
                <a:solidFill>
                  <a:srgbClr val="7030A0"/>
                </a:solidFill>
                <a:latin typeface="Hack" panose="020B0609030202020204" pitchFamily="49" charset="0"/>
                <a:ea typeface="Hack" panose="020B0609030202020204" pitchFamily="49" charset="0"/>
                <a:cs typeface="Hack" panose="020B0609030202020204" pitchFamily="49" charset="0"/>
              </a:rPr>
              <a:t>--x</a:t>
            </a:r>
            <a:r>
              <a:rPr lang="en-US" sz="1400" spc="-8" noProof="0" dirty="0">
                <a:latin typeface="Hack" panose="020B0609030202020204" pitchFamily="49" charset="0"/>
                <a:ea typeface="Hack" panose="020B0609030202020204" pitchFamily="49" charset="0"/>
                <a:cs typeface="Hack" panose="020B0609030202020204" pitchFamily="49" charset="0"/>
              </a:rPr>
              <a:t>	</a:t>
            </a:r>
            <a:r>
              <a:rPr lang="en-US" sz="1400" spc="-8" noProof="0" dirty="0">
                <a:ea typeface="Hack" panose="020B0609030202020204" pitchFamily="49" charset="0"/>
                <a:cs typeface="Hack" panose="020B0609030202020204" pitchFamily="49" charset="0"/>
              </a:rPr>
              <a:t>permission on </a:t>
            </a:r>
            <a:r>
              <a:rPr lang="en-US" sz="1400" b="1" spc="-8" noProof="0" dirty="0">
                <a:ea typeface="Hack" panose="020B0609030202020204" pitchFamily="49" charset="0"/>
                <a:cs typeface="Hack" panose="020B0609030202020204" pitchFamily="49" charset="0"/>
              </a:rPr>
              <a:t>all directories </a:t>
            </a:r>
            <a:r>
              <a:rPr lang="en-US" sz="1400" spc="-8" noProof="0" dirty="0">
                <a:ea typeface="Hack" panose="020B0609030202020204" pitchFamily="49" charset="0"/>
                <a:cs typeface="Hack" panose="020B0609030202020204" pitchFamily="49" charset="0"/>
              </a:rPr>
              <a:t>in the path</a:t>
            </a:r>
          </a:p>
          <a:p>
            <a:pPr marL="218758">
              <a:spcBef>
                <a:spcPts val="98"/>
              </a:spcBef>
            </a:pPr>
            <a:r>
              <a:rPr lang="en-US" sz="1400" b="1" spc="-8" noProof="0" dirty="0">
                <a:solidFill>
                  <a:srgbClr val="7030A0"/>
                </a:solidFill>
                <a:latin typeface="Hack" panose="020B0609030202020204" pitchFamily="49" charset="0"/>
                <a:ea typeface="Hack" panose="020B0609030202020204" pitchFamily="49" charset="0"/>
                <a:cs typeface="Hack" panose="020B0609030202020204" pitchFamily="49" charset="0"/>
              </a:rPr>
              <a:t>-w-</a:t>
            </a:r>
            <a:r>
              <a:rPr lang="en-US" sz="1400" spc="-8" noProof="0" dirty="0">
                <a:latin typeface="Hack" panose="020B0609030202020204" pitchFamily="49" charset="0"/>
                <a:ea typeface="Hack" panose="020B0609030202020204" pitchFamily="49" charset="0"/>
                <a:cs typeface="Hack" panose="020B0609030202020204" pitchFamily="49" charset="0"/>
              </a:rPr>
              <a:t>	</a:t>
            </a:r>
            <a:r>
              <a:rPr lang="en-US" sz="1400" spc="-8" noProof="0" dirty="0">
                <a:ea typeface="Hack" panose="020B0609030202020204" pitchFamily="49" charset="0"/>
                <a:cs typeface="Hack" panose="020B0609030202020204" pitchFamily="49" charset="0"/>
              </a:rPr>
              <a:t>permission </a:t>
            </a:r>
            <a:r>
              <a:rPr lang="en-US" sz="1400" b="1" spc="-8" noProof="0" dirty="0">
                <a:ea typeface="Hack" panose="020B0609030202020204" pitchFamily="49" charset="0"/>
                <a:cs typeface="Hack" panose="020B0609030202020204" pitchFamily="49" charset="0"/>
              </a:rPr>
              <a:t>on the file</a:t>
            </a:r>
            <a:endParaRPr lang="en-US" sz="1400" b="1" noProof="0" dirty="0">
              <a:ea typeface="Hack" panose="020B0609030202020204" pitchFamily="49" charset="0"/>
              <a:cs typeface="Hack" panose="020B0609030202020204" pitchFamily="49" charset="0"/>
            </a:endParaRPr>
          </a:p>
        </p:txBody>
      </p:sp>
      <p:pic>
        <p:nvPicPr>
          <p:cNvPr id="6" name="Picture 2" descr="Free clip art &quot;Text File Icon&quot; by kuba">
            <a:extLst>
              <a:ext uri="{FF2B5EF4-FFF2-40B4-BE49-F238E27FC236}">
                <a16:creationId xmlns:a16="http://schemas.microsoft.com/office/drawing/2014/main" id="{863E7AAD-8976-BF49-4222-2F07E1F1AF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24713" y="765205"/>
            <a:ext cx="1183062" cy="926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2081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23CB086-C281-175B-37A2-1229CCDD7933}"/>
              </a:ext>
            </a:extLst>
          </p:cNvPr>
          <p:cNvSpPr>
            <a:spLocks noGrp="1"/>
          </p:cNvSpPr>
          <p:nvPr>
            <p:ph type="ctrTitle"/>
          </p:nvPr>
        </p:nvSpPr>
        <p:spPr/>
        <p:txBody>
          <a:bodyPr/>
          <a:lstStyle/>
          <a:p>
            <a:r>
              <a:rPr lang="en-US" noProof="0" dirty="0"/>
              <a:t>Directories: Permissions needed</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96069" marR="1690727" indent="-285750">
              <a:lnSpc>
                <a:spcPts val="2283"/>
              </a:lnSpc>
              <a:spcBef>
                <a:spcPts val="203"/>
              </a:spcBef>
              <a:buFont typeface="Arial" panose="020B0604020202020204" pitchFamily="34" charset="0"/>
              <a:buChar char="•"/>
            </a:pPr>
            <a:r>
              <a:rPr lang="en-US" sz="1800" noProof="0" dirty="0">
                <a:solidFill>
                  <a:schemeClr val="tx1"/>
                </a:solidFill>
                <a:latin typeface="+mn-lt"/>
                <a:cs typeface="Segoe UI"/>
              </a:rPr>
              <a:t>To create / rename / remove within a directory, you need: </a:t>
            </a:r>
          </a:p>
          <a:p>
            <a:pPr marL="296069" marR="1690727" indent="-285750">
              <a:lnSpc>
                <a:spcPts val="2283"/>
              </a:lnSpc>
              <a:spcBef>
                <a:spcPts val="203"/>
              </a:spcBef>
              <a:buFont typeface="Arial" panose="020B0604020202020204" pitchFamily="34" charset="0"/>
              <a:buChar char="•"/>
            </a:pPr>
            <a:endParaRPr lang="en-US" sz="1800" noProof="0" dirty="0">
              <a:solidFill>
                <a:schemeClr val="tx1"/>
              </a:solidFill>
              <a:latin typeface="+mn-lt"/>
              <a:cs typeface="Segoe UI"/>
            </a:endParaRPr>
          </a:p>
          <a:p>
            <a:pPr marL="476065" marR="1690727" lvl="1" indent="-285750">
              <a:lnSpc>
                <a:spcPts val="2283"/>
              </a:lnSpc>
              <a:spcBef>
                <a:spcPts val="203"/>
              </a:spcBef>
            </a:pPr>
            <a:r>
              <a:rPr lang="en-US" sz="1800" noProof="0" dirty="0">
                <a:latin typeface="+mn-lt"/>
                <a:cs typeface="Segoe UI"/>
              </a:rPr>
              <a:t>To move, you would need this on both source and target.</a:t>
            </a:r>
          </a:p>
          <a:p>
            <a:pPr marL="476065" marR="1690727" lvl="1" indent="-285750">
              <a:lnSpc>
                <a:spcPts val="2283"/>
              </a:lnSpc>
              <a:spcBef>
                <a:spcPts val="203"/>
              </a:spcBef>
            </a:pPr>
            <a:endParaRPr lang="en-US" sz="1800" noProof="0" dirty="0">
              <a:latin typeface="+mn-lt"/>
              <a:cs typeface="Segoe UI"/>
            </a:endParaRPr>
          </a:p>
          <a:p>
            <a:pPr marL="296069" marR="1690727" indent="-285750">
              <a:lnSpc>
                <a:spcPts val="2283"/>
              </a:lnSpc>
              <a:spcBef>
                <a:spcPts val="203"/>
              </a:spcBef>
              <a:buFont typeface="Arial" panose="020B0604020202020204" pitchFamily="34" charset="0"/>
              <a:buChar char="•"/>
            </a:pPr>
            <a:r>
              <a:rPr lang="en-US" sz="1800" noProof="0" dirty="0">
                <a:solidFill>
                  <a:schemeClr val="tx1"/>
                </a:solidFill>
                <a:latin typeface="+mn-lt"/>
                <a:cs typeface="Segoe UI"/>
              </a:rPr>
              <a:t>To list the directories contents, you need:</a:t>
            </a:r>
          </a:p>
          <a:p>
            <a:pPr marL="10319" marR="1690727" indent="0">
              <a:lnSpc>
                <a:spcPts val="2283"/>
              </a:lnSpc>
              <a:spcBef>
                <a:spcPts val="203"/>
              </a:spcBef>
              <a:buNone/>
            </a:pPr>
            <a:endParaRPr lang="en-US" sz="1800" noProof="0" dirty="0">
              <a:solidFill>
                <a:schemeClr val="tx1"/>
              </a:solidFill>
              <a:latin typeface="+mn-lt"/>
              <a:cs typeface="Segoe UI"/>
            </a:endParaRPr>
          </a:p>
          <a:p>
            <a:pPr marL="296069" marR="1690727" indent="-285750">
              <a:lnSpc>
                <a:spcPts val="2283"/>
              </a:lnSpc>
              <a:spcBef>
                <a:spcPts val="203"/>
              </a:spcBef>
              <a:buFont typeface="Arial" panose="020B0604020202020204" pitchFamily="34" charset="0"/>
              <a:buChar char="•"/>
            </a:pPr>
            <a:endParaRPr lang="en-US" sz="1800" noProof="0" dirty="0">
              <a:solidFill>
                <a:schemeClr val="tx1"/>
              </a:solidFill>
              <a:latin typeface="+mn-lt"/>
              <a:cs typeface="Segoe UI"/>
            </a:endParaRPr>
          </a:p>
          <a:p>
            <a:pPr marL="296069" marR="1690727" indent="-285750">
              <a:lnSpc>
                <a:spcPts val="2283"/>
              </a:lnSpc>
              <a:spcBef>
                <a:spcPts val="203"/>
              </a:spcBef>
              <a:buFont typeface="Arial" panose="020B0604020202020204" pitchFamily="34" charset="0"/>
              <a:buChar char="•"/>
            </a:pPr>
            <a:r>
              <a:rPr lang="en-US" sz="1800" noProof="0" dirty="0">
                <a:solidFill>
                  <a:schemeClr val="tx1"/>
                </a:solidFill>
                <a:latin typeface="+mn-lt"/>
                <a:cs typeface="Segoe UI"/>
              </a:rPr>
              <a:t>To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cd</a:t>
            </a:r>
            <a:r>
              <a:rPr lang="en-US" sz="1800" noProof="0" dirty="0">
                <a:latin typeface="+mn-lt"/>
                <a:cs typeface="Segoe UI"/>
              </a:rPr>
              <a:t> </a:t>
            </a:r>
            <a:r>
              <a:rPr lang="en-US" sz="1800" noProof="0" dirty="0">
                <a:solidFill>
                  <a:schemeClr val="tx1"/>
                </a:solidFill>
                <a:latin typeface="+mn-lt"/>
                <a:cs typeface="Segoe UI"/>
              </a:rPr>
              <a:t>into a directory, you need:</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11</a:t>
            </a:fld>
            <a:endParaRPr lang="en-US" noProof="0" dirty="0"/>
          </a:p>
        </p:txBody>
      </p:sp>
      <p:sp>
        <p:nvSpPr>
          <p:cNvPr id="4" name="object 5">
            <a:extLst>
              <a:ext uri="{FF2B5EF4-FFF2-40B4-BE49-F238E27FC236}">
                <a16:creationId xmlns:a16="http://schemas.microsoft.com/office/drawing/2014/main" id="{55EE3A6C-3E09-5D47-3835-776B831BAF48}"/>
              </a:ext>
            </a:extLst>
          </p:cNvPr>
          <p:cNvSpPr txBox="1"/>
          <p:nvPr/>
        </p:nvSpPr>
        <p:spPr>
          <a:xfrm>
            <a:off x="5227349" y="3077781"/>
            <a:ext cx="6770688" cy="517770"/>
          </a:xfrm>
          <a:prstGeom prst="rect">
            <a:avLst/>
          </a:prstGeom>
          <a:solidFill>
            <a:schemeClr val="bg1">
              <a:lumMod val="85000"/>
            </a:schemeClr>
          </a:solidFill>
          <a:ln w="12600">
            <a:solidFill>
              <a:srgbClr val="000000"/>
            </a:solidFill>
          </a:ln>
        </p:spPr>
        <p:txBody>
          <a:bodyPr vert="horz" wrap="square" lIns="0" tIns="12383" rIns="0" bIns="0" rtlCol="0">
            <a:spAutoFit/>
          </a:bodyPr>
          <a:lstStyle/>
          <a:p>
            <a:pPr marL="218758">
              <a:spcBef>
                <a:spcPts val="98"/>
              </a:spcBef>
            </a:pPr>
            <a:r>
              <a:rPr lang="en-US" sz="1600" b="1" spc="-8" noProof="0" dirty="0">
                <a:solidFill>
                  <a:srgbClr val="7030A0"/>
                </a:solidFill>
                <a:latin typeface="Hack" panose="020B0609030202020204" pitchFamily="49" charset="0"/>
                <a:ea typeface="Hack" panose="020B0609030202020204" pitchFamily="49" charset="0"/>
                <a:cs typeface="Hack" panose="020B0609030202020204" pitchFamily="49" charset="0"/>
              </a:rPr>
              <a:t>--x</a:t>
            </a:r>
            <a:r>
              <a:rPr lang="en-US" sz="1600" spc="-8" noProof="0" dirty="0">
                <a:latin typeface="Hack" panose="020B0609030202020204" pitchFamily="49" charset="0"/>
                <a:ea typeface="Hack" panose="020B0609030202020204" pitchFamily="49" charset="0"/>
                <a:cs typeface="Hack" panose="020B0609030202020204" pitchFamily="49" charset="0"/>
              </a:rPr>
              <a:t>	</a:t>
            </a:r>
            <a:r>
              <a:rPr lang="en-US" sz="1600" spc="-8" noProof="0" dirty="0">
                <a:ea typeface="Hack" panose="020B0609030202020204" pitchFamily="49" charset="0"/>
                <a:cs typeface="Hack" panose="020B0609030202020204" pitchFamily="49" charset="0"/>
              </a:rPr>
              <a:t>permission on all directories in the pathname</a:t>
            </a:r>
          </a:p>
          <a:p>
            <a:pPr marL="218758">
              <a:spcBef>
                <a:spcPts val="98"/>
              </a:spcBef>
            </a:pPr>
            <a:r>
              <a:rPr lang="en-US" sz="1600" b="1" spc="-8"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00" b="1" spc="-8" noProof="0" dirty="0" err="1">
                <a:solidFill>
                  <a:srgbClr val="7030A0"/>
                </a:solidFill>
                <a:latin typeface="Hack" panose="020B0609030202020204" pitchFamily="49" charset="0"/>
                <a:ea typeface="Hack" panose="020B0609030202020204" pitchFamily="49" charset="0"/>
                <a:cs typeface="Hack" panose="020B0609030202020204" pitchFamily="49" charset="0"/>
              </a:rPr>
              <a:t>rx</a:t>
            </a:r>
            <a:r>
              <a:rPr lang="en-US" sz="1600" spc="-8" noProof="0" dirty="0">
                <a:latin typeface="Hack" panose="020B0609030202020204" pitchFamily="49" charset="0"/>
                <a:ea typeface="Hack" panose="020B0609030202020204" pitchFamily="49" charset="0"/>
                <a:cs typeface="Hack" panose="020B0609030202020204" pitchFamily="49" charset="0"/>
              </a:rPr>
              <a:t>	</a:t>
            </a:r>
            <a:r>
              <a:rPr lang="en-US" sz="1600" spc="-8" noProof="0" dirty="0">
                <a:ea typeface="Hack" panose="020B0609030202020204" pitchFamily="49" charset="0"/>
                <a:cs typeface="Hack" panose="020B0609030202020204" pitchFamily="49" charset="0"/>
              </a:rPr>
              <a:t>permissions on the last directory in the pathname</a:t>
            </a:r>
            <a:endParaRPr lang="en-US" sz="1600" noProof="0" dirty="0">
              <a:ea typeface="Hack" panose="020B0609030202020204" pitchFamily="49" charset="0"/>
              <a:cs typeface="Hack" panose="020B0609030202020204" pitchFamily="49" charset="0"/>
            </a:endParaRPr>
          </a:p>
        </p:txBody>
      </p:sp>
      <p:sp>
        <p:nvSpPr>
          <p:cNvPr id="8" name="object 5">
            <a:extLst>
              <a:ext uri="{FF2B5EF4-FFF2-40B4-BE49-F238E27FC236}">
                <a16:creationId xmlns:a16="http://schemas.microsoft.com/office/drawing/2014/main" id="{793969BE-F8FB-266C-DE9D-9AE4F8576027}"/>
              </a:ext>
            </a:extLst>
          </p:cNvPr>
          <p:cNvSpPr txBox="1"/>
          <p:nvPr/>
        </p:nvSpPr>
        <p:spPr>
          <a:xfrm>
            <a:off x="4258396" y="4050991"/>
            <a:ext cx="6770688" cy="258725"/>
          </a:xfrm>
          <a:prstGeom prst="rect">
            <a:avLst/>
          </a:prstGeom>
          <a:solidFill>
            <a:schemeClr val="bg1">
              <a:lumMod val="85000"/>
            </a:schemeClr>
          </a:solidFill>
          <a:ln w="12600">
            <a:solidFill>
              <a:srgbClr val="000000"/>
            </a:solidFill>
          </a:ln>
        </p:spPr>
        <p:txBody>
          <a:bodyPr vert="horz" wrap="square" lIns="0" tIns="12383" rIns="0" bIns="0" rtlCol="0">
            <a:spAutoFit/>
          </a:bodyPr>
          <a:lstStyle/>
          <a:p>
            <a:pPr marL="218758">
              <a:spcBef>
                <a:spcPts val="98"/>
              </a:spcBef>
            </a:pPr>
            <a:r>
              <a:rPr lang="en-US" sz="1600" b="1" spc="-8" noProof="0" dirty="0">
                <a:solidFill>
                  <a:srgbClr val="7030A0"/>
                </a:solidFill>
                <a:latin typeface="Hack" panose="020B0609030202020204" pitchFamily="49" charset="0"/>
                <a:ea typeface="Hack" panose="020B0609030202020204" pitchFamily="49" charset="0"/>
                <a:cs typeface="Hack" panose="020B0609030202020204" pitchFamily="49" charset="0"/>
              </a:rPr>
              <a:t>--x</a:t>
            </a:r>
            <a:r>
              <a:rPr lang="en-US" sz="1600" spc="-8" noProof="0" dirty="0">
                <a:latin typeface="Hack" panose="020B0609030202020204" pitchFamily="49" charset="0"/>
                <a:ea typeface="Hack" panose="020B0609030202020204" pitchFamily="49" charset="0"/>
                <a:cs typeface="Hack" panose="020B0609030202020204" pitchFamily="49" charset="0"/>
              </a:rPr>
              <a:t>	</a:t>
            </a:r>
            <a:r>
              <a:rPr lang="en-US" sz="1600" spc="-8" noProof="0" dirty="0">
                <a:ea typeface="Hack" panose="020B0609030202020204" pitchFamily="49" charset="0"/>
                <a:cs typeface="Hack" panose="020B0609030202020204" pitchFamily="49" charset="0"/>
              </a:rPr>
              <a:t>permission on all directories in the pathname</a:t>
            </a:r>
            <a:endParaRPr lang="en-US" sz="1600" noProof="0" dirty="0">
              <a:ea typeface="Hack" panose="020B0609030202020204" pitchFamily="49" charset="0"/>
              <a:cs typeface="Hack" panose="020B0609030202020204" pitchFamily="49" charset="0"/>
            </a:endParaRPr>
          </a:p>
        </p:txBody>
      </p:sp>
      <p:pic>
        <p:nvPicPr>
          <p:cNvPr id="6" name="Picture 4" descr="Premium Vector | Yellow file folder icon isolated on white. Folder with  documents. Open folder icon. Document symbol">
            <a:extLst>
              <a:ext uri="{FF2B5EF4-FFF2-40B4-BE49-F238E27FC236}">
                <a16:creationId xmlns:a16="http://schemas.microsoft.com/office/drawing/2014/main" id="{267BF4DF-991F-FDEF-1985-65C12297C6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70857" y="367703"/>
            <a:ext cx="1576642" cy="1263026"/>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5">
            <a:extLst>
              <a:ext uri="{FF2B5EF4-FFF2-40B4-BE49-F238E27FC236}">
                <a16:creationId xmlns:a16="http://schemas.microsoft.com/office/drawing/2014/main" id="{4429FFE0-2E60-46DD-2068-1C579198AA0E}"/>
              </a:ext>
            </a:extLst>
          </p:cNvPr>
          <p:cNvSpPr txBox="1"/>
          <p:nvPr/>
        </p:nvSpPr>
        <p:spPr>
          <a:xfrm>
            <a:off x="6936508" y="1858349"/>
            <a:ext cx="5061529" cy="763992"/>
          </a:xfrm>
          <a:prstGeom prst="rect">
            <a:avLst/>
          </a:prstGeom>
          <a:solidFill>
            <a:schemeClr val="bg1">
              <a:lumMod val="85000"/>
            </a:schemeClr>
          </a:solidFill>
          <a:ln w="12600">
            <a:solidFill>
              <a:srgbClr val="000000"/>
            </a:solidFill>
          </a:ln>
        </p:spPr>
        <p:txBody>
          <a:bodyPr vert="horz" wrap="square" lIns="0" tIns="12383" rIns="0" bIns="0" rtlCol="0">
            <a:spAutoFit/>
          </a:bodyPr>
          <a:lstStyle/>
          <a:p>
            <a:pPr marL="218758">
              <a:spcBef>
                <a:spcPts val="98"/>
              </a:spcBef>
            </a:pPr>
            <a:r>
              <a:rPr lang="en-US" sz="1600" b="1" spc="-8" noProof="0" dirty="0">
                <a:solidFill>
                  <a:srgbClr val="7030A0"/>
                </a:solidFill>
                <a:latin typeface="Hack" panose="020B0609030202020204" pitchFamily="49" charset="0"/>
                <a:ea typeface="Hack" panose="020B0609030202020204" pitchFamily="49" charset="0"/>
                <a:cs typeface="Hack" panose="020B0609030202020204" pitchFamily="49" charset="0"/>
              </a:rPr>
              <a:t>--x</a:t>
            </a:r>
            <a:r>
              <a:rPr lang="en-US" sz="1600" spc="-8" noProof="0" dirty="0">
                <a:latin typeface="Hack" panose="020B0609030202020204" pitchFamily="49" charset="0"/>
                <a:ea typeface="Hack" panose="020B0609030202020204" pitchFamily="49" charset="0"/>
                <a:cs typeface="Hack" panose="020B0609030202020204" pitchFamily="49" charset="0"/>
              </a:rPr>
              <a:t>	</a:t>
            </a:r>
            <a:r>
              <a:rPr lang="en-US" sz="1600" spc="-8" noProof="0" dirty="0">
                <a:ea typeface="Hack" panose="020B0609030202020204" pitchFamily="49" charset="0"/>
                <a:cs typeface="Hack" panose="020B0609030202020204" pitchFamily="49" charset="0"/>
              </a:rPr>
              <a:t>permission on all directories in the pathname</a:t>
            </a:r>
          </a:p>
          <a:p>
            <a:pPr marL="218758">
              <a:spcBef>
                <a:spcPts val="98"/>
              </a:spcBef>
            </a:pPr>
            <a:r>
              <a:rPr lang="en-US" sz="1600" b="1" spc="-8"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00" b="1" spc="-8" noProof="0" dirty="0" err="1">
                <a:solidFill>
                  <a:srgbClr val="7030A0"/>
                </a:solidFill>
                <a:latin typeface="Hack" panose="020B0609030202020204" pitchFamily="49" charset="0"/>
                <a:ea typeface="Hack" panose="020B0609030202020204" pitchFamily="49" charset="0"/>
                <a:cs typeface="Hack" panose="020B0609030202020204" pitchFamily="49" charset="0"/>
              </a:rPr>
              <a:t>wx</a:t>
            </a:r>
            <a:r>
              <a:rPr lang="en-US" sz="1600" spc="-8" noProof="0" dirty="0">
                <a:latin typeface="Hack" panose="020B0609030202020204" pitchFamily="49" charset="0"/>
                <a:ea typeface="Hack" panose="020B0609030202020204" pitchFamily="49" charset="0"/>
                <a:cs typeface="Hack" panose="020B0609030202020204" pitchFamily="49" charset="0"/>
              </a:rPr>
              <a:t>	</a:t>
            </a:r>
            <a:r>
              <a:rPr lang="en-US" sz="1600" spc="-8" noProof="0" dirty="0">
                <a:ea typeface="Hack" panose="020B0609030202020204" pitchFamily="49" charset="0"/>
                <a:cs typeface="Hack" panose="020B0609030202020204" pitchFamily="49" charset="0"/>
              </a:rPr>
              <a:t>permissions on the last directory in the 	pathname</a:t>
            </a:r>
            <a:endParaRPr lang="en-US" sz="1600" noProof="0" dirty="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243554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Setting and changing permissions</a:t>
            </a:r>
          </a:p>
        </p:txBody>
      </p:sp>
      <p:sp>
        <p:nvSpPr>
          <p:cNvPr id="5" name="Subtitle 4">
            <a:extLst>
              <a:ext uri="{FF2B5EF4-FFF2-40B4-BE49-F238E27FC236}">
                <a16:creationId xmlns:a16="http://schemas.microsoft.com/office/drawing/2014/main" id="{08F76FB3-53A1-7ADC-F1F2-8EFB7D103C1A}"/>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092568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A87C591-E4A5-CD14-12DE-5A55AEA644C3}"/>
              </a:ext>
            </a:extLst>
          </p:cNvPr>
          <p:cNvSpPr>
            <a:spLocks noGrp="1"/>
          </p:cNvSpPr>
          <p:nvPr>
            <p:ph type="ctrTitle"/>
          </p:nvPr>
        </p:nvSpPr>
        <p:spPr/>
        <p:txBody>
          <a:bodyPr/>
          <a:lstStyle/>
          <a:p>
            <a:r>
              <a:rPr lang="en-US" noProof="0" dirty="0" err="1"/>
              <a:t>chmod</a:t>
            </a:r>
            <a:endParaRPr lang="en-US"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Change</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permissions</a:t>
            </a:r>
            <a:r>
              <a:rPr lang="en-US" sz="1800" spc="73" noProof="0" dirty="0">
                <a:solidFill>
                  <a:srgbClr val="2D2C2C"/>
                </a:solidFill>
                <a:latin typeface="+mn-lt"/>
                <a:cs typeface="Segoe UI"/>
              </a:rPr>
              <a:t> </a:t>
            </a:r>
            <a:r>
              <a:rPr lang="en-US" sz="1800" spc="-4" noProof="0" dirty="0">
                <a:solidFill>
                  <a:srgbClr val="2D2C2C"/>
                </a:solidFill>
                <a:latin typeface="+mn-lt"/>
                <a:cs typeface="Segoe UI"/>
              </a:rPr>
              <a:t>with</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20" noProof="0" dirty="0">
                <a:solidFill>
                  <a:srgbClr val="2D2C2C"/>
                </a:solidFill>
                <a:latin typeface="+mn-lt"/>
                <a:cs typeface="Segoe UI"/>
              </a:rPr>
              <a:t> </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chmod</a:t>
            </a:r>
            <a:r>
              <a:rPr lang="en-US" sz="1800" b="1" spc="8" noProof="0" dirty="0">
                <a:solidFill>
                  <a:srgbClr val="0000C7"/>
                </a:solidFill>
                <a:latin typeface="+mn-lt"/>
                <a:cs typeface="Segoe UI"/>
              </a:rPr>
              <a:t> </a:t>
            </a:r>
            <a:r>
              <a:rPr lang="en-US" sz="1800" spc="-12" noProof="0" dirty="0">
                <a:solidFill>
                  <a:srgbClr val="2D2C2C"/>
                </a:solidFill>
                <a:latin typeface="+mn-lt"/>
                <a:cs typeface="Segoe UI"/>
              </a:rPr>
              <a:t>command.</a:t>
            </a:r>
          </a:p>
          <a:p>
            <a:pPr marL="289957" indent="-280154">
              <a:spcBef>
                <a:spcPts val="73"/>
              </a:spcBef>
              <a:buClr>
                <a:srgbClr val="000000"/>
              </a:buClr>
              <a:buFont typeface="Arial"/>
              <a:buChar char="•"/>
              <a:tabLst>
                <a:tab pos="289957" algn="l"/>
                <a:tab pos="290473" algn="l"/>
              </a:tabLst>
            </a:pPr>
            <a:endParaRPr lang="en-US" sz="1800" spc="-12"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12"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r>
              <a:rPr lang="en-US" sz="1800" spc="-12" noProof="0" dirty="0">
                <a:solidFill>
                  <a:srgbClr val="2D2C2C"/>
                </a:solidFill>
                <a:latin typeface="+mn-lt"/>
                <a:cs typeface="Segoe UI"/>
              </a:rPr>
              <a:t>Syntax: </a:t>
            </a:r>
            <a:r>
              <a:rPr lang="en-US" sz="1800" b="1" noProof="0" dirty="0" err="1">
                <a:solidFill>
                  <a:srgbClr val="0000C7"/>
                </a:solidFill>
                <a:latin typeface="Hack" panose="020B0609030202020204" pitchFamily="49" charset="0"/>
                <a:ea typeface="Hack" panose="020B0609030202020204" pitchFamily="49" charset="0"/>
                <a:cs typeface="Hack" panose="020B0609030202020204" pitchFamily="49" charset="0"/>
              </a:rPr>
              <a:t>c</a:t>
            </a:r>
            <a:r>
              <a:rPr lang="en-US" sz="1800" b="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h</a:t>
            </a:r>
            <a:r>
              <a:rPr lang="en-US" sz="1800" b="1" noProof="0" dirty="0" err="1">
                <a:solidFill>
                  <a:srgbClr val="0000C7"/>
                </a:solidFill>
                <a:latin typeface="Hack" panose="020B0609030202020204" pitchFamily="49" charset="0"/>
                <a:ea typeface="Hack" panose="020B0609030202020204" pitchFamily="49" charset="0"/>
                <a:cs typeface="Hack" panose="020B0609030202020204" pitchFamily="49" charset="0"/>
              </a:rPr>
              <a:t>m</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o</a:t>
            </a:r>
            <a:r>
              <a:rPr lang="en-US" sz="1800" b="1" noProof="0" dirty="0" err="1">
                <a:solidFill>
                  <a:srgbClr val="0000C7"/>
                </a:solidFill>
                <a:latin typeface="Hack" panose="020B0609030202020204" pitchFamily="49" charset="0"/>
                <a:ea typeface="Hack" panose="020B0609030202020204" pitchFamily="49" charset="0"/>
                <a:cs typeface="Hack" panose="020B0609030202020204" pitchFamily="49" charset="0"/>
              </a:rPr>
              <a:t>d</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R</a:t>
            </a:r>
            <a:r>
              <a:rPr lang="en-US" sz="1800" b="1" spc="16"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i="1" spc="-4" noProof="0" dirty="0">
                <a:solidFill>
                  <a:srgbClr val="0000C7"/>
                </a:solidFill>
                <a:cs typeface="Segoe UI"/>
              </a:rPr>
              <a:t>perms Files…</a:t>
            </a:r>
          </a:p>
          <a:p>
            <a:pPr marL="747157" lvl="1" indent="-280154">
              <a:spcBef>
                <a:spcPts val="73"/>
              </a:spcBef>
              <a:buClr>
                <a:srgbClr val="000000"/>
              </a:buClr>
              <a:buFont typeface="Arial"/>
              <a:buChar char="•"/>
              <a:tabLst>
                <a:tab pos="289957" algn="l"/>
                <a:tab pos="290473" algn="l"/>
              </a:tabLst>
            </a:pPr>
            <a:r>
              <a:rPr lang="en-US" sz="18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R</a:t>
            </a:r>
            <a:r>
              <a:rPr lang="en-US" sz="1800" spc="-12" noProof="0" dirty="0">
                <a:solidFill>
                  <a:srgbClr val="2D2C2C"/>
                </a:solidFill>
                <a:latin typeface="Hack" panose="020B0609030202020204" pitchFamily="49" charset="0"/>
                <a:ea typeface="Hack" panose="020B0609030202020204" pitchFamily="49" charset="0"/>
                <a:cs typeface="Hack" panose="020B0609030202020204" pitchFamily="49" charset="0"/>
              </a:rPr>
              <a:t> </a:t>
            </a:r>
            <a:r>
              <a:rPr lang="en-US" sz="1800" spc="-12" noProof="0" dirty="0">
                <a:solidFill>
                  <a:srgbClr val="2D2C2C"/>
                </a:solidFill>
                <a:latin typeface="+mn-lt"/>
                <a:cs typeface="Segoe UI"/>
              </a:rPr>
              <a:t>(Recursive)</a:t>
            </a:r>
            <a:r>
              <a:rPr lang="en-US" sz="1800" b="1" spc="16" noProof="0" dirty="0">
                <a:solidFill>
                  <a:srgbClr val="0000C7"/>
                </a:solidFill>
                <a:latin typeface="Montserrat" panose="00000500000000000000" pitchFamily="2" charset="0"/>
                <a:cs typeface="Segoe UI"/>
              </a:rPr>
              <a:t> </a:t>
            </a:r>
            <a:r>
              <a:rPr lang="en-US" sz="1800" spc="-12" noProof="0" dirty="0">
                <a:solidFill>
                  <a:srgbClr val="2D2C2C"/>
                </a:solidFill>
                <a:latin typeface="+mn-lt"/>
                <a:cs typeface="Segoe UI"/>
              </a:rPr>
              <a:t>can only be used if the target is a directory, causing the contexts to change too.</a:t>
            </a:r>
          </a:p>
          <a:p>
            <a:pPr marL="469953" lvl="1" indent="-280154">
              <a:spcBef>
                <a:spcPts val="73"/>
              </a:spcBef>
              <a:buClr>
                <a:srgbClr val="000000"/>
              </a:buClr>
              <a:buFont typeface="Arial"/>
              <a:buChar char="•"/>
              <a:tabLst>
                <a:tab pos="289957" algn="l"/>
                <a:tab pos="290473" algn="l"/>
              </a:tabLst>
            </a:pPr>
            <a:endParaRPr lang="en-US" sz="1800" spc="-12" noProof="0" dirty="0">
              <a:solidFill>
                <a:srgbClr val="2D2C2C"/>
              </a:solidFill>
              <a:cs typeface="Segoe UI"/>
            </a:endParaRPr>
          </a:p>
          <a:p>
            <a:pPr marL="289957" indent="-280154">
              <a:buClr>
                <a:srgbClr val="000000"/>
              </a:buClr>
              <a:buFont typeface="Arial"/>
              <a:buChar char="•"/>
              <a:tabLst>
                <a:tab pos="289957" algn="l"/>
                <a:tab pos="290473" algn="l"/>
              </a:tabLst>
            </a:pPr>
            <a:r>
              <a:rPr lang="en-US" sz="1800" b="1" spc="-16" noProof="0" dirty="0">
                <a:solidFill>
                  <a:srgbClr val="2D2C2C"/>
                </a:solidFill>
                <a:latin typeface="+mn-lt"/>
                <a:cs typeface="Segoe UI"/>
              </a:rPr>
              <a:t>Permission</a:t>
            </a:r>
            <a:r>
              <a:rPr lang="en-US" sz="1800" b="1" spc="57" noProof="0" dirty="0">
                <a:solidFill>
                  <a:srgbClr val="2D2C2C"/>
                </a:solidFill>
                <a:latin typeface="+mn-lt"/>
                <a:cs typeface="Segoe UI"/>
              </a:rPr>
              <a:t> </a:t>
            </a:r>
            <a:r>
              <a:rPr lang="en-US" sz="1800" b="1" spc="-4" noProof="0" dirty="0">
                <a:solidFill>
                  <a:srgbClr val="2D2C2C"/>
                </a:solidFill>
                <a:latin typeface="+mn-lt"/>
                <a:cs typeface="Segoe UI"/>
              </a:rPr>
              <a:t>mode</a:t>
            </a:r>
            <a:r>
              <a:rPr lang="en-US" sz="1800" b="1" spc="20" noProof="0" dirty="0">
                <a:solidFill>
                  <a:srgbClr val="2D2C2C"/>
                </a:solidFill>
                <a:latin typeface="+mn-lt"/>
                <a:cs typeface="Segoe UI"/>
              </a:rPr>
              <a:t> </a:t>
            </a:r>
            <a:r>
              <a:rPr lang="en-US" sz="1800" spc="-8" noProof="0" dirty="0">
                <a:solidFill>
                  <a:srgbClr val="2D2C2C"/>
                </a:solidFill>
                <a:latin typeface="+mn-lt"/>
                <a:cs typeface="Segoe UI"/>
              </a:rPr>
              <a:t>can</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be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expressed</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using:</a:t>
            </a:r>
          </a:p>
          <a:p>
            <a:pPr marL="289957" indent="-280154">
              <a:buClr>
                <a:srgbClr val="000000"/>
              </a:buClr>
              <a:buFont typeface="Arial"/>
              <a:buChar char="•"/>
              <a:tabLst>
                <a:tab pos="289957" algn="l"/>
                <a:tab pos="290473" algn="l"/>
              </a:tabLst>
            </a:pP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latin typeface="+mn-lt"/>
                <a:cs typeface="Segoe UI"/>
              </a:rPr>
              <a:t>Symbolic</a:t>
            </a:r>
            <a:r>
              <a:rPr lang="en-US" sz="1800" spc="-4" noProof="0" dirty="0">
                <a:solidFill>
                  <a:srgbClr val="2D2C2C"/>
                </a:solidFill>
                <a:latin typeface="+mn-lt"/>
                <a:cs typeface="Segoe UI"/>
              </a:rPr>
              <a:t> form,</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for</a:t>
            </a:r>
            <a:r>
              <a:rPr lang="en-US" sz="1800" spc="-8" noProof="0" dirty="0">
                <a:solidFill>
                  <a:srgbClr val="2D2C2C"/>
                </a:solidFill>
                <a:latin typeface="+mn-lt"/>
                <a:cs typeface="Segoe UI"/>
              </a:rPr>
              <a:t> example:</a:t>
            </a: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latin typeface="+mn-lt"/>
              <a:cs typeface="Segoe UI"/>
            </a:endParaRP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latin typeface="+mn-lt"/>
              <a:cs typeface="Segoe UI"/>
            </a:endParaRP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Using</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octal</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numbers,</a:t>
            </a:r>
            <a:r>
              <a:rPr lang="en-US" sz="1800" spc="45" noProof="0" dirty="0">
                <a:solidFill>
                  <a:srgbClr val="2D2C2C"/>
                </a:solidFill>
                <a:latin typeface="+mn-lt"/>
                <a:cs typeface="Segoe UI"/>
              </a:rPr>
              <a:t> </a:t>
            </a:r>
            <a:r>
              <a:rPr lang="en-US" sz="1800" spc="-4" noProof="0" dirty="0">
                <a:solidFill>
                  <a:srgbClr val="2D2C2C"/>
                </a:solidFill>
                <a:latin typeface="+mn-lt"/>
                <a:cs typeface="Segoe UI"/>
              </a:rPr>
              <a:t>for</a:t>
            </a:r>
            <a:r>
              <a:rPr lang="en-US" sz="1800" noProof="0" dirty="0">
                <a:solidFill>
                  <a:srgbClr val="2D2C2C"/>
                </a:solidFill>
                <a:latin typeface="+mn-lt"/>
                <a:cs typeface="Segoe UI"/>
              </a:rPr>
              <a:t> </a:t>
            </a:r>
            <a:r>
              <a:rPr lang="en-US" sz="1800" spc="-8" noProof="0" dirty="0">
                <a:solidFill>
                  <a:srgbClr val="2D2C2C"/>
                </a:solidFill>
                <a:latin typeface="+mn-lt"/>
                <a:cs typeface="Segoe UI"/>
              </a:rPr>
              <a:t>example:</a:t>
            </a:r>
            <a:endParaRPr lang="en-US" sz="1800" noProof="0" dirty="0">
              <a:latin typeface="+mn-lt"/>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13</a:t>
            </a:fld>
            <a:endParaRPr lang="en-US" noProof="0" dirty="0"/>
          </a:p>
        </p:txBody>
      </p:sp>
      <p:sp>
        <p:nvSpPr>
          <p:cNvPr id="3" name="Rectangle 3">
            <a:extLst>
              <a:ext uri="{FF2B5EF4-FFF2-40B4-BE49-F238E27FC236}">
                <a16:creationId xmlns:a16="http://schemas.microsoft.com/office/drawing/2014/main" id="{1846F2A7-68A6-18E2-69D4-413D0B398000}"/>
              </a:ext>
            </a:extLst>
          </p:cNvPr>
          <p:cNvSpPr>
            <a:spLocks noChangeArrowheads="1"/>
          </p:cNvSpPr>
          <p:nvPr/>
        </p:nvSpPr>
        <p:spPr bwMode="auto">
          <a:xfrm>
            <a:off x="4038258" y="4178487"/>
            <a:ext cx="677007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43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ugo</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rw</a:t>
            </a:r>
            <a:r>
              <a:rPr lang="en-US"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file</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FD148502-D453-AB50-21B8-C494EC2DEC37}"/>
              </a:ext>
            </a:extLst>
          </p:cNvPr>
          <p:cNvSpPr>
            <a:spLocks noChangeArrowheads="1"/>
          </p:cNvSpPr>
          <p:nvPr/>
        </p:nvSpPr>
        <p:spPr bwMode="auto">
          <a:xfrm>
            <a:off x="4606293" y="5401569"/>
            <a:ext cx="677007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43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666 file</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015672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054FD1-45CC-1D0C-6840-BC62EF9EFA03}"/>
              </a:ext>
            </a:extLst>
          </p:cNvPr>
          <p:cNvSpPr>
            <a:spLocks noGrp="1"/>
          </p:cNvSpPr>
          <p:nvPr>
            <p:ph type="ctrTitle"/>
          </p:nvPr>
        </p:nvSpPr>
        <p:spPr/>
        <p:txBody>
          <a:bodyPr/>
          <a:lstStyle/>
          <a:p>
            <a:r>
              <a:rPr lang="en-US" noProof="0" dirty="0"/>
              <a:t>Symbolic notation</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User type</a:t>
            </a: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Assignment type:</a:t>
            </a: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Permission flag:</a:t>
            </a:r>
            <a:endParaRPr lang="en-US" sz="1800" noProof="0" dirty="0">
              <a:latin typeface="+mn-lt"/>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14</a:t>
            </a:fld>
            <a:endParaRPr lang="en-US" noProof="0" dirty="0"/>
          </a:p>
        </p:txBody>
      </p:sp>
      <p:sp>
        <p:nvSpPr>
          <p:cNvPr id="7" name="object 12">
            <a:extLst>
              <a:ext uri="{FF2B5EF4-FFF2-40B4-BE49-F238E27FC236}">
                <a16:creationId xmlns:a16="http://schemas.microsoft.com/office/drawing/2014/main" id="{CACFE536-02F1-BA73-B884-D967F916CF0A}"/>
              </a:ext>
            </a:extLst>
          </p:cNvPr>
          <p:cNvSpPr txBox="1"/>
          <p:nvPr/>
        </p:nvSpPr>
        <p:spPr>
          <a:xfrm>
            <a:off x="1070769" y="2117273"/>
            <a:ext cx="2597114" cy="1048124"/>
          </a:xfrm>
          <a:prstGeom prst="rect">
            <a:avLst/>
          </a:prstGeom>
          <a:solidFill>
            <a:schemeClr val="bg1">
              <a:lumMod val="85000"/>
            </a:schemeClr>
          </a:solidFill>
          <a:ln>
            <a:solidFill>
              <a:schemeClr val="tx1"/>
            </a:solidFill>
          </a:ln>
        </p:spPr>
        <p:txBody>
          <a:bodyPr vert="horz" wrap="square" lIns="0" tIns="9287" rIns="0" bIns="0" rtlCol="0">
            <a:spAutoFit/>
          </a:bodyPr>
          <a:lstStyle/>
          <a:p>
            <a:pPr>
              <a:spcBef>
                <a:spcPts val="73"/>
              </a:spcBef>
              <a:tabLst>
                <a:tab pos="539671" algn="l"/>
              </a:tabLst>
            </a:pPr>
            <a:r>
              <a:rPr lang="en-US" sz="1625" b="1" spc="-4" noProof="0" dirty="0">
                <a:solidFill>
                  <a:srgbClr val="0000C7"/>
                </a:solidFill>
                <a:cs typeface="Segoe UI"/>
              </a:rPr>
              <a:t> u	</a:t>
            </a:r>
            <a:r>
              <a:rPr lang="en-US" sz="1625" spc="-4" noProof="0" dirty="0">
                <a:cs typeface="Segoe UI"/>
              </a:rPr>
              <a:t> file</a:t>
            </a:r>
            <a:r>
              <a:rPr lang="en-US" sz="1625" spc="-8" noProof="0" dirty="0">
                <a:cs typeface="Segoe UI"/>
              </a:rPr>
              <a:t> </a:t>
            </a:r>
            <a:r>
              <a:rPr lang="en-US" sz="1625" b="1" spc="-8" noProof="0" dirty="0">
                <a:cs typeface="Segoe UI"/>
              </a:rPr>
              <a:t>u</a:t>
            </a:r>
            <a:r>
              <a:rPr lang="en-US" sz="1625" spc="-8" noProof="0" dirty="0">
                <a:cs typeface="Segoe UI"/>
              </a:rPr>
              <a:t>ser</a:t>
            </a:r>
            <a:r>
              <a:rPr lang="en-US" sz="1625" spc="28" noProof="0" dirty="0">
                <a:cs typeface="Segoe UI"/>
              </a:rPr>
              <a:t> </a:t>
            </a:r>
            <a:r>
              <a:rPr lang="en-US" sz="1625" spc="-8" noProof="0" dirty="0">
                <a:cs typeface="Segoe UI"/>
              </a:rPr>
              <a:t>owner</a:t>
            </a:r>
            <a:endParaRPr lang="en-US" sz="1625" b="1" spc="-4" noProof="0" dirty="0">
              <a:solidFill>
                <a:srgbClr val="0000C7"/>
              </a:solidFill>
              <a:cs typeface="Segoe UI"/>
            </a:endParaRPr>
          </a:p>
          <a:p>
            <a:pPr>
              <a:spcBef>
                <a:spcPts val="73"/>
              </a:spcBef>
              <a:tabLst>
                <a:tab pos="539671" algn="l"/>
              </a:tabLst>
            </a:pPr>
            <a:r>
              <a:rPr lang="en-US" sz="1625" b="1" spc="-4" noProof="0" dirty="0">
                <a:solidFill>
                  <a:srgbClr val="0000C7"/>
                </a:solidFill>
                <a:cs typeface="Segoe UI"/>
              </a:rPr>
              <a:t> g	</a:t>
            </a:r>
            <a:r>
              <a:rPr lang="en-US" sz="1625" spc="-4" noProof="0" dirty="0">
                <a:cs typeface="Segoe UI"/>
              </a:rPr>
              <a:t> file</a:t>
            </a:r>
            <a:r>
              <a:rPr lang="en-US" sz="1625" spc="-8" noProof="0" dirty="0">
                <a:cs typeface="Segoe UI"/>
              </a:rPr>
              <a:t> </a:t>
            </a:r>
            <a:r>
              <a:rPr lang="en-US" sz="1625" b="1" spc="-8" noProof="0" dirty="0">
                <a:cs typeface="Segoe UI"/>
              </a:rPr>
              <a:t>g</a:t>
            </a:r>
            <a:r>
              <a:rPr lang="en-US" sz="1625" spc="-8" noProof="0" dirty="0">
                <a:cs typeface="Segoe UI"/>
              </a:rPr>
              <a:t>roup</a:t>
            </a:r>
            <a:r>
              <a:rPr lang="en-US" sz="1625" spc="28" noProof="0" dirty="0">
                <a:cs typeface="Segoe UI"/>
              </a:rPr>
              <a:t> </a:t>
            </a:r>
            <a:r>
              <a:rPr lang="en-US" sz="1625" spc="-8" noProof="0" dirty="0">
                <a:cs typeface="Segoe UI"/>
              </a:rPr>
              <a:t>owner</a:t>
            </a:r>
            <a:endParaRPr lang="en-US" sz="1625" b="1" spc="-4" noProof="0" dirty="0">
              <a:solidFill>
                <a:srgbClr val="0000C7"/>
              </a:solidFill>
              <a:cs typeface="Segoe UI"/>
            </a:endParaRPr>
          </a:p>
          <a:p>
            <a:pPr>
              <a:spcBef>
                <a:spcPts val="73"/>
              </a:spcBef>
              <a:tabLst>
                <a:tab pos="539671" algn="l"/>
              </a:tabLst>
            </a:pPr>
            <a:r>
              <a:rPr lang="en-US" sz="1625" b="1" spc="-4" noProof="0" dirty="0">
                <a:solidFill>
                  <a:srgbClr val="0000C7"/>
                </a:solidFill>
                <a:cs typeface="Segoe UI"/>
              </a:rPr>
              <a:t> o	</a:t>
            </a:r>
            <a:r>
              <a:rPr lang="en-US" sz="1625" b="1" spc="-8" noProof="0" dirty="0">
                <a:cs typeface="Segoe UI"/>
              </a:rPr>
              <a:t> o</a:t>
            </a:r>
            <a:r>
              <a:rPr lang="en-US" sz="1625" spc="-8" noProof="0" dirty="0">
                <a:cs typeface="Segoe UI"/>
              </a:rPr>
              <a:t>ther</a:t>
            </a:r>
            <a:endParaRPr lang="en-US" sz="1625" b="1" spc="-4" noProof="0" dirty="0">
              <a:solidFill>
                <a:srgbClr val="0000C7"/>
              </a:solidFill>
              <a:cs typeface="Segoe UI"/>
            </a:endParaRPr>
          </a:p>
          <a:p>
            <a:pPr>
              <a:spcBef>
                <a:spcPts val="73"/>
              </a:spcBef>
              <a:tabLst>
                <a:tab pos="539671" algn="l"/>
              </a:tabLst>
            </a:pPr>
            <a:r>
              <a:rPr lang="en-US" sz="1625" b="1" spc="-4" noProof="0" dirty="0">
                <a:solidFill>
                  <a:srgbClr val="0000C7"/>
                </a:solidFill>
                <a:cs typeface="Segoe UI"/>
              </a:rPr>
              <a:t> a	</a:t>
            </a:r>
            <a:r>
              <a:rPr lang="en-US" sz="1625" b="1" spc="-8" noProof="0" dirty="0">
                <a:cs typeface="Segoe UI"/>
              </a:rPr>
              <a:t> a</a:t>
            </a:r>
            <a:r>
              <a:rPr lang="en-US" sz="1625" spc="-8" noProof="0" dirty="0">
                <a:cs typeface="Segoe UI"/>
              </a:rPr>
              <a:t>ll</a:t>
            </a:r>
            <a:r>
              <a:rPr lang="en-US" sz="1625" spc="-24" noProof="0" dirty="0">
                <a:cs typeface="Segoe UI"/>
              </a:rPr>
              <a:t> </a:t>
            </a:r>
            <a:r>
              <a:rPr lang="en-US" sz="1625" spc="-8" noProof="0" dirty="0">
                <a:cs typeface="Segoe UI"/>
              </a:rPr>
              <a:t>user</a:t>
            </a:r>
            <a:r>
              <a:rPr lang="en-US" sz="1625" spc="24" noProof="0" dirty="0">
                <a:cs typeface="Segoe UI"/>
              </a:rPr>
              <a:t> </a:t>
            </a:r>
            <a:r>
              <a:rPr lang="en-US" sz="1625" spc="-8" noProof="0" dirty="0">
                <a:cs typeface="Segoe UI"/>
              </a:rPr>
              <a:t>types</a:t>
            </a:r>
            <a:endParaRPr lang="en-US" sz="1625" b="1" spc="-4" noProof="0" dirty="0">
              <a:solidFill>
                <a:srgbClr val="0000C7"/>
              </a:solidFill>
              <a:cs typeface="Segoe UI"/>
            </a:endParaRPr>
          </a:p>
        </p:txBody>
      </p:sp>
      <p:sp>
        <p:nvSpPr>
          <p:cNvPr id="8" name="object 7">
            <a:extLst>
              <a:ext uri="{FF2B5EF4-FFF2-40B4-BE49-F238E27FC236}">
                <a16:creationId xmlns:a16="http://schemas.microsoft.com/office/drawing/2014/main" id="{4D61CE23-F9FE-1CE1-6B52-48E9BAA5C7AF}"/>
              </a:ext>
            </a:extLst>
          </p:cNvPr>
          <p:cNvSpPr txBox="1"/>
          <p:nvPr/>
        </p:nvSpPr>
        <p:spPr>
          <a:xfrm>
            <a:off x="1070770" y="3684942"/>
            <a:ext cx="2597114" cy="759583"/>
          </a:xfrm>
          <a:prstGeom prst="rect">
            <a:avLst/>
          </a:prstGeom>
          <a:solidFill>
            <a:schemeClr val="bg1">
              <a:lumMod val="85000"/>
            </a:schemeClr>
          </a:solidFill>
          <a:ln>
            <a:solidFill>
              <a:schemeClr val="tx1"/>
            </a:solidFill>
          </a:ln>
        </p:spPr>
        <p:txBody>
          <a:bodyPr vert="horz" wrap="square" lIns="0" tIns="9287" rIns="0" bIns="0" rtlCol="0">
            <a:spAutoFit/>
          </a:bodyPr>
          <a:lstStyle/>
          <a:p>
            <a:pPr>
              <a:spcBef>
                <a:spcPts val="73"/>
              </a:spcBef>
              <a:tabLst>
                <a:tab pos="539671" algn="l"/>
              </a:tabLst>
            </a:pPr>
            <a:r>
              <a:rPr lang="en-US" sz="1625" b="1" spc="-8"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b="1" spc="-8" noProof="0" dirty="0">
                <a:solidFill>
                  <a:srgbClr val="0000C7"/>
                </a:solidFill>
                <a:cs typeface="Segoe UI"/>
              </a:rPr>
              <a:t>	</a:t>
            </a:r>
            <a:r>
              <a:rPr lang="en-US" sz="1625" spc="-8" noProof="0" dirty="0">
                <a:cs typeface="Segoe UI"/>
              </a:rPr>
              <a:t>sets</a:t>
            </a:r>
            <a:r>
              <a:rPr lang="en-US" sz="1625" spc="4" noProof="0" dirty="0">
                <a:cs typeface="Segoe UI"/>
              </a:rPr>
              <a:t> </a:t>
            </a:r>
            <a:r>
              <a:rPr lang="en-US" sz="1625" spc="-8" noProof="0" dirty="0">
                <a:cs typeface="Segoe UI"/>
              </a:rPr>
              <a:t>permission</a:t>
            </a:r>
            <a:endParaRPr lang="en-US" sz="1625" noProof="0" dirty="0">
              <a:cs typeface="Segoe UI"/>
            </a:endParaRPr>
          </a:p>
          <a:p>
            <a:pPr>
              <a:spcBef>
                <a:spcPts val="4"/>
              </a:spcBef>
              <a:tabLst>
                <a:tab pos="539671" algn="l"/>
              </a:tabLst>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cs typeface="Segoe UI"/>
              </a:rPr>
              <a:t>	</a:t>
            </a:r>
            <a:r>
              <a:rPr lang="en-US" sz="1625" spc="-8" noProof="0" dirty="0">
                <a:cs typeface="Segoe UI"/>
              </a:rPr>
              <a:t>adds permission</a:t>
            </a:r>
            <a:endParaRPr lang="en-US" sz="1625" noProof="0" dirty="0">
              <a:cs typeface="Segoe UI"/>
            </a:endParaRPr>
          </a:p>
          <a:p>
            <a:pPr>
              <a:tabLst>
                <a:tab pos="539671" algn="l"/>
              </a:tabLst>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cs typeface="Segoe UI"/>
              </a:rPr>
              <a:t>	</a:t>
            </a:r>
            <a:r>
              <a:rPr lang="en-US" sz="1625" spc="-12" noProof="0" dirty="0">
                <a:cs typeface="Segoe UI"/>
              </a:rPr>
              <a:t>removes</a:t>
            </a:r>
            <a:r>
              <a:rPr lang="en-US" sz="1625" noProof="0" dirty="0">
                <a:cs typeface="Segoe UI"/>
              </a:rPr>
              <a:t> </a:t>
            </a:r>
            <a:r>
              <a:rPr lang="en-US" sz="1625" spc="-8" noProof="0" dirty="0">
                <a:cs typeface="Segoe UI"/>
              </a:rPr>
              <a:t>permission</a:t>
            </a:r>
            <a:endParaRPr lang="en-US" sz="1625" noProof="0" dirty="0">
              <a:cs typeface="Segoe UI"/>
            </a:endParaRPr>
          </a:p>
        </p:txBody>
      </p:sp>
      <p:sp>
        <p:nvSpPr>
          <p:cNvPr id="10" name="object 12">
            <a:extLst>
              <a:ext uri="{FF2B5EF4-FFF2-40B4-BE49-F238E27FC236}">
                <a16:creationId xmlns:a16="http://schemas.microsoft.com/office/drawing/2014/main" id="{0BCF434D-7ECA-BA17-3E2A-093B0C291416}"/>
              </a:ext>
            </a:extLst>
          </p:cNvPr>
          <p:cNvSpPr txBox="1"/>
          <p:nvPr/>
        </p:nvSpPr>
        <p:spPr>
          <a:xfrm>
            <a:off x="1070769" y="4973306"/>
            <a:ext cx="2597114" cy="785231"/>
          </a:xfrm>
          <a:prstGeom prst="rect">
            <a:avLst/>
          </a:prstGeom>
          <a:solidFill>
            <a:schemeClr val="bg1">
              <a:lumMod val="85000"/>
            </a:schemeClr>
          </a:solidFill>
          <a:ln>
            <a:solidFill>
              <a:schemeClr val="tx1"/>
            </a:solidFill>
          </a:ln>
        </p:spPr>
        <p:txBody>
          <a:bodyPr vert="horz" wrap="square" lIns="0" tIns="9287" rIns="0" bIns="0" rtlCol="0">
            <a:spAutoFit/>
          </a:bodyPr>
          <a:lstStyle/>
          <a:p>
            <a:pPr>
              <a:spcBef>
                <a:spcPts val="73"/>
              </a:spcBef>
              <a:tabLst>
                <a:tab pos="539671" algn="l"/>
              </a:tabLst>
            </a:pPr>
            <a:r>
              <a:rPr lang="en-US" sz="1625" b="1" spc="-4" noProof="0" dirty="0">
                <a:solidFill>
                  <a:srgbClr val="0000C7"/>
                </a:solidFill>
                <a:cs typeface="Segoe UI"/>
              </a:rPr>
              <a:t> r	</a:t>
            </a:r>
            <a:r>
              <a:rPr lang="en-US" sz="1625" b="1" spc="-4" noProof="0" dirty="0">
                <a:cs typeface="Segoe UI"/>
              </a:rPr>
              <a:t> r</a:t>
            </a:r>
            <a:r>
              <a:rPr lang="en-US" sz="1625" spc="-4" noProof="0" dirty="0">
                <a:cs typeface="Segoe UI"/>
              </a:rPr>
              <a:t>ead</a:t>
            </a:r>
            <a:endParaRPr lang="en-US" sz="1625" b="1" spc="-4" noProof="0" dirty="0">
              <a:solidFill>
                <a:srgbClr val="0000C7"/>
              </a:solidFill>
              <a:cs typeface="Segoe UI"/>
            </a:endParaRPr>
          </a:p>
          <a:p>
            <a:pPr>
              <a:spcBef>
                <a:spcPts val="73"/>
              </a:spcBef>
              <a:tabLst>
                <a:tab pos="539671" algn="l"/>
              </a:tabLst>
            </a:pPr>
            <a:r>
              <a:rPr lang="en-US" sz="1625" b="1" spc="-4" noProof="0" dirty="0">
                <a:solidFill>
                  <a:srgbClr val="0000C7"/>
                </a:solidFill>
                <a:cs typeface="Segoe UI"/>
              </a:rPr>
              <a:t> w	</a:t>
            </a:r>
            <a:r>
              <a:rPr lang="en-US" sz="1625" b="1" spc="-4" noProof="0" dirty="0">
                <a:cs typeface="Segoe UI"/>
              </a:rPr>
              <a:t>w</a:t>
            </a:r>
            <a:r>
              <a:rPr lang="en-US" sz="1625" spc="-4" noProof="0" dirty="0">
                <a:cs typeface="Segoe UI"/>
              </a:rPr>
              <a:t>rite</a:t>
            </a:r>
            <a:endParaRPr lang="en-US" sz="1625" b="1" spc="-4" noProof="0" dirty="0">
              <a:solidFill>
                <a:srgbClr val="0000C7"/>
              </a:solidFill>
              <a:cs typeface="Segoe UI"/>
            </a:endParaRPr>
          </a:p>
          <a:p>
            <a:pPr>
              <a:spcBef>
                <a:spcPts val="73"/>
              </a:spcBef>
              <a:tabLst>
                <a:tab pos="539671" algn="l"/>
              </a:tabLst>
            </a:pPr>
            <a:r>
              <a:rPr lang="en-US" sz="1625" b="1" spc="-4" noProof="0" dirty="0">
                <a:solidFill>
                  <a:srgbClr val="0000C7"/>
                </a:solidFill>
                <a:cs typeface="Segoe UI"/>
              </a:rPr>
              <a:t> x	</a:t>
            </a:r>
            <a:r>
              <a:rPr lang="en-US" sz="1625" spc="-8" noProof="0" dirty="0">
                <a:cs typeface="Segoe UI"/>
              </a:rPr>
              <a:t> e</a:t>
            </a:r>
            <a:r>
              <a:rPr lang="en-US" sz="1625" b="1" spc="-8" noProof="0" dirty="0">
                <a:cs typeface="Segoe UI"/>
              </a:rPr>
              <a:t>x</a:t>
            </a:r>
            <a:r>
              <a:rPr lang="en-US" sz="1625" spc="-8" noProof="0" dirty="0">
                <a:cs typeface="Segoe UI"/>
              </a:rPr>
              <a:t>ecute/access</a:t>
            </a:r>
            <a:endParaRPr lang="en-US" sz="1625" noProof="0" dirty="0">
              <a:cs typeface="Segoe UI"/>
            </a:endParaRPr>
          </a:p>
        </p:txBody>
      </p:sp>
      <p:sp>
        <p:nvSpPr>
          <p:cNvPr id="11" name="Rectangle 3">
            <a:extLst>
              <a:ext uri="{FF2B5EF4-FFF2-40B4-BE49-F238E27FC236}">
                <a16:creationId xmlns:a16="http://schemas.microsoft.com/office/drawing/2014/main" id="{E6105DC1-22FD-B638-C1BE-B6FB3EFBB74E}"/>
              </a:ext>
            </a:extLst>
          </p:cNvPr>
          <p:cNvSpPr>
            <a:spLocks noChangeArrowheads="1"/>
          </p:cNvSpPr>
          <p:nvPr/>
        </p:nvSpPr>
        <p:spPr bwMode="auto">
          <a:xfrm>
            <a:off x="7347031" y="5135749"/>
            <a:ext cx="4252912" cy="107721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422"/>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a+x</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~/bin/script10</a:t>
            </a:r>
          </a:p>
          <a:p>
            <a:pPr marL="78423">
              <a:spcBef>
                <a:spcPts val="422"/>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o-w</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srv</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/www</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422"/>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ug+w</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~/bin/script11</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3" name="Content Placeholder 3">
            <a:extLst>
              <a:ext uri="{FF2B5EF4-FFF2-40B4-BE49-F238E27FC236}">
                <a16:creationId xmlns:a16="http://schemas.microsoft.com/office/drawing/2014/main" id="{7AC81B99-C295-3748-FE42-DAA8832AB848}"/>
              </a:ext>
            </a:extLst>
          </p:cNvPr>
          <p:cNvSpPr txBox="1">
            <a:spLocks/>
          </p:cNvSpPr>
          <p:nvPr/>
        </p:nvSpPr>
        <p:spPr>
          <a:xfrm>
            <a:off x="7347032" y="2305355"/>
            <a:ext cx="3774200" cy="2636994"/>
          </a:xfrm>
          <a:prstGeom prst="rect">
            <a:avLst/>
          </a:prstGeom>
        </p:spPr>
        <p:txBody>
          <a:bodyPr/>
          <a:lst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noProof="0" dirty="0">
                <a:latin typeface="+mn-lt"/>
              </a:rPr>
              <a:t>Examples:</a:t>
            </a:r>
          </a:p>
          <a:p>
            <a:pPr lvl="1">
              <a:buFont typeface="Arial" panose="020B0604020202020204" pitchFamily="34" charset="0"/>
              <a:buChar char="•"/>
            </a:pPr>
            <a:r>
              <a:rPr lang="en-US" noProof="0" dirty="0">
                <a:latin typeface="+mn-lt"/>
              </a:rPr>
              <a:t>Give r to o for </a:t>
            </a:r>
            <a:r>
              <a:rPr lang="en-US" noProof="0" dirty="0" err="1">
                <a:latin typeface="+mn-lt"/>
              </a:rPr>
              <a:t>thefile</a:t>
            </a:r>
            <a:r>
              <a:rPr lang="en-US" noProof="0" dirty="0">
                <a:latin typeface="+mn-lt"/>
              </a:rPr>
              <a:t> :</a:t>
            </a:r>
          </a:p>
          <a:p>
            <a:pPr marL="971550" lvl="2" indent="-285750">
              <a:buFont typeface="Arial" panose="020B0604020202020204" pitchFamily="34" charset="0"/>
              <a:buChar char="•"/>
            </a:pP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chmod</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o+r</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thefile</a:t>
            </a:r>
            <a:endParaRPr lang="en-US"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lvl="1">
              <a:buFont typeface="Arial" panose="020B0604020202020204" pitchFamily="34" charset="0"/>
              <a:buChar char="•"/>
            </a:pPr>
            <a:r>
              <a:rPr lang="en-US" noProof="0" dirty="0">
                <a:latin typeface="+mn-lt"/>
              </a:rPr>
              <a:t>Remove r for o for </a:t>
            </a:r>
            <a:r>
              <a:rPr lang="en-US" noProof="0" dirty="0" err="1">
                <a:latin typeface="+mn-lt"/>
              </a:rPr>
              <a:t>thefile</a:t>
            </a:r>
            <a:r>
              <a:rPr lang="en-US" noProof="0" dirty="0">
                <a:latin typeface="+mn-lt"/>
              </a:rPr>
              <a:t> :</a:t>
            </a:r>
          </a:p>
          <a:p>
            <a:pPr marL="971550" lvl="2" indent="-285750">
              <a:buFont typeface="Arial" panose="020B0604020202020204" pitchFamily="34" charset="0"/>
              <a:buChar char="•"/>
            </a:pP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chmod</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 o-r </a:t>
            </a: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thefile</a:t>
            </a:r>
            <a:endParaRPr lang="en-US"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lvl="1">
              <a:buFont typeface="Arial" panose="020B0604020202020204" pitchFamily="34" charset="0"/>
              <a:buChar char="•"/>
            </a:pPr>
            <a:r>
              <a:rPr lang="en-US" noProof="0" dirty="0">
                <a:latin typeface="+mn-lt"/>
              </a:rPr>
              <a:t>Set </a:t>
            </a:r>
            <a:r>
              <a:rPr lang="en-US" noProof="0" dirty="0" err="1">
                <a:latin typeface="+mn-lt"/>
              </a:rPr>
              <a:t>rw</a:t>
            </a:r>
            <a:r>
              <a:rPr lang="en-US" noProof="0" dirty="0">
                <a:latin typeface="+mn-lt"/>
              </a:rPr>
              <a:t> for go for </a:t>
            </a:r>
            <a:r>
              <a:rPr lang="en-US" noProof="0" dirty="0" err="1">
                <a:latin typeface="+mn-lt"/>
              </a:rPr>
              <a:t>thefile</a:t>
            </a:r>
            <a:r>
              <a:rPr lang="en-US" noProof="0" dirty="0">
                <a:latin typeface="+mn-lt"/>
              </a:rPr>
              <a:t> :</a:t>
            </a:r>
          </a:p>
          <a:p>
            <a:pPr marL="971550" lvl="2" indent="-285750">
              <a:buFont typeface="Arial" panose="020B0604020202020204" pitchFamily="34" charset="0"/>
              <a:buChar char="•"/>
            </a:pP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chmod</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 go=</a:t>
            </a: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rw</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thefile</a:t>
            </a:r>
            <a:endParaRPr lang="en-US"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p:txBody>
      </p:sp>
      <p:pic>
        <p:nvPicPr>
          <p:cNvPr id="3074" name="Picture 2" descr="Pin page">
            <a:extLst>
              <a:ext uri="{FF2B5EF4-FFF2-40B4-BE49-F238E27FC236}">
                <a16:creationId xmlns:a16="http://schemas.microsoft.com/office/drawing/2014/main" id="{AE87B137-3749-48FB-B981-A7FA882501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73487" y="943397"/>
            <a:ext cx="1822986" cy="1077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64653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0E25685D-68B2-2E3D-AFF8-BF197EDAB10E}"/>
              </a:ext>
            </a:extLst>
          </p:cNvPr>
          <p:cNvSpPr>
            <a:spLocks noGrp="1"/>
          </p:cNvSpPr>
          <p:nvPr>
            <p:ph type="ctrTitle"/>
          </p:nvPr>
        </p:nvSpPr>
        <p:spPr/>
        <p:txBody>
          <a:bodyPr/>
          <a:lstStyle/>
          <a:p>
            <a:r>
              <a:rPr lang="en-US" noProof="0" dirty="0"/>
              <a:t>Knowledge check</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spc="-4" noProof="0" dirty="0">
                <a:solidFill>
                  <a:srgbClr val="2D2C2C"/>
                </a:solidFill>
                <a:latin typeface="+mn-lt"/>
                <a:cs typeface="Segoe UI"/>
              </a:rPr>
              <a:t>What</a:t>
            </a:r>
            <a:r>
              <a:rPr lang="en-US" sz="1800" spc="-28" noProof="0" dirty="0">
                <a:solidFill>
                  <a:srgbClr val="2D2C2C"/>
                </a:solidFill>
                <a:latin typeface="+mn-lt"/>
                <a:cs typeface="Segoe UI"/>
              </a:rPr>
              <a:t> </a:t>
            </a:r>
            <a:r>
              <a:rPr lang="en-US" sz="1800" spc="-4" noProof="0" dirty="0">
                <a:solidFill>
                  <a:srgbClr val="2D2C2C"/>
                </a:solidFill>
                <a:latin typeface="+mn-lt"/>
                <a:cs typeface="Segoe UI"/>
              </a:rPr>
              <a:t>do</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following</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permissions</a:t>
            </a:r>
            <a:r>
              <a:rPr lang="en-US" sz="1800" spc="69" noProof="0" dirty="0">
                <a:solidFill>
                  <a:srgbClr val="2D2C2C"/>
                </a:solidFill>
                <a:latin typeface="+mn-lt"/>
                <a:cs typeface="Segoe UI"/>
              </a:rPr>
              <a:t> </a:t>
            </a:r>
            <a:r>
              <a:rPr lang="en-US" sz="1800" spc="-8" noProof="0" dirty="0">
                <a:solidFill>
                  <a:srgbClr val="2D2C2C"/>
                </a:solidFill>
                <a:latin typeface="+mn-lt"/>
                <a:cs typeface="Segoe UI"/>
              </a:rPr>
              <a:t>mean?</a:t>
            </a:r>
            <a:endParaRPr lang="en-US" sz="1800" noProof="0" dirty="0">
              <a:latin typeface="+mn-lt"/>
              <a:cs typeface="Segoe UI"/>
            </a:endParaRP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15</a:t>
            </a:fld>
            <a:endParaRPr lang="en-US" noProof="0" dirty="0"/>
          </a:p>
        </p:txBody>
      </p:sp>
      <p:grpSp>
        <p:nvGrpSpPr>
          <p:cNvPr id="15" name="Group 14">
            <a:extLst>
              <a:ext uri="{FF2B5EF4-FFF2-40B4-BE49-F238E27FC236}">
                <a16:creationId xmlns:a16="http://schemas.microsoft.com/office/drawing/2014/main" id="{F91C8957-5B9F-D478-675B-575C4158F7C6}"/>
              </a:ext>
            </a:extLst>
          </p:cNvPr>
          <p:cNvGrpSpPr/>
          <p:nvPr/>
        </p:nvGrpSpPr>
        <p:grpSpPr>
          <a:xfrm>
            <a:off x="443922" y="2397763"/>
            <a:ext cx="7161114" cy="3467616"/>
            <a:chOff x="4646101" y="1905746"/>
            <a:chExt cx="7161114" cy="3467616"/>
          </a:xfrm>
        </p:grpSpPr>
        <p:sp>
          <p:nvSpPr>
            <p:cNvPr id="7" name="Rectangle 3">
              <a:extLst>
                <a:ext uri="{FF2B5EF4-FFF2-40B4-BE49-F238E27FC236}">
                  <a16:creationId xmlns:a16="http://schemas.microsoft.com/office/drawing/2014/main" id="{9CEC4568-8024-019E-FF4B-25C03E4217A8}"/>
                </a:ext>
              </a:extLst>
            </p:cNvPr>
            <p:cNvSpPr>
              <a:spLocks noChangeArrowheads="1"/>
            </p:cNvSpPr>
            <p:nvPr/>
          </p:nvSpPr>
          <p:spPr bwMode="auto">
            <a:xfrm>
              <a:off x="5037138" y="1905746"/>
              <a:ext cx="6770077" cy="346761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u+x</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file</a:t>
              </a: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a+r</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file</a:t>
              </a:r>
              <a:endParaRPr lang="en-US" sz="2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g+rx</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file</a:t>
              </a:r>
              <a:endParaRPr lang="en-US" sz="2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og</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-w</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file</a:t>
              </a:r>
              <a:endParaRPr lang="en-US" sz="2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–R go-</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wx</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 directory</a:t>
              </a:r>
              <a:endParaRPr lang="en-US" sz="2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og</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rx</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 file</a:t>
              </a:r>
              <a:endParaRPr lang="en-US" sz="2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go= file</a:t>
              </a:r>
              <a:endParaRPr lang="en-US" sz="28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grpSp>
          <p:nvGrpSpPr>
            <p:cNvPr id="3" name="Group 2">
              <a:extLst>
                <a:ext uri="{FF2B5EF4-FFF2-40B4-BE49-F238E27FC236}">
                  <a16:creationId xmlns:a16="http://schemas.microsoft.com/office/drawing/2014/main" id="{BA93D1AA-2AF0-9AFF-DCAA-2E90CF64B9CA}"/>
                </a:ext>
              </a:extLst>
            </p:cNvPr>
            <p:cNvGrpSpPr/>
            <p:nvPr/>
          </p:nvGrpSpPr>
          <p:grpSpPr>
            <a:xfrm>
              <a:off x="4646101" y="2019985"/>
              <a:ext cx="343682" cy="3288097"/>
              <a:chOff x="4840530" y="2856232"/>
              <a:chExt cx="343682" cy="3249976"/>
            </a:xfrm>
          </p:grpSpPr>
          <p:sp>
            <p:nvSpPr>
              <p:cNvPr id="4" name="Heptagon 3">
                <a:extLst>
                  <a:ext uri="{FF2B5EF4-FFF2-40B4-BE49-F238E27FC236}">
                    <a16:creationId xmlns:a16="http://schemas.microsoft.com/office/drawing/2014/main" id="{2A0429D8-476A-E4DF-90D6-FC9D2FA0FE79}"/>
                  </a:ext>
                </a:extLst>
              </p:cNvPr>
              <p:cNvSpPr/>
              <p:nvPr/>
            </p:nvSpPr>
            <p:spPr>
              <a:xfrm>
                <a:off x="4840530" y="2856232"/>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1</a:t>
                </a:r>
              </a:p>
            </p:txBody>
          </p:sp>
          <p:sp>
            <p:nvSpPr>
              <p:cNvPr id="8" name="Heptagon 7">
                <a:extLst>
                  <a:ext uri="{FF2B5EF4-FFF2-40B4-BE49-F238E27FC236}">
                    <a16:creationId xmlns:a16="http://schemas.microsoft.com/office/drawing/2014/main" id="{B2806AD8-0C15-0182-7D0B-2E8AB30AD2A1}"/>
                  </a:ext>
                </a:extLst>
              </p:cNvPr>
              <p:cNvSpPr/>
              <p:nvPr/>
            </p:nvSpPr>
            <p:spPr>
              <a:xfrm>
                <a:off x="4840531" y="3316705"/>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2</a:t>
                </a:r>
              </a:p>
            </p:txBody>
          </p:sp>
          <p:sp>
            <p:nvSpPr>
              <p:cNvPr id="9" name="Heptagon 8">
                <a:extLst>
                  <a:ext uri="{FF2B5EF4-FFF2-40B4-BE49-F238E27FC236}">
                    <a16:creationId xmlns:a16="http://schemas.microsoft.com/office/drawing/2014/main" id="{953BBD0C-B5D2-527E-3C11-E996926107EF}"/>
                  </a:ext>
                </a:extLst>
              </p:cNvPr>
              <p:cNvSpPr/>
              <p:nvPr/>
            </p:nvSpPr>
            <p:spPr>
              <a:xfrm>
                <a:off x="4840531" y="3839294"/>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3</a:t>
                </a:r>
              </a:p>
            </p:txBody>
          </p:sp>
          <p:sp>
            <p:nvSpPr>
              <p:cNvPr id="10" name="Heptagon 9">
                <a:extLst>
                  <a:ext uri="{FF2B5EF4-FFF2-40B4-BE49-F238E27FC236}">
                    <a16:creationId xmlns:a16="http://schemas.microsoft.com/office/drawing/2014/main" id="{7E92359B-73D6-CB32-1671-07CDBEF02326}"/>
                  </a:ext>
                </a:extLst>
              </p:cNvPr>
              <p:cNvSpPr/>
              <p:nvPr/>
            </p:nvSpPr>
            <p:spPr>
              <a:xfrm>
                <a:off x="4855739" y="4330825"/>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4</a:t>
                </a:r>
              </a:p>
            </p:txBody>
          </p:sp>
          <p:sp>
            <p:nvSpPr>
              <p:cNvPr id="11" name="Heptagon 10">
                <a:extLst>
                  <a:ext uri="{FF2B5EF4-FFF2-40B4-BE49-F238E27FC236}">
                    <a16:creationId xmlns:a16="http://schemas.microsoft.com/office/drawing/2014/main" id="{E40DD632-4028-67A1-8B80-013A8D1608FD}"/>
                  </a:ext>
                </a:extLst>
              </p:cNvPr>
              <p:cNvSpPr/>
              <p:nvPr/>
            </p:nvSpPr>
            <p:spPr>
              <a:xfrm>
                <a:off x="4855738" y="4822356"/>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cs typeface="Arial" pitchFamily="34" charset="0"/>
                  </a:rPr>
                  <a:t>5</a:t>
                </a:r>
                <a:endParaRPr lang="en-US" sz="1800" b="1" noProof="0" dirty="0">
                  <a:solidFill>
                    <a:schemeClr val="tx1"/>
                  </a:solidFill>
                  <a:cs typeface="Arial" pitchFamily="34" charset="0"/>
                </a:endParaRPr>
              </a:p>
            </p:txBody>
          </p:sp>
          <p:sp>
            <p:nvSpPr>
              <p:cNvPr id="12" name="Heptagon 11">
                <a:extLst>
                  <a:ext uri="{FF2B5EF4-FFF2-40B4-BE49-F238E27FC236}">
                    <a16:creationId xmlns:a16="http://schemas.microsoft.com/office/drawing/2014/main" id="{693FDCFD-507C-8AE8-EDE3-071F1AE05F8A}"/>
                  </a:ext>
                </a:extLst>
              </p:cNvPr>
              <p:cNvSpPr/>
              <p:nvPr/>
            </p:nvSpPr>
            <p:spPr>
              <a:xfrm>
                <a:off x="4859359" y="5313887"/>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6</a:t>
                </a:r>
              </a:p>
            </p:txBody>
          </p:sp>
          <p:sp>
            <p:nvSpPr>
              <p:cNvPr id="13" name="Heptagon 12">
                <a:extLst>
                  <a:ext uri="{FF2B5EF4-FFF2-40B4-BE49-F238E27FC236}">
                    <a16:creationId xmlns:a16="http://schemas.microsoft.com/office/drawing/2014/main" id="{24730500-5AB2-1F28-59DC-ED708ED0BF43}"/>
                  </a:ext>
                </a:extLst>
              </p:cNvPr>
              <p:cNvSpPr/>
              <p:nvPr/>
            </p:nvSpPr>
            <p:spPr>
              <a:xfrm>
                <a:off x="4840530" y="5805418"/>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latin typeface="Arial" pitchFamily="34" charset="0"/>
                    <a:cs typeface="Arial" pitchFamily="34" charset="0"/>
                  </a:rPr>
                  <a:t>7</a:t>
                </a:r>
              </a:p>
            </p:txBody>
          </p:sp>
        </p:grpSp>
      </p:grpSp>
    </p:spTree>
    <p:extLst>
      <p:ext uri="{BB962C8B-B14F-4D97-AF65-F5344CB8AC3E}">
        <p14:creationId xmlns:p14="http://schemas.microsoft.com/office/powerpoint/2010/main" val="2924320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051CC8B-21EE-D700-B39D-F5C880BBA39E}"/>
              </a:ext>
            </a:extLst>
          </p:cNvPr>
          <p:cNvSpPr>
            <a:spLocks noGrp="1"/>
          </p:cNvSpPr>
          <p:nvPr>
            <p:ph type="ctrTitle"/>
          </p:nvPr>
        </p:nvSpPr>
        <p:spPr/>
        <p:txBody>
          <a:bodyPr/>
          <a:lstStyle/>
          <a:p>
            <a:r>
              <a:rPr lang="en-US" noProof="0" dirty="0"/>
              <a:t>Octal (base 8) notation</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spc="-8" noProof="0" dirty="0">
                <a:solidFill>
                  <a:srgbClr val="2D2C2C"/>
                </a:solidFill>
                <a:latin typeface="+mn-lt"/>
                <a:cs typeface="Segoe UI"/>
              </a:rPr>
              <a:t>Octal representation</a:t>
            </a: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16</a:t>
            </a:fld>
            <a:endParaRPr lang="en-US" noProof="0" dirty="0"/>
          </a:p>
        </p:txBody>
      </p:sp>
      <p:sp>
        <p:nvSpPr>
          <p:cNvPr id="11" name="Rectangle 3">
            <a:extLst>
              <a:ext uri="{FF2B5EF4-FFF2-40B4-BE49-F238E27FC236}">
                <a16:creationId xmlns:a16="http://schemas.microsoft.com/office/drawing/2014/main" id="{E6105DC1-22FD-B638-C1BE-B6FB3EFBB74E}"/>
              </a:ext>
            </a:extLst>
          </p:cNvPr>
          <p:cNvSpPr>
            <a:spLocks noChangeArrowheads="1"/>
          </p:cNvSpPr>
          <p:nvPr/>
        </p:nvSpPr>
        <p:spPr bwMode="auto">
          <a:xfrm>
            <a:off x="4462623" y="4887668"/>
            <a:ext cx="7096124" cy="107721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422"/>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755 file ; # sets permission to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rwxr</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-x</a:t>
            </a:r>
          </a:p>
          <a:p>
            <a:pPr marL="78423">
              <a:spcBef>
                <a:spcPts val="422"/>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644 file ; # sets permission to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rw</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-r--r--</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422"/>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600 file ; # sets permission to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rw</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Content Placeholder 3">
            <a:extLst>
              <a:ext uri="{FF2B5EF4-FFF2-40B4-BE49-F238E27FC236}">
                <a16:creationId xmlns:a16="http://schemas.microsoft.com/office/drawing/2014/main" id="{646FA0BC-B481-821E-595B-B86EF3D58FFD}"/>
              </a:ext>
            </a:extLst>
          </p:cNvPr>
          <p:cNvSpPr txBox="1">
            <a:spLocks/>
          </p:cNvSpPr>
          <p:nvPr/>
        </p:nvSpPr>
        <p:spPr>
          <a:xfrm>
            <a:off x="4462623" y="1733108"/>
            <a:ext cx="5778934" cy="2590637"/>
          </a:xfrm>
          <a:prstGeom prst="rect">
            <a:avLst/>
          </a:prstGeom>
        </p:spPr>
        <p:txBody>
          <a:bodyPr>
            <a:normAutofit/>
          </a:bodyPr>
          <a:lst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dirty="0">
                <a:latin typeface="+mn-lt"/>
              </a:rPr>
              <a:t>Example:</a:t>
            </a:r>
          </a:p>
          <a:p>
            <a:pPr marL="285750" indent="-285750">
              <a:buFont typeface="Arial" panose="020B0604020202020204" pitchFamily="34" charset="0"/>
              <a:buChar char="•"/>
            </a:pPr>
            <a:r>
              <a:rPr lang="en-US" noProof="0" dirty="0">
                <a:latin typeface="+mn-lt"/>
              </a:rPr>
              <a:t>User has: </a:t>
            </a: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rwx</a:t>
            </a:r>
            <a:r>
              <a:rPr lang="en-US" noProof="0" dirty="0"/>
              <a:t> </a:t>
            </a:r>
            <a:r>
              <a:rPr lang="en-US" b="1" noProof="0" dirty="0">
                <a:solidFill>
                  <a:srgbClr val="FF0000"/>
                </a:solidFill>
              </a:rPr>
              <a:t>-&gt;</a:t>
            </a:r>
            <a:r>
              <a:rPr lang="en-US" noProof="0" dirty="0"/>
              <a:t> </a:t>
            </a:r>
            <a:r>
              <a:rPr lang="en-US" noProof="0" dirty="0">
                <a:latin typeface="Hack" panose="020B0609030202020204" pitchFamily="49" charset="0"/>
                <a:ea typeface="Hack" panose="020B0609030202020204" pitchFamily="49" charset="0"/>
                <a:cs typeface="Hack" panose="020B0609030202020204" pitchFamily="49" charset="0"/>
              </a:rPr>
              <a:t>4+2+1 = 7</a:t>
            </a:r>
          </a:p>
          <a:p>
            <a:pPr marL="285750" indent="-285750">
              <a:buFont typeface="Arial" panose="020B0604020202020204" pitchFamily="34" charset="0"/>
              <a:buChar char="•"/>
            </a:pPr>
            <a:r>
              <a:rPr lang="en-US" noProof="0" dirty="0">
                <a:latin typeface="+mn-lt"/>
              </a:rPr>
              <a:t>Group has: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r-x</a:t>
            </a:r>
            <a:r>
              <a:rPr lang="en-US" noProof="0" dirty="0"/>
              <a:t> </a:t>
            </a:r>
            <a:r>
              <a:rPr lang="en-US" b="1" noProof="0" dirty="0">
                <a:solidFill>
                  <a:srgbClr val="FF0000"/>
                </a:solidFill>
              </a:rPr>
              <a:t>-&gt;</a:t>
            </a:r>
            <a:r>
              <a:rPr lang="en-US" noProof="0" dirty="0"/>
              <a:t> </a:t>
            </a:r>
            <a:r>
              <a:rPr lang="en-US" noProof="0" dirty="0">
                <a:latin typeface="Hack" panose="020B0609030202020204" pitchFamily="49" charset="0"/>
                <a:ea typeface="Hack" panose="020B0609030202020204" pitchFamily="49" charset="0"/>
                <a:cs typeface="Hack" panose="020B0609030202020204" pitchFamily="49" charset="0"/>
              </a:rPr>
              <a:t>4+0+1 = 5</a:t>
            </a:r>
          </a:p>
          <a:p>
            <a:pPr marL="285750" indent="-285750">
              <a:buFont typeface="Arial" panose="020B0604020202020204" pitchFamily="34" charset="0"/>
              <a:buChar char="•"/>
            </a:pPr>
            <a:r>
              <a:rPr lang="en-US" noProof="0" dirty="0">
                <a:latin typeface="+mn-lt"/>
              </a:rPr>
              <a:t>Other has: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r--</a:t>
            </a:r>
            <a:r>
              <a:rPr lang="en-US" noProof="0" dirty="0"/>
              <a:t> </a:t>
            </a:r>
            <a:r>
              <a:rPr lang="en-US" b="1" noProof="0" dirty="0">
                <a:solidFill>
                  <a:srgbClr val="FF0000"/>
                </a:solidFill>
              </a:rPr>
              <a:t>-&gt;</a:t>
            </a:r>
            <a:r>
              <a:rPr lang="en-US" noProof="0" dirty="0"/>
              <a:t> </a:t>
            </a:r>
            <a:r>
              <a:rPr lang="en-US" noProof="0" dirty="0">
                <a:latin typeface="Hack" panose="020B0609030202020204" pitchFamily="49" charset="0"/>
                <a:ea typeface="Hack" panose="020B0609030202020204" pitchFamily="49" charset="0"/>
                <a:cs typeface="Hack" panose="020B0609030202020204" pitchFamily="49" charset="0"/>
              </a:rPr>
              <a:t>4+0+0 = 4</a:t>
            </a:r>
          </a:p>
          <a:p>
            <a:pPr marL="285750" indent="-285750">
              <a:buFont typeface="Arial" panose="020B0604020202020204" pitchFamily="34" charset="0"/>
              <a:buChar char="•"/>
            </a:pPr>
            <a:r>
              <a:rPr lang="en-US" noProof="0" dirty="0">
                <a:latin typeface="+mn-lt"/>
              </a:rPr>
              <a:t>Permissions: 754 for </a:t>
            </a:r>
            <a:r>
              <a:rPr lang="en-US" noProof="0" dirty="0" err="1">
                <a:latin typeface="+mn-lt"/>
              </a:rPr>
              <a:t>ugo</a:t>
            </a:r>
            <a:endParaRPr lang="en-US" noProof="0" dirty="0">
              <a:latin typeface="+mn-lt"/>
            </a:endParaRPr>
          </a:p>
          <a:p>
            <a:pPr marL="285750" indent="-285750">
              <a:buFont typeface="Arial" panose="020B0604020202020204" pitchFamily="34" charset="0"/>
              <a:buChar char="•"/>
            </a:pPr>
            <a:r>
              <a:rPr lang="en-US" noProof="0" dirty="0">
                <a:latin typeface="+mn-lt"/>
              </a:rPr>
              <a:t>Syntax to set this access level: </a:t>
            </a: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chmod</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 754 </a:t>
            </a: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the_file</a:t>
            </a:r>
            <a:endParaRPr lang="en-US"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p:txBody>
      </p:sp>
      <p:pic>
        <p:nvPicPr>
          <p:cNvPr id="6146" name="Picture 2" descr="Octal Number System and Converting Binary to Octal">
            <a:extLst>
              <a:ext uri="{FF2B5EF4-FFF2-40B4-BE49-F238E27FC236}">
                <a16:creationId xmlns:a16="http://schemas.microsoft.com/office/drawing/2014/main" id="{1D715E2C-8E53-D300-79C4-DD0A4A795B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63645" y="748145"/>
            <a:ext cx="1212417" cy="158071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3">
            <a:extLst>
              <a:ext uri="{FF2B5EF4-FFF2-40B4-BE49-F238E27FC236}">
                <a16:creationId xmlns:a16="http://schemas.microsoft.com/office/drawing/2014/main" id="{BB0CF467-2441-FB96-5AE3-E895C4AFCEF8}"/>
              </a:ext>
            </a:extLst>
          </p:cNvPr>
          <p:cNvGraphicFramePr>
            <a:graphicFrameLocks noGrp="1"/>
          </p:cNvGraphicFramePr>
          <p:nvPr>
            <p:extLst>
              <p:ext uri="{D42A27DB-BD31-4B8C-83A1-F6EECF244321}">
                <p14:modId xmlns:p14="http://schemas.microsoft.com/office/powerpoint/2010/main" val="1939574198"/>
              </p:ext>
            </p:extLst>
          </p:nvPr>
        </p:nvGraphicFramePr>
        <p:xfrm>
          <a:off x="515938" y="2241225"/>
          <a:ext cx="2595039" cy="3332480"/>
        </p:xfrm>
        <a:graphic>
          <a:graphicData uri="http://schemas.openxmlformats.org/drawingml/2006/table">
            <a:tbl>
              <a:tblPr firstRow="1" bandRow="1">
                <a:tableStyleId>{21E4AEA4-8DFA-4A89-87EB-49C32662AFE0}</a:tableStyleId>
              </a:tblPr>
              <a:tblGrid>
                <a:gridCol w="988137">
                  <a:extLst>
                    <a:ext uri="{9D8B030D-6E8A-4147-A177-3AD203B41FA5}">
                      <a16:colId xmlns:a16="http://schemas.microsoft.com/office/drawing/2014/main" val="3720599740"/>
                    </a:ext>
                  </a:extLst>
                </a:gridCol>
                <a:gridCol w="1606902">
                  <a:extLst>
                    <a:ext uri="{9D8B030D-6E8A-4147-A177-3AD203B41FA5}">
                      <a16:colId xmlns:a16="http://schemas.microsoft.com/office/drawing/2014/main" val="4190139338"/>
                    </a:ext>
                  </a:extLst>
                </a:gridCol>
              </a:tblGrid>
              <a:tr h="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Octal</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Permission</a:t>
                      </a:r>
                    </a:p>
                  </a:txBody>
                  <a:tcPr/>
                </a:tc>
                <a:extLst>
                  <a:ext uri="{0D108BD9-81ED-4DB2-BD59-A6C34878D82A}">
                    <a16:rowId xmlns:a16="http://schemas.microsoft.com/office/drawing/2014/main" val="361286593"/>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0</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868874982"/>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1</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--x</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2046598714"/>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2</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-w-</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494158825"/>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3</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a:t>
                      </a:r>
                      <a:r>
                        <a:rPr lang="en-US" sz="1800" b="1" noProof="0" dirty="0" err="1">
                          <a:solidFill>
                            <a:srgbClr val="7030A0"/>
                          </a:solidFill>
                          <a:latin typeface="Hack" panose="020B0609030202020204"/>
                        </a:rPr>
                        <a:t>wx</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79134620"/>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4</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r--</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873781671"/>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5</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r-x</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2179065097"/>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6</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err="1">
                          <a:solidFill>
                            <a:srgbClr val="7030A0"/>
                          </a:solidFill>
                          <a:latin typeface="Hack" panose="020B0609030202020204"/>
                        </a:rPr>
                        <a:t>rw</a:t>
                      </a:r>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917941016"/>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7</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err="1">
                          <a:solidFill>
                            <a:srgbClr val="7030A0"/>
                          </a:solidFill>
                          <a:latin typeface="Hack" panose="020B0609030202020204"/>
                        </a:rPr>
                        <a:t>rwx</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857160068"/>
                  </a:ext>
                </a:extLst>
              </a:tr>
            </a:tbl>
          </a:graphicData>
        </a:graphic>
      </p:graphicFrame>
    </p:spTree>
    <p:extLst>
      <p:ext uri="{BB962C8B-B14F-4D97-AF65-F5344CB8AC3E}">
        <p14:creationId xmlns:p14="http://schemas.microsoft.com/office/powerpoint/2010/main" val="2062241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1BEF15-4E37-CD84-6DFB-97DEA4E15135}"/>
              </a:ext>
            </a:extLst>
          </p:cNvPr>
          <p:cNvSpPr>
            <a:spLocks noGrp="1"/>
          </p:cNvSpPr>
          <p:nvPr>
            <p:ph type="ctrTitle"/>
          </p:nvPr>
        </p:nvSpPr>
        <p:spPr/>
        <p:txBody>
          <a:bodyPr/>
          <a:lstStyle/>
          <a:p>
            <a:r>
              <a:rPr lang="en-US" noProof="0" dirty="0"/>
              <a:t>Knowledge check</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spc="-4" noProof="0" dirty="0">
                <a:solidFill>
                  <a:srgbClr val="2D2C2C"/>
                </a:solidFill>
                <a:latin typeface="+mn-lt"/>
                <a:cs typeface="Segoe UI"/>
              </a:rPr>
              <a:t>What</a:t>
            </a:r>
            <a:r>
              <a:rPr lang="en-US" sz="1800" spc="-28" noProof="0" dirty="0">
                <a:solidFill>
                  <a:srgbClr val="2D2C2C"/>
                </a:solidFill>
                <a:latin typeface="+mn-lt"/>
                <a:cs typeface="Segoe UI"/>
              </a:rPr>
              <a:t> </a:t>
            </a:r>
            <a:r>
              <a:rPr lang="en-US" sz="1800" spc="-4" noProof="0" dirty="0">
                <a:solidFill>
                  <a:srgbClr val="2D2C2C"/>
                </a:solidFill>
                <a:latin typeface="+mn-lt"/>
                <a:cs typeface="Segoe UI"/>
              </a:rPr>
              <a:t>do</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following</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permissions</a:t>
            </a:r>
            <a:r>
              <a:rPr lang="en-US" sz="1800" spc="69" noProof="0" dirty="0">
                <a:solidFill>
                  <a:srgbClr val="2D2C2C"/>
                </a:solidFill>
                <a:latin typeface="+mn-lt"/>
                <a:cs typeface="Segoe UI"/>
              </a:rPr>
              <a:t> </a:t>
            </a:r>
            <a:r>
              <a:rPr lang="en-US" sz="1800" spc="-8" noProof="0" dirty="0">
                <a:solidFill>
                  <a:srgbClr val="2D2C2C"/>
                </a:solidFill>
                <a:latin typeface="+mn-lt"/>
                <a:cs typeface="Segoe UI"/>
              </a:rPr>
              <a:t>mean?</a:t>
            </a:r>
            <a:endParaRPr lang="en-US" sz="1800" noProof="0" dirty="0">
              <a:latin typeface="+mn-lt"/>
              <a:cs typeface="Segoe UI"/>
            </a:endParaRP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17</a:t>
            </a:fld>
            <a:endParaRPr lang="en-US" noProof="0" dirty="0"/>
          </a:p>
        </p:txBody>
      </p:sp>
      <p:grpSp>
        <p:nvGrpSpPr>
          <p:cNvPr id="13" name="Group 12">
            <a:extLst>
              <a:ext uri="{FF2B5EF4-FFF2-40B4-BE49-F238E27FC236}">
                <a16:creationId xmlns:a16="http://schemas.microsoft.com/office/drawing/2014/main" id="{0EBA452E-EEAE-67D4-2FD1-F5C79ADF4D2D}"/>
              </a:ext>
            </a:extLst>
          </p:cNvPr>
          <p:cNvGrpSpPr/>
          <p:nvPr/>
        </p:nvGrpSpPr>
        <p:grpSpPr>
          <a:xfrm>
            <a:off x="443922" y="2614862"/>
            <a:ext cx="7160199" cy="2985433"/>
            <a:chOff x="4647016" y="1905746"/>
            <a:chExt cx="7160199" cy="2985433"/>
          </a:xfrm>
        </p:grpSpPr>
        <p:sp>
          <p:nvSpPr>
            <p:cNvPr id="7" name="Rectangle 3">
              <a:extLst>
                <a:ext uri="{FF2B5EF4-FFF2-40B4-BE49-F238E27FC236}">
                  <a16:creationId xmlns:a16="http://schemas.microsoft.com/office/drawing/2014/main" id="{9CEC4568-8024-019E-FF4B-25C03E4217A8}"/>
                </a:ext>
              </a:extLst>
            </p:cNvPr>
            <p:cNvSpPr>
              <a:spLocks noChangeArrowheads="1"/>
            </p:cNvSpPr>
            <p:nvPr/>
          </p:nvSpPr>
          <p:spPr bwMode="auto">
            <a:xfrm>
              <a:off x="5037138" y="1905746"/>
              <a:ext cx="6770077" cy="298543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444</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file</a:t>
              </a: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644</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file</a:t>
              </a:r>
              <a:endParaRPr lang="en-US" sz="2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–R 744 directory</a:t>
              </a:r>
              <a:endParaRPr lang="en-US" sz="2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755 file</a:t>
              </a:r>
              <a:endParaRPr lang="en-US" sz="2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700 file</a:t>
              </a: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751 file</a:t>
              </a:r>
              <a:endParaRPr lang="en-US" sz="28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grpSp>
          <p:nvGrpSpPr>
            <p:cNvPr id="14" name="Group 13">
              <a:extLst>
                <a:ext uri="{FF2B5EF4-FFF2-40B4-BE49-F238E27FC236}">
                  <a16:creationId xmlns:a16="http://schemas.microsoft.com/office/drawing/2014/main" id="{6E08DF86-1A74-7532-BFA5-2A9512421415}"/>
                </a:ext>
              </a:extLst>
            </p:cNvPr>
            <p:cNvGrpSpPr/>
            <p:nvPr/>
          </p:nvGrpSpPr>
          <p:grpSpPr>
            <a:xfrm>
              <a:off x="4647016" y="2033600"/>
              <a:ext cx="343682" cy="2790800"/>
              <a:chOff x="4646101" y="2019985"/>
              <a:chExt cx="343682" cy="2790800"/>
            </a:xfrm>
          </p:grpSpPr>
          <p:sp>
            <p:nvSpPr>
              <p:cNvPr id="4" name="Heptagon 3">
                <a:extLst>
                  <a:ext uri="{FF2B5EF4-FFF2-40B4-BE49-F238E27FC236}">
                    <a16:creationId xmlns:a16="http://schemas.microsoft.com/office/drawing/2014/main" id="{962E2CB2-619B-86B4-D521-A145000FDA31}"/>
                  </a:ext>
                </a:extLst>
              </p:cNvPr>
              <p:cNvSpPr/>
              <p:nvPr/>
            </p:nvSpPr>
            <p:spPr>
              <a:xfrm>
                <a:off x="4646101" y="2019985"/>
                <a:ext cx="324853" cy="304318"/>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1</a:t>
                </a:r>
              </a:p>
            </p:txBody>
          </p:sp>
          <p:sp>
            <p:nvSpPr>
              <p:cNvPr id="8" name="Heptagon 7">
                <a:extLst>
                  <a:ext uri="{FF2B5EF4-FFF2-40B4-BE49-F238E27FC236}">
                    <a16:creationId xmlns:a16="http://schemas.microsoft.com/office/drawing/2014/main" id="{8822B6C9-AEEF-2229-2F5A-24681FD9F64E}"/>
                  </a:ext>
                </a:extLst>
              </p:cNvPr>
              <p:cNvSpPr/>
              <p:nvPr/>
            </p:nvSpPr>
            <p:spPr>
              <a:xfrm>
                <a:off x="4646102" y="2485859"/>
                <a:ext cx="324853" cy="304318"/>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2</a:t>
                </a:r>
              </a:p>
            </p:txBody>
          </p:sp>
          <p:sp>
            <p:nvSpPr>
              <p:cNvPr id="9" name="Heptagon 8">
                <a:extLst>
                  <a:ext uri="{FF2B5EF4-FFF2-40B4-BE49-F238E27FC236}">
                    <a16:creationId xmlns:a16="http://schemas.microsoft.com/office/drawing/2014/main" id="{AFC64ED1-F8EB-F599-677F-ACAD5F587044}"/>
                  </a:ext>
                </a:extLst>
              </p:cNvPr>
              <p:cNvSpPr/>
              <p:nvPr/>
            </p:nvSpPr>
            <p:spPr>
              <a:xfrm>
                <a:off x="4646102" y="3014578"/>
                <a:ext cx="324853" cy="304318"/>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3</a:t>
                </a:r>
              </a:p>
            </p:txBody>
          </p:sp>
          <p:sp>
            <p:nvSpPr>
              <p:cNvPr id="10" name="Heptagon 9">
                <a:extLst>
                  <a:ext uri="{FF2B5EF4-FFF2-40B4-BE49-F238E27FC236}">
                    <a16:creationId xmlns:a16="http://schemas.microsoft.com/office/drawing/2014/main" id="{43078EC3-269A-945A-A618-E5E2C14B7186}"/>
                  </a:ext>
                </a:extLst>
              </p:cNvPr>
              <p:cNvSpPr/>
              <p:nvPr/>
            </p:nvSpPr>
            <p:spPr>
              <a:xfrm>
                <a:off x="4661310" y="3511874"/>
                <a:ext cx="324853" cy="304318"/>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4</a:t>
                </a:r>
              </a:p>
            </p:txBody>
          </p:sp>
          <p:sp>
            <p:nvSpPr>
              <p:cNvPr id="11" name="Heptagon 10">
                <a:extLst>
                  <a:ext uri="{FF2B5EF4-FFF2-40B4-BE49-F238E27FC236}">
                    <a16:creationId xmlns:a16="http://schemas.microsoft.com/office/drawing/2014/main" id="{AFD7E995-0927-4F57-7B3A-5BCDE7DBCCF0}"/>
                  </a:ext>
                </a:extLst>
              </p:cNvPr>
              <p:cNvSpPr/>
              <p:nvPr/>
            </p:nvSpPr>
            <p:spPr>
              <a:xfrm>
                <a:off x="4661309" y="4009171"/>
                <a:ext cx="324853" cy="304318"/>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cs typeface="Arial" pitchFamily="34" charset="0"/>
                  </a:rPr>
                  <a:t>5</a:t>
                </a:r>
                <a:endParaRPr lang="en-US" sz="1800" b="1" noProof="0" dirty="0">
                  <a:solidFill>
                    <a:schemeClr val="tx1"/>
                  </a:solidFill>
                  <a:cs typeface="Arial" pitchFamily="34" charset="0"/>
                </a:endParaRPr>
              </a:p>
            </p:txBody>
          </p:sp>
          <p:sp>
            <p:nvSpPr>
              <p:cNvPr id="12" name="Heptagon 11">
                <a:extLst>
                  <a:ext uri="{FF2B5EF4-FFF2-40B4-BE49-F238E27FC236}">
                    <a16:creationId xmlns:a16="http://schemas.microsoft.com/office/drawing/2014/main" id="{6E7FB021-046C-A61E-FB05-AD7067559CCE}"/>
                  </a:ext>
                </a:extLst>
              </p:cNvPr>
              <p:cNvSpPr/>
              <p:nvPr/>
            </p:nvSpPr>
            <p:spPr>
              <a:xfrm>
                <a:off x="4664930" y="4506467"/>
                <a:ext cx="324853" cy="304318"/>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6</a:t>
                </a:r>
              </a:p>
            </p:txBody>
          </p:sp>
        </p:grpSp>
      </p:grpSp>
    </p:spTree>
    <p:extLst>
      <p:ext uri="{BB962C8B-B14F-4D97-AF65-F5344CB8AC3E}">
        <p14:creationId xmlns:p14="http://schemas.microsoft.com/office/powerpoint/2010/main" val="186010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401823-9AF7-EC1E-7E8D-BB0B0939E5D9}"/>
              </a:ext>
            </a:extLst>
          </p:cNvPr>
          <p:cNvSpPr>
            <a:spLocks noGrp="1"/>
          </p:cNvSpPr>
          <p:nvPr>
            <p:ph type="ctrTitle"/>
          </p:nvPr>
        </p:nvSpPr>
        <p:spPr/>
        <p:txBody>
          <a:bodyPr/>
          <a:lstStyle/>
          <a:p>
            <a:r>
              <a:rPr lang="en-US" noProof="0" dirty="0"/>
              <a:t>Lab</a:t>
            </a:r>
          </a:p>
        </p:txBody>
      </p:sp>
      <p:sp>
        <p:nvSpPr>
          <p:cNvPr id="6" name="Subtitle 5">
            <a:extLst>
              <a:ext uri="{FF2B5EF4-FFF2-40B4-BE49-F238E27FC236}">
                <a16:creationId xmlns:a16="http://schemas.microsoft.com/office/drawing/2014/main" id="{5FE095EE-2683-6618-ADD9-6B0AAE9D964F}"/>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348262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D43A70-3728-6813-4825-A24E43D3E967}"/>
              </a:ext>
            </a:extLst>
          </p:cNvPr>
          <p:cNvSpPr>
            <a:spLocks noGrp="1"/>
          </p:cNvSpPr>
          <p:nvPr>
            <p:ph type="ctrTitle"/>
          </p:nvPr>
        </p:nvSpPr>
        <p:spPr>
          <a:xfrm>
            <a:off x="443921" y="500194"/>
            <a:ext cx="6679721" cy="858985"/>
          </a:xfrm>
        </p:spPr>
        <p:txBody>
          <a:bodyPr/>
          <a:lstStyle/>
          <a:p>
            <a:r>
              <a:rPr lang="en-US" noProof="0" dirty="0"/>
              <a:t>Practical exercise 15 – T1 and T2</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fld id="{EF892D59-8F09-EF4B-AD6D-DA609442F868}" type="slidenum">
              <a:rPr lang="en-US" noProof="0" smtClean="0"/>
              <a:pPr/>
              <a:t>19</a:t>
            </a:fld>
            <a:endParaRPr lang="en-US" noProof="0" dirty="0"/>
          </a:p>
        </p:txBody>
      </p:sp>
    </p:spTree>
    <p:extLst>
      <p:ext uri="{BB962C8B-B14F-4D97-AF65-F5344CB8AC3E}">
        <p14:creationId xmlns:p14="http://schemas.microsoft.com/office/powerpoint/2010/main" val="9049731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D6E51D-9801-A207-07A9-38DF5C58F3BE}"/>
              </a:ext>
            </a:extLst>
          </p:cNvPr>
          <p:cNvSpPr>
            <a:spLocks noGrp="1"/>
          </p:cNvSpPr>
          <p:nvPr>
            <p:ph type="ctrTitle"/>
          </p:nvPr>
        </p:nvSpPr>
        <p:spPr/>
        <p:txBody>
          <a:bodyPr/>
          <a:lstStyle/>
          <a:p>
            <a:r>
              <a:rPr lang="en-US" noProof="0" dirty="0"/>
              <a:t>Initial permissions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spc="-4" noProof="0" dirty="0">
                <a:solidFill>
                  <a:srgbClr val="2D2C2C"/>
                </a:solidFill>
                <a:latin typeface="+mn-lt"/>
                <a:cs typeface="Segoe UI"/>
              </a:rPr>
              <a:t>When files and directories are created, they get a default permission, which is governed by </a:t>
            </a:r>
            <a:r>
              <a:rPr lang="en-US" sz="1800" b="1" spc="-4" noProof="0" dirty="0" err="1">
                <a:solidFill>
                  <a:srgbClr val="7030A0"/>
                </a:solidFill>
                <a:latin typeface="Hack" panose="020B0609030202020204" pitchFamily="49" charset="0"/>
                <a:ea typeface="Hack" panose="020B0609030202020204" pitchFamily="49" charset="0"/>
                <a:cs typeface="Hack" panose="020B0609030202020204" pitchFamily="49" charset="0"/>
              </a:rPr>
              <a:t>umask</a:t>
            </a:r>
            <a:r>
              <a:rPr lang="en-US" spc="-4" noProof="0" dirty="0">
                <a:solidFill>
                  <a:srgbClr val="2D2C2C"/>
                </a:solidFill>
                <a:cs typeface="Segoe UI"/>
              </a:rPr>
              <a:t>.</a:t>
            </a:r>
          </a:p>
          <a:p>
            <a:pPr marL="747157" lvl="1" indent="-280154">
              <a:spcBef>
                <a:spcPts val="73"/>
              </a:spcBef>
              <a:buClr>
                <a:srgbClr val="000000"/>
              </a:buClr>
              <a:buFont typeface="Arial"/>
              <a:buChar char="•"/>
              <a:tabLst>
                <a:tab pos="289957" algn="l"/>
                <a:tab pos="290473" algn="l"/>
              </a:tabLst>
            </a:pPr>
            <a:r>
              <a:rPr lang="en-US" sz="1800" spc="-4" noProof="0" dirty="0">
                <a:solidFill>
                  <a:srgbClr val="2D2C2C"/>
                </a:solidFill>
                <a:latin typeface="+mn-lt"/>
                <a:cs typeface="Segoe UI"/>
              </a:rPr>
              <a:t>It sets what permission they don’t have compared to the starting point.</a:t>
            </a: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latin typeface="+mn-lt"/>
              <a:cs typeface="Segoe UI"/>
            </a:endParaRPr>
          </a:p>
          <a:p>
            <a:pPr marL="289957" indent="-280154">
              <a:spcBef>
                <a:spcPts val="73"/>
              </a:spcBef>
              <a:buClr>
                <a:srgbClr val="000000"/>
              </a:buClr>
              <a:buFont typeface="Arial"/>
              <a:buChar char="•"/>
              <a:tabLst>
                <a:tab pos="289957" algn="l"/>
                <a:tab pos="290473" algn="l"/>
              </a:tabLst>
            </a:pPr>
            <a:r>
              <a:rPr lang="en-US" sz="1800" spc="-4" noProof="0" dirty="0">
                <a:solidFill>
                  <a:schemeClr val="tx1"/>
                </a:solidFill>
                <a:latin typeface="+mn-lt"/>
                <a:cs typeface="Segoe UI"/>
              </a:rPr>
              <a:t>Notice there a</a:t>
            </a:r>
            <a:r>
              <a:rPr lang="en-US" sz="1800" spc="-4" noProof="0" dirty="0">
                <a:solidFill>
                  <a:srgbClr val="2D2C2C"/>
                </a:solidFill>
                <a:latin typeface="+mn-lt"/>
                <a:cs typeface="Segoe UI"/>
              </a:rPr>
              <a:t>re four digits.</a:t>
            </a:r>
          </a:p>
          <a:p>
            <a:pPr marL="469953" lvl="1"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ea typeface="Hack" panose="020B0609030202020204" pitchFamily="49" charset="0"/>
                <a:cs typeface="Hack" panose="020B0609030202020204" pitchFamily="49" charset="0"/>
              </a:rPr>
              <a:t>The</a:t>
            </a:r>
            <a:r>
              <a:rPr lang="en-US" sz="1800" spc="8"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left-most</a:t>
            </a:r>
            <a:r>
              <a:rPr lang="en-US" sz="1800" spc="33"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digit</a:t>
            </a:r>
            <a:r>
              <a:rPr lang="en-US" sz="1800" spc="-8" noProof="0" dirty="0">
                <a:solidFill>
                  <a:srgbClr val="2D2C2C"/>
                </a:solidFill>
                <a:latin typeface="+mn-lt"/>
                <a:ea typeface="Hack" panose="020B0609030202020204" pitchFamily="49" charset="0"/>
                <a:cs typeface="Hack" panose="020B0609030202020204" pitchFamily="49" charset="0"/>
              </a:rPr>
              <a:t> used</a:t>
            </a:r>
            <a:r>
              <a:rPr lang="en-US" sz="1800" spc="41"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for</a:t>
            </a:r>
            <a:r>
              <a:rPr lang="en-US" sz="1800" spc="16" noProof="0" dirty="0">
                <a:solidFill>
                  <a:srgbClr val="2D2C2C"/>
                </a:solidFill>
                <a:latin typeface="+mn-lt"/>
                <a:ea typeface="Hack" panose="020B0609030202020204" pitchFamily="49" charset="0"/>
                <a:cs typeface="Hack" panose="020B0609030202020204" pitchFamily="49" charset="0"/>
              </a:rPr>
              <a:t> </a:t>
            </a:r>
            <a:r>
              <a:rPr lang="en-US" sz="1800" b="1" spc="-8" noProof="0" dirty="0">
                <a:solidFill>
                  <a:srgbClr val="7030A0"/>
                </a:solidFill>
                <a:latin typeface="+mn-lt"/>
                <a:ea typeface="Hack" panose="020B0609030202020204" pitchFamily="49" charset="0"/>
                <a:cs typeface="Hack" panose="020B0609030202020204" pitchFamily="49" charset="0"/>
              </a:rPr>
              <a:t>SUID</a:t>
            </a:r>
            <a:r>
              <a:rPr lang="en-US" sz="1800" spc="-8" noProof="0" dirty="0">
                <a:solidFill>
                  <a:srgbClr val="2D2C2C"/>
                </a:solidFill>
                <a:latin typeface="+mn-lt"/>
                <a:ea typeface="Hack" panose="020B0609030202020204" pitchFamily="49" charset="0"/>
                <a:cs typeface="Hack" panose="020B0609030202020204" pitchFamily="49" charset="0"/>
              </a:rPr>
              <a:t>,</a:t>
            </a:r>
            <a:r>
              <a:rPr lang="en-US" sz="1800" spc="16" noProof="0" dirty="0">
                <a:solidFill>
                  <a:srgbClr val="2D2C2C"/>
                </a:solidFill>
                <a:latin typeface="+mn-lt"/>
                <a:ea typeface="Hack" panose="020B0609030202020204" pitchFamily="49" charset="0"/>
                <a:cs typeface="Hack" panose="020B0609030202020204" pitchFamily="49" charset="0"/>
              </a:rPr>
              <a:t> </a:t>
            </a:r>
            <a:r>
              <a:rPr lang="en-US" sz="1800" b="1" spc="-8" noProof="0" dirty="0">
                <a:solidFill>
                  <a:srgbClr val="7030A0"/>
                </a:solidFill>
                <a:latin typeface="+mn-lt"/>
                <a:ea typeface="Hack" panose="020B0609030202020204" pitchFamily="49" charset="0"/>
                <a:cs typeface="Hack" panose="020B0609030202020204" pitchFamily="49" charset="0"/>
              </a:rPr>
              <a:t>SGID</a:t>
            </a:r>
            <a:r>
              <a:rPr lang="en-US" spc="-4" noProof="0" dirty="0">
                <a:solidFill>
                  <a:srgbClr val="2D2C2C"/>
                </a:solidFill>
              </a:rPr>
              <a:t>, and </a:t>
            </a:r>
            <a:r>
              <a:rPr lang="en-US" sz="1800" b="1" spc="-8" noProof="0" dirty="0">
                <a:solidFill>
                  <a:srgbClr val="7030A0"/>
                </a:solidFill>
                <a:latin typeface="+mn-lt"/>
                <a:ea typeface="Hack" panose="020B0609030202020204" pitchFamily="49" charset="0"/>
                <a:cs typeface="Hack" panose="020B0609030202020204" pitchFamily="49" charset="0"/>
              </a:rPr>
              <a:t>sticky</a:t>
            </a:r>
            <a:r>
              <a:rPr lang="en-US" sz="1800" spc="33"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bit (</a:t>
            </a:r>
            <a:r>
              <a:rPr lang="en-US" sz="1800" spc="-4" noProof="0" dirty="0" err="1">
                <a:solidFill>
                  <a:srgbClr val="2D2C2C"/>
                </a:solidFill>
                <a:latin typeface="+mn-lt"/>
                <a:ea typeface="Hack" panose="020B0609030202020204" pitchFamily="49" charset="0"/>
                <a:cs typeface="Hack" panose="020B0609030202020204" pitchFamily="49" charset="0"/>
              </a:rPr>
              <a:t>next_topic</a:t>
            </a:r>
            <a:r>
              <a:rPr lang="en-US" sz="1800" spc="-4" noProof="0" dirty="0">
                <a:solidFill>
                  <a:srgbClr val="2D2C2C"/>
                </a:solidFill>
                <a:latin typeface="+mn-lt"/>
                <a:ea typeface="Hack" panose="020B0609030202020204" pitchFamily="49" charset="0"/>
                <a:cs typeface="Hack" panose="020B0609030202020204" pitchFamily="49" charset="0"/>
              </a:rPr>
              <a:t>).</a:t>
            </a:r>
            <a:endParaRPr lang="en-US" sz="1800" noProof="0" dirty="0">
              <a:latin typeface="+mn-lt"/>
              <a:ea typeface="Hack" panose="020B0609030202020204" pitchFamily="49" charset="0"/>
              <a:cs typeface="Hack" panose="020B0609030202020204" pitchFamily="49" charset="0"/>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20</a:t>
            </a:fld>
            <a:endParaRPr lang="en-US" noProof="0" dirty="0"/>
          </a:p>
        </p:txBody>
      </p:sp>
      <p:graphicFrame>
        <p:nvGraphicFramePr>
          <p:cNvPr id="6" name="Table 3">
            <a:extLst>
              <a:ext uri="{FF2B5EF4-FFF2-40B4-BE49-F238E27FC236}">
                <a16:creationId xmlns:a16="http://schemas.microsoft.com/office/drawing/2014/main" id="{16D8FC11-5246-F29F-BD2B-EA4622CA40C6}"/>
              </a:ext>
            </a:extLst>
          </p:cNvPr>
          <p:cNvGraphicFramePr>
            <a:graphicFrameLocks noGrp="1"/>
          </p:cNvGraphicFramePr>
          <p:nvPr>
            <p:extLst>
              <p:ext uri="{D42A27DB-BD31-4B8C-83A1-F6EECF244321}">
                <p14:modId xmlns:p14="http://schemas.microsoft.com/office/powerpoint/2010/main" val="3763092260"/>
              </p:ext>
            </p:extLst>
          </p:nvPr>
        </p:nvGraphicFramePr>
        <p:xfrm>
          <a:off x="2963572" y="2641791"/>
          <a:ext cx="6264275" cy="2531348"/>
        </p:xfrm>
        <a:graphic>
          <a:graphicData uri="http://schemas.openxmlformats.org/drawingml/2006/table">
            <a:tbl>
              <a:tblPr firstRow="1" bandRow="1">
                <a:tableStyleId>{21E4AEA4-8DFA-4A89-87EB-49C32662AFE0}</a:tableStyleId>
              </a:tblPr>
              <a:tblGrid>
                <a:gridCol w="2200275">
                  <a:extLst>
                    <a:ext uri="{9D8B030D-6E8A-4147-A177-3AD203B41FA5}">
                      <a16:colId xmlns:a16="http://schemas.microsoft.com/office/drawing/2014/main" val="3709411045"/>
                    </a:ext>
                  </a:extLst>
                </a:gridCol>
                <a:gridCol w="2032000">
                  <a:extLst>
                    <a:ext uri="{9D8B030D-6E8A-4147-A177-3AD203B41FA5}">
                      <a16:colId xmlns:a16="http://schemas.microsoft.com/office/drawing/2014/main" val="1268523485"/>
                    </a:ext>
                  </a:extLst>
                </a:gridCol>
                <a:gridCol w="2032000">
                  <a:extLst>
                    <a:ext uri="{9D8B030D-6E8A-4147-A177-3AD203B41FA5}">
                      <a16:colId xmlns:a16="http://schemas.microsoft.com/office/drawing/2014/main" val="782871131"/>
                    </a:ext>
                  </a:extLst>
                </a:gridCol>
              </a:tblGrid>
              <a:tr h="60278">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marR="610235" algn="ctr">
                        <a:lnSpc>
                          <a:spcPct val="100000"/>
                        </a:lnSpc>
                        <a:spcBef>
                          <a:spcPts val="310"/>
                        </a:spcBef>
                      </a:pPr>
                      <a:r>
                        <a:rPr lang="en-US" sz="1800" b="1" spc="-5" noProof="0" dirty="0" err="1">
                          <a:solidFill>
                            <a:schemeClr val="tx1"/>
                          </a:solidFill>
                          <a:latin typeface="+mn-lt"/>
                        </a:rPr>
                        <a:t>Umask</a:t>
                      </a:r>
                      <a:endParaRPr lang="en-US" sz="1800" noProof="0" dirty="0">
                        <a:solidFill>
                          <a:schemeClr val="tx1"/>
                        </a:solidFill>
                        <a:latin typeface="+mn-lt"/>
                        <a:cs typeface="Segoe UI"/>
                      </a:endParaRPr>
                    </a:p>
                  </a:txBody>
                  <a:tcPr marL="0" marR="0" marT="31988" marB="0"/>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marL="225425">
                        <a:lnSpc>
                          <a:spcPct val="100000"/>
                        </a:lnSpc>
                        <a:spcBef>
                          <a:spcPts val="310"/>
                        </a:spcBef>
                      </a:pPr>
                      <a:r>
                        <a:rPr lang="en-US" sz="1800" b="1" spc="-5" noProof="0" dirty="0">
                          <a:solidFill>
                            <a:schemeClr val="tx1"/>
                          </a:solidFill>
                          <a:latin typeface="+mn-lt"/>
                        </a:rPr>
                        <a:t>Plain</a:t>
                      </a:r>
                      <a:r>
                        <a:rPr lang="en-US" sz="1800" b="1" spc="-65" noProof="0" dirty="0">
                          <a:solidFill>
                            <a:schemeClr val="tx1"/>
                          </a:solidFill>
                          <a:latin typeface="+mn-lt"/>
                        </a:rPr>
                        <a:t> </a:t>
                      </a:r>
                      <a:r>
                        <a:rPr lang="en-US" sz="1800" b="1" spc="-5" noProof="0" dirty="0">
                          <a:solidFill>
                            <a:schemeClr val="tx1"/>
                          </a:solidFill>
                          <a:latin typeface="+mn-lt"/>
                        </a:rPr>
                        <a:t>files</a:t>
                      </a:r>
                      <a:endParaRPr lang="en-US" sz="1800" noProof="0" dirty="0">
                        <a:solidFill>
                          <a:schemeClr val="tx1"/>
                        </a:solidFill>
                        <a:latin typeface="+mn-lt"/>
                        <a:cs typeface="Segoe UI"/>
                      </a:endParaRPr>
                    </a:p>
                  </a:txBody>
                  <a:tcPr marL="0" marR="0" marT="31988" marB="0"/>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marL="226060">
                        <a:lnSpc>
                          <a:spcPct val="100000"/>
                        </a:lnSpc>
                        <a:spcBef>
                          <a:spcPts val="310"/>
                        </a:spcBef>
                      </a:pPr>
                      <a:r>
                        <a:rPr lang="en-US" sz="1800" b="1" spc="-5" noProof="0" dirty="0">
                          <a:solidFill>
                            <a:schemeClr val="tx1"/>
                          </a:solidFill>
                          <a:latin typeface="+mn-lt"/>
                        </a:rPr>
                        <a:t>Directories</a:t>
                      </a:r>
                      <a:endParaRPr lang="en-US" sz="1800" noProof="0" dirty="0">
                        <a:solidFill>
                          <a:schemeClr val="tx1"/>
                        </a:solidFill>
                        <a:latin typeface="+mn-lt"/>
                        <a:cs typeface="Segoe UI"/>
                      </a:endParaRPr>
                    </a:p>
                  </a:txBody>
                  <a:tcPr marL="0" marR="0" marT="31988" marB="0"/>
                </a:tc>
                <a:extLst>
                  <a:ext uri="{0D108BD9-81ED-4DB2-BD59-A6C34878D82A}">
                    <a16:rowId xmlns:a16="http://schemas.microsoft.com/office/drawing/2014/main" val="3366838632"/>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lnSpc>
                          <a:spcPct val="100000"/>
                        </a:lnSpc>
                      </a:pPr>
                      <a:r>
                        <a:rPr lang="en-US" sz="1800" noProof="0" dirty="0">
                          <a:latin typeface="+mn-lt"/>
                        </a:rPr>
                        <a:t>[Starting point]</a:t>
                      </a:r>
                      <a:endParaRPr lang="en-US" sz="1800" noProof="0" dirty="0">
                        <a:latin typeface="+mn-lt"/>
                        <a:ea typeface="Hack" panose="020B0609030202020204" pitchFamily="49" charset="0"/>
                        <a:cs typeface="Hack" panose="020B0609030202020204" pitchFamily="49" charset="0"/>
                      </a:endParaRPr>
                    </a:p>
                  </a:txBody>
                  <a:tcPr marL="0" marR="0" marT="0"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5425">
                        <a:lnSpc>
                          <a:spcPct val="100000"/>
                        </a:lnSpc>
                        <a:spcBef>
                          <a:spcPts val="345"/>
                        </a:spcBef>
                      </a:pPr>
                      <a:r>
                        <a:rPr lang="en-US" sz="1800" b="1" spc="-10" noProof="0" dirty="0" err="1">
                          <a:solidFill>
                            <a:srgbClr val="0000C7"/>
                          </a:solidFill>
                          <a:latin typeface="Hack" panose="020B0609030202020204"/>
                        </a:rPr>
                        <a:t>rw-rw-rw</a:t>
                      </a:r>
                      <a:r>
                        <a:rPr lang="en-US" sz="1800" b="1" spc="-10" noProof="0" dirty="0">
                          <a:solidFill>
                            <a:srgbClr val="0000C7"/>
                          </a:solidFill>
                          <a:latin typeface="Hack" panose="020B0609030202020204"/>
                        </a:rPr>
                        <a:t>-</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5600"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6060">
                        <a:lnSpc>
                          <a:spcPct val="100000"/>
                        </a:lnSpc>
                        <a:spcBef>
                          <a:spcPts val="345"/>
                        </a:spcBef>
                      </a:pPr>
                      <a:r>
                        <a:rPr lang="en-US" sz="1800" b="1" spc="-10" noProof="0" dirty="0" err="1">
                          <a:solidFill>
                            <a:srgbClr val="0000C7"/>
                          </a:solidFill>
                          <a:latin typeface="Hack" panose="020B0609030202020204"/>
                        </a:rPr>
                        <a:t>rwxrwxrwx</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5600" marB="0"/>
                </a:tc>
                <a:extLst>
                  <a:ext uri="{0D108BD9-81ED-4DB2-BD59-A6C34878D82A}">
                    <a16:rowId xmlns:a16="http://schemas.microsoft.com/office/drawing/2014/main" val="2566516305"/>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R="640080" algn="ctr">
                        <a:lnSpc>
                          <a:spcPct val="100000"/>
                        </a:lnSpc>
                        <a:spcBef>
                          <a:spcPts val="360"/>
                        </a:spcBef>
                      </a:pPr>
                      <a:r>
                        <a:rPr lang="en-US" sz="1800" b="1" spc="-15" noProof="0" dirty="0">
                          <a:solidFill>
                            <a:srgbClr val="0000C7"/>
                          </a:solidFill>
                          <a:latin typeface="Hack" panose="020B0609030202020204"/>
                        </a:rPr>
                        <a:t>0000</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148"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5425">
                        <a:lnSpc>
                          <a:spcPct val="100000"/>
                        </a:lnSpc>
                        <a:spcBef>
                          <a:spcPts val="360"/>
                        </a:spcBef>
                      </a:pPr>
                      <a:r>
                        <a:rPr lang="en-US" sz="1800" b="1" spc="-20" noProof="0" dirty="0" err="1">
                          <a:solidFill>
                            <a:srgbClr val="0000C7"/>
                          </a:solidFill>
                          <a:latin typeface="Hack" panose="020B0609030202020204"/>
                        </a:rPr>
                        <a:t>rw-rw-rw</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148"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6060">
                        <a:lnSpc>
                          <a:spcPct val="100000"/>
                        </a:lnSpc>
                        <a:spcBef>
                          <a:spcPts val="360"/>
                        </a:spcBef>
                      </a:pPr>
                      <a:r>
                        <a:rPr lang="en-US" sz="1800" b="1" spc="-15" noProof="0" dirty="0" err="1">
                          <a:solidFill>
                            <a:srgbClr val="0000C7"/>
                          </a:solidFill>
                          <a:latin typeface="Hack" panose="020B0609030202020204"/>
                        </a:rPr>
                        <a:t>rwxrwxrwx</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148" marB="0"/>
                </a:tc>
                <a:extLst>
                  <a:ext uri="{0D108BD9-81ED-4DB2-BD59-A6C34878D82A}">
                    <a16:rowId xmlns:a16="http://schemas.microsoft.com/office/drawing/2014/main" val="4228551723"/>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R="640080" algn="ctr">
                        <a:lnSpc>
                          <a:spcPct val="100000"/>
                        </a:lnSpc>
                        <a:spcBef>
                          <a:spcPts val="365"/>
                        </a:spcBef>
                      </a:pPr>
                      <a:r>
                        <a:rPr lang="en-US" sz="1800" b="1" spc="-15" noProof="0" dirty="0">
                          <a:solidFill>
                            <a:srgbClr val="0000C7"/>
                          </a:solidFill>
                          <a:latin typeface="Hack" panose="020B0609030202020204"/>
                        </a:rPr>
                        <a:t>0022</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663"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5425">
                        <a:lnSpc>
                          <a:spcPct val="100000"/>
                        </a:lnSpc>
                        <a:spcBef>
                          <a:spcPts val="365"/>
                        </a:spcBef>
                      </a:pPr>
                      <a:r>
                        <a:rPr lang="en-US" sz="1800" b="1" spc="-15" noProof="0" dirty="0" err="1">
                          <a:solidFill>
                            <a:srgbClr val="0000C7"/>
                          </a:solidFill>
                          <a:latin typeface="Hack" panose="020B0609030202020204"/>
                        </a:rPr>
                        <a:t>rw</a:t>
                      </a:r>
                      <a:r>
                        <a:rPr lang="en-US" sz="1800" b="1" spc="-15" noProof="0" dirty="0">
                          <a:solidFill>
                            <a:srgbClr val="0000C7"/>
                          </a:solidFill>
                          <a:latin typeface="Hack" panose="020B0609030202020204"/>
                        </a:rPr>
                        <a:t>-r--r--</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663"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6060">
                        <a:lnSpc>
                          <a:spcPct val="100000"/>
                        </a:lnSpc>
                        <a:spcBef>
                          <a:spcPts val="365"/>
                        </a:spcBef>
                      </a:pPr>
                      <a:r>
                        <a:rPr lang="en-US" sz="1800" b="1" spc="-25" noProof="0" dirty="0" err="1">
                          <a:solidFill>
                            <a:srgbClr val="0000C7"/>
                          </a:solidFill>
                          <a:latin typeface="Hack" panose="020B0609030202020204"/>
                        </a:rPr>
                        <a:t>rwxr</a:t>
                      </a:r>
                      <a:r>
                        <a:rPr lang="en-US" sz="1800" b="1" spc="-25" noProof="0" dirty="0">
                          <a:solidFill>
                            <a:srgbClr val="0000C7"/>
                          </a:solidFill>
                          <a:latin typeface="Hack" panose="020B0609030202020204"/>
                        </a:rPr>
                        <a:t>-</a:t>
                      </a:r>
                      <a:r>
                        <a:rPr lang="en-US" sz="1800" b="1" spc="-25" noProof="0" dirty="0" err="1">
                          <a:solidFill>
                            <a:srgbClr val="0000C7"/>
                          </a:solidFill>
                          <a:latin typeface="Hack" panose="020B0609030202020204"/>
                        </a:rPr>
                        <a:t>xr</a:t>
                      </a:r>
                      <a:r>
                        <a:rPr lang="en-US" sz="1800" b="1" spc="-25" noProof="0" dirty="0">
                          <a:solidFill>
                            <a:srgbClr val="0000C7"/>
                          </a:solidFill>
                          <a:latin typeface="Hack" panose="020B0609030202020204"/>
                        </a:rPr>
                        <a:t>-x</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663" marB="0"/>
                </a:tc>
                <a:extLst>
                  <a:ext uri="{0D108BD9-81ED-4DB2-BD59-A6C34878D82A}">
                    <a16:rowId xmlns:a16="http://schemas.microsoft.com/office/drawing/2014/main" val="1155044825"/>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R="639445" algn="ctr">
                        <a:lnSpc>
                          <a:spcPct val="100000"/>
                        </a:lnSpc>
                        <a:spcBef>
                          <a:spcPts val="365"/>
                        </a:spcBef>
                      </a:pPr>
                      <a:r>
                        <a:rPr lang="en-US" sz="1800" b="1" spc="-10" noProof="0" dirty="0">
                          <a:solidFill>
                            <a:srgbClr val="0000C7"/>
                          </a:solidFill>
                          <a:latin typeface="Hack" panose="020B0609030202020204"/>
                        </a:rPr>
                        <a:t>0033</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663"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5425">
                        <a:lnSpc>
                          <a:spcPct val="100000"/>
                        </a:lnSpc>
                        <a:spcBef>
                          <a:spcPts val="365"/>
                        </a:spcBef>
                      </a:pPr>
                      <a:r>
                        <a:rPr lang="en-US" sz="1800" b="1" spc="-15" noProof="0" dirty="0" err="1">
                          <a:solidFill>
                            <a:srgbClr val="0000C7"/>
                          </a:solidFill>
                          <a:latin typeface="Hack" panose="020B0609030202020204"/>
                        </a:rPr>
                        <a:t>rw</a:t>
                      </a:r>
                      <a:r>
                        <a:rPr lang="en-US" sz="1800" b="1" spc="-15" noProof="0" dirty="0">
                          <a:solidFill>
                            <a:srgbClr val="0000C7"/>
                          </a:solidFill>
                          <a:latin typeface="Hack" panose="020B0609030202020204"/>
                        </a:rPr>
                        <a:t>-r--r--</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663"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6060">
                        <a:lnSpc>
                          <a:spcPct val="100000"/>
                        </a:lnSpc>
                        <a:spcBef>
                          <a:spcPts val="365"/>
                        </a:spcBef>
                      </a:pPr>
                      <a:r>
                        <a:rPr lang="en-US" sz="1800" b="1" spc="-15" noProof="0" dirty="0" err="1">
                          <a:solidFill>
                            <a:srgbClr val="0000C7"/>
                          </a:solidFill>
                          <a:latin typeface="Hack" panose="020B0609030202020204"/>
                        </a:rPr>
                        <a:t>rwxr</a:t>
                      </a:r>
                      <a:r>
                        <a:rPr lang="en-US" sz="1800" b="1" spc="-15" noProof="0" dirty="0">
                          <a:solidFill>
                            <a:srgbClr val="0000C7"/>
                          </a:solidFill>
                          <a:latin typeface="Hack" panose="020B0609030202020204"/>
                        </a:rPr>
                        <a:t>--r--</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663" marB="0"/>
                </a:tc>
                <a:extLst>
                  <a:ext uri="{0D108BD9-81ED-4DB2-BD59-A6C34878D82A}">
                    <a16:rowId xmlns:a16="http://schemas.microsoft.com/office/drawing/2014/main" val="982063449"/>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R="640080" algn="ctr">
                        <a:lnSpc>
                          <a:spcPct val="100000"/>
                        </a:lnSpc>
                        <a:spcBef>
                          <a:spcPts val="365"/>
                        </a:spcBef>
                      </a:pPr>
                      <a:r>
                        <a:rPr lang="en-US" sz="1800" b="1" spc="-15" noProof="0" dirty="0">
                          <a:solidFill>
                            <a:srgbClr val="0000C7"/>
                          </a:solidFill>
                          <a:latin typeface="Hack" panose="020B0609030202020204"/>
                        </a:rPr>
                        <a:t>0027</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663"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5425">
                        <a:lnSpc>
                          <a:spcPct val="100000"/>
                        </a:lnSpc>
                        <a:spcBef>
                          <a:spcPts val="365"/>
                        </a:spcBef>
                      </a:pPr>
                      <a:r>
                        <a:rPr lang="en-US" sz="1800" b="1" spc="-10" noProof="0" dirty="0" err="1">
                          <a:solidFill>
                            <a:srgbClr val="0000C7"/>
                          </a:solidFill>
                          <a:latin typeface="Hack" panose="020B0609030202020204"/>
                        </a:rPr>
                        <a:t>rw</a:t>
                      </a:r>
                      <a:r>
                        <a:rPr lang="en-US" sz="1800" b="1" spc="-10" noProof="0" dirty="0">
                          <a:solidFill>
                            <a:srgbClr val="0000C7"/>
                          </a:solidFill>
                          <a:latin typeface="Hack" panose="020B0609030202020204"/>
                        </a:rPr>
                        <a:t>-r-----</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663"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6060">
                        <a:lnSpc>
                          <a:spcPct val="100000"/>
                        </a:lnSpc>
                        <a:spcBef>
                          <a:spcPts val="365"/>
                        </a:spcBef>
                      </a:pPr>
                      <a:r>
                        <a:rPr lang="en-US" sz="1800" b="1" spc="-20" noProof="0" dirty="0" err="1">
                          <a:solidFill>
                            <a:srgbClr val="0000C7"/>
                          </a:solidFill>
                          <a:latin typeface="Hack" panose="020B0609030202020204"/>
                        </a:rPr>
                        <a:t>rwxr</a:t>
                      </a:r>
                      <a:r>
                        <a:rPr lang="en-US" sz="1800" b="1" spc="-20" noProof="0" dirty="0">
                          <a:solidFill>
                            <a:srgbClr val="0000C7"/>
                          </a:solidFill>
                          <a:latin typeface="Hack" panose="020B0609030202020204"/>
                        </a:rPr>
                        <a:t>-x---</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663" marB="0"/>
                </a:tc>
                <a:extLst>
                  <a:ext uri="{0D108BD9-81ED-4DB2-BD59-A6C34878D82A}">
                    <a16:rowId xmlns:a16="http://schemas.microsoft.com/office/drawing/2014/main" val="2491682482"/>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R="639445" algn="ctr">
                        <a:lnSpc>
                          <a:spcPct val="100000"/>
                        </a:lnSpc>
                        <a:spcBef>
                          <a:spcPts val="370"/>
                        </a:spcBef>
                      </a:pPr>
                      <a:r>
                        <a:rPr lang="en-US" sz="1800" b="1" spc="-10" noProof="0" dirty="0">
                          <a:solidFill>
                            <a:srgbClr val="0000C7"/>
                          </a:solidFill>
                          <a:latin typeface="Hack" panose="020B0609030202020204"/>
                        </a:rPr>
                        <a:t>0077</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8179"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5425">
                        <a:lnSpc>
                          <a:spcPct val="100000"/>
                        </a:lnSpc>
                        <a:spcBef>
                          <a:spcPts val="370"/>
                        </a:spcBef>
                      </a:pPr>
                      <a:r>
                        <a:rPr lang="en-US" sz="1800" b="1" spc="-5" noProof="0" dirty="0" err="1">
                          <a:solidFill>
                            <a:srgbClr val="0000C7"/>
                          </a:solidFill>
                          <a:latin typeface="Hack" panose="020B0609030202020204"/>
                        </a:rPr>
                        <a:t>rw</a:t>
                      </a:r>
                      <a:r>
                        <a:rPr lang="en-US" sz="1800" b="1" spc="-5" noProof="0" dirty="0">
                          <a:solidFill>
                            <a:srgbClr val="0000C7"/>
                          </a:solidFill>
                          <a:latin typeface="Hack" panose="020B0609030202020204"/>
                        </a:rPr>
                        <a:t>-------</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8179"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6060">
                        <a:lnSpc>
                          <a:spcPct val="100000"/>
                        </a:lnSpc>
                        <a:spcBef>
                          <a:spcPts val="370"/>
                        </a:spcBef>
                      </a:pPr>
                      <a:r>
                        <a:rPr lang="en-US" sz="1800" b="1" spc="-10" noProof="0" dirty="0" err="1">
                          <a:solidFill>
                            <a:srgbClr val="0000C7"/>
                          </a:solidFill>
                          <a:latin typeface="Hack" panose="020B0609030202020204"/>
                        </a:rPr>
                        <a:t>rwx</a:t>
                      </a:r>
                      <a:r>
                        <a:rPr lang="en-US" sz="1800" b="1" spc="-10" noProof="0" dirty="0">
                          <a:solidFill>
                            <a:srgbClr val="0000C7"/>
                          </a:solidFill>
                          <a:latin typeface="Hack" panose="020B0609030202020204"/>
                        </a:rPr>
                        <a:t>------</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8179" marB="0"/>
                </a:tc>
                <a:extLst>
                  <a:ext uri="{0D108BD9-81ED-4DB2-BD59-A6C34878D82A}">
                    <a16:rowId xmlns:a16="http://schemas.microsoft.com/office/drawing/2014/main" val="224522555"/>
                  </a:ext>
                </a:extLst>
              </a:tr>
            </a:tbl>
          </a:graphicData>
        </a:graphic>
      </p:graphicFrame>
    </p:spTree>
    <p:extLst>
      <p:ext uri="{BB962C8B-B14F-4D97-AF65-F5344CB8AC3E}">
        <p14:creationId xmlns:p14="http://schemas.microsoft.com/office/powerpoint/2010/main" val="37732488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53AA909-4B43-2068-A885-EB117A3CFCC3}"/>
              </a:ext>
            </a:extLst>
          </p:cNvPr>
          <p:cNvSpPr>
            <a:spLocks noGrp="1"/>
          </p:cNvSpPr>
          <p:nvPr>
            <p:ph type="ctrTitle"/>
          </p:nvPr>
        </p:nvSpPr>
        <p:spPr/>
        <p:txBody>
          <a:bodyPr/>
          <a:lstStyle/>
          <a:p>
            <a:r>
              <a:rPr lang="en-US" noProof="0" dirty="0"/>
              <a:t>Changing effective user and group</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Programs</a:t>
            </a:r>
            <a:r>
              <a:rPr lang="en-US" sz="1800" spc="-4" noProof="0" dirty="0">
                <a:solidFill>
                  <a:srgbClr val="2D2C2C"/>
                </a:solidFill>
                <a:latin typeface="+mn-lt"/>
                <a:cs typeface="Segoe UI"/>
              </a:rPr>
              <a:t> normally</a:t>
            </a:r>
            <a:r>
              <a:rPr lang="en-US" sz="1800" noProof="0" dirty="0">
                <a:solidFill>
                  <a:srgbClr val="2D2C2C"/>
                </a:solidFill>
                <a:latin typeface="+mn-lt"/>
                <a:cs typeface="Segoe UI"/>
              </a:rPr>
              <a:t> inherit</a:t>
            </a:r>
            <a:r>
              <a:rPr lang="en-US" sz="1800" spc="20" noProof="0" dirty="0">
                <a:solidFill>
                  <a:srgbClr val="2D2C2C"/>
                </a:solidFill>
                <a:latin typeface="+mn-lt"/>
                <a:cs typeface="Segoe UI"/>
              </a:rPr>
              <a:t> </a:t>
            </a:r>
            <a:r>
              <a:rPr lang="en-US" sz="1800" spc="-16" noProof="0" dirty="0">
                <a:solidFill>
                  <a:srgbClr val="2D2C2C"/>
                </a:solidFill>
                <a:latin typeface="+mn-lt"/>
                <a:cs typeface="Segoe UI"/>
              </a:rPr>
              <a:t>parent's</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identity </a:t>
            </a:r>
            <a:r>
              <a:rPr lang="en-US" sz="1800" noProof="0" dirty="0">
                <a:solidFill>
                  <a:srgbClr val="2D2C2C"/>
                </a:solidFill>
                <a:latin typeface="+mn-lt"/>
                <a:cs typeface="Segoe UI"/>
              </a:rPr>
              <a:t>(</a:t>
            </a:r>
            <a:r>
              <a:rPr lang="en-US" sz="1800" b="1" noProof="0" dirty="0">
                <a:solidFill>
                  <a:srgbClr val="0000C7"/>
                </a:solidFill>
                <a:latin typeface="+mn-lt"/>
                <a:cs typeface="Segoe UI"/>
              </a:rPr>
              <a:t>UID</a:t>
            </a:r>
            <a:r>
              <a:rPr lang="en-US" sz="1800" b="1" noProof="0" dirty="0">
                <a:latin typeface="+mn-lt"/>
                <a:cs typeface="Segoe UI"/>
              </a:rPr>
              <a:t>/</a:t>
            </a:r>
            <a:r>
              <a:rPr lang="en-US" sz="1800" b="1" noProof="0" dirty="0">
                <a:solidFill>
                  <a:srgbClr val="0000C7"/>
                </a:solidFill>
                <a:latin typeface="+mn-lt"/>
                <a:cs typeface="Segoe UI"/>
              </a:rPr>
              <a:t>GID</a:t>
            </a:r>
            <a:r>
              <a:rPr lang="en-US" sz="1800" noProof="0" dirty="0">
                <a:solidFill>
                  <a:srgbClr val="2D2C2C"/>
                </a:solidFill>
                <a:latin typeface="+mn-lt"/>
                <a:cs typeface="Segoe UI"/>
              </a:rPr>
              <a:t>).</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24" noProof="0" dirty="0">
                <a:solidFill>
                  <a:srgbClr val="2D2C2C"/>
                </a:solidFill>
                <a:latin typeface="+mn-lt"/>
                <a:cs typeface="Segoe UI"/>
              </a:rPr>
              <a:t>The </a:t>
            </a:r>
            <a:r>
              <a:rPr lang="en-US" sz="1800" spc="-8" noProof="0" dirty="0">
                <a:solidFill>
                  <a:srgbClr val="2D2C2C"/>
                </a:solidFill>
                <a:latin typeface="+mn-lt"/>
                <a:cs typeface="Segoe UI"/>
              </a:rPr>
              <a:t>identity</a:t>
            </a:r>
            <a:r>
              <a:rPr lang="en-US" sz="1800" spc="28" noProof="0" dirty="0">
                <a:solidFill>
                  <a:srgbClr val="2D2C2C"/>
                </a:solidFill>
                <a:latin typeface="+mn-lt"/>
                <a:cs typeface="Segoe UI"/>
              </a:rPr>
              <a:t> </a:t>
            </a:r>
            <a:r>
              <a:rPr lang="en-US" sz="1800" spc="-12" noProof="0" dirty="0">
                <a:solidFill>
                  <a:srgbClr val="2D2C2C"/>
                </a:solidFill>
                <a:latin typeface="+mn-lt"/>
                <a:cs typeface="Segoe UI"/>
              </a:rPr>
              <a:t>determines</a:t>
            </a:r>
            <a:r>
              <a:rPr lang="en-US" sz="1800" spc="65" noProof="0" dirty="0">
                <a:solidFill>
                  <a:srgbClr val="2D2C2C"/>
                </a:solidFill>
                <a:latin typeface="+mn-lt"/>
                <a:cs typeface="Segoe UI"/>
              </a:rPr>
              <a:t> access </a:t>
            </a:r>
            <a:r>
              <a:rPr lang="en-US" sz="1800" spc="-4" noProof="0" dirty="0">
                <a:solidFill>
                  <a:srgbClr val="2D2C2C"/>
                </a:solidFill>
                <a:latin typeface="+mn-lt"/>
                <a:cs typeface="Segoe UI"/>
              </a:rPr>
              <a:t>rights.</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12" noProof="0" dirty="0">
                <a:solidFill>
                  <a:srgbClr val="2D2C2C"/>
                </a:solidFill>
                <a:latin typeface="+mn-lt"/>
                <a:cs typeface="Segoe UI"/>
              </a:rPr>
              <a:t>Process</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owner</a:t>
            </a:r>
            <a:r>
              <a:rPr lang="en-US" sz="1800" spc="45" noProof="0" dirty="0">
                <a:solidFill>
                  <a:srgbClr val="2D2C2C"/>
                </a:solidFill>
                <a:latin typeface="+mn-lt"/>
                <a:cs typeface="Segoe UI"/>
              </a:rPr>
              <a:t> </a:t>
            </a:r>
            <a:r>
              <a:rPr lang="en-US" sz="1800" spc="-8" noProof="0" dirty="0">
                <a:solidFill>
                  <a:srgbClr val="2D2C2C"/>
                </a:solidFill>
                <a:latin typeface="+mn-lt"/>
                <a:cs typeface="Segoe UI"/>
              </a:rPr>
              <a:t>can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be </a:t>
            </a:r>
            <a:r>
              <a:rPr lang="en-US" sz="1800" spc="-8" noProof="0" dirty="0">
                <a:solidFill>
                  <a:srgbClr val="2D2C2C"/>
                </a:solidFill>
                <a:latin typeface="+mn-lt"/>
                <a:cs typeface="Segoe UI"/>
              </a:rPr>
              <a:t>changed</a:t>
            </a:r>
            <a:r>
              <a:rPr lang="en-US" sz="1800" spc="45"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24"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program</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owner, achieved</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by </a:t>
            </a:r>
            <a:r>
              <a:rPr lang="en-US" sz="1800" spc="-8" noProof="0" dirty="0">
                <a:solidFill>
                  <a:srgbClr val="2D2C2C"/>
                </a:solidFill>
                <a:latin typeface="+mn-lt"/>
                <a:cs typeface="Segoe UI"/>
              </a:rPr>
              <a:t>setting</a:t>
            </a:r>
            <a:r>
              <a:rPr lang="en-US" sz="1800" spc="53" noProof="0" dirty="0">
                <a:solidFill>
                  <a:srgbClr val="2D2C2C"/>
                </a:solidFill>
                <a:latin typeface="+mn-lt"/>
                <a:cs typeface="Segoe UI"/>
              </a:rPr>
              <a:t> </a:t>
            </a:r>
            <a:r>
              <a:rPr lang="en-US" sz="1800" b="1" spc="-8" noProof="0" dirty="0">
                <a:solidFill>
                  <a:srgbClr val="0000C7"/>
                </a:solidFill>
                <a:latin typeface="+mn-lt"/>
                <a:cs typeface="Segoe UI"/>
              </a:rPr>
              <a:t>SUI</a:t>
            </a:r>
            <a:r>
              <a:rPr lang="en-US" sz="1800" b="1" spc="-4" noProof="0" dirty="0">
                <a:solidFill>
                  <a:srgbClr val="0000C7"/>
                </a:solidFill>
                <a:latin typeface="+mn-lt"/>
                <a:cs typeface="Segoe UI"/>
              </a:rPr>
              <a:t>D</a:t>
            </a:r>
            <a:r>
              <a:rPr lang="en-US" sz="1800" b="1" spc="16" noProof="0" dirty="0">
                <a:solidFill>
                  <a:srgbClr val="0000C7"/>
                </a:solidFill>
                <a:latin typeface="+mn-lt"/>
                <a:cs typeface="Segoe UI"/>
              </a:rPr>
              <a:t> </a:t>
            </a:r>
            <a:r>
              <a:rPr lang="en-US" sz="1800" spc="-4" noProof="0" dirty="0">
                <a:solidFill>
                  <a:srgbClr val="2D2C2C"/>
                </a:solidFill>
                <a:latin typeface="+mn-lt"/>
                <a:cs typeface="Segoe UI"/>
              </a:rPr>
              <a:t>bits</a:t>
            </a:r>
            <a:r>
              <a:rPr lang="en-US" sz="1800" spc="-8" noProof="0" dirty="0">
                <a:solidFill>
                  <a:srgbClr val="2D2C2C"/>
                </a:solidFill>
                <a:latin typeface="+mn-lt"/>
                <a:cs typeface="Segoe UI"/>
              </a:rPr>
              <a:t> </a:t>
            </a:r>
            <a:r>
              <a:rPr lang="en-US" sz="1800" noProof="0" dirty="0">
                <a:solidFill>
                  <a:srgbClr val="2D2C2C"/>
                </a:solidFill>
                <a:latin typeface="+mn-lt"/>
                <a:cs typeface="Segoe UI"/>
              </a:rPr>
              <a:t>on</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program</a:t>
            </a:r>
            <a:r>
              <a:rPr lang="en-US" sz="1800" b="1" spc="16" noProof="0" dirty="0">
                <a:solidFill>
                  <a:srgbClr val="0000C7"/>
                </a:solidFill>
                <a:latin typeface="+mn-lt"/>
                <a:cs typeface="Segoe UI"/>
              </a:rPr>
              <a:t> (4000)</a:t>
            </a:r>
            <a:r>
              <a:rPr lang="en-US" sz="1800" spc="16" noProof="0" dirty="0">
                <a:solidFill>
                  <a:schemeClr val="tx1"/>
                </a:solidFill>
                <a:latin typeface="+mn-lt"/>
                <a:cs typeface="Segoe UI"/>
              </a:rPr>
              <a:t>.</a:t>
            </a:r>
          </a:p>
          <a:p>
            <a:pPr marL="518001" lvl="1" indent="-233204">
              <a:spcBef>
                <a:spcPts val="492"/>
              </a:spcBef>
              <a:buClr>
                <a:srgbClr val="000000"/>
              </a:buClr>
              <a:buFont typeface="Arial"/>
              <a:buChar char="•"/>
              <a:tabLst>
                <a:tab pos="517485" algn="l"/>
                <a:tab pos="518001" algn="l"/>
              </a:tabLst>
            </a:pPr>
            <a:endParaRPr lang="en-US" sz="1800" b="1" spc="16" noProof="0" dirty="0">
              <a:solidFill>
                <a:srgbClr val="0000C7"/>
              </a:solidFill>
              <a:latin typeface="+mn-lt"/>
              <a:cs typeface="Segoe UI"/>
            </a:endParaRPr>
          </a:p>
          <a:p>
            <a:pPr marL="518001" lvl="1" indent="-233204">
              <a:spcBef>
                <a:spcPts val="492"/>
              </a:spcBef>
              <a:buClr>
                <a:srgbClr val="000000"/>
              </a:buClr>
              <a:buFont typeface="Arial"/>
              <a:buChar char="•"/>
              <a:tabLst>
                <a:tab pos="517485" algn="l"/>
                <a:tab pos="518001" algn="l"/>
              </a:tabLst>
            </a:pPr>
            <a:endParaRPr lang="en-US" sz="1800" b="1" spc="16" noProof="0" dirty="0">
              <a:solidFill>
                <a:srgbClr val="0000C7"/>
              </a:solidFill>
              <a:latin typeface="+mn-lt"/>
              <a:cs typeface="Segoe UI"/>
            </a:endParaRPr>
          </a:p>
          <a:p>
            <a:pPr marL="518001" lvl="1" indent="-233204">
              <a:spcBef>
                <a:spcPts val="492"/>
              </a:spcBef>
              <a:buClr>
                <a:srgbClr val="000000"/>
              </a:buClr>
              <a:buFont typeface="Arial"/>
              <a:buChar char="•"/>
              <a:tabLst>
                <a:tab pos="517485" algn="l"/>
                <a:tab pos="518001" algn="l"/>
              </a:tabLst>
            </a:pPr>
            <a:endParaRPr lang="en-US" sz="1800" b="1" spc="16" noProof="0" dirty="0">
              <a:solidFill>
                <a:srgbClr val="0000C7"/>
              </a:solidFill>
              <a:latin typeface="+mn-lt"/>
              <a:cs typeface="Segoe UI"/>
            </a:endParaRPr>
          </a:p>
          <a:p>
            <a:pPr marL="518001" lvl="1" indent="-233204">
              <a:spcBef>
                <a:spcPts val="492"/>
              </a:spcBef>
              <a:buClr>
                <a:srgbClr val="000000"/>
              </a:buClr>
              <a:buFont typeface="Arial"/>
              <a:buChar char="•"/>
              <a:tabLst>
                <a:tab pos="517485" algn="l"/>
                <a:tab pos="518001" algn="l"/>
              </a:tabLst>
            </a:pPr>
            <a:endParaRPr lang="en-US" sz="1800" b="1" spc="16" noProof="0" dirty="0">
              <a:solidFill>
                <a:srgbClr val="0000C7"/>
              </a:solidFill>
              <a:latin typeface="+mn-lt"/>
              <a:cs typeface="Segoe UI"/>
            </a:endParaRPr>
          </a:p>
          <a:p>
            <a:pPr marL="60801" indent="-233204">
              <a:spcBef>
                <a:spcPts val="492"/>
              </a:spcBef>
              <a:buClr>
                <a:srgbClr val="000000"/>
              </a:buClr>
              <a:buFont typeface="Arial"/>
              <a:buChar char="•"/>
              <a:tabLst>
                <a:tab pos="517485" algn="l"/>
                <a:tab pos="518001" algn="l"/>
              </a:tabLst>
            </a:pPr>
            <a:r>
              <a:rPr lang="en-US" sz="1800" spc="-8" noProof="0" dirty="0">
                <a:solidFill>
                  <a:srgbClr val="2D2C2C"/>
                </a:solidFill>
                <a:latin typeface="+mn-lt"/>
                <a:cs typeface="Segoe UI"/>
              </a:rPr>
              <a:t>And the group by</a:t>
            </a:r>
            <a:r>
              <a:rPr lang="en-US" sz="1800" spc="24" noProof="0" dirty="0">
                <a:solidFill>
                  <a:srgbClr val="2D2C2C"/>
                </a:solidFill>
                <a:latin typeface="+mn-lt"/>
                <a:cs typeface="Segoe UI"/>
              </a:rPr>
              <a:t> </a:t>
            </a:r>
            <a:r>
              <a:rPr lang="en-US" sz="1800" b="1" spc="-4" noProof="0" dirty="0">
                <a:solidFill>
                  <a:srgbClr val="0000C7"/>
                </a:solidFill>
                <a:latin typeface="+mn-lt"/>
                <a:cs typeface="Segoe UI"/>
              </a:rPr>
              <a:t>SGID</a:t>
            </a:r>
            <a:r>
              <a:rPr lang="en-US" sz="1800" b="1" spc="16" noProof="0" dirty="0">
                <a:solidFill>
                  <a:srgbClr val="0000C7"/>
                </a:solidFill>
                <a:latin typeface="+mn-lt"/>
                <a:cs typeface="Segoe UI"/>
              </a:rPr>
              <a:t> </a:t>
            </a:r>
            <a:r>
              <a:rPr lang="en-US" sz="1800" spc="-4" noProof="0" dirty="0">
                <a:solidFill>
                  <a:srgbClr val="2D2C2C"/>
                </a:solidFill>
                <a:latin typeface="+mn-lt"/>
                <a:cs typeface="Segoe UI"/>
              </a:rPr>
              <a:t>bits</a:t>
            </a:r>
            <a:r>
              <a:rPr lang="en-US" sz="1800" spc="-8" noProof="0" dirty="0">
                <a:solidFill>
                  <a:srgbClr val="2D2C2C"/>
                </a:solidFill>
                <a:latin typeface="+mn-lt"/>
                <a:cs typeface="Segoe UI"/>
              </a:rPr>
              <a:t> </a:t>
            </a:r>
            <a:r>
              <a:rPr lang="en-US" sz="1800" noProof="0" dirty="0">
                <a:solidFill>
                  <a:srgbClr val="2D2C2C"/>
                </a:solidFill>
                <a:latin typeface="+mn-lt"/>
                <a:cs typeface="Segoe UI"/>
              </a:rPr>
              <a:t>on</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program </a:t>
            </a:r>
            <a:r>
              <a:rPr lang="en-US" sz="1800" b="1" spc="16" noProof="0" dirty="0">
                <a:solidFill>
                  <a:srgbClr val="0000C7"/>
                </a:solidFill>
                <a:latin typeface="+mn-lt"/>
                <a:cs typeface="Segoe UI"/>
              </a:rPr>
              <a:t>(2000)</a:t>
            </a:r>
            <a:r>
              <a:rPr lang="en-US" sz="1800" spc="16" noProof="0" dirty="0">
                <a:solidFill>
                  <a:schemeClr val="tx1"/>
                </a:solidFill>
                <a:latin typeface="+mn-lt"/>
                <a:cs typeface="Segoe UI"/>
              </a:rPr>
              <a:t>.</a:t>
            </a:r>
          </a:p>
          <a:p>
            <a:pPr marL="60801" indent="-233204">
              <a:spcBef>
                <a:spcPts val="492"/>
              </a:spcBef>
              <a:buClr>
                <a:srgbClr val="000000"/>
              </a:buClr>
              <a:buFont typeface="Arial"/>
              <a:buChar char="•"/>
              <a:tabLst>
                <a:tab pos="517485" algn="l"/>
                <a:tab pos="518001" algn="l"/>
              </a:tabLst>
            </a:pPr>
            <a:endParaRPr lang="en-US" sz="1800" b="1" spc="16" noProof="0" dirty="0">
              <a:solidFill>
                <a:srgbClr val="0000C7"/>
              </a:solidFill>
              <a:latin typeface="+mn-lt"/>
              <a:cs typeface="Segoe UI"/>
            </a:endParaRPr>
          </a:p>
          <a:p>
            <a:pPr marL="60801" indent="-233204">
              <a:spcBef>
                <a:spcPts val="492"/>
              </a:spcBef>
              <a:buClr>
                <a:srgbClr val="000000"/>
              </a:buClr>
              <a:buFont typeface="Arial"/>
              <a:buChar char="•"/>
              <a:tabLst>
                <a:tab pos="517485" algn="l"/>
                <a:tab pos="518001" algn="l"/>
              </a:tabLst>
            </a:pPr>
            <a:r>
              <a:rPr lang="en-US" sz="1800" spc="-8" noProof="0" dirty="0">
                <a:solidFill>
                  <a:srgbClr val="2D2C2C"/>
                </a:solidFill>
                <a:latin typeface="+mn-lt"/>
                <a:cs typeface="Segoe UI"/>
              </a:rPr>
              <a:t>Normally used to give</a:t>
            </a:r>
            <a:r>
              <a:rPr lang="en-US" sz="1800" spc="-4" noProof="0" dirty="0">
                <a:solidFill>
                  <a:srgbClr val="2D2C2C"/>
                </a:solidFill>
                <a:latin typeface="+mn-lt"/>
                <a:cs typeface="Segoe UI"/>
              </a:rPr>
              <a:t> users</a:t>
            </a:r>
            <a:r>
              <a:rPr lang="en-US" sz="1800" spc="37" noProof="0" dirty="0">
                <a:solidFill>
                  <a:srgbClr val="2D2C2C"/>
                </a:solidFill>
                <a:latin typeface="+mn-lt"/>
                <a:cs typeface="Segoe UI"/>
              </a:rPr>
              <a:t> </a:t>
            </a:r>
            <a:r>
              <a:rPr lang="en-US" sz="1800" spc="-12" noProof="0" dirty="0">
                <a:solidFill>
                  <a:srgbClr val="2D2C2C"/>
                </a:solidFill>
                <a:latin typeface="+mn-lt"/>
                <a:cs typeface="Segoe UI"/>
              </a:rPr>
              <a:t>access</a:t>
            </a:r>
            <a:r>
              <a:rPr lang="en-US" sz="1800" spc="33"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files,</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which</a:t>
            </a:r>
            <a:r>
              <a:rPr lang="en-US" sz="1800" spc="45" noProof="0" dirty="0">
                <a:solidFill>
                  <a:srgbClr val="2D2C2C"/>
                </a:solidFill>
                <a:latin typeface="+mn-lt"/>
                <a:cs typeface="Segoe UI"/>
              </a:rPr>
              <a:t> </a:t>
            </a:r>
            <a:r>
              <a:rPr lang="en-US" sz="1800" spc="-4" noProof="0" dirty="0">
                <a:solidFill>
                  <a:srgbClr val="2D2C2C"/>
                </a:solidFill>
                <a:latin typeface="+mn-lt"/>
                <a:cs typeface="Segoe UI"/>
              </a:rPr>
              <a:t>would</a:t>
            </a:r>
            <a:r>
              <a:rPr lang="en-US" sz="1800" spc="20" noProof="0" dirty="0">
                <a:solidFill>
                  <a:srgbClr val="2D2C2C"/>
                </a:solidFill>
                <a:latin typeface="+mn-lt"/>
                <a:cs typeface="Segoe UI"/>
              </a:rPr>
              <a:t> </a:t>
            </a:r>
            <a:r>
              <a:rPr lang="en-US" sz="1800" noProof="0" dirty="0">
                <a:solidFill>
                  <a:srgbClr val="2D2C2C"/>
                </a:solidFill>
                <a:latin typeface="+mn-lt"/>
                <a:cs typeface="Segoe UI"/>
              </a:rPr>
              <a:t>otherwise</a:t>
            </a:r>
            <a:r>
              <a:rPr lang="en-US" sz="1800" spc="73" noProof="0" dirty="0">
                <a:solidFill>
                  <a:srgbClr val="2D2C2C"/>
                </a:solidFill>
                <a:latin typeface="+mn-lt"/>
                <a:cs typeface="Segoe UI"/>
              </a:rPr>
              <a:t> </a:t>
            </a:r>
            <a:r>
              <a:rPr lang="en-US" sz="1800" spc="-4" noProof="0" dirty="0">
                <a:solidFill>
                  <a:srgbClr val="2D2C2C"/>
                </a:solidFill>
                <a:latin typeface="+mn-lt"/>
                <a:cs typeface="Segoe UI"/>
              </a:rPr>
              <a:t>be</a:t>
            </a:r>
            <a:r>
              <a:rPr lang="en-US" sz="1800" noProof="0" dirty="0">
                <a:solidFill>
                  <a:srgbClr val="2D2C2C"/>
                </a:solidFill>
                <a:latin typeface="+mn-lt"/>
                <a:cs typeface="Segoe UI"/>
              </a:rPr>
              <a:t> </a:t>
            </a:r>
            <a:r>
              <a:rPr lang="en-US" sz="1800" spc="-12" noProof="0" dirty="0">
                <a:solidFill>
                  <a:srgbClr val="2D2C2C"/>
                </a:solidFill>
                <a:latin typeface="+mn-lt"/>
                <a:cs typeface="Segoe UI"/>
              </a:rPr>
              <a:t>restricted.</a:t>
            </a:r>
            <a:endParaRPr lang="en-US" sz="1800" noProof="0" dirty="0">
              <a:latin typeface="+mn-lt"/>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21</a:t>
            </a:fld>
            <a:endParaRPr lang="en-US" noProof="0" dirty="0"/>
          </a:p>
        </p:txBody>
      </p:sp>
      <p:sp>
        <p:nvSpPr>
          <p:cNvPr id="3" name="Rectangle 3">
            <a:extLst>
              <a:ext uri="{FF2B5EF4-FFF2-40B4-BE49-F238E27FC236}">
                <a16:creationId xmlns:a16="http://schemas.microsoft.com/office/drawing/2014/main" id="{7C9C83CC-06BD-114D-43DE-91A31857FC50}"/>
              </a:ext>
            </a:extLst>
          </p:cNvPr>
          <p:cNvSpPr>
            <a:spLocks noChangeArrowheads="1"/>
          </p:cNvSpPr>
          <p:nvPr/>
        </p:nvSpPr>
        <p:spPr bwMode="auto">
          <a:xfrm>
            <a:off x="514350" y="5412838"/>
            <a:ext cx="5896610" cy="88229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a:spcBef>
                <a:spcPts val="77"/>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a=</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rwx,go-w,g+s</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usr</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/bin/write</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tabLst>
                <a:tab pos="1485900" algn="l"/>
                <a:tab pos="2971800" algn="l"/>
                <a:tab pos="3590925" algn="l"/>
              </a:tabLst>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-l</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usr</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/bin/write</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tabLst>
                <a:tab pos="1485900" algn="l"/>
                <a:tab pos="2971800" algn="l"/>
                <a:tab pos="3590925" algn="l"/>
              </a:tabLst>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rwxr</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a:t>
            </a:r>
            <a:r>
              <a:rPr lang="en-US" sz="14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r</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-x	1</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root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tty</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	...	/</a:t>
            </a:r>
            <a:r>
              <a:rPr lang="en-US" sz="14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usr</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/bin/write</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E1E52931-B059-FAEA-C49A-AD626E700398}"/>
              </a:ext>
            </a:extLst>
          </p:cNvPr>
          <p:cNvSpPr>
            <a:spLocks noChangeArrowheads="1"/>
          </p:cNvSpPr>
          <p:nvPr/>
        </p:nvSpPr>
        <p:spPr bwMode="auto">
          <a:xfrm>
            <a:off x="5659120" y="3026106"/>
            <a:ext cx="6016942" cy="111825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422"/>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a=</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rwx,go-w,u+s</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usr</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/bin/passwd </a:t>
            </a:r>
          </a:p>
          <a:p>
            <a:pPr marL="77391">
              <a:spcBef>
                <a:spcPts val="447"/>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sz="1600"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-l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/shadow</a:t>
            </a:r>
            <a:r>
              <a:rPr lang="en-US" sz="1600"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noProof="0" dirty="0" err="1">
                <a:solidFill>
                  <a:schemeClr val="bg1"/>
                </a:solidFill>
                <a:latin typeface="Hack" panose="020B0609030202020204" pitchFamily="49" charset="0"/>
                <a:ea typeface="Hack" panose="020B0609030202020204" pitchFamily="49" charset="0"/>
                <a:cs typeface="Hack" panose="020B0609030202020204" pitchFamily="49" charset="0"/>
              </a:rPr>
              <a:t>usr</a:t>
            </a:r>
            <a:r>
              <a:rPr lang="en-US" sz="1600" b="1" noProof="0" dirty="0">
                <a:solidFill>
                  <a:schemeClr val="bg1"/>
                </a:solidFill>
                <a:latin typeface="Hack" panose="020B0609030202020204" pitchFamily="49" charset="0"/>
                <a:ea typeface="Hack" panose="020B0609030202020204" pitchFamily="49" charset="0"/>
                <a:cs typeface="Hack" panose="020B0609030202020204" pitchFamily="49" charset="0"/>
              </a:rPr>
              <a:t>/bin/passwd</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tabLst>
                <a:tab pos="1563291" algn="l"/>
                <a:tab pos="3176111" algn="l"/>
                <a:tab pos="3796784" algn="l"/>
              </a:tabLst>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noProof="0" dirty="0" err="1">
                <a:solidFill>
                  <a:schemeClr val="bg1"/>
                </a:solidFill>
                <a:latin typeface="Hack" panose="020B0609030202020204" pitchFamily="49" charset="0"/>
                <a:ea typeface="Hack" panose="020B0609030202020204" pitchFamily="49" charset="0"/>
                <a:cs typeface="Hack" panose="020B0609030202020204" pitchFamily="49" charset="0"/>
              </a:rPr>
              <a:t>rw</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1</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root</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noProof="0" dirty="0" err="1">
                <a:solidFill>
                  <a:schemeClr val="bg1"/>
                </a:solidFill>
                <a:latin typeface="Hack" panose="020B0609030202020204" pitchFamily="49" charset="0"/>
                <a:ea typeface="Hack" panose="020B0609030202020204" pitchFamily="49" charset="0"/>
                <a:cs typeface="Hack" panose="020B0609030202020204" pitchFamily="49" charset="0"/>
              </a:rPr>
              <a:t>root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	/</a:t>
            </a:r>
            <a:r>
              <a:rPr lang="en-US" sz="1400"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/shadow</a:t>
            </a:r>
          </a:p>
          <a:p>
            <a:pPr marL="77391">
              <a:tabLst>
                <a:tab pos="1564323" algn="l"/>
                <a:tab pos="3177142" algn="l"/>
                <a:tab pos="3797300" algn="l"/>
              </a:tabLst>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-r-</a:t>
            </a:r>
            <a:r>
              <a:rPr lang="en-US" sz="14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a:t>
            </a:r>
            <a:r>
              <a:rPr lang="en-US" sz="14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r</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-x	1</a:t>
            </a:r>
            <a:r>
              <a:rPr lang="en-US" sz="14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root</a:t>
            </a:r>
            <a:r>
              <a:rPr lang="en-US" sz="14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root</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	...	</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noProof="0" dirty="0" err="1">
                <a:solidFill>
                  <a:schemeClr val="bg1"/>
                </a:solidFill>
                <a:latin typeface="Hack" panose="020B0609030202020204" pitchFamily="49" charset="0"/>
                <a:ea typeface="Hack" panose="020B0609030202020204" pitchFamily="49" charset="0"/>
                <a:cs typeface="Hack" panose="020B0609030202020204" pitchFamily="49" charset="0"/>
              </a:rPr>
              <a:t>usr</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/bin/passwd</a:t>
            </a:r>
          </a:p>
        </p:txBody>
      </p:sp>
    </p:spTree>
    <p:extLst>
      <p:ext uri="{BB962C8B-B14F-4D97-AF65-F5344CB8AC3E}">
        <p14:creationId xmlns:p14="http://schemas.microsoft.com/office/powerpoint/2010/main" val="2010543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1B872D-D592-A575-DD5F-47E0AF2AC65E}"/>
              </a:ext>
            </a:extLst>
          </p:cNvPr>
          <p:cNvSpPr>
            <a:spLocks noGrp="1"/>
          </p:cNvSpPr>
          <p:nvPr>
            <p:ph type="ctrTitle"/>
          </p:nvPr>
        </p:nvSpPr>
        <p:spPr/>
        <p:txBody>
          <a:bodyPr/>
          <a:lstStyle/>
          <a:p>
            <a:r>
              <a:rPr lang="en-US" noProof="0" dirty="0"/>
              <a:t>Sticky bit</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ea typeface="Hack" panose="020B0609030202020204" pitchFamily="49" charset="0"/>
                <a:cs typeface="Hack" panose="020B0609030202020204" pitchFamily="49" charset="0"/>
              </a:rPr>
              <a:t>Files</a:t>
            </a:r>
            <a:r>
              <a:rPr lang="en-US" sz="1800" spc="-12"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can</a:t>
            </a:r>
            <a:r>
              <a:rPr lang="en-US" sz="1800" spc="8"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have</a:t>
            </a:r>
            <a:r>
              <a:rPr lang="en-US" sz="1800" spc="4"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a</a:t>
            </a:r>
            <a:r>
              <a:rPr lang="en-US" sz="1800" spc="-8" noProof="0" dirty="0">
                <a:solidFill>
                  <a:srgbClr val="2D2C2C"/>
                </a:solidFill>
                <a:latin typeface="+mn-lt"/>
                <a:ea typeface="Hack" panose="020B0609030202020204" pitchFamily="49" charset="0"/>
                <a:cs typeface="Hack" panose="020B0609030202020204" pitchFamily="49" charset="0"/>
              </a:rPr>
              <a:t> </a:t>
            </a:r>
            <a:r>
              <a:rPr lang="en-US" sz="1800" spc="-16" noProof="0" dirty="0">
                <a:solidFill>
                  <a:srgbClr val="2D2C2C"/>
                </a:solidFill>
                <a:latin typeface="+mn-lt"/>
                <a:ea typeface="Hack" panose="020B0609030202020204" pitchFamily="49" charset="0"/>
                <a:cs typeface="Hack" panose="020B0609030202020204" pitchFamily="49" charset="0"/>
              </a:rPr>
              <a:t>sticky</a:t>
            </a:r>
            <a:r>
              <a:rPr lang="en-US" sz="1800" spc="49"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bit.</a:t>
            </a:r>
            <a:endParaRPr lang="en-US" sz="1800" noProof="0" dirty="0">
              <a:latin typeface="+mn-lt"/>
              <a:ea typeface="Hack" panose="020B0609030202020204" pitchFamily="49" charset="0"/>
              <a:cs typeface="Hack" panose="020B0609030202020204" pitchFamily="49" charset="0"/>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ea typeface="Hack" panose="020B0609030202020204" pitchFamily="49" charset="0"/>
                <a:cs typeface="Hack" panose="020B0609030202020204" pitchFamily="49" charset="0"/>
              </a:rPr>
              <a:t>Originally</a:t>
            </a:r>
            <a:r>
              <a:rPr lang="en-US" sz="1800" spc="4" noProof="0" dirty="0">
                <a:solidFill>
                  <a:srgbClr val="2D2C2C"/>
                </a:solidFill>
                <a:latin typeface="+mn-lt"/>
                <a:ea typeface="Hack" panose="020B0609030202020204" pitchFamily="49" charset="0"/>
                <a:cs typeface="Hack" panose="020B0609030202020204" pitchFamily="49" charset="0"/>
              </a:rPr>
              <a:t> these were </a:t>
            </a:r>
            <a:r>
              <a:rPr lang="en-US" sz="1800" spc="-8" noProof="0" dirty="0">
                <a:solidFill>
                  <a:srgbClr val="2D2C2C"/>
                </a:solidFill>
                <a:latin typeface="+mn-lt"/>
                <a:ea typeface="Hack" panose="020B0609030202020204" pitchFamily="49" charset="0"/>
                <a:cs typeface="Hack" panose="020B0609030202020204" pitchFamily="49" charset="0"/>
              </a:rPr>
              <a:t>used</a:t>
            </a:r>
            <a:r>
              <a:rPr lang="en-US" sz="1800" spc="20" noProof="0" dirty="0">
                <a:solidFill>
                  <a:srgbClr val="2D2C2C"/>
                </a:solidFill>
                <a:latin typeface="+mn-lt"/>
                <a:ea typeface="Hack" panose="020B0609030202020204" pitchFamily="49" charset="0"/>
                <a:cs typeface="Hack" panose="020B0609030202020204" pitchFamily="49" charset="0"/>
              </a:rPr>
              <a:t> </a:t>
            </a:r>
            <a:r>
              <a:rPr lang="en-US" sz="1800" spc="-16" noProof="0" dirty="0">
                <a:solidFill>
                  <a:srgbClr val="2D2C2C"/>
                </a:solidFill>
                <a:latin typeface="+mn-lt"/>
                <a:ea typeface="Hack" panose="020B0609030202020204" pitchFamily="49" charset="0"/>
                <a:cs typeface="Hack" panose="020B0609030202020204" pitchFamily="49" charset="0"/>
              </a:rPr>
              <a:t>to</a:t>
            </a:r>
            <a:r>
              <a:rPr lang="en-US" sz="1800" spc="16"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lock</a:t>
            </a:r>
            <a:r>
              <a:rPr lang="en-US" sz="1800" spc="8"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executables</a:t>
            </a:r>
            <a:r>
              <a:rPr lang="en-US" sz="1800" spc="65" noProof="0" dirty="0">
                <a:solidFill>
                  <a:srgbClr val="2D2C2C"/>
                </a:solidFill>
                <a:latin typeface="+mn-lt"/>
                <a:ea typeface="Hack" panose="020B0609030202020204" pitchFamily="49" charset="0"/>
                <a:cs typeface="Hack" panose="020B0609030202020204" pitchFamily="49" charset="0"/>
              </a:rPr>
              <a:t> </a:t>
            </a:r>
            <a:r>
              <a:rPr lang="en-US" sz="1800" spc="-12" noProof="0" dirty="0">
                <a:solidFill>
                  <a:srgbClr val="2D2C2C"/>
                </a:solidFill>
                <a:latin typeface="+mn-lt"/>
                <a:ea typeface="Hack" panose="020B0609030202020204" pitchFamily="49" charset="0"/>
                <a:cs typeface="Hack" panose="020B0609030202020204" pitchFamily="49" charset="0"/>
              </a:rPr>
              <a:t>into</a:t>
            </a:r>
            <a:r>
              <a:rPr lang="en-US" sz="1800" spc="20" noProof="0" dirty="0">
                <a:solidFill>
                  <a:srgbClr val="2D2C2C"/>
                </a:solidFill>
                <a:latin typeface="+mn-lt"/>
                <a:ea typeface="Hack" panose="020B0609030202020204" pitchFamily="49" charset="0"/>
                <a:cs typeface="Hack" panose="020B0609030202020204" pitchFamily="49" charset="0"/>
              </a:rPr>
              <a:t> </a:t>
            </a:r>
            <a:r>
              <a:rPr lang="en-US" sz="1800" noProof="0" dirty="0">
                <a:solidFill>
                  <a:srgbClr val="2D2C2C"/>
                </a:solidFill>
                <a:latin typeface="+mn-lt"/>
                <a:ea typeface="Hack" panose="020B0609030202020204" pitchFamily="49" charset="0"/>
                <a:cs typeface="Hack" panose="020B0609030202020204" pitchFamily="49" charset="0"/>
              </a:rPr>
              <a:t>memory.</a:t>
            </a:r>
            <a:endParaRPr lang="en-US" sz="1800" noProof="0" dirty="0">
              <a:latin typeface="+mn-lt"/>
              <a:ea typeface="Hack" panose="020B0609030202020204" pitchFamily="49" charset="0"/>
              <a:cs typeface="Hack" panose="020B0609030202020204" pitchFamily="49" charset="0"/>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ea typeface="Hack" panose="020B0609030202020204" pitchFamily="49" charset="0"/>
                <a:cs typeface="Hack" panose="020B0609030202020204" pitchFamily="49" charset="0"/>
              </a:rPr>
              <a:t>They’re no</a:t>
            </a:r>
            <a:r>
              <a:rPr lang="en-US" sz="1800" spc="-16"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longer</a:t>
            </a:r>
            <a:r>
              <a:rPr lang="en-US" sz="1800" spc="45"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used</a:t>
            </a:r>
            <a:r>
              <a:rPr lang="en-US" sz="1800" spc="24"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for</a:t>
            </a:r>
            <a:r>
              <a:rPr lang="en-US" sz="1800" spc="4"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this</a:t>
            </a:r>
            <a:r>
              <a:rPr lang="en-US" sz="1800" spc="33"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purpose</a:t>
            </a:r>
            <a:r>
              <a:rPr lang="en-US" sz="1800" spc="8"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with</a:t>
            </a:r>
            <a:r>
              <a:rPr lang="en-US" sz="1800" spc="16"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modern</a:t>
            </a:r>
            <a:r>
              <a:rPr lang="en-US" sz="1800" spc="49" noProof="0" dirty="0">
                <a:solidFill>
                  <a:srgbClr val="2D2C2C"/>
                </a:solidFill>
                <a:latin typeface="+mn-lt"/>
                <a:ea typeface="Hack" panose="020B0609030202020204" pitchFamily="49" charset="0"/>
                <a:cs typeface="Hack" panose="020B0609030202020204" pitchFamily="49" charset="0"/>
              </a:rPr>
              <a:t> </a:t>
            </a:r>
            <a:r>
              <a:rPr lang="en-US" sz="1800" noProof="0" dirty="0">
                <a:solidFill>
                  <a:srgbClr val="2D2C2C"/>
                </a:solidFill>
                <a:latin typeface="+mn-lt"/>
                <a:ea typeface="Hack" panose="020B0609030202020204" pitchFamily="49" charset="0"/>
                <a:cs typeface="Hack" panose="020B0609030202020204" pitchFamily="49" charset="0"/>
              </a:rPr>
              <a:t>memory</a:t>
            </a:r>
            <a:r>
              <a:rPr lang="en-US" sz="1800" spc="57"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paging.</a:t>
            </a:r>
            <a:endParaRPr lang="en-US" sz="1800" noProof="0" dirty="0">
              <a:latin typeface="+mn-lt"/>
              <a:ea typeface="Hack" panose="020B0609030202020204" pitchFamily="49" charset="0"/>
              <a:cs typeface="Hack" panose="020B0609030202020204" pitchFamily="49" charset="0"/>
            </a:endParaRPr>
          </a:p>
          <a:p>
            <a:pPr marL="289957" indent="-280154">
              <a:spcBef>
                <a:spcPts val="979"/>
              </a:spcBef>
              <a:buClr>
                <a:srgbClr val="000000"/>
              </a:buClr>
              <a:buFont typeface="Arial"/>
              <a:buChar char="•"/>
              <a:tabLst>
                <a:tab pos="289957" algn="l"/>
                <a:tab pos="290473" algn="l"/>
              </a:tabLst>
            </a:pPr>
            <a:r>
              <a:rPr lang="en-US" sz="1800" spc="-12" noProof="0" dirty="0">
                <a:solidFill>
                  <a:srgbClr val="2D2C2C"/>
                </a:solidFill>
                <a:latin typeface="+mn-lt"/>
                <a:ea typeface="Hack" panose="020B0609030202020204" pitchFamily="49" charset="0"/>
                <a:cs typeface="Hack" panose="020B0609030202020204" pitchFamily="49" charset="0"/>
              </a:rPr>
              <a:t>Shared</a:t>
            </a:r>
            <a:r>
              <a:rPr lang="en-US" sz="1800" spc="20" noProof="0" dirty="0">
                <a:solidFill>
                  <a:srgbClr val="2D2C2C"/>
                </a:solidFill>
                <a:latin typeface="+mn-lt"/>
                <a:ea typeface="Hack" panose="020B0609030202020204" pitchFamily="49" charset="0"/>
                <a:cs typeface="Hack" panose="020B0609030202020204" pitchFamily="49" charset="0"/>
              </a:rPr>
              <a:t> </a:t>
            </a:r>
            <a:r>
              <a:rPr lang="en-US" sz="1800" spc="-12" noProof="0" dirty="0">
                <a:solidFill>
                  <a:srgbClr val="2D2C2C"/>
                </a:solidFill>
                <a:latin typeface="+mn-lt"/>
                <a:ea typeface="Hack" panose="020B0609030202020204" pitchFamily="49" charset="0"/>
                <a:cs typeface="Hack" panose="020B0609030202020204" pitchFamily="49" charset="0"/>
              </a:rPr>
              <a:t>directories</a:t>
            </a:r>
            <a:r>
              <a:rPr lang="en-US" sz="1800" spc="57"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should</a:t>
            </a:r>
            <a:r>
              <a:rPr lang="en-US" sz="1800" spc="37"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have</a:t>
            </a:r>
            <a:r>
              <a:rPr lang="en-US" sz="1800" spc="-4" noProof="0" dirty="0">
                <a:solidFill>
                  <a:srgbClr val="2D2C2C"/>
                </a:solidFill>
                <a:latin typeface="+mn-lt"/>
                <a:ea typeface="Hack" panose="020B0609030202020204" pitchFamily="49" charset="0"/>
                <a:cs typeface="Hack" panose="020B0609030202020204" pitchFamily="49" charset="0"/>
              </a:rPr>
              <a:t> the</a:t>
            </a:r>
            <a:r>
              <a:rPr lang="en-US" sz="1800" spc="33" noProof="0" dirty="0">
                <a:solidFill>
                  <a:srgbClr val="2D2C2C"/>
                </a:solidFill>
                <a:latin typeface="+mn-lt"/>
                <a:ea typeface="Hack" panose="020B0609030202020204" pitchFamily="49" charset="0"/>
                <a:cs typeface="Hack" panose="020B0609030202020204" pitchFamily="49" charset="0"/>
              </a:rPr>
              <a:t> write and </a:t>
            </a:r>
            <a:r>
              <a:rPr lang="en-US" sz="1800" spc="-12" noProof="0" dirty="0">
                <a:solidFill>
                  <a:srgbClr val="2D2C2C"/>
                </a:solidFill>
                <a:latin typeface="+mn-lt"/>
                <a:ea typeface="Hack" panose="020B0609030202020204" pitchFamily="49" charset="0"/>
                <a:cs typeface="Hack" panose="020B0609030202020204" pitchFamily="49" charset="0"/>
              </a:rPr>
              <a:t>sticky</a:t>
            </a:r>
            <a:r>
              <a:rPr lang="en-US" sz="1800" spc="37"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bit </a:t>
            </a:r>
            <a:r>
              <a:rPr lang="en-US" sz="1800" spc="-8" noProof="0" dirty="0">
                <a:solidFill>
                  <a:srgbClr val="2D2C2C"/>
                </a:solidFill>
                <a:latin typeface="+mn-lt"/>
                <a:ea typeface="Hack" panose="020B0609030202020204" pitchFamily="49" charset="0"/>
                <a:cs typeface="Hack" panose="020B0609030202020204" pitchFamily="49" charset="0"/>
              </a:rPr>
              <a:t>set.</a:t>
            </a:r>
            <a:endParaRPr lang="en-US" sz="1800" noProof="0" dirty="0">
              <a:latin typeface="+mn-lt"/>
              <a:ea typeface="Hack" panose="020B0609030202020204" pitchFamily="49" charset="0"/>
              <a:cs typeface="Hack" panose="020B0609030202020204" pitchFamily="49" charset="0"/>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ea typeface="Hack" panose="020B0609030202020204" pitchFamily="49" charset="0"/>
                <a:cs typeface="Hack" panose="020B0609030202020204" pitchFamily="49" charset="0"/>
              </a:rPr>
              <a:t>Only</a:t>
            </a:r>
            <a:r>
              <a:rPr lang="en-US" sz="1800"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the</a:t>
            </a:r>
            <a:r>
              <a:rPr lang="en-US" sz="1800" spc="12"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owner</a:t>
            </a:r>
            <a:r>
              <a:rPr lang="en-US" sz="1800" spc="49"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can</a:t>
            </a:r>
            <a:r>
              <a:rPr lang="en-US" sz="1800" spc="24" noProof="0" dirty="0">
                <a:solidFill>
                  <a:srgbClr val="2D2C2C"/>
                </a:solidFill>
                <a:latin typeface="+mn-lt"/>
                <a:ea typeface="Hack" panose="020B0609030202020204" pitchFamily="49" charset="0"/>
                <a:cs typeface="Hack" panose="020B0609030202020204" pitchFamily="49" charset="0"/>
              </a:rPr>
              <a:t> </a:t>
            </a:r>
            <a:r>
              <a:rPr lang="en-US" sz="1800" spc="-12" noProof="0" dirty="0">
                <a:solidFill>
                  <a:srgbClr val="2D2C2C"/>
                </a:solidFill>
                <a:latin typeface="+mn-lt"/>
                <a:ea typeface="Hack" panose="020B0609030202020204" pitchFamily="49" charset="0"/>
                <a:cs typeface="Hack" panose="020B0609030202020204" pitchFamily="49" charset="0"/>
              </a:rPr>
              <a:t>delete</a:t>
            </a:r>
            <a:r>
              <a:rPr lang="en-US" sz="1800" spc="53"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files</a:t>
            </a:r>
            <a:r>
              <a:rPr lang="en-US" sz="1800" spc="20"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from</a:t>
            </a:r>
            <a:r>
              <a:rPr lang="en-US" sz="1800" spc="12" noProof="0" dirty="0">
                <a:solidFill>
                  <a:srgbClr val="2D2C2C"/>
                </a:solidFill>
                <a:latin typeface="+mn-lt"/>
                <a:ea typeface="Hack" panose="020B0609030202020204" pitchFamily="49" charset="0"/>
                <a:cs typeface="Hack" panose="020B0609030202020204" pitchFamily="49" charset="0"/>
              </a:rPr>
              <a:t> </a:t>
            </a:r>
            <a:r>
              <a:rPr lang="en-US" sz="1800" spc="-12" noProof="0" dirty="0">
                <a:solidFill>
                  <a:srgbClr val="2D2C2C"/>
                </a:solidFill>
                <a:latin typeface="+mn-lt"/>
                <a:ea typeface="Hack" panose="020B0609030202020204" pitchFamily="49" charset="0"/>
                <a:cs typeface="Hack" panose="020B0609030202020204" pitchFamily="49" charset="0"/>
              </a:rPr>
              <a:t>sticky</a:t>
            </a:r>
            <a:r>
              <a:rPr lang="en-US" sz="1800" spc="45" noProof="0" dirty="0">
                <a:solidFill>
                  <a:srgbClr val="2D2C2C"/>
                </a:solidFill>
                <a:latin typeface="+mn-lt"/>
                <a:ea typeface="Hack" panose="020B0609030202020204" pitchFamily="49" charset="0"/>
                <a:cs typeface="Hack" panose="020B0609030202020204" pitchFamily="49" charset="0"/>
              </a:rPr>
              <a:t> </a:t>
            </a:r>
            <a:r>
              <a:rPr lang="en-US" sz="1800" spc="-12" noProof="0" dirty="0">
                <a:solidFill>
                  <a:srgbClr val="2D2C2C"/>
                </a:solidFill>
                <a:latin typeface="+mn-lt"/>
                <a:ea typeface="Hack" panose="020B0609030202020204" pitchFamily="49" charset="0"/>
                <a:cs typeface="Hack" panose="020B0609030202020204" pitchFamily="49" charset="0"/>
              </a:rPr>
              <a:t>directories.</a:t>
            </a:r>
            <a:endParaRPr lang="en-US" sz="1800" noProof="0" dirty="0">
              <a:latin typeface="+mn-lt"/>
              <a:ea typeface="Hack" panose="020B0609030202020204" pitchFamily="49" charset="0"/>
              <a:cs typeface="Hack" panose="020B0609030202020204" pitchFamily="49" charset="0"/>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ea typeface="Hack" panose="020B0609030202020204" pitchFamily="49" charset="0"/>
                <a:cs typeface="Hack" panose="020B0609030202020204" pitchFamily="49" charset="0"/>
              </a:rPr>
              <a:t>This fixes the delete issue that write on its own has.</a:t>
            </a:r>
            <a:endParaRPr lang="en-US" sz="1800" noProof="0" dirty="0">
              <a:latin typeface="+mn-lt"/>
              <a:ea typeface="Hack" panose="020B0609030202020204" pitchFamily="49" charset="0"/>
              <a:cs typeface="Hack" panose="020B0609030202020204" pitchFamily="49" charset="0"/>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22</a:t>
            </a:fld>
            <a:endParaRPr lang="en-US" noProof="0" dirty="0"/>
          </a:p>
        </p:txBody>
      </p:sp>
      <p:sp>
        <p:nvSpPr>
          <p:cNvPr id="7" name="Rectangle 3">
            <a:extLst>
              <a:ext uri="{FF2B5EF4-FFF2-40B4-BE49-F238E27FC236}">
                <a16:creationId xmlns:a16="http://schemas.microsoft.com/office/drawing/2014/main" id="{B3278A54-B6B4-113C-8757-D1169CC38256}"/>
              </a:ext>
            </a:extLst>
          </p:cNvPr>
          <p:cNvSpPr>
            <a:spLocks noChangeArrowheads="1"/>
          </p:cNvSpPr>
          <p:nvPr/>
        </p:nvSpPr>
        <p:spPr bwMode="auto">
          <a:xfrm>
            <a:off x="4205002" y="3951668"/>
            <a:ext cx="7202773" cy="235705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a:spcBef>
                <a:spcPts val="178"/>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sz="1600"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ugo</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rwx,o+t</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tmp</a:t>
            </a:r>
            <a:endPar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178"/>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sz="1600"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-al</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noProof="0" dirty="0" err="1">
                <a:solidFill>
                  <a:schemeClr val="bg1"/>
                </a:solidFill>
                <a:latin typeface="Hack" panose="020B0609030202020204" pitchFamily="49" charset="0"/>
                <a:ea typeface="Hack" panose="020B0609030202020204" pitchFamily="49" charset="0"/>
                <a:cs typeface="Hack" panose="020B0609030202020204" pitchFamily="49" charset="0"/>
              </a:rPr>
              <a:t>tmp</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393"/>
              </a:spcBef>
            </a:pP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drwxrwxrw</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t</a:t>
            </a:r>
            <a:r>
              <a:rPr lang="en-US" sz="1600" b="1" spc="-219"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1</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root</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root	1024</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Dec</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25</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09:30</a:t>
            </a:r>
            <a:r>
              <a:rPr lang="en-US" sz="1600"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276"/>
              </a:spcBef>
            </a:pP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drwxr</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-x</a:t>
            </a:r>
            <a:r>
              <a:rPr lang="en-US" sz="16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1</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root</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root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512</a:t>
            </a:r>
            <a:r>
              <a:rPr lang="en-US" sz="1600"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Dec 25 09:30</a:t>
            </a:r>
            <a:r>
              <a:rPr lang="en-US" sz="1600"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276"/>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rwxr</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--r--</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1</a:t>
            </a:r>
            <a:r>
              <a:rPr lang="en-US" sz="1600"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trapper	users	 188</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Dec</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25</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09:30</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ukulele</a:t>
            </a:r>
          </a:p>
          <a:p>
            <a:pPr marL="10319">
              <a:spcBef>
                <a:spcPts val="276"/>
              </a:spcBef>
            </a:pPr>
            <a:r>
              <a:rPr lang="en-US" sz="16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 # the user is </a:t>
            </a:r>
            <a:r>
              <a:rPr lang="en-US" sz="1600" noProof="0" dirty="0" err="1">
                <a:solidFill>
                  <a:schemeClr val="bg1"/>
                </a:solidFill>
                <a:latin typeface="Hack" panose="020B0609030202020204" pitchFamily="49" charset="0"/>
                <a:ea typeface="Hack" panose="020B0609030202020204" pitchFamily="49" charset="0"/>
                <a:cs typeface="Hack" panose="020B0609030202020204" pitchFamily="49" charset="0"/>
              </a:rPr>
              <a:t>qa</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195"/>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rgbClr val="FFFF00"/>
                </a:solidFill>
                <a:latin typeface="Hack" panose="020B0609030202020204" pitchFamily="49" charset="0"/>
                <a:ea typeface="Hack" panose="020B0609030202020204" pitchFamily="49" charset="0"/>
                <a:cs typeface="Hack" panose="020B0609030202020204" pitchFamily="49" charset="0"/>
              </a:rPr>
              <a:t>rm</a:t>
            </a:r>
            <a:r>
              <a:rPr lang="en-US" sz="1600" b="1" spc="-20"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rgbClr val="FFFF00"/>
                </a:solidFill>
                <a:latin typeface="Hack" panose="020B0609030202020204" pitchFamily="49" charset="0"/>
                <a:ea typeface="Hack" panose="020B0609030202020204" pitchFamily="49" charset="0"/>
                <a:cs typeface="Hack" panose="020B0609030202020204" pitchFamily="49" charset="0"/>
              </a:rPr>
              <a:t>-f</a:t>
            </a:r>
            <a:r>
              <a:rPr lang="en-US" sz="1600" b="1" spc="-16"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z="1600" b="1"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b="1" noProof="0" dirty="0" err="1">
                <a:solidFill>
                  <a:srgbClr val="FFFF00"/>
                </a:solidFill>
                <a:latin typeface="Hack" panose="020B0609030202020204" pitchFamily="49" charset="0"/>
                <a:ea typeface="Hack" panose="020B0609030202020204" pitchFamily="49" charset="0"/>
                <a:cs typeface="Hack" panose="020B0609030202020204" pitchFamily="49" charset="0"/>
              </a:rPr>
              <a:t>tmp</a:t>
            </a:r>
            <a:r>
              <a:rPr lang="en-US" sz="1600" b="1" noProof="0" dirty="0">
                <a:solidFill>
                  <a:srgbClr val="FFFF00"/>
                </a:solidFill>
                <a:latin typeface="Hack" panose="020B0609030202020204" pitchFamily="49" charset="0"/>
                <a:ea typeface="Hack" panose="020B0609030202020204" pitchFamily="49" charset="0"/>
                <a:cs typeface="Hack" panose="020B0609030202020204" pitchFamily="49" charset="0"/>
              </a:rPr>
              <a:t>/ukulele</a:t>
            </a:r>
          </a:p>
          <a:p>
            <a:pPr marL="10319">
              <a:spcBef>
                <a:spcPts val="195"/>
              </a:spcBef>
            </a:pP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rm:</a:t>
            </a:r>
            <a:r>
              <a:rPr lang="en-US" sz="1600"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noProof="0" dirty="0" err="1">
                <a:solidFill>
                  <a:schemeClr val="bg1"/>
                </a:solidFill>
                <a:latin typeface="Hack" panose="020B0609030202020204" pitchFamily="49" charset="0"/>
                <a:ea typeface="Hack" panose="020B0609030202020204" pitchFamily="49" charset="0"/>
                <a:cs typeface="Hack" panose="020B0609030202020204" pitchFamily="49" charset="0"/>
              </a:rPr>
              <a:t>tmp</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/ukulele:</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permission</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denied</a:t>
            </a:r>
          </a:p>
        </p:txBody>
      </p:sp>
    </p:spTree>
    <p:extLst>
      <p:ext uri="{BB962C8B-B14F-4D97-AF65-F5344CB8AC3E}">
        <p14:creationId xmlns:p14="http://schemas.microsoft.com/office/powerpoint/2010/main" val="20540635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892046-064F-11CD-A791-776790993070}"/>
              </a:ext>
            </a:extLst>
          </p:cNvPr>
          <p:cNvSpPr>
            <a:spLocks noGrp="1"/>
          </p:cNvSpPr>
          <p:nvPr>
            <p:ph type="ctrTitle"/>
          </p:nvPr>
        </p:nvSpPr>
        <p:spPr/>
        <p:txBody>
          <a:bodyPr/>
          <a:lstStyle/>
          <a:p>
            <a:r>
              <a:rPr lang="en-US" noProof="0" dirty="0"/>
              <a:t>Changing user / group on files and directories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b="1" spc="-8" noProof="0" dirty="0" err="1">
                <a:solidFill>
                  <a:srgbClr val="7030A0"/>
                </a:solidFill>
                <a:latin typeface="Hack" panose="020B0609030202020204" pitchFamily="49" charset="0"/>
                <a:ea typeface="Hack" panose="020B0609030202020204" pitchFamily="49" charset="0"/>
                <a:cs typeface="Hack" panose="020B0609030202020204" pitchFamily="49" charset="0"/>
              </a:rPr>
              <a:t>chown</a:t>
            </a:r>
            <a:r>
              <a:rPr lang="en-US" sz="1800" spc="-8" noProof="0" dirty="0">
                <a:solidFill>
                  <a:srgbClr val="2D2C2C"/>
                </a:solidFill>
                <a:latin typeface="+mn-lt"/>
                <a:ea typeface="Hack" panose="020B0609030202020204" pitchFamily="49" charset="0"/>
                <a:cs typeface="Hack" panose="020B0609030202020204" pitchFamily="49" charset="0"/>
              </a:rPr>
              <a:t> can change just the user or both the user and group.</a:t>
            </a:r>
          </a:p>
          <a:p>
            <a:pPr marL="469953" lvl="1"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ea typeface="Hack" panose="020B0609030202020204" pitchFamily="49" charset="0"/>
                <a:cs typeface="Hack" panose="020B0609030202020204" pitchFamily="49" charset="0"/>
              </a:rPr>
              <a:t>To change the user, you need to be superuser.</a:t>
            </a:r>
          </a:p>
          <a:p>
            <a:pPr marL="289957" indent="-280154">
              <a:spcBef>
                <a:spcPts val="569"/>
              </a:spcBef>
              <a:buClr>
                <a:srgbClr val="000000"/>
              </a:buClr>
              <a:buFont typeface="Arial"/>
              <a:buChar char="•"/>
              <a:tabLst>
                <a:tab pos="289957" algn="l"/>
                <a:tab pos="290473" algn="l"/>
              </a:tabLst>
            </a:pPr>
            <a:r>
              <a:rPr lang="en-US" sz="1800" b="1" spc="-8" noProof="0" dirty="0" err="1">
                <a:solidFill>
                  <a:srgbClr val="7030A0"/>
                </a:solidFill>
                <a:latin typeface="Hack" panose="020B0609030202020204" pitchFamily="49" charset="0"/>
                <a:ea typeface="Hack" panose="020B0609030202020204" pitchFamily="49" charset="0"/>
                <a:cs typeface="Hack" panose="020B0609030202020204" pitchFamily="49" charset="0"/>
              </a:rPr>
              <a:t>chgrp</a:t>
            </a:r>
            <a:r>
              <a:rPr lang="en-US" sz="1800" spc="-8" noProof="0" dirty="0">
                <a:solidFill>
                  <a:srgbClr val="2D2C2C"/>
                </a:solidFill>
                <a:latin typeface="+mn-lt"/>
                <a:ea typeface="Hack" panose="020B0609030202020204" pitchFamily="49" charset="0"/>
                <a:cs typeface="Hack" panose="020B0609030202020204" pitchFamily="49" charset="0"/>
              </a:rPr>
              <a:t> just changes the group.</a:t>
            </a:r>
          </a:p>
          <a:p>
            <a:pPr marL="469953" lvl="1"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ea typeface="Hack" panose="020B0609030202020204" pitchFamily="49" charset="0"/>
                <a:cs typeface="Hack" panose="020B0609030202020204" pitchFamily="49" charset="0"/>
              </a:rPr>
              <a:t>Unless you are super user you can only change to one of the groups you are a currently member of.</a:t>
            </a:r>
          </a:p>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ea typeface="Hack" panose="020B0609030202020204" pitchFamily="49" charset="0"/>
                <a:cs typeface="Hack" panose="020B0609030202020204" pitchFamily="49" charset="0"/>
              </a:rPr>
              <a:t>Both commands have a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–R </a:t>
            </a:r>
            <a:r>
              <a:rPr lang="en-US" sz="1800" spc="-8" noProof="0" dirty="0">
                <a:solidFill>
                  <a:srgbClr val="2D2C2C"/>
                </a:solidFill>
                <a:latin typeface="+mn-lt"/>
                <a:ea typeface="Hack" panose="020B0609030202020204" pitchFamily="49" charset="0"/>
                <a:cs typeface="Hack" panose="020B0609030202020204" pitchFamily="49" charset="0"/>
              </a:rPr>
              <a:t>switch which allows the changing of a directory and its contents.</a:t>
            </a: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23</a:t>
            </a:fld>
            <a:endParaRPr lang="en-US" noProof="0" dirty="0"/>
          </a:p>
        </p:txBody>
      </p:sp>
      <p:sp>
        <p:nvSpPr>
          <p:cNvPr id="3" name="Rectangle 3">
            <a:extLst>
              <a:ext uri="{FF2B5EF4-FFF2-40B4-BE49-F238E27FC236}">
                <a16:creationId xmlns:a16="http://schemas.microsoft.com/office/drawing/2014/main" id="{E5C632D5-ED62-365D-3548-38BCAA6F0264}"/>
              </a:ext>
            </a:extLst>
          </p:cNvPr>
          <p:cNvSpPr>
            <a:spLocks noChangeArrowheads="1"/>
          </p:cNvSpPr>
          <p:nvPr/>
        </p:nvSpPr>
        <p:spPr bwMode="auto">
          <a:xfrm>
            <a:off x="605790" y="3429000"/>
            <a:ext cx="6770076" cy="253146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3152" fontAlgn="t">
              <a:spcBef>
                <a:spcPts val="545"/>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 User Change follows…</a:t>
            </a:r>
          </a:p>
          <a:p>
            <a:pPr marL="73152" fontAlgn="t">
              <a:spcBef>
                <a:spcPts val="545"/>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 </a:t>
            </a:r>
            <a:r>
              <a:rPr lang="en-US" sz="1600" b="1" spc="-5" noProof="0" dirty="0" err="1">
                <a:solidFill>
                  <a:srgbClr val="FFFFFF"/>
                </a:solidFill>
                <a:latin typeface="Hack" panose="020B0609030202020204" pitchFamily="49" charset="0"/>
                <a:ea typeface="Hack" panose="020B0609030202020204" pitchFamily="49" charset="0"/>
                <a:cs typeface="Hack" panose="020B0609030202020204" pitchFamily="49" charset="0"/>
              </a:rPr>
              <a:t>chown</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 root</a:t>
            </a:r>
            <a:r>
              <a:rPr lang="en-US" sz="1600" b="1" spc="-65" noProof="0" dirty="0">
                <a:solidFill>
                  <a:srgbClr val="FFFFFF"/>
                </a:solidFill>
                <a:latin typeface="Hack" panose="020B0609030202020204" pitchFamily="49" charset="0"/>
                <a:ea typeface="Hack" panose="020B0609030202020204" pitchFamily="49" charset="0"/>
                <a:cs typeface="Hack" panose="020B0609030202020204" pitchFamily="49" charset="0"/>
              </a:rPr>
              <a:t> </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a:t>
            </a:r>
            <a:r>
              <a:rPr lang="en-US" sz="1600" b="1" spc="-5" noProof="0" dirty="0" err="1">
                <a:solidFill>
                  <a:srgbClr val="FFFFFF"/>
                </a:solidFill>
                <a:latin typeface="Hack" panose="020B0609030202020204" pitchFamily="49" charset="0"/>
                <a:ea typeface="Hack" panose="020B0609030202020204" pitchFamily="49" charset="0"/>
                <a:cs typeface="Hack" panose="020B0609030202020204" pitchFamily="49" charset="0"/>
              </a:rPr>
              <a:t>usr</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/bin/passwd</a:t>
            </a:r>
            <a:endParaRPr lang="en-US" sz="1600" noProof="0" dirty="0">
              <a:latin typeface="Hack" panose="020B0609030202020204" pitchFamily="49" charset="0"/>
              <a:ea typeface="Hack" panose="020B0609030202020204" pitchFamily="49" charset="0"/>
              <a:cs typeface="Hack" panose="020B0609030202020204" pitchFamily="49" charset="0"/>
            </a:endParaRPr>
          </a:p>
          <a:p>
            <a:pPr marL="73152" fontAlgn="t">
              <a:lnSpc>
                <a:spcPts val="2280"/>
              </a:lnSpc>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 Group Change follows…</a:t>
            </a:r>
          </a:p>
          <a:p>
            <a:pPr marL="73152" fontAlgn="t">
              <a:lnSpc>
                <a:spcPts val="2280"/>
              </a:lnSpc>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 </a:t>
            </a:r>
            <a:r>
              <a:rPr lang="en-US" sz="1600" b="1" spc="-5" noProof="0" dirty="0" err="1">
                <a:solidFill>
                  <a:srgbClr val="FFFFFF"/>
                </a:solidFill>
                <a:latin typeface="Hack" panose="020B0609030202020204" pitchFamily="49" charset="0"/>
                <a:ea typeface="Hack" panose="020B0609030202020204" pitchFamily="49" charset="0"/>
                <a:cs typeface="Hack" panose="020B0609030202020204" pitchFamily="49" charset="0"/>
              </a:rPr>
              <a:t>chgrp</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 sys</a:t>
            </a:r>
            <a:r>
              <a:rPr lang="en-US" sz="1600" b="1" spc="-50" noProof="0" dirty="0">
                <a:solidFill>
                  <a:srgbClr val="FFFFFF"/>
                </a:solidFill>
                <a:latin typeface="Hack" panose="020B0609030202020204" pitchFamily="49" charset="0"/>
                <a:ea typeface="Hack" panose="020B0609030202020204" pitchFamily="49" charset="0"/>
                <a:cs typeface="Hack" panose="020B0609030202020204" pitchFamily="49" charset="0"/>
              </a:rPr>
              <a:t> </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a:t>
            </a:r>
            <a:r>
              <a:rPr lang="en-US" sz="1600" b="1" spc="-5" noProof="0" dirty="0" err="1">
                <a:solidFill>
                  <a:srgbClr val="FFFFFF"/>
                </a:solidFill>
                <a:latin typeface="Hack" panose="020B0609030202020204" pitchFamily="49" charset="0"/>
                <a:ea typeface="Hack" panose="020B0609030202020204" pitchFamily="49" charset="0"/>
                <a:cs typeface="Hack" panose="020B0609030202020204" pitchFamily="49" charset="0"/>
              </a:rPr>
              <a:t>usr</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/bin/passwd</a:t>
            </a:r>
          </a:p>
          <a:p>
            <a:pPr marL="73152" fontAlgn="t">
              <a:lnSpc>
                <a:spcPts val="2280"/>
              </a:lnSpc>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 Recursive operation on a directory follows…</a:t>
            </a:r>
          </a:p>
          <a:p>
            <a:pPr marL="73152" fontAlgn="t">
              <a:lnSpc>
                <a:spcPts val="2280"/>
              </a:lnSpc>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 </a:t>
            </a:r>
            <a:r>
              <a:rPr lang="en-US" sz="1600" b="1" spc="-5" noProof="0" dirty="0" err="1">
                <a:solidFill>
                  <a:srgbClr val="FFFFFF"/>
                </a:solidFill>
                <a:latin typeface="Hack" panose="020B0609030202020204" pitchFamily="49" charset="0"/>
                <a:ea typeface="Hack" panose="020B0609030202020204" pitchFamily="49" charset="0"/>
                <a:cs typeface="Hack" panose="020B0609030202020204" pitchFamily="49" charset="0"/>
              </a:rPr>
              <a:t>chown</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 -R</a:t>
            </a:r>
            <a:r>
              <a:rPr lang="en-US" sz="1600" b="1" spc="-40" noProof="0" dirty="0">
                <a:solidFill>
                  <a:srgbClr val="FFFFFF"/>
                </a:solidFill>
                <a:latin typeface="Hack" panose="020B0609030202020204" pitchFamily="49" charset="0"/>
                <a:ea typeface="Hack" panose="020B0609030202020204" pitchFamily="49" charset="0"/>
                <a:cs typeface="Hack" panose="020B0609030202020204" pitchFamily="49" charset="0"/>
              </a:rPr>
              <a:t> </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user12</a:t>
            </a:r>
            <a:r>
              <a:rPr lang="en-US" sz="1600" b="1" spc="-40" noProof="0" dirty="0">
                <a:solidFill>
                  <a:srgbClr val="FFFFFF"/>
                </a:solidFill>
                <a:latin typeface="Hack" panose="020B0609030202020204" pitchFamily="49" charset="0"/>
                <a:ea typeface="Hack" panose="020B0609030202020204" pitchFamily="49" charset="0"/>
                <a:cs typeface="Hack" panose="020B0609030202020204" pitchFamily="49" charset="0"/>
              </a:rPr>
              <a:t> </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/home/user12</a:t>
            </a:r>
            <a:endPar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3152" fontAlgn="t">
              <a:lnSpc>
                <a:spcPts val="2280"/>
              </a:lnSpc>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 Both User and Group Change follows…</a:t>
            </a:r>
          </a:p>
          <a:p>
            <a:pPr marL="73152" fontAlgn="t">
              <a:lnSpc>
                <a:spcPts val="2280"/>
              </a:lnSpc>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sz="1600"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chown</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syslog:adm</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/var/log/debug</a:t>
            </a:r>
            <a:endParaRPr lang="en-US" sz="1600"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0710861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BDE323A-24B9-618E-CD51-C86A9EDE8247}"/>
              </a:ext>
            </a:extLst>
          </p:cNvPr>
          <p:cNvSpPr>
            <a:spLocks noGrp="1"/>
          </p:cNvSpPr>
          <p:nvPr>
            <p:ph type="ctrTitle"/>
          </p:nvPr>
        </p:nvSpPr>
        <p:spPr/>
        <p:txBody>
          <a:bodyPr/>
          <a:lstStyle/>
          <a:p>
            <a:r>
              <a:rPr lang="en-US" noProof="0" dirty="0"/>
              <a:t>Review questions</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4"/>
          </p:nvPr>
        </p:nvSpPr>
        <p:spPr/>
        <p:txBody>
          <a:bodyPr/>
          <a:lstStyle/>
          <a:p>
            <a:pPr marL="0" lvl="4" indent="0">
              <a:lnSpc>
                <a:spcPct val="150000"/>
              </a:lnSpc>
              <a:spcAft>
                <a:spcPts val="0"/>
              </a:spcAft>
              <a:buNone/>
            </a:pPr>
            <a:r>
              <a:rPr lang="en-US" noProof="0" dirty="0"/>
              <a:t>Note: The questions below refer to ordinary users, and the restrictions discussed do not apply to user root (or any other user with UID=0).</a:t>
            </a:r>
          </a:p>
          <a:p>
            <a:pPr marL="342900" lvl="4" indent="-342900">
              <a:lnSpc>
                <a:spcPct val="150000"/>
              </a:lnSpc>
              <a:spcAft>
                <a:spcPts val="0"/>
              </a:spcAft>
              <a:buFont typeface="+mj-lt"/>
              <a:buAutoNum type="alphaLcParenR"/>
            </a:pPr>
            <a:r>
              <a:rPr lang="en-US" noProof="0" dirty="0"/>
              <a:t>What permissions are required to copy a file?</a:t>
            </a:r>
          </a:p>
          <a:p>
            <a:pPr marL="342900" lvl="4" indent="-342900">
              <a:lnSpc>
                <a:spcPct val="150000"/>
              </a:lnSpc>
              <a:spcAft>
                <a:spcPts val="0"/>
              </a:spcAft>
              <a:buFont typeface="+mj-lt"/>
              <a:buAutoNum type="alphaLcParenR"/>
            </a:pPr>
            <a:r>
              <a:rPr lang="en-US" noProof="0" dirty="0"/>
              <a:t>If a directory has the sticky bit set, can you remove a file located in it (assume you have the write permission on that directory)?</a:t>
            </a:r>
          </a:p>
          <a:p>
            <a:pPr marL="342900" lvl="4" indent="-342900">
              <a:lnSpc>
                <a:spcPct val="150000"/>
              </a:lnSpc>
              <a:spcAft>
                <a:spcPts val="0"/>
              </a:spcAft>
              <a:buFont typeface="+mj-lt"/>
              <a:buAutoNum type="alphaLcParenR"/>
            </a:pPr>
            <a:r>
              <a:rPr lang="en-US" noProof="0" dirty="0"/>
              <a:t>What permissions will be assigned to new files and directories if the value of </a:t>
            </a:r>
            <a:r>
              <a:rPr lang="en-US" noProof="0" dirty="0" err="1"/>
              <a:t>umask</a:t>
            </a:r>
            <a:r>
              <a:rPr lang="en-US" noProof="0" dirty="0"/>
              <a:t> is 002?</a:t>
            </a:r>
          </a:p>
          <a:p>
            <a:pPr marL="342900" lvl="4" indent="-342900">
              <a:lnSpc>
                <a:spcPct val="150000"/>
              </a:lnSpc>
              <a:spcAft>
                <a:spcPts val="0"/>
              </a:spcAft>
              <a:buFont typeface="+mj-lt"/>
              <a:buAutoNum type="alphaLcParenR"/>
            </a:pPr>
            <a:r>
              <a:rPr lang="en-US" noProof="0" dirty="0"/>
              <a:t>What is the purpose of the SUID and SGID permission bits?</a:t>
            </a:r>
          </a:p>
          <a:p>
            <a:pPr marL="342900" lvl="4" indent="-342900">
              <a:lnSpc>
                <a:spcPct val="150000"/>
              </a:lnSpc>
              <a:spcAft>
                <a:spcPts val="0"/>
              </a:spcAft>
              <a:buFont typeface="+mj-lt"/>
              <a:buAutoNum type="alphaLcParenR"/>
            </a:pPr>
            <a:r>
              <a:rPr lang="en-US" noProof="0" dirty="0"/>
              <a:t>What command would assign new group ownership to project directory and its entire content?</a:t>
            </a:r>
          </a:p>
          <a:p>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12"/>
          </p:nvPr>
        </p:nvSpPr>
        <p:spPr>
          <a:prstGeom prst="rect">
            <a:avLst/>
          </a:prstGeom>
        </p:spPr>
        <p:txBody>
          <a:bodyPr/>
          <a:lstStyle/>
          <a:p>
            <a:fld id="{EF892D59-8F09-EF4B-AD6D-DA609442F868}" type="slidenum">
              <a:rPr lang="en-US" noProof="0" smtClean="0"/>
              <a:pPr/>
              <a:t>24</a:t>
            </a:fld>
            <a:endParaRPr lang="en-US" noProof="0" dirty="0"/>
          </a:p>
        </p:txBody>
      </p:sp>
    </p:spTree>
    <p:extLst>
      <p:ext uri="{BB962C8B-B14F-4D97-AF65-F5344CB8AC3E}">
        <p14:creationId xmlns:p14="http://schemas.microsoft.com/office/powerpoint/2010/main" val="29664684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922B23-11D6-E94D-D996-9F812149BC8E}"/>
              </a:ext>
            </a:extLst>
          </p:cNvPr>
          <p:cNvSpPr>
            <a:spLocks noGrp="1"/>
          </p:cNvSpPr>
          <p:nvPr>
            <p:ph type="ctrTitle"/>
          </p:nvPr>
        </p:nvSpPr>
        <p:spPr/>
        <p:txBody>
          <a:bodyPr/>
          <a:lstStyle/>
          <a:p>
            <a:r>
              <a:rPr lang="en-US" noProof="0" dirty="0"/>
              <a:t>Review and lab</a:t>
            </a:r>
          </a:p>
        </p:txBody>
      </p:sp>
      <p:sp>
        <p:nvSpPr>
          <p:cNvPr id="5" name="Subtitle 4">
            <a:extLst>
              <a:ext uri="{FF2B5EF4-FFF2-40B4-BE49-F238E27FC236}">
                <a16:creationId xmlns:a16="http://schemas.microsoft.com/office/drawing/2014/main" id="{D9D2B814-DC41-F07A-5962-D51D60A409D7}"/>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31386396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236B63-20FC-7DC4-5771-D304F8580C23}"/>
              </a:ext>
            </a:extLst>
          </p:cNvPr>
          <p:cNvSpPr>
            <a:spLocks noGrp="1"/>
          </p:cNvSpPr>
          <p:nvPr>
            <p:ph type="ctrTitle"/>
          </p:nvPr>
        </p:nvSpPr>
        <p:spPr>
          <a:xfrm>
            <a:off x="443921" y="500194"/>
            <a:ext cx="6679721" cy="858985"/>
          </a:xfrm>
        </p:spPr>
        <p:txBody>
          <a:bodyPr/>
          <a:lstStyle/>
          <a:p>
            <a:r>
              <a:rPr lang="en-US" noProof="0" dirty="0"/>
              <a:t>Practical exercise 15 – T3 and T4</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fld id="{EF892D59-8F09-EF4B-AD6D-DA609442F868}" type="slidenum">
              <a:rPr lang="en-US" noProof="0" smtClean="0"/>
              <a:pPr/>
              <a:t>26</a:t>
            </a:fld>
            <a:endParaRPr lang="en-US" noProof="0" dirty="0"/>
          </a:p>
        </p:txBody>
      </p:sp>
    </p:spTree>
    <p:extLst>
      <p:ext uri="{BB962C8B-B14F-4D97-AF65-F5344CB8AC3E}">
        <p14:creationId xmlns:p14="http://schemas.microsoft.com/office/powerpoint/2010/main" val="4503061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55E437-75EB-0695-BFA0-8C83A22CC36B}"/>
              </a:ext>
            </a:extLst>
          </p:cNvPr>
          <p:cNvSpPr>
            <a:spLocks noGrp="1"/>
          </p:cNvSpPr>
          <p:nvPr>
            <p:ph type="ctrTitle"/>
          </p:nvPr>
        </p:nvSpPr>
        <p:spPr/>
        <p:txBody>
          <a:bodyPr/>
          <a:lstStyle/>
          <a:p>
            <a:r>
              <a:rPr lang="en-US" noProof="0"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4"/>
          </p:nvPr>
        </p:nvSpPr>
        <p:spPr/>
        <p:txBody>
          <a:bodyPr/>
          <a:lstStyle/>
          <a:p>
            <a:pPr marL="289957" indent="-280154">
              <a:spcBef>
                <a:spcPts val="1056"/>
              </a:spcBef>
              <a:buClr>
                <a:srgbClr val="000000"/>
              </a:buClr>
              <a:buFont typeface="Arial"/>
              <a:buChar char="•"/>
              <a:tabLst>
                <a:tab pos="289957" algn="l"/>
                <a:tab pos="290473" algn="l"/>
              </a:tabLst>
            </a:pPr>
            <a:r>
              <a:rPr lang="en-US" sz="1800" spc="-16" noProof="0" dirty="0">
                <a:solidFill>
                  <a:srgbClr val="2D2C2C"/>
                </a:solidFill>
                <a:latin typeface="+mn-lt"/>
                <a:cs typeface="Segoe UI"/>
              </a:rPr>
              <a:t>Permission</a:t>
            </a:r>
            <a:r>
              <a:rPr lang="en-US" sz="1800" spc="61" noProof="0" dirty="0">
                <a:solidFill>
                  <a:srgbClr val="2D2C2C"/>
                </a:solidFill>
                <a:latin typeface="+mn-lt"/>
                <a:cs typeface="Segoe UI"/>
              </a:rPr>
              <a:t> </a:t>
            </a:r>
            <a:r>
              <a:rPr lang="en-US" sz="1800" spc="-4" noProof="0" dirty="0">
                <a:solidFill>
                  <a:srgbClr val="2D2C2C"/>
                </a:solidFill>
                <a:latin typeface="+mn-lt"/>
                <a:cs typeface="Segoe UI"/>
              </a:rPr>
              <a:t>bits</a:t>
            </a:r>
            <a:r>
              <a:rPr lang="en-US" sz="1800" spc="16"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not </a:t>
            </a:r>
            <a:r>
              <a:rPr lang="en-US" sz="1800" spc="-8" noProof="0" dirty="0">
                <a:solidFill>
                  <a:srgbClr val="2D2C2C"/>
                </a:solidFill>
                <a:latin typeface="+mn-lt"/>
                <a:cs typeface="Segoe UI"/>
              </a:rPr>
              <a:t>applied</a:t>
            </a:r>
            <a:r>
              <a:rPr lang="en-US" sz="1800" spc="45" noProof="0" dirty="0">
                <a:solidFill>
                  <a:srgbClr val="2D2C2C"/>
                </a:solidFill>
                <a:latin typeface="+mn-lt"/>
                <a:cs typeface="Segoe UI"/>
              </a:rPr>
              <a:t> </a:t>
            </a:r>
            <a:r>
              <a:rPr lang="en-US" sz="1800" spc="-4" noProof="0" dirty="0">
                <a:solidFill>
                  <a:srgbClr val="2D2C2C"/>
                </a:solidFill>
                <a:latin typeface="+mn-lt"/>
                <a:cs typeface="Segoe UI"/>
              </a:rPr>
              <a:t>if </a:t>
            </a:r>
            <a:r>
              <a:rPr lang="en-US" sz="1800" spc="-8" noProof="0" dirty="0">
                <a:solidFill>
                  <a:srgbClr val="2D2C2C"/>
                </a:solidFill>
                <a:latin typeface="+mn-lt"/>
                <a:cs typeface="Segoe UI"/>
              </a:rPr>
              <a:t>user</a:t>
            </a:r>
            <a:r>
              <a:rPr lang="en-US" sz="1800" spc="24" noProof="0" dirty="0">
                <a:solidFill>
                  <a:srgbClr val="2D2C2C"/>
                </a:solidFill>
                <a:latin typeface="+mn-lt"/>
                <a:cs typeface="Segoe UI"/>
              </a:rPr>
              <a:t> </a:t>
            </a:r>
            <a:r>
              <a:rPr lang="en-US" sz="1800" spc="-4" noProof="0" dirty="0">
                <a:solidFill>
                  <a:srgbClr val="2D2C2C"/>
                </a:solidFill>
                <a:latin typeface="+mn-lt"/>
                <a:cs typeface="Segoe UI"/>
              </a:rPr>
              <a:t>has</a:t>
            </a:r>
            <a:r>
              <a:rPr lang="en-US" sz="1800" spc="28" noProof="0" dirty="0">
                <a:solidFill>
                  <a:srgbClr val="2D2C2C"/>
                </a:solidFill>
                <a:latin typeface="+mn-lt"/>
                <a:cs typeface="Segoe UI"/>
              </a:rPr>
              <a:t> </a:t>
            </a:r>
            <a:r>
              <a:rPr lang="en-US" sz="1800" b="1" spc="-12" noProof="0" dirty="0">
                <a:solidFill>
                  <a:srgbClr val="0000C7"/>
                </a:solidFill>
                <a:latin typeface="+mn-lt"/>
                <a:cs typeface="Segoe UI"/>
              </a:rPr>
              <a:t>UID=0</a:t>
            </a:r>
            <a:r>
              <a:rPr lang="en-US" sz="1800" spc="-12" noProof="0" dirty="0">
                <a:latin typeface="+mn-lt"/>
                <a:cs typeface="Segoe UI"/>
              </a:rPr>
              <a:t>.</a:t>
            </a:r>
            <a:endParaRPr lang="en-US" sz="1800" noProof="0" dirty="0">
              <a:latin typeface="+mn-lt"/>
              <a:cs typeface="Segoe UI"/>
            </a:endParaRPr>
          </a:p>
          <a:p>
            <a:pPr marL="289957" indent="-280154">
              <a:spcBef>
                <a:spcPts val="979"/>
              </a:spcBef>
              <a:buClr>
                <a:srgbClr val="000000"/>
              </a:buClr>
              <a:buFont typeface="Arial"/>
              <a:buChar char="•"/>
              <a:tabLst>
                <a:tab pos="289957" algn="l"/>
                <a:tab pos="290473" algn="l"/>
              </a:tabLst>
            </a:pPr>
            <a:r>
              <a:rPr lang="en-US" sz="1800" spc="-4" noProof="0" dirty="0">
                <a:solidFill>
                  <a:srgbClr val="2D2C2C"/>
                </a:solidFill>
                <a:latin typeface="+mn-lt"/>
                <a:cs typeface="Segoe UI"/>
              </a:rPr>
              <a:t>File</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and directory</a:t>
            </a:r>
            <a:r>
              <a:rPr lang="en-US" sz="1800" spc="57" noProof="0" dirty="0">
                <a:solidFill>
                  <a:srgbClr val="2D2C2C"/>
                </a:solidFill>
                <a:latin typeface="+mn-lt"/>
                <a:cs typeface="Segoe UI"/>
              </a:rPr>
              <a:t> </a:t>
            </a:r>
            <a:r>
              <a:rPr lang="en-US" sz="1800" spc="-12" noProof="0" dirty="0">
                <a:solidFill>
                  <a:srgbClr val="2D2C2C"/>
                </a:solidFill>
                <a:latin typeface="+mn-lt"/>
                <a:cs typeface="Segoe UI"/>
              </a:rPr>
              <a:t>access</a:t>
            </a:r>
            <a:r>
              <a:rPr lang="en-US" sz="1800" spc="49" noProof="0" dirty="0">
                <a:solidFill>
                  <a:srgbClr val="2D2C2C"/>
                </a:solidFill>
                <a:latin typeface="+mn-lt"/>
                <a:cs typeface="Segoe UI"/>
              </a:rPr>
              <a:t> </a:t>
            </a:r>
            <a:r>
              <a:rPr lang="en-US" sz="1800" spc="-8" noProof="0" dirty="0">
                <a:solidFill>
                  <a:srgbClr val="2D2C2C"/>
                </a:solidFill>
                <a:latin typeface="+mn-lt"/>
                <a:cs typeface="Segoe UI"/>
              </a:rPr>
              <a:t>is</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controlled</a:t>
            </a:r>
            <a:r>
              <a:rPr lang="en-US" sz="1800" spc="61" noProof="0" dirty="0">
                <a:solidFill>
                  <a:srgbClr val="2D2C2C"/>
                </a:solidFill>
                <a:latin typeface="+mn-lt"/>
                <a:cs typeface="Segoe UI"/>
              </a:rPr>
              <a:t> </a:t>
            </a:r>
            <a:r>
              <a:rPr lang="en-US" sz="1800" spc="-4" noProof="0" dirty="0">
                <a:solidFill>
                  <a:srgbClr val="2D2C2C"/>
                </a:solidFill>
                <a:latin typeface="+mn-lt"/>
                <a:cs typeface="Segoe UI"/>
              </a:rPr>
              <a:t>by</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permissions.</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Every</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file</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and</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directory</a:t>
            </a:r>
            <a:r>
              <a:rPr lang="en-US" sz="1800" spc="37"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subject</a:t>
            </a:r>
            <a:r>
              <a:rPr lang="en-US" sz="1800" spc="57"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24" noProof="0" dirty="0">
                <a:solidFill>
                  <a:srgbClr val="2D2C2C"/>
                </a:solidFill>
                <a:latin typeface="+mn-lt"/>
                <a:cs typeface="Segoe UI"/>
              </a:rPr>
              <a:t> </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rwx</a:t>
            </a:r>
            <a:r>
              <a:rPr lang="en-US" sz="1800" b="1" spc="20" noProof="0" dirty="0">
                <a:solidFill>
                  <a:srgbClr val="0000C7"/>
                </a:solidFill>
                <a:latin typeface="+mn-lt"/>
                <a:cs typeface="Segoe UI"/>
              </a:rPr>
              <a:t> </a:t>
            </a:r>
            <a:r>
              <a:rPr lang="en-US" sz="1800" spc="-8" noProof="0" dirty="0">
                <a:solidFill>
                  <a:srgbClr val="2D2C2C"/>
                </a:solidFill>
                <a:latin typeface="+mn-lt"/>
                <a:cs typeface="Segoe UI"/>
              </a:rPr>
              <a:t>permission</a:t>
            </a:r>
            <a:r>
              <a:rPr lang="en-US" sz="1800" spc="61" noProof="0" dirty="0">
                <a:solidFill>
                  <a:srgbClr val="2D2C2C"/>
                </a:solidFill>
                <a:latin typeface="+mn-lt"/>
                <a:cs typeface="Segoe UI"/>
              </a:rPr>
              <a:t> </a:t>
            </a:r>
            <a:r>
              <a:rPr lang="en-US" sz="1800" spc="-12" noProof="0" dirty="0">
                <a:solidFill>
                  <a:srgbClr val="2D2C2C"/>
                </a:solidFill>
                <a:latin typeface="+mn-lt"/>
                <a:cs typeface="Segoe UI"/>
              </a:rPr>
              <a:t>set.</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The users UID and GID specify whether User, Group, or Other apply</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b="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chmod</a:t>
            </a:r>
            <a:r>
              <a:rPr lang="en-US" sz="1800" spc="-8" noProof="0" dirty="0">
                <a:solidFill>
                  <a:srgbClr val="2D2C2C"/>
                </a:solidFill>
                <a:latin typeface="+mn-lt"/>
                <a:cs typeface="Segoe UI"/>
              </a:rPr>
              <a:t>,</a:t>
            </a:r>
            <a:r>
              <a:rPr lang="en-US" sz="1800" spc="41" noProof="0" dirty="0">
                <a:solidFill>
                  <a:srgbClr val="2D2C2C"/>
                </a:solidFill>
                <a:latin typeface="+mn-lt"/>
                <a:cs typeface="Segoe UI"/>
              </a:rPr>
              <a:t> </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chown</a:t>
            </a:r>
            <a:r>
              <a:rPr lang="en-US" spc="-4" noProof="0" dirty="0">
                <a:solidFill>
                  <a:srgbClr val="2D2C2C"/>
                </a:solidFill>
                <a:cs typeface="Segoe UI"/>
              </a:rPr>
              <a:t>, and </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chgrp</a:t>
            </a:r>
            <a:r>
              <a:rPr lang="en-US" sz="1800" b="1" spc="8" noProof="0" dirty="0">
                <a:solidFill>
                  <a:srgbClr val="0000C7"/>
                </a:solidFill>
                <a:latin typeface="+mn-lt"/>
                <a:cs typeface="Segoe UI"/>
              </a:rPr>
              <a:t> </a:t>
            </a:r>
            <a:r>
              <a:rPr lang="en-US" sz="1800" spc="-8" noProof="0" dirty="0">
                <a:solidFill>
                  <a:srgbClr val="2D2C2C"/>
                </a:solidFill>
                <a:latin typeface="+mn-lt"/>
                <a:cs typeface="Segoe UI"/>
              </a:rPr>
              <a:t>manipulate</a:t>
            </a:r>
            <a:r>
              <a:rPr lang="en-US" sz="1800" spc="69" noProof="0" dirty="0">
                <a:solidFill>
                  <a:srgbClr val="2D2C2C"/>
                </a:solidFill>
                <a:latin typeface="+mn-lt"/>
                <a:cs typeface="Segoe UI"/>
              </a:rPr>
              <a:t> </a:t>
            </a:r>
            <a:r>
              <a:rPr lang="en-US" sz="1800" spc="-12" noProof="0" dirty="0">
                <a:solidFill>
                  <a:srgbClr val="2D2C2C"/>
                </a:solidFill>
                <a:latin typeface="+mn-lt"/>
                <a:cs typeface="Segoe UI"/>
              </a:rPr>
              <a:t>access</a:t>
            </a:r>
            <a:r>
              <a:rPr lang="en-US" sz="1800" spc="49" noProof="0" dirty="0">
                <a:solidFill>
                  <a:srgbClr val="2D2C2C"/>
                </a:solidFill>
                <a:latin typeface="+mn-lt"/>
                <a:cs typeface="Segoe UI"/>
              </a:rPr>
              <a:t> </a:t>
            </a:r>
            <a:r>
              <a:rPr lang="en-US" sz="1800" spc="-8" noProof="0" dirty="0">
                <a:solidFill>
                  <a:srgbClr val="2D2C2C"/>
                </a:solidFill>
                <a:latin typeface="+mn-lt"/>
                <a:cs typeface="Segoe UI"/>
              </a:rPr>
              <a:t>attributes.</a:t>
            </a:r>
            <a:endParaRPr lang="en-US" sz="1800" noProof="0" dirty="0">
              <a:latin typeface="+mn-lt"/>
              <a:cs typeface="Segoe UI"/>
            </a:endParaRPr>
          </a:p>
          <a:p>
            <a:pPr marL="289957" indent="-280154">
              <a:spcBef>
                <a:spcPts val="979"/>
              </a:spcBef>
              <a:buClr>
                <a:srgbClr val="000000"/>
              </a:buClr>
              <a:buFont typeface="Arial"/>
              <a:buChar char="•"/>
              <a:tabLst>
                <a:tab pos="289957" algn="l"/>
                <a:tab pos="290473" algn="l"/>
              </a:tabLst>
            </a:pPr>
            <a:r>
              <a:rPr lang="en-US" sz="1800" spc="-49" noProof="0" dirty="0">
                <a:solidFill>
                  <a:srgbClr val="2D2C2C"/>
                </a:solidFill>
                <a:latin typeface="+mn-lt"/>
                <a:cs typeface="Segoe UI"/>
              </a:rPr>
              <a:t>You</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do</a:t>
            </a:r>
            <a:r>
              <a:rPr lang="en-US" sz="1800" noProof="0" dirty="0">
                <a:solidFill>
                  <a:srgbClr val="2D2C2C"/>
                </a:solidFill>
                <a:latin typeface="+mn-lt"/>
                <a:cs typeface="Segoe UI"/>
              </a:rPr>
              <a:t> not</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need</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permissions</a:t>
            </a:r>
            <a:r>
              <a:rPr lang="en-US" sz="1800" spc="73"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noProof="0" dirty="0">
                <a:solidFill>
                  <a:srgbClr val="2D2C2C"/>
                </a:solidFill>
                <a:latin typeface="+mn-lt"/>
                <a:cs typeface="Segoe UI"/>
              </a:rPr>
              <a:t> </a:t>
            </a:r>
            <a:r>
              <a:rPr lang="en-US" sz="1800" spc="-4" noProof="0" dirty="0">
                <a:solidFill>
                  <a:srgbClr val="2D2C2C"/>
                </a:solidFill>
                <a:latin typeface="+mn-lt"/>
                <a:cs typeface="Segoe UI"/>
              </a:rPr>
              <a:t>a file</a:t>
            </a:r>
            <a:r>
              <a:rPr lang="en-US" sz="1800" spc="12"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noProof="0" dirty="0">
                <a:solidFill>
                  <a:srgbClr val="2D2C2C"/>
                </a:solidFill>
                <a:latin typeface="+mn-lt"/>
                <a:cs typeface="Segoe UI"/>
              </a:rPr>
              <a:t> </a:t>
            </a:r>
            <a:r>
              <a:rPr lang="en-US" sz="1800" spc="-12" noProof="0" dirty="0">
                <a:solidFill>
                  <a:srgbClr val="2D2C2C"/>
                </a:solidFill>
                <a:latin typeface="+mn-lt"/>
                <a:cs typeface="Segoe UI"/>
              </a:rPr>
              <a:t>remove</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it.</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You</a:t>
            </a:r>
            <a:r>
              <a:rPr lang="en-US" sz="1800" spc="8" noProof="0" dirty="0">
                <a:solidFill>
                  <a:srgbClr val="2D2C2C"/>
                </a:solidFill>
                <a:latin typeface="+mn-lt"/>
                <a:cs typeface="Segoe UI"/>
              </a:rPr>
              <a:t> only </a:t>
            </a:r>
            <a:r>
              <a:rPr lang="en-US" sz="1800" spc="-8" noProof="0" dirty="0">
                <a:solidFill>
                  <a:srgbClr val="2D2C2C"/>
                </a:solidFill>
                <a:latin typeface="+mn-lt"/>
                <a:cs typeface="Segoe UI"/>
              </a:rPr>
              <a:t>need</a:t>
            </a:r>
            <a:r>
              <a:rPr lang="en-US" sz="1800" spc="33" noProof="0" dirty="0">
                <a:solidFill>
                  <a:srgbClr val="2D2C2C"/>
                </a:solidFill>
                <a:latin typeface="+mn-lt"/>
                <a:cs typeface="Segoe UI"/>
              </a:rPr>
              <a:t> </a:t>
            </a:r>
            <a:r>
              <a:rPr lang="en-US" sz="1800" b="1" spc="-16" noProof="0" dirty="0">
                <a:solidFill>
                  <a:srgbClr val="2D2C2C"/>
                </a:solidFill>
                <a:latin typeface="+mn-lt"/>
                <a:cs typeface="Segoe UI"/>
              </a:rPr>
              <a:t>access</a:t>
            </a:r>
            <a:r>
              <a:rPr lang="en-US" sz="1800" b="1" spc="49" noProof="0" dirty="0">
                <a:solidFill>
                  <a:srgbClr val="2D2C2C"/>
                </a:solidFill>
                <a:latin typeface="+mn-lt"/>
                <a:cs typeface="Segoe UI"/>
              </a:rPr>
              <a:t> </a:t>
            </a:r>
            <a:r>
              <a:rPr lang="en-US" sz="1800" spc="-4" noProof="0" dirty="0">
                <a:solidFill>
                  <a:srgbClr val="2D2C2C"/>
                </a:solidFill>
                <a:latin typeface="+mn-lt"/>
                <a:cs typeface="Segoe UI"/>
              </a:rPr>
              <a:t>and</a:t>
            </a:r>
            <a:r>
              <a:rPr lang="en-US" sz="1800" spc="28" noProof="0" dirty="0">
                <a:solidFill>
                  <a:srgbClr val="2D2C2C"/>
                </a:solidFill>
                <a:latin typeface="+mn-lt"/>
                <a:cs typeface="Segoe UI"/>
              </a:rPr>
              <a:t> </a:t>
            </a:r>
            <a:r>
              <a:rPr lang="en-US" sz="1800" b="1" spc="-12" noProof="0" dirty="0">
                <a:solidFill>
                  <a:srgbClr val="2D2C2C"/>
                </a:solidFill>
                <a:latin typeface="+mn-lt"/>
                <a:cs typeface="Segoe UI"/>
              </a:rPr>
              <a:t>write</a:t>
            </a:r>
            <a:r>
              <a:rPr lang="en-US" sz="1800" b="1" spc="20" noProof="0" dirty="0">
                <a:solidFill>
                  <a:srgbClr val="2D2C2C"/>
                </a:solidFill>
                <a:latin typeface="+mn-lt"/>
                <a:cs typeface="Segoe UI"/>
              </a:rPr>
              <a:t> </a:t>
            </a:r>
            <a:r>
              <a:rPr lang="en-US" sz="1800" spc="-8" noProof="0" dirty="0">
                <a:solidFill>
                  <a:srgbClr val="2D2C2C"/>
                </a:solidFill>
                <a:latin typeface="+mn-lt"/>
                <a:cs typeface="Segoe UI"/>
              </a:rPr>
              <a:t>permission</a:t>
            </a:r>
            <a:r>
              <a:rPr lang="en-US" sz="1800" spc="81" noProof="0" dirty="0">
                <a:solidFill>
                  <a:srgbClr val="2D2C2C"/>
                </a:solidFill>
                <a:latin typeface="+mn-lt"/>
                <a:cs typeface="Segoe UI"/>
              </a:rPr>
              <a:t> </a:t>
            </a:r>
            <a:r>
              <a:rPr lang="en-US" sz="1800" spc="-4" noProof="0" dirty="0">
                <a:solidFill>
                  <a:srgbClr val="2D2C2C"/>
                </a:solidFill>
                <a:latin typeface="+mn-lt"/>
                <a:cs typeface="Segoe UI"/>
              </a:rPr>
              <a:t>on</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parent directory.</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b="1" spc="-8" noProof="0" dirty="0">
                <a:solidFill>
                  <a:srgbClr val="0000C7"/>
                </a:solidFill>
                <a:latin typeface="+mn-lt"/>
                <a:cs typeface="Segoe UI"/>
              </a:rPr>
              <a:t>SUID</a:t>
            </a:r>
            <a:r>
              <a:rPr lang="en-US" sz="1800" b="1" spc="16" noProof="0" dirty="0">
                <a:solidFill>
                  <a:srgbClr val="0000C7"/>
                </a:solidFill>
                <a:latin typeface="+mn-lt"/>
                <a:cs typeface="Segoe UI"/>
              </a:rPr>
              <a:t> </a:t>
            </a:r>
            <a:r>
              <a:rPr lang="en-US" sz="1800" spc="-4" noProof="0" dirty="0">
                <a:solidFill>
                  <a:srgbClr val="2D2C2C"/>
                </a:solidFill>
                <a:latin typeface="+mn-lt"/>
                <a:cs typeface="Segoe UI"/>
              </a:rPr>
              <a:t>and</a:t>
            </a:r>
            <a:r>
              <a:rPr lang="en-US" sz="1800" spc="16" noProof="0" dirty="0">
                <a:solidFill>
                  <a:srgbClr val="2D2C2C"/>
                </a:solidFill>
                <a:latin typeface="+mn-lt"/>
                <a:cs typeface="Segoe UI"/>
              </a:rPr>
              <a:t> </a:t>
            </a:r>
            <a:r>
              <a:rPr lang="en-US" sz="1800" b="1" spc="-8" noProof="0" dirty="0">
                <a:solidFill>
                  <a:srgbClr val="0000C7"/>
                </a:solidFill>
                <a:latin typeface="+mn-lt"/>
                <a:cs typeface="Segoe UI"/>
              </a:rPr>
              <a:t>SGID</a:t>
            </a:r>
            <a:r>
              <a:rPr lang="en-US" sz="1800" b="1" spc="16" noProof="0" dirty="0">
                <a:solidFill>
                  <a:srgbClr val="0000C7"/>
                </a:solidFill>
                <a:latin typeface="+mn-lt"/>
                <a:cs typeface="Segoe UI"/>
              </a:rPr>
              <a:t> </a:t>
            </a:r>
            <a:r>
              <a:rPr lang="en-US" sz="1800" spc="-4" noProof="0" dirty="0">
                <a:solidFill>
                  <a:srgbClr val="2D2C2C"/>
                </a:solidFill>
                <a:latin typeface="+mn-lt"/>
                <a:cs typeface="Segoe UI"/>
              </a:rPr>
              <a:t>bits </a:t>
            </a:r>
            <a:r>
              <a:rPr lang="en-US" sz="1800" spc="-8" noProof="0" dirty="0">
                <a:solidFill>
                  <a:srgbClr val="2D2C2C"/>
                </a:solidFill>
                <a:latin typeface="+mn-lt"/>
                <a:cs typeface="Segoe UI"/>
              </a:rPr>
              <a:t>allow</a:t>
            </a:r>
            <a:r>
              <a:rPr lang="en-US" sz="1800" spc="41"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4" noProof="0" dirty="0">
                <a:solidFill>
                  <a:srgbClr val="2D2C2C"/>
                </a:solidFill>
                <a:latin typeface="+mn-lt"/>
                <a:cs typeface="Segoe UI"/>
              </a:rPr>
              <a:t> </a:t>
            </a:r>
            <a:r>
              <a:rPr lang="en-US" sz="1800" spc="-20" noProof="0" dirty="0">
                <a:solidFill>
                  <a:srgbClr val="2D2C2C"/>
                </a:solidFill>
                <a:latin typeface="+mn-lt"/>
                <a:cs typeface="Segoe UI"/>
              </a:rPr>
              <a:t>delegate</a:t>
            </a:r>
            <a:r>
              <a:rPr lang="en-US" sz="1800" spc="61" noProof="0" dirty="0">
                <a:solidFill>
                  <a:srgbClr val="2D2C2C"/>
                </a:solidFill>
                <a:latin typeface="+mn-lt"/>
                <a:cs typeface="Segoe UI"/>
              </a:rPr>
              <a:t> </a:t>
            </a:r>
            <a:r>
              <a:rPr lang="en-US" sz="1800" spc="-8" noProof="0" dirty="0">
                <a:solidFill>
                  <a:srgbClr val="2D2C2C"/>
                </a:solidFill>
                <a:latin typeface="+mn-lt"/>
                <a:cs typeface="Segoe UI"/>
              </a:rPr>
              <a:t>tasks.</a:t>
            </a:r>
            <a:endParaRPr lang="en-US" sz="1800" noProof="0" dirty="0">
              <a:latin typeface="+mn-lt"/>
              <a:cs typeface="Segoe UI"/>
            </a:endParaRPr>
          </a:p>
          <a:p>
            <a:pPr marL="518001" lvl="1" indent="-233204">
              <a:spcBef>
                <a:spcPts val="492"/>
              </a:spcBef>
              <a:buClr>
                <a:srgbClr val="000000"/>
              </a:buClr>
              <a:buFont typeface="Arial"/>
              <a:buChar char="•"/>
              <a:tabLst>
                <a:tab pos="517485" algn="l"/>
                <a:tab pos="518001" algn="l"/>
              </a:tabLst>
            </a:pPr>
            <a:r>
              <a:rPr lang="en-US" sz="1800" spc="-8" noProof="0" dirty="0">
                <a:solidFill>
                  <a:srgbClr val="2D2C2C"/>
                </a:solidFill>
                <a:latin typeface="+mn-lt"/>
                <a:cs typeface="Segoe UI"/>
              </a:rPr>
              <a:t>When</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set,</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change</a:t>
            </a:r>
            <a:r>
              <a:rPr lang="en-US" sz="1800" spc="37"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effective</a:t>
            </a:r>
            <a:r>
              <a:rPr lang="en-US" sz="1800" spc="57" noProof="0" dirty="0">
                <a:solidFill>
                  <a:srgbClr val="2D2C2C"/>
                </a:solidFill>
                <a:latin typeface="+mn-lt"/>
                <a:cs typeface="Segoe UI"/>
              </a:rPr>
              <a:t> </a:t>
            </a:r>
            <a:r>
              <a:rPr lang="en-US" sz="1800" spc="-4" noProof="0" dirty="0">
                <a:solidFill>
                  <a:srgbClr val="2D2C2C"/>
                </a:solidFill>
                <a:latin typeface="+mn-lt"/>
                <a:cs typeface="Segoe UI"/>
              </a:rPr>
              <a:t>ownership</a:t>
            </a:r>
            <a:r>
              <a:rPr lang="en-US" sz="1800" spc="41"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4" noProof="0" dirty="0">
                <a:solidFill>
                  <a:srgbClr val="2D2C2C"/>
                </a:solidFill>
                <a:latin typeface="+mn-lt"/>
                <a:cs typeface="Segoe UI"/>
              </a:rPr>
              <a:t> the</a:t>
            </a:r>
            <a:r>
              <a:rPr lang="en-US" sz="1800" spc="37" noProof="0" dirty="0">
                <a:solidFill>
                  <a:srgbClr val="2D2C2C"/>
                </a:solidFill>
                <a:latin typeface="+mn-lt"/>
                <a:cs typeface="Segoe UI"/>
              </a:rPr>
              <a:t> </a:t>
            </a:r>
            <a:r>
              <a:rPr lang="en-US" sz="1800" spc="-12" noProof="0" dirty="0">
                <a:solidFill>
                  <a:srgbClr val="2D2C2C"/>
                </a:solidFill>
                <a:latin typeface="+mn-lt"/>
                <a:cs typeface="Segoe UI"/>
              </a:rPr>
              <a:t>processes.</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b="1" spc="-8" noProof="0" dirty="0">
                <a:solidFill>
                  <a:srgbClr val="2D2C2C"/>
                </a:solidFill>
                <a:latin typeface="+mn-lt"/>
                <a:cs typeface="Segoe UI"/>
              </a:rPr>
              <a:t>Sticky bit</a:t>
            </a:r>
            <a:r>
              <a:rPr lang="en-US" sz="1800" b="1" spc="20" noProof="0" dirty="0">
                <a:solidFill>
                  <a:srgbClr val="2D2C2C"/>
                </a:solidFill>
                <a:latin typeface="+mn-lt"/>
                <a:cs typeface="Segoe UI"/>
              </a:rPr>
              <a:t> </a:t>
            </a:r>
            <a:r>
              <a:rPr lang="en-US" sz="1800" spc="-8" noProof="0" dirty="0">
                <a:solidFill>
                  <a:srgbClr val="2D2C2C"/>
                </a:solidFill>
                <a:latin typeface="+mn-lt"/>
                <a:cs typeface="Segoe UI"/>
              </a:rPr>
              <a:t>affects</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directory</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write</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permission.</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Only</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owner</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can</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remove</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files</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from</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a</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directory</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with</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sticky</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bit set.</a:t>
            </a:r>
            <a:endParaRPr lang="en-US" sz="2000" noProof="0" dirty="0"/>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12"/>
          </p:nvPr>
        </p:nvSpPr>
        <p:spPr>
          <a:prstGeom prst="rect">
            <a:avLst/>
          </a:prstGeom>
        </p:spPr>
        <p:txBody>
          <a:bodyPr/>
          <a:lstStyle/>
          <a:p>
            <a:fld id="{EF892D59-8F09-EF4B-AD6D-DA609442F868}" type="slidenum">
              <a:rPr lang="en-US" noProof="0" smtClean="0"/>
              <a:pPr/>
              <a:t>27</a:t>
            </a:fld>
            <a:endParaRPr lang="en-US" noProof="0" dirty="0"/>
          </a:p>
        </p:txBody>
      </p:sp>
    </p:spTree>
    <p:extLst>
      <p:ext uri="{BB962C8B-B14F-4D97-AF65-F5344CB8AC3E}">
        <p14:creationId xmlns:p14="http://schemas.microsoft.com/office/powerpoint/2010/main" val="7161297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ADEDC0-F2D4-2387-D5DD-12045766102B}"/>
              </a:ext>
            </a:extLst>
          </p:cNvPr>
          <p:cNvSpPr>
            <a:spLocks noGrp="1"/>
          </p:cNvSpPr>
          <p:nvPr>
            <p:ph type="ctrTitle"/>
          </p:nvPr>
        </p:nvSpPr>
        <p:spPr/>
        <p:txBody>
          <a:bodyPr/>
          <a:lstStyle/>
          <a:p>
            <a:endParaRPr lang="en-US" noProof="0" dirty="0"/>
          </a:p>
        </p:txBody>
      </p:sp>
      <p:sp>
        <p:nvSpPr>
          <p:cNvPr id="5" name="Content Placeholder 4">
            <a:extLst>
              <a:ext uri="{FF2B5EF4-FFF2-40B4-BE49-F238E27FC236}">
                <a16:creationId xmlns:a16="http://schemas.microsoft.com/office/drawing/2014/main" id="{C0A92AA2-2F66-DBC9-7588-FEC6800FF4F7}"/>
              </a:ext>
            </a:extLst>
          </p:cNvPr>
          <p:cNvSpPr>
            <a:spLocks noGrp="1"/>
          </p:cNvSpPr>
          <p:nvPr>
            <p:ph sz="quarter" idx="4"/>
          </p:nvPr>
        </p:nvSpPr>
        <p:spPr/>
        <p:txBody>
          <a:bodyPr/>
          <a:lstStyle/>
          <a:p>
            <a:endParaRPr lang="en-US" noProof="0" dirty="0"/>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12"/>
          </p:nvPr>
        </p:nvSpPr>
        <p:spPr>
          <a:xfrm>
            <a:off x="9365513" y="6398855"/>
            <a:ext cx="2743200" cy="365125"/>
          </a:xfrm>
          <a:prstGeom prst="rect">
            <a:avLst/>
          </a:prstGeom>
        </p:spPr>
        <p:txBody>
          <a:bodyPr/>
          <a:lstStyle/>
          <a:p>
            <a:fld id="{EF892D59-8F09-EF4B-AD6D-DA609442F868}" type="slidenum">
              <a:rPr lang="en-US" noProof="0" smtClean="0"/>
              <a:pPr/>
              <a:t>28</a:t>
            </a:fld>
            <a:endParaRPr lang="en-US" noProof="0" dirty="0"/>
          </a:p>
        </p:txBody>
      </p:sp>
    </p:spTree>
    <p:extLst>
      <p:ext uri="{BB962C8B-B14F-4D97-AF65-F5344CB8AC3E}">
        <p14:creationId xmlns:p14="http://schemas.microsoft.com/office/powerpoint/2010/main" val="245665135"/>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Orang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Green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C71F1D-A98C-43DF-A986-061295C23702}">
  <ds:schemaRefs>
    <ds:schemaRef ds:uri="http://schemas.microsoft.com/office/2006/metadata/properties"/>
    <ds:schemaRef ds:uri="http://purl.org/dc/terms/"/>
    <ds:schemaRef ds:uri="52e7f57a-cc1d-4bce-9b60-d9dd785361c7"/>
    <ds:schemaRef ds:uri="http://purl.org/dc/dcmitype/"/>
    <ds:schemaRef ds:uri="4851bab5-d36a-4f24-a761-998180967d12"/>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0CF5967-01BD-40C1-B1E3-8E6CDE2BF89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19295</TotalTime>
  <Words>3604</Words>
  <Application>Microsoft Office PowerPoint</Application>
  <PresentationFormat>Widescreen</PresentationFormat>
  <Paragraphs>529</Paragraphs>
  <Slides>28</Slides>
  <Notes>28</Notes>
  <HiddenSlides>0</HiddenSlides>
  <MMClips>0</MMClips>
  <ScaleCrop>false</ScaleCrop>
  <HeadingPairs>
    <vt:vector size="8" baseType="variant">
      <vt:variant>
        <vt:lpstr>Fonts Used</vt:lpstr>
      </vt:variant>
      <vt:variant>
        <vt:i4>9</vt:i4>
      </vt:variant>
      <vt:variant>
        <vt:lpstr>Theme</vt:lpstr>
      </vt:variant>
      <vt:variant>
        <vt:i4>7</vt:i4>
      </vt:variant>
      <vt:variant>
        <vt:lpstr>Embedded OLE Servers</vt:lpstr>
      </vt:variant>
      <vt:variant>
        <vt:i4>1</vt:i4>
      </vt:variant>
      <vt:variant>
        <vt:lpstr>Slide Titles</vt:lpstr>
      </vt:variant>
      <vt:variant>
        <vt:i4>28</vt:i4>
      </vt:variant>
    </vt:vector>
  </HeadingPairs>
  <TitlesOfParts>
    <vt:vector size="45" baseType="lpstr">
      <vt:lpstr>Aptos</vt:lpstr>
      <vt:lpstr>Arial</vt:lpstr>
      <vt:lpstr>Calibri</vt:lpstr>
      <vt:lpstr>Courier New</vt:lpstr>
      <vt:lpstr>Figtree</vt:lpstr>
      <vt:lpstr>Hack</vt:lpstr>
      <vt:lpstr>Montserrat</vt:lpstr>
      <vt:lpstr>Segoe UI</vt:lpstr>
      <vt:lpstr>Verdana</vt:lpstr>
      <vt:lpstr>Cover Slides - Business/Marketing</vt:lpstr>
      <vt:lpstr>Divider Slides</vt:lpstr>
      <vt:lpstr>Red Module</vt:lpstr>
      <vt:lpstr>Purple Module</vt:lpstr>
      <vt:lpstr>Orange Module</vt:lpstr>
      <vt:lpstr>Green Module</vt:lpstr>
      <vt:lpstr>B/W Module</vt:lpstr>
      <vt:lpstr>Microsoft ClipArt Gallery</vt:lpstr>
      <vt:lpstr>Module 15: File system access</vt:lpstr>
      <vt:lpstr>Contents</vt:lpstr>
      <vt:lpstr>Files and directories</vt:lpstr>
      <vt:lpstr>Long listing (reminder)</vt:lpstr>
      <vt:lpstr>Permissions</vt:lpstr>
      <vt:lpstr>User and group configuration files</vt:lpstr>
      <vt:lpstr>Class of user</vt:lpstr>
      <vt:lpstr>Files: rwx</vt:lpstr>
      <vt:lpstr>Directory: rwx</vt:lpstr>
      <vt:lpstr>Files: Permissions needed</vt:lpstr>
      <vt:lpstr>Directories: Permissions needed</vt:lpstr>
      <vt:lpstr>Setting and changing permissions</vt:lpstr>
      <vt:lpstr>chmod</vt:lpstr>
      <vt:lpstr>Symbolic notation</vt:lpstr>
      <vt:lpstr>Knowledge check</vt:lpstr>
      <vt:lpstr>Octal (base 8) notation</vt:lpstr>
      <vt:lpstr>Knowledge check</vt:lpstr>
      <vt:lpstr>Lab</vt:lpstr>
      <vt:lpstr>Practical exercise 15 – T1 and T2</vt:lpstr>
      <vt:lpstr>Initial permissions</vt:lpstr>
      <vt:lpstr>Changing effective user and group</vt:lpstr>
      <vt:lpstr>Sticky bit</vt:lpstr>
      <vt:lpstr>Changing user / group on files and directories</vt:lpstr>
      <vt:lpstr>Review questions</vt:lpstr>
      <vt:lpstr>Review and lab</vt:lpstr>
      <vt:lpstr>Practical exercise 15 – T3 and T4</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Feist, Ella</cp:lastModifiedBy>
  <cp:revision>42</cp:revision>
  <dcterms:created xsi:type="dcterms:W3CDTF">2024-06-24T11:44:08Z</dcterms:created>
  <dcterms:modified xsi:type="dcterms:W3CDTF">2025-05-30T13:33:56Z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