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919" r:id="rId9"/>
    <p:sldMasterId id="2147483930" r:id="rId10"/>
    <p:sldMasterId id="2147483963" r:id="rId11"/>
  </p:sldMasterIdLst>
  <p:notesMasterIdLst>
    <p:notesMasterId r:id="rId60"/>
  </p:notesMasterIdLst>
  <p:sldIdLst>
    <p:sldId id="1197" r:id="rId12"/>
    <p:sldId id="1198" r:id="rId13"/>
    <p:sldId id="1199" r:id="rId14"/>
    <p:sldId id="1200" r:id="rId15"/>
    <p:sldId id="1201" r:id="rId16"/>
    <p:sldId id="672" r:id="rId17"/>
    <p:sldId id="673" r:id="rId18"/>
    <p:sldId id="1202" r:id="rId19"/>
    <p:sldId id="675" r:id="rId20"/>
    <p:sldId id="1203" r:id="rId21"/>
    <p:sldId id="1204" r:id="rId22"/>
    <p:sldId id="678" r:id="rId23"/>
    <p:sldId id="1205" r:id="rId24"/>
    <p:sldId id="717" r:id="rId25"/>
    <p:sldId id="718" r:id="rId26"/>
    <p:sldId id="1206" r:id="rId27"/>
    <p:sldId id="1207" r:id="rId28"/>
    <p:sldId id="1208" r:id="rId29"/>
    <p:sldId id="720" r:id="rId30"/>
    <p:sldId id="719" r:id="rId31"/>
    <p:sldId id="681" r:id="rId32"/>
    <p:sldId id="1209" r:id="rId33"/>
    <p:sldId id="684" r:id="rId34"/>
    <p:sldId id="687" r:id="rId35"/>
    <p:sldId id="688" r:id="rId36"/>
    <p:sldId id="690" r:id="rId37"/>
    <p:sldId id="1210" r:id="rId38"/>
    <p:sldId id="1211" r:id="rId39"/>
    <p:sldId id="685" r:id="rId40"/>
    <p:sldId id="1212" r:id="rId41"/>
    <p:sldId id="1213" r:id="rId42"/>
    <p:sldId id="1214" r:id="rId43"/>
    <p:sldId id="689" r:id="rId44"/>
    <p:sldId id="1215" r:id="rId45"/>
    <p:sldId id="721" r:id="rId46"/>
    <p:sldId id="1216" r:id="rId47"/>
    <p:sldId id="1220" r:id="rId48"/>
    <p:sldId id="1634" r:id="rId49"/>
    <p:sldId id="693" r:id="rId50"/>
    <p:sldId id="696" r:id="rId51"/>
    <p:sldId id="695" r:id="rId52"/>
    <p:sldId id="694" r:id="rId53"/>
    <p:sldId id="1217" r:id="rId54"/>
    <p:sldId id="1218" r:id="rId55"/>
    <p:sldId id="1221" r:id="rId56"/>
    <p:sldId id="715" r:id="rId57"/>
    <p:sldId id="1219" r:id="rId58"/>
    <p:sldId id="72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97"/>
            <p14:sldId id="1198"/>
            <p14:sldId id="1199"/>
            <p14:sldId id="1200"/>
            <p14:sldId id="1201"/>
            <p14:sldId id="672"/>
            <p14:sldId id="673"/>
            <p14:sldId id="1202"/>
            <p14:sldId id="675"/>
            <p14:sldId id="1203"/>
            <p14:sldId id="1204"/>
            <p14:sldId id="678"/>
            <p14:sldId id="1205"/>
            <p14:sldId id="717"/>
            <p14:sldId id="718"/>
            <p14:sldId id="1206"/>
            <p14:sldId id="1207"/>
            <p14:sldId id="1208"/>
            <p14:sldId id="720"/>
            <p14:sldId id="719"/>
            <p14:sldId id="681"/>
            <p14:sldId id="1209"/>
            <p14:sldId id="684"/>
            <p14:sldId id="687"/>
            <p14:sldId id="688"/>
            <p14:sldId id="690"/>
            <p14:sldId id="1210"/>
            <p14:sldId id="1211"/>
            <p14:sldId id="685"/>
            <p14:sldId id="1212"/>
            <p14:sldId id="1213"/>
            <p14:sldId id="1214"/>
            <p14:sldId id="689"/>
            <p14:sldId id="1215"/>
            <p14:sldId id="721"/>
            <p14:sldId id="1216"/>
            <p14:sldId id="1220"/>
            <p14:sldId id="1634"/>
            <p14:sldId id="693"/>
            <p14:sldId id="696"/>
            <p14:sldId id="695"/>
            <p14:sldId id="694"/>
            <p14:sldId id="1217"/>
            <p14:sldId id="1218"/>
            <p14:sldId id="1221"/>
            <p14:sldId id="715"/>
            <p14:sldId id="1219"/>
            <p14:sldId id="72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0565"/>
    <p:restoredTop sz="91404" autoAdjust="0"/>
  </p:normalViewPr>
  <p:slideViewPr>
    <p:cSldViewPr snapToGrid="0">
      <p:cViewPr varScale="1">
        <p:scale>
          <a:sx n="94" d="100"/>
          <a:sy n="94" d="100"/>
        </p:scale>
        <p:origin x="1488" y="312"/>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63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63"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61"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0.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A0741DA7-898F-4C16-9EBD-BB719830EF52}"/>
    <pc:docChg chg="undo custSel addSld delSld modSld delMainMaster modSection">
      <pc:chgData name="Feist, Ella" userId="992bbaf2-811d-42cb-a4d6-e7fc45e325e8" providerId="ADAL" clId="{A0741DA7-898F-4C16-9EBD-BB719830EF52}" dt="2025-05-28T07:58:50.395" v="502" actId="313"/>
      <pc:docMkLst>
        <pc:docMk/>
      </pc:docMkLst>
      <pc:sldChg chg="add del">
        <pc:chgData name="Feist, Ella" userId="992bbaf2-811d-42cb-a4d6-e7fc45e325e8" providerId="ADAL" clId="{A0741DA7-898F-4C16-9EBD-BB719830EF52}" dt="2025-05-27T16:03:36.276" v="13" actId="47"/>
        <pc:sldMkLst>
          <pc:docMk/>
          <pc:sldMk cId="2254455563" sldId="373"/>
        </pc:sldMkLst>
      </pc:sldChg>
      <pc:sldChg chg="modSp mod">
        <pc:chgData name="Feist, Ella" userId="992bbaf2-811d-42cb-a4d6-e7fc45e325e8" providerId="ADAL" clId="{A0741DA7-898F-4C16-9EBD-BB719830EF52}" dt="2025-05-28T07:58:34.787" v="498" actId="790"/>
        <pc:sldMkLst>
          <pc:docMk/>
          <pc:sldMk cId="731661529" sldId="672"/>
        </pc:sldMkLst>
        <pc:spChg chg="mod">
          <ac:chgData name="Feist, Ella" userId="992bbaf2-811d-42cb-a4d6-e7fc45e325e8" providerId="ADAL" clId="{A0741DA7-898F-4C16-9EBD-BB719830EF52}" dt="2025-05-28T07:58:34.787" v="498" actId="790"/>
          <ac:spMkLst>
            <pc:docMk/>
            <pc:sldMk cId="731661529" sldId="672"/>
            <ac:spMk id="2" creationId="{A9A6FF77-D641-4417-92E7-11CC6238BF20}"/>
          </ac:spMkLst>
        </pc:spChg>
        <pc:spChg chg="mod">
          <ac:chgData name="Feist, Ella" userId="992bbaf2-811d-42cb-a4d6-e7fc45e325e8" providerId="ADAL" clId="{A0741DA7-898F-4C16-9EBD-BB719830EF52}" dt="2025-05-28T07:58:34.787" v="498" actId="790"/>
          <ac:spMkLst>
            <pc:docMk/>
            <pc:sldMk cId="731661529" sldId="672"/>
            <ac:spMk id="5" creationId="{91A8ED3D-B755-43C9-BCB1-DCF495C0C9DB}"/>
          </ac:spMkLst>
        </pc:spChg>
        <pc:spChg chg="mod">
          <ac:chgData name="Feist, Ella" userId="992bbaf2-811d-42cb-a4d6-e7fc45e325e8" providerId="ADAL" clId="{A0741DA7-898F-4C16-9EBD-BB719830EF52}" dt="2025-05-28T07:58:34.787" v="498" actId="790"/>
          <ac:spMkLst>
            <pc:docMk/>
            <pc:sldMk cId="731661529" sldId="672"/>
            <ac:spMk id="10" creationId="{D91C1BC1-E3DE-F757-2F8A-44553A1E6A94}"/>
          </ac:spMkLst>
        </pc:spChg>
        <pc:spChg chg="mod">
          <ac:chgData name="Feist, Ella" userId="992bbaf2-811d-42cb-a4d6-e7fc45e325e8" providerId="ADAL" clId="{A0741DA7-898F-4C16-9EBD-BB719830EF52}" dt="2025-05-28T07:58:34.787" v="498" actId="790"/>
          <ac:spMkLst>
            <pc:docMk/>
            <pc:sldMk cId="731661529" sldId="672"/>
            <ac:spMk id="11" creationId="{046CE9F6-F1E2-E8F7-70C9-2BCC240BB835}"/>
          </ac:spMkLst>
        </pc:spChg>
        <pc:spChg chg="mod">
          <ac:chgData name="Feist, Ella" userId="992bbaf2-811d-42cb-a4d6-e7fc45e325e8" providerId="ADAL" clId="{A0741DA7-898F-4C16-9EBD-BB719830EF52}" dt="2025-05-28T07:58:34.787" v="498" actId="790"/>
          <ac:spMkLst>
            <pc:docMk/>
            <pc:sldMk cId="731661529" sldId="672"/>
            <ac:spMk id="12" creationId="{2F849BFD-BF2A-F8DF-3A77-5BB2827350A8}"/>
          </ac:spMkLst>
        </pc:spChg>
        <pc:spChg chg="mod">
          <ac:chgData name="Feist, Ella" userId="992bbaf2-811d-42cb-a4d6-e7fc45e325e8" providerId="ADAL" clId="{A0741DA7-898F-4C16-9EBD-BB719830EF52}" dt="2025-05-28T07:58:34.787" v="498" actId="790"/>
          <ac:spMkLst>
            <pc:docMk/>
            <pc:sldMk cId="731661529" sldId="672"/>
            <ac:spMk id="13" creationId="{9CB5B5E0-1847-3DD3-B510-6AD34FCAF7D9}"/>
          </ac:spMkLst>
        </pc:spChg>
        <pc:spChg chg="mod">
          <ac:chgData name="Feist, Ella" userId="992bbaf2-811d-42cb-a4d6-e7fc45e325e8" providerId="ADAL" clId="{A0741DA7-898F-4C16-9EBD-BB719830EF52}" dt="2025-05-28T07:58:34.787" v="498" actId="790"/>
          <ac:spMkLst>
            <pc:docMk/>
            <pc:sldMk cId="731661529" sldId="672"/>
            <ac:spMk id="16" creationId="{6AB472EE-1512-F9A4-1AF3-6E8B69FCB1D7}"/>
          </ac:spMkLst>
        </pc:spChg>
        <pc:spChg chg="mod">
          <ac:chgData name="Feist, Ella" userId="992bbaf2-811d-42cb-a4d6-e7fc45e325e8" providerId="ADAL" clId="{A0741DA7-898F-4C16-9EBD-BB719830EF52}" dt="2025-05-28T07:58:34.787" v="498" actId="790"/>
          <ac:spMkLst>
            <pc:docMk/>
            <pc:sldMk cId="731661529" sldId="672"/>
            <ac:spMk id="17" creationId="{1F478EEF-01A3-7D52-8488-E87DCAD3D994}"/>
          </ac:spMkLst>
        </pc:spChg>
        <pc:spChg chg="mod">
          <ac:chgData name="Feist, Ella" userId="992bbaf2-811d-42cb-a4d6-e7fc45e325e8" providerId="ADAL" clId="{A0741DA7-898F-4C16-9EBD-BB719830EF52}" dt="2025-05-28T07:58:34.787" v="498" actId="790"/>
          <ac:spMkLst>
            <pc:docMk/>
            <pc:sldMk cId="731661529" sldId="672"/>
            <ac:spMk id="18" creationId="{5E817291-09C0-D66A-0EC8-FE00FE9B6E3A}"/>
          </ac:spMkLst>
        </pc:spChg>
        <pc:spChg chg="mod">
          <ac:chgData name="Feist, Ella" userId="992bbaf2-811d-42cb-a4d6-e7fc45e325e8" providerId="ADAL" clId="{A0741DA7-898F-4C16-9EBD-BB719830EF52}" dt="2025-05-28T07:58:34.787" v="498" actId="790"/>
          <ac:spMkLst>
            <pc:docMk/>
            <pc:sldMk cId="731661529" sldId="672"/>
            <ac:spMk id="19" creationId="{0FA17836-D718-B104-A123-C0C731DEF875}"/>
          </ac:spMkLst>
        </pc:spChg>
      </pc:sldChg>
      <pc:sldChg chg="modSp mod">
        <pc:chgData name="Feist, Ella" userId="992bbaf2-811d-42cb-a4d6-e7fc45e325e8" providerId="ADAL" clId="{A0741DA7-898F-4C16-9EBD-BB719830EF52}" dt="2025-05-28T07:58:34.787" v="498" actId="790"/>
        <pc:sldMkLst>
          <pc:docMk/>
          <pc:sldMk cId="3090328751" sldId="673"/>
        </pc:sldMkLst>
        <pc:spChg chg="mod">
          <ac:chgData name="Feist, Ella" userId="992bbaf2-811d-42cb-a4d6-e7fc45e325e8" providerId="ADAL" clId="{A0741DA7-898F-4C16-9EBD-BB719830EF52}" dt="2025-05-28T07:58:34.787" v="498" actId="790"/>
          <ac:spMkLst>
            <pc:docMk/>
            <pc:sldMk cId="3090328751" sldId="673"/>
            <ac:spMk id="2" creationId="{A9A6FF77-D641-4417-92E7-11CC6238BF20}"/>
          </ac:spMkLst>
        </pc:spChg>
        <pc:spChg chg="mod">
          <ac:chgData name="Feist, Ella" userId="992bbaf2-811d-42cb-a4d6-e7fc45e325e8" providerId="ADAL" clId="{A0741DA7-898F-4C16-9EBD-BB719830EF52}" dt="2025-05-28T07:58:34.787" v="498" actId="790"/>
          <ac:spMkLst>
            <pc:docMk/>
            <pc:sldMk cId="3090328751" sldId="673"/>
            <ac:spMk id="5" creationId="{91A8ED3D-B755-43C9-BCB1-DCF495C0C9DB}"/>
          </ac:spMkLst>
        </pc:spChg>
        <pc:spChg chg="mod">
          <ac:chgData name="Feist, Ella" userId="992bbaf2-811d-42cb-a4d6-e7fc45e325e8" providerId="ADAL" clId="{A0741DA7-898F-4C16-9EBD-BB719830EF52}" dt="2025-05-28T07:58:34.787" v="498" actId="790"/>
          <ac:spMkLst>
            <pc:docMk/>
            <pc:sldMk cId="3090328751" sldId="673"/>
            <ac:spMk id="10" creationId="{DE1A6A10-C84B-AB2B-899C-1FF24E4B9DBE}"/>
          </ac:spMkLst>
        </pc:spChg>
        <pc:spChg chg="mod">
          <ac:chgData name="Feist, Ella" userId="992bbaf2-811d-42cb-a4d6-e7fc45e325e8" providerId="ADAL" clId="{A0741DA7-898F-4C16-9EBD-BB719830EF52}" dt="2025-05-28T07:58:34.787" v="498" actId="790"/>
          <ac:spMkLst>
            <pc:docMk/>
            <pc:sldMk cId="3090328751" sldId="673"/>
            <ac:spMk id="11" creationId="{B1698BB6-DF90-5E8D-A8E4-1F1A49692917}"/>
          </ac:spMkLst>
        </pc:spChg>
        <pc:spChg chg="mod">
          <ac:chgData name="Feist, Ella" userId="992bbaf2-811d-42cb-a4d6-e7fc45e325e8" providerId="ADAL" clId="{A0741DA7-898F-4C16-9EBD-BB719830EF52}" dt="2025-05-28T07:58:34.787" v="498" actId="790"/>
          <ac:spMkLst>
            <pc:docMk/>
            <pc:sldMk cId="3090328751" sldId="673"/>
            <ac:spMk id="12" creationId="{084B9D78-61B0-709C-E0CC-0412642A4704}"/>
          </ac:spMkLst>
        </pc:spChg>
        <pc:spChg chg="mod">
          <ac:chgData name="Feist, Ella" userId="992bbaf2-811d-42cb-a4d6-e7fc45e325e8" providerId="ADAL" clId="{A0741DA7-898F-4C16-9EBD-BB719830EF52}" dt="2025-05-28T07:58:34.787" v="498" actId="790"/>
          <ac:spMkLst>
            <pc:docMk/>
            <pc:sldMk cId="3090328751" sldId="673"/>
            <ac:spMk id="13" creationId="{FD428141-C8DF-1FEF-8819-35B05D7D4C56}"/>
          </ac:spMkLst>
        </pc:spChg>
        <pc:spChg chg="mod">
          <ac:chgData name="Feist, Ella" userId="992bbaf2-811d-42cb-a4d6-e7fc45e325e8" providerId="ADAL" clId="{A0741DA7-898F-4C16-9EBD-BB719830EF52}" dt="2025-05-28T07:58:34.787" v="498" actId="790"/>
          <ac:spMkLst>
            <pc:docMk/>
            <pc:sldMk cId="3090328751" sldId="673"/>
            <ac:spMk id="15" creationId="{41DE3AF4-9D8B-8031-8BB3-0DC8EA57E6FF}"/>
          </ac:spMkLst>
        </pc:spChg>
        <pc:spChg chg="mod">
          <ac:chgData name="Feist, Ella" userId="992bbaf2-811d-42cb-a4d6-e7fc45e325e8" providerId="ADAL" clId="{A0741DA7-898F-4C16-9EBD-BB719830EF52}" dt="2025-05-28T07:58:34.787" v="498" actId="790"/>
          <ac:spMkLst>
            <pc:docMk/>
            <pc:sldMk cId="3090328751" sldId="673"/>
            <ac:spMk id="17" creationId="{81B7FC8E-24F7-63F8-B8A3-7A3DCFAA4C7D}"/>
          </ac:spMkLst>
        </pc:spChg>
        <pc:spChg chg="mod">
          <ac:chgData name="Feist, Ella" userId="992bbaf2-811d-42cb-a4d6-e7fc45e325e8" providerId="ADAL" clId="{A0741DA7-898F-4C16-9EBD-BB719830EF52}" dt="2025-05-28T07:58:34.787" v="498" actId="790"/>
          <ac:spMkLst>
            <pc:docMk/>
            <pc:sldMk cId="3090328751" sldId="673"/>
            <ac:spMk id="18" creationId="{46A5C315-3FF1-197B-B21D-735DFB3A1B5C}"/>
          </ac:spMkLst>
        </pc:spChg>
        <pc:spChg chg="mod">
          <ac:chgData name="Feist, Ella" userId="992bbaf2-811d-42cb-a4d6-e7fc45e325e8" providerId="ADAL" clId="{A0741DA7-898F-4C16-9EBD-BB719830EF52}" dt="2025-05-28T07:58:34.787" v="498" actId="790"/>
          <ac:spMkLst>
            <pc:docMk/>
            <pc:sldMk cId="3090328751" sldId="673"/>
            <ac:spMk id="19" creationId="{805C4642-BE74-2792-483C-154CE3144293}"/>
          </ac:spMkLst>
        </pc:spChg>
      </pc:sldChg>
      <pc:sldChg chg="modSp mod">
        <pc:chgData name="Feist, Ella" userId="992bbaf2-811d-42cb-a4d6-e7fc45e325e8" providerId="ADAL" clId="{A0741DA7-898F-4C16-9EBD-BB719830EF52}" dt="2025-05-28T07:58:34.787" v="498" actId="790"/>
        <pc:sldMkLst>
          <pc:docMk/>
          <pc:sldMk cId="2040744970" sldId="675"/>
        </pc:sldMkLst>
        <pc:spChg chg="mod">
          <ac:chgData name="Feist, Ella" userId="992bbaf2-811d-42cb-a4d6-e7fc45e325e8" providerId="ADAL" clId="{A0741DA7-898F-4C16-9EBD-BB719830EF52}" dt="2025-05-28T07:58:34.787" v="498" actId="790"/>
          <ac:spMkLst>
            <pc:docMk/>
            <pc:sldMk cId="2040744970" sldId="675"/>
            <ac:spMk id="2" creationId="{D068BD06-4256-911E-C2A9-70A0C706331B}"/>
          </ac:spMkLst>
        </pc:spChg>
        <pc:spChg chg="mod">
          <ac:chgData name="Feist, Ella" userId="992bbaf2-811d-42cb-a4d6-e7fc45e325e8" providerId="ADAL" clId="{A0741DA7-898F-4C16-9EBD-BB719830EF52}" dt="2025-05-28T07:58:34.787" v="498" actId="790"/>
          <ac:spMkLst>
            <pc:docMk/>
            <pc:sldMk cId="2040744970" sldId="675"/>
            <ac:spMk id="4" creationId="{9ED32BBC-8A3B-5FB1-DB0F-B65F461BDA2D}"/>
          </ac:spMkLst>
        </pc:spChg>
      </pc:sldChg>
      <pc:sldChg chg="modSp mod modNotesTx">
        <pc:chgData name="Feist, Ella" userId="992bbaf2-811d-42cb-a4d6-e7fc45e325e8" providerId="ADAL" clId="{A0741DA7-898F-4C16-9EBD-BB719830EF52}" dt="2025-05-28T07:58:34.787" v="498" actId="790"/>
        <pc:sldMkLst>
          <pc:docMk/>
          <pc:sldMk cId="2320680317" sldId="678"/>
        </pc:sldMkLst>
        <pc:spChg chg="mod">
          <ac:chgData name="Feist, Ella" userId="992bbaf2-811d-42cb-a4d6-e7fc45e325e8" providerId="ADAL" clId="{A0741DA7-898F-4C16-9EBD-BB719830EF52}" dt="2025-05-28T07:58:34.787" v="498" actId="790"/>
          <ac:spMkLst>
            <pc:docMk/>
            <pc:sldMk cId="2320680317" sldId="678"/>
            <ac:spMk id="2" creationId="{A9A6FF77-D641-4417-92E7-11CC6238BF20}"/>
          </ac:spMkLst>
        </pc:spChg>
        <pc:spChg chg="mod">
          <ac:chgData name="Feist, Ella" userId="992bbaf2-811d-42cb-a4d6-e7fc45e325e8" providerId="ADAL" clId="{A0741DA7-898F-4C16-9EBD-BB719830EF52}" dt="2025-05-28T07:58:34.787" v="498" actId="790"/>
          <ac:spMkLst>
            <pc:docMk/>
            <pc:sldMk cId="2320680317" sldId="678"/>
            <ac:spMk id="3" creationId="{92CC1E74-B63C-6589-6B08-A4C6216FE5C1}"/>
          </ac:spMkLst>
        </pc:spChg>
        <pc:spChg chg="mod">
          <ac:chgData name="Feist, Ella" userId="992bbaf2-811d-42cb-a4d6-e7fc45e325e8" providerId="ADAL" clId="{A0741DA7-898F-4C16-9EBD-BB719830EF52}" dt="2025-05-28T07:58:34.787" v="498" actId="790"/>
          <ac:spMkLst>
            <pc:docMk/>
            <pc:sldMk cId="2320680317" sldId="678"/>
            <ac:spMk id="4" creationId="{DA05641C-07F3-5D52-A396-E5ABCF5A9EA2}"/>
          </ac:spMkLst>
        </pc:spChg>
        <pc:spChg chg="mod">
          <ac:chgData name="Feist, Ella" userId="992bbaf2-811d-42cb-a4d6-e7fc45e325e8" providerId="ADAL" clId="{A0741DA7-898F-4C16-9EBD-BB719830EF52}" dt="2025-05-28T07:58:34.787" v="498" actId="790"/>
          <ac:spMkLst>
            <pc:docMk/>
            <pc:sldMk cId="2320680317" sldId="678"/>
            <ac:spMk id="5" creationId="{91A8ED3D-B755-43C9-BCB1-DCF495C0C9DB}"/>
          </ac:spMkLst>
        </pc:spChg>
        <pc:spChg chg="mod">
          <ac:chgData name="Feist, Ella" userId="992bbaf2-811d-42cb-a4d6-e7fc45e325e8" providerId="ADAL" clId="{A0741DA7-898F-4C16-9EBD-BB719830EF52}" dt="2025-05-28T07:58:34.787" v="498" actId="790"/>
          <ac:spMkLst>
            <pc:docMk/>
            <pc:sldMk cId="2320680317" sldId="678"/>
            <ac:spMk id="10" creationId="{BE571A36-40B3-ED70-00D1-26967255A2DA}"/>
          </ac:spMkLst>
        </pc:spChg>
        <pc:spChg chg="mod">
          <ac:chgData name="Feist, Ella" userId="992bbaf2-811d-42cb-a4d6-e7fc45e325e8" providerId="ADAL" clId="{A0741DA7-898F-4C16-9EBD-BB719830EF52}" dt="2025-05-28T07:58:34.787" v="498" actId="790"/>
          <ac:spMkLst>
            <pc:docMk/>
            <pc:sldMk cId="2320680317" sldId="678"/>
            <ac:spMk id="14" creationId="{69E532E2-EADC-EB59-B4CE-94028B075604}"/>
          </ac:spMkLst>
        </pc:spChg>
        <pc:spChg chg="mod">
          <ac:chgData name="Feist, Ella" userId="992bbaf2-811d-42cb-a4d6-e7fc45e325e8" providerId="ADAL" clId="{A0741DA7-898F-4C16-9EBD-BB719830EF52}" dt="2025-05-28T07:58:34.787" v="498" actId="790"/>
          <ac:spMkLst>
            <pc:docMk/>
            <pc:sldMk cId="2320680317" sldId="678"/>
            <ac:spMk id="15" creationId="{FEB4F3C8-34AF-2E07-B731-4EA784959C68}"/>
          </ac:spMkLst>
        </pc:spChg>
        <pc:spChg chg="mod">
          <ac:chgData name="Feist, Ella" userId="992bbaf2-811d-42cb-a4d6-e7fc45e325e8" providerId="ADAL" clId="{A0741DA7-898F-4C16-9EBD-BB719830EF52}" dt="2025-05-28T07:58:34.787" v="498" actId="790"/>
          <ac:spMkLst>
            <pc:docMk/>
            <pc:sldMk cId="2320680317" sldId="678"/>
            <ac:spMk id="16" creationId="{822762E7-61FA-0B0F-A080-C0AE92D70B03}"/>
          </ac:spMkLst>
        </pc:spChg>
      </pc:sldChg>
      <pc:sldChg chg="delSp modSp mod modNotesTx">
        <pc:chgData name="Feist, Ella" userId="992bbaf2-811d-42cb-a4d6-e7fc45e325e8" providerId="ADAL" clId="{A0741DA7-898F-4C16-9EBD-BB719830EF52}" dt="2025-05-28T07:58:34.787" v="498" actId="790"/>
        <pc:sldMkLst>
          <pc:docMk/>
          <pc:sldMk cId="3170812956" sldId="681"/>
        </pc:sldMkLst>
        <pc:spChg chg="mod">
          <ac:chgData name="Feist, Ella" userId="992bbaf2-811d-42cb-a4d6-e7fc45e325e8" providerId="ADAL" clId="{A0741DA7-898F-4C16-9EBD-BB719830EF52}" dt="2025-05-28T07:58:34.787" v="498" actId="790"/>
          <ac:spMkLst>
            <pc:docMk/>
            <pc:sldMk cId="3170812956" sldId="681"/>
            <ac:spMk id="2" creationId="{A9A6FF77-D641-4417-92E7-11CC6238BF20}"/>
          </ac:spMkLst>
        </pc:spChg>
        <pc:spChg chg="mod">
          <ac:chgData name="Feist, Ella" userId="992bbaf2-811d-42cb-a4d6-e7fc45e325e8" providerId="ADAL" clId="{A0741DA7-898F-4C16-9EBD-BB719830EF52}" dt="2025-05-28T07:58:34.787" v="498" actId="790"/>
          <ac:spMkLst>
            <pc:docMk/>
            <pc:sldMk cId="3170812956" sldId="681"/>
            <ac:spMk id="3" creationId="{81435418-2A86-3643-C26D-FA2F92E06BC0}"/>
          </ac:spMkLst>
        </pc:spChg>
        <pc:spChg chg="mod">
          <ac:chgData name="Feist, Ella" userId="992bbaf2-811d-42cb-a4d6-e7fc45e325e8" providerId="ADAL" clId="{A0741DA7-898F-4C16-9EBD-BB719830EF52}" dt="2025-05-28T07:58:34.787" v="498" actId="790"/>
          <ac:spMkLst>
            <pc:docMk/>
            <pc:sldMk cId="3170812956" sldId="681"/>
            <ac:spMk id="7"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3170812956" sldId="681"/>
            <ac:graphicFrameMk id="6" creationId="{4AC8918B-6B55-039D-5732-DB2A4A4ADA14}"/>
          </ac:graphicFrameMkLst>
        </pc:graphicFrameChg>
      </pc:sldChg>
      <pc:sldChg chg="modSp mod">
        <pc:chgData name="Feist, Ella" userId="992bbaf2-811d-42cb-a4d6-e7fc45e325e8" providerId="ADAL" clId="{A0741DA7-898F-4C16-9EBD-BB719830EF52}" dt="2025-05-28T07:58:34.787" v="498" actId="790"/>
        <pc:sldMkLst>
          <pc:docMk/>
          <pc:sldMk cId="2348102601" sldId="684"/>
        </pc:sldMkLst>
        <pc:spChg chg="mod">
          <ac:chgData name="Feist, Ella" userId="992bbaf2-811d-42cb-a4d6-e7fc45e325e8" providerId="ADAL" clId="{A0741DA7-898F-4C16-9EBD-BB719830EF52}" dt="2025-05-28T07:58:34.787" v="498" actId="790"/>
          <ac:spMkLst>
            <pc:docMk/>
            <pc:sldMk cId="2348102601" sldId="684"/>
            <ac:spMk id="2" creationId="{A9A6FF77-D641-4417-92E7-11CC6238BF20}"/>
          </ac:spMkLst>
        </pc:spChg>
        <pc:spChg chg="mod">
          <ac:chgData name="Feist, Ella" userId="992bbaf2-811d-42cb-a4d6-e7fc45e325e8" providerId="ADAL" clId="{A0741DA7-898F-4C16-9EBD-BB719830EF52}" dt="2025-05-28T07:58:34.787" v="498" actId="790"/>
          <ac:spMkLst>
            <pc:docMk/>
            <pc:sldMk cId="2348102601" sldId="684"/>
            <ac:spMk id="5" creationId="{91A8ED3D-B755-43C9-BCB1-DCF495C0C9DB}"/>
          </ac:spMkLst>
        </pc:spChg>
        <pc:spChg chg="mod">
          <ac:chgData name="Feist, Ella" userId="992bbaf2-811d-42cb-a4d6-e7fc45e325e8" providerId="ADAL" clId="{A0741DA7-898F-4C16-9EBD-BB719830EF52}" dt="2025-05-28T07:58:34.787" v="498" actId="790"/>
          <ac:spMkLst>
            <pc:docMk/>
            <pc:sldMk cId="2348102601" sldId="684"/>
            <ac:spMk id="8" creationId="{9EEF8D47-51AA-7306-A4EC-DCBC6F523AFD}"/>
          </ac:spMkLst>
        </pc:spChg>
        <pc:spChg chg="mod">
          <ac:chgData name="Feist, Ella" userId="992bbaf2-811d-42cb-a4d6-e7fc45e325e8" providerId="ADAL" clId="{A0741DA7-898F-4C16-9EBD-BB719830EF52}" dt="2025-05-28T07:58:34.787" v="498" actId="790"/>
          <ac:spMkLst>
            <pc:docMk/>
            <pc:sldMk cId="2348102601" sldId="684"/>
            <ac:spMk id="9"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2348102601" sldId="684"/>
            <ac:graphicFrameMk id="6" creationId="{67F6488E-F190-61DE-6B77-674AD7C35419}"/>
          </ac:graphicFrameMkLst>
        </pc:graphicFrameChg>
      </pc:sldChg>
      <pc:sldChg chg="modSp mod">
        <pc:chgData name="Feist, Ella" userId="992bbaf2-811d-42cb-a4d6-e7fc45e325e8" providerId="ADAL" clId="{A0741DA7-898F-4C16-9EBD-BB719830EF52}" dt="2025-05-28T07:58:34.787" v="498" actId="790"/>
        <pc:sldMkLst>
          <pc:docMk/>
          <pc:sldMk cId="3496031698" sldId="685"/>
        </pc:sldMkLst>
        <pc:spChg chg="mod">
          <ac:chgData name="Feist, Ella" userId="992bbaf2-811d-42cb-a4d6-e7fc45e325e8" providerId="ADAL" clId="{A0741DA7-898F-4C16-9EBD-BB719830EF52}" dt="2025-05-28T07:58:34.787" v="498" actId="790"/>
          <ac:spMkLst>
            <pc:docMk/>
            <pc:sldMk cId="3496031698" sldId="685"/>
            <ac:spMk id="2" creationId="{A9A6FF77-D641-4417-92E7-11CC6238BF20}"/>
          </ac:spMkLst>
        </pc:spChg>
        <pc:spChg chg="mod">
          <ac:chgData name="Feist, Ella" userId="992bbaf2-811d-42cb-a4d6-e7fc45e325e8" providerId="ADAL" clId="{A0741DA7-898F-4C16-9EBD-BB719830EF52}" dt="2025-05-28T07:58:34.787" v="498" actId="790"/>
          <ac:spMkLst>
            <pc:docMk/>
            <pc:sldMk cId="3496031698" sldId="685"/>
            <ac:spMk id="5" creationId="{91A8ED3D-B755-43C9-BCB1-DCF495C0C9DB}"/>
          </ac:spMkLst>
        </pc:spChg>
        <pc:spChg chg="mod">
          <ac:chgData name="Feist, Ella" userId="992bbaf2-811d-42cb-a4d6-e7fc45e325e8" providerId="ADAL" clId="{A0741DA7-898F-4C16-9EBD-BB719830EF52}" dt="2025-05-28T07:58:34.787" v="498" actId="790"/>
          <ac:spMkLst>
            <pc:docMk/>
            <pc:sldMk cId="3496031698" sldId="685"/>
            <ac:spMk id="7" creationId="{310B6FDC-0E33-67E3-504E-95D1850665D3}"/>
          </ac:spMkLst>
        </pc:spChg>
        <pc:spChg chg="mod">
          <ac:chgData name="Feist, Ella" userId="992bbaf2-811d-42cb-a4d6-e7fc45e325e8" providerId="ADAL" clId="{A0741DA7-898F-4C16-9EBD-BB719830EF52}" dt="2025-05-28T07:58:34.787" v="498" actId="790"/>
          <ac:spMkLst>
            <pc:docMk/>
            <pc:sldMk cId="3496031698" sldId="685"/>
            <ac:spMk id="8" creationId="{A999269D-05A7-71AF-3A2F-8A68ABCC6436}"/>
          </ac:spMkLst>
        </pc:spChg>
        <pc:graphicFrameChg chg="mod modGraphic">
          <ac:chgData name="Feist, Ella" userId="992bbaf2-811d-42cb-a4d6-e7fc45e325e8" providerId="ADAL" clId="{A0741DA7-898F-4C16-9EBD-BB719830EF52}" dt="2025-05-28T07:58:34.787" v="498" actId="790"/>
          <ac:graphicFrameMkLst>
            <pc:docMk/>
            <pc:sldMk cId="3496031698" sldId="685"/>
            <ac:graphicFrameMk id="9" creationId="{CD75CFB4-49E9-1F55-4C7C-C8471874063C}"/>
          </ac:graphicFrameMkLst>
        </pc:graphicFrameChg>
      </pc:sldChg>
      <pc:sldChg chg="delSp modSp mod modNotesTx">
        <pc:chgData name="Feist, Ella" userId="992bbaf2-811d-42cb-a4d6-e7fc45e325e8" providerId="ADAL" clId="{A0741DA7-898F-4C16-9EBD-BB719830EF52}" dt="2025-05-28T07:58:34.787" v="498" actId="790"/>
        <pc:sldMkLst>
          <pc:docMk/>
          <pc:sldMk cId="68401594" sldId="687"/>
        </pc:sldMkLst>
        <pc:spChg chg="mod">
          <ac:chgData name="Feist, Ella" userId="992bbaf2-811d-42cb-a4d6-e7fc45e325e8" providerId="ADAL" clId="{A0741DA7-898F-4C16-9EBD-BB719830EF52}" dt="2025-05-28T07:58:34.787" v="498" actId="790"/>
          <ac:spMkLst>
            <pc:docMk/>
            <pc:sldMk cId="68401594" sldId="687"/>
            <ac:spMk id="3" creationId="{7CE6EAF3-7585-07C7-67C3-8AE702CAC6DC}"/>
          </ac:spMkLst>
        </pc:spChg>
        <pc:spChg chg="mod">
          <ac:chgData name="Feist, Ella" userId="992bbaf2-811d-42cb-a4d6-e7fc45e325e8" providerId="ADAL" clId="{A0741DA7-898F-4C16-9EBD-BB719830EF52}" dt="2025-05-28T07:58:34.787" v="498" actId="790"/>
          <ac:spMkLst>
            <pc:docMk/>
            <pc:sldMk cId="68401594" sldId="687"/>
            <ac:spMk id="4" creationId="{43B05374-7670-6D2B-B872-94DC3BBB9B90}"/>
          </ac:spMkLst>
        </pc:spChg>
        <pc:spChg chg="mod">
          <ac:chgData name="Feist, Ella" userId="992bbaf2-811d-42cb-a4d6-e7fc45e325e8" providerId="ADAL" clId="{A0741DA7-898F-4C16-9EBD-BB719830EF52}" dt="2025-05-28T07:58:34.787" v="498" actId="790"/>
          <ac:spMkLst>
            <pc:docMk/>
            <pc:sldMk cId="68401594" sldId="687"/>
            <ac:spMk id="9"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68401594" sldId="687"/>
            <ac:graphicFrameMk id="7" creationId="{C191BC27-BCE2-DBB2-2D51-B20EBF7C248C}"/>
          </ac:graphicFrameMkLst>
        </pc:graphicFrameChg>
      </pc:sldChg>
      <pc:sldChg chg="delSp modSp mod">
        <pc:chgData name="Feist, Ella" userId="992bbaf2-811d-42cb-a4d6-e7fc45e325e8" providerId="ADAL" clId="{A0741DA7-898F-4C16-9EBD-BB719830EF52}" dt="2025-05-28T07:58:34.787" v="498" actId="790"/>
        <pc:sldMkLst>
          <pc:docMk/>
          <pc:sldMk cId="3034569910" sldId="688"/>
        </pc:sldMkLst>
        <pc:spChg chg="mod">
          <ac:chgData name="Feist, Ella" userId="992bbaf2-811d-42cb-a4d6-e7fc45e325e8" providerId="ADAL" clId="{A0741DA7-898F-4C16-9EBD-BB719830EF52}" dt="2025-05-28T07:58:34.787" v="498" actId="790"/>
          <ac:spMkLst>
            <pc:docMk/>
            <pc:sldMk cId="3034569910" sldId="688"/>
            <ac:spMk id="4" creationId="{43B05374-7670-6D2B-B872-94DC3BBB9B90}"/>
          </ac:spMkLst>
        </pc:spChg>
        <pc:spChg chg="mod">
          <ac:chgData name="Feist, Ella" userId="992bbaf2-811d-42cb-a4d6-e7fc45e325e8" providerId="ADAL" clId="{A0741DA7-898F-4C16-9EBD-BB719830EF52}" dt="2025-05-28T07:58:34.787" v="498" actId="790"/>
          <ac:spMkLst>
            <pc:docMk/>
            <pc:sldMk cId="3034569910" sldId="688"/>
            <ac:spMk id="5" creationId="{BC7DD1C5-B307-98BF-841D-A953A5D8E910}"/>
          </ac:spMkLst>
        </pc:spChg>
        <pc:spChg chg="mod">
          <ac:chgData name="Feist, Ella" userId="992bbaf2-811d-42cb-a4d6-e7fc45e325e8" providerId="ADAL" clId="{A0741DA7-898F-4C16-9EBD-BB719830EF52}" dt="2025-05-28T07:58:34.787" v="498" actId="790"/>
          <ac:spMkLst>
            <pc:docMk/>
            <pc:sldMk cId="3034569910" sldId="688"/>
            <ac:spMk id="9"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3034569910" sldId="688"/>
            <ac:graphicFrameMk id="6" creationId="{131EE048-4BA9-7FDB-BAFA-1C47F49F5F01}"/>
          </ac:graphicFrameMkLst>
        </pc:graphicFrameChg>
      </pc:sldChg>
      <pc:sldChg chg="modSp mod">
        <pc:chgData name="Feist, Ella" userId="992bbaf2-811d-42cb-a4d6-e7fc45e325e8" providerId="ADAL" clId="{A0741DA7-898F-4C16-9EBD-BB719830EF52}" dt="2025-05-28T07:58:34.787" v="498" actId="790"/>
        <pc:sldMkLst>
          <pc:docMk/>
          <pc:sldMk cId="3224108231" sldId="689"/>
        </pc:sldMkLst>
        <pc:spChg chg="mod">
          <ac:chgData name="Feist, Ella" userId="992bbaf2-811d-42cb-a4d6-e7fc45e325e8" providerId="ADAL" clId="{A0741DA7-898F-4C16-9EBD-BB719830EF52}" dt="2025-05-28T07:58:34.787" v="498" actId="790"/>
          <ac:spMkLst>
            <pc:docMk/>
            <pc:sldMk cId="3224108231" sldId="689"/>
            <ac:spMk id="2" creationId="{9B216265-20B3-4E21-0750-856C400FF8AC}"/>
          </ac:spMkLst>
        </pc:spChg>
        <pc:spChg chg="mod">
          <ac:chgData name="Feist, Ella" userId="992bbaf2-811d-42cb-a4d6-e7fc45e325e8" providerId="ADAL" clId="{A0741DA7-898F-4C16-9EBD-BB719830EF52}" dt="2025-05-28T07:58:34.787" v="498" actId="790"/>
          <ac:spMkLst>
            <pc:docMk/>
            <pc:sldMk cId="3224108231" sldId="689"/>
            <ac:spMk id="4" creationId="{43B05374-7670-6D2B-B872-94DC3BBB9B90}"/>
          </ac:spMkLst>
        </pc:spChg>
        <pc:spChg chg="mod">
          <ac:chgData name="Feist, Ella" userId="992bbaf2-811d-42cb-a4d6-e7fc45e325e8" providerId="ADAL" clId="{A0741DA7-898F-4C16-9EBD-BB719830EF52}" dt="2025-05-28T07:58:34.787" v="498" actId="790"/>
          <ac:spMkLst>
            <pc:docMk/>
            <pc:sldMk cId="3224108231" sldId="689"/>
            <ac:spMk id="7" creationId="{2846BAB7-544D-784D-7722-14504F3A6A05}"/>
          </ac:spMkLst>
        </pc:spChg>
        <pc:spChg chg="mod">
          <ac:chgData name="Feist, Ella" userId="992bbaf2-811d-42cb-a4d6-e7fc45e325e8" providerId="ADAL" clId="{A0741DA7-898F-4C16-9EBD-BB719830EF52}" dt="2025-05-28T07:58:34.787" v="498" actId="790"/>
          <ac:spMkLst>
            <pc:docMk/>
            <pc:sldMk cId="3224108231" sldId="689"/>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3224108231" sldId="689"/>
            <ac:graphicFrameMk id="9" creationId="{2A563639-0633-2ABA-D634-3D03245817D4}"/>
          </ac:graphicFrameMkLst>
        </pc:graphicFrameChg>
      </pc:sldChg>
      <pc:sldChg chg="modSp mod">
        <pc:chgData name="Feist, Ella" userId="992bbaf2-811d-42cb-a4d6-e7fc45e325e8" providerId="ADAL" clId="{A0741DA7-898F-4C16-9EBD-BB719830EF52}" dt="2025-05-28T07:58:34.787" v="498" actId="790"/>
        <pc:sldMkLst>
          <pc:docMk/>
          <pc:sldMk cId="505310360" sldId="690"/>
        </pc:sldMkLst>
        <pc:spChg chg="mod">
          <ac:chgData name="Feist, Ella" userId="992bbaf2-811d-42cb-a4d6-e7fc45e325e8" providerId="ADAL" clId="{A0741DA7-898F-4C16-9EBD-BB719830EF52}" dt="2025-05-28T07:58:34.787" v="498" actId="790"/>
          <ac:spMkLst>
            <pc:docMk/>
            <pc:sldMk cId="505310360" sldId="690"/>
            <ac:spMk id="2" creationId="{A9A6FF77-D641-4417-92E7-11CC6238BF20}"/>
          </ac:spMkLst>
        </pc:spChg>
        <pc:spChg chg="mod">
          <ac:chgData name="Feist, Ella" userId="992bbaf2-811d-42cb-a4d6-e7fc45e325e8" providerId="ADAL" clId="{A0741DA7-898F-4C16-9EBD-BB719830EF52}" dt="2025-05-28T07:58:34.787" v="498" actId="790"/>
          <ac:spMkLst>
            <pc:docMk/>
            <pc:sldMk cId="505310360" sldId="690"/>
            <ac:spMk id="3" creationId="{28B387C5-604D-FB47-E83C-52D1C9FEA8A1}"/>
          </ac:spMkLst>
        </pc:spChg>
        <pc:spChg chg="mod">
          <ac:chgData name="Feist, Ella" userId="992bbaf2-811d-42cb-a4d6-e7fc45e325e8" providerId="ADAL" clId="{A0741DA7-898F-4C16-9EBD-BB719830EF52}" dt="2025-05-28T07:58:34.787" v="498" actId="790"/>
          <ac:spMkLst>
            <pc:docMk/>
            <pc:sldMk cId="505310360" sldId="690"/>
            <ac:spMk id="4" creationId="{14B3BBA4-4823-EE2E-61BF-7409CD12986F}"/>
          </ac:spMkLst>
        </pc:spChg>
        <pc:spChg chg="mod">
          <ac:chgData name="Feist, Ella" userId="992bbaf2-811d-42cb-a4d6-e7fc45e325e8" providerId="ADAL" clId="{A0741DA7-898F-4C16-9EBD-BB719830EF52}" dt="2025-05-28T07:58:34.787" v="498" actId="790"/>
          <ac:spMkLst>
            <pc:docMk/>
            <pc:sldMk cId="505310360" sldId="690"/>
            <ac:spMk id="5" creationId="{91A8ED3D-B755-43C9-BCB1-DCF495C0C9DB}"/>
          </ac:spMkLst>
        </pc:spChg>
        <pc:spChg chg="mod">
          <ac:chgData name="Feist, Ella" userId="992bbaf2-811d-42cb-a4d6-e7fc45e325e8" providerId="ADAL" clId="{A0741DA7-898F-4C16-9EBD-BB719830EF52}" dt="2025-05-28T07:58:34.787" v="498" actId="790"/>
          <ac:spMkLst>
            <pc:docMk/>
            <pc:sldMk cId="505310360" sldId="690"/>
            <ac:spMk id="7" creationId="{AD69B40A-E427-5AD8-656A-B2E76BE2EBBD}"/>
          </ac:spMkLst>
        </pc:spChg>
        <pc:spChg chg="mod">
          <ac:chgData name="Feist, Ella" userId="992bbaf2-811d-42cb-a4d6-e7fc45e325e8" providerId="ADAL" clId="{A0741DA7-898F-4C16-9EBD-BB719830EF52}" dt="2025-05-28T07:58:34.787" v="498" actId="790"/>
          <ac:spMkLst>
            <pc:docMk/>
            <pc:sldMk cId="505310360" sldId="690"/>
            <ac:spMk id="8" creationId="{2E8AD78D-BBF5-FD52-B22E-9ED65CA98825}"/>
          </ac:spMkLst>
        </pc:spChg>
        <pc:spChg chg="mod">
          <ac:chgData name="Feist, Ella" userId="992bbaf2-811d-42cb-a4d6-e7fc45e325e8" providerId="ADAL" clId="{A0741DA7-898F-4C16-9EBD-BB719830EF52}" dt="2025-05-28T07:58:34.787" v="498" actId="790"/>
          <ac:spMkLst>
            <pc:docMk/>
            <pc:sldMk cId="505310360" sldId="690"/>
            <ac:spMk id="9" creationId="{0E3360BB-DABA-754C-8419-996E2FB854D0}"/>
          </ac:spMkLst>
        </pc:spChg>
        <pc:spChg chg="mod">
          <ac:chgData name="Feist, Ella" userId="992bbaf2-811d-42cb-a4d6-e7fc45e325e8" providerId="ADAL" clId="{A0741DA7-898F-4C16-9EBD-BB719830EF52}" dt="2025-05-28T07:58:34.787" v="498" actId="790"/>
          <ac:spMkLst>
            <pc:docMk/>
            <pc:sldMk cId="505310360" sldId="690"/>
            <ac:spMk id="10" creationId="{203C5B25-6AAD-C920-00DA-ABFB0372AC9B}"/>
          </ac:spMkLst>
        </pc:spChg>
        <pc:spChg chg="mod">
          <ac:chgData name="Feist, Ella" userId="992bbaf2-811d-42cb-a4d6-e7fc45e325e8" providerId="ADAL" clId="{A0741DA7-898F-4C16-9EBD-BB719830EF52}" dt="2025-05-28T07:58:34.787" v="498" actId="790"/>
          <ac:spMkLst>
            <pc:docMk/>
            <pc:sldMk cId="505310360" sldId="690"/>
            <ac:spMk id="12" creationId="{B25E87D6-90DB-5EEC-D1D6-CE57A533E774}"/>
          </ac:spMkLst>
        </pc:spChg>
      </pc:sldChg>
      <pc:sldChg chg="modSp mod">
        <pc:chgData name="Feist, Ella" userId="992bbaf2-811d-42cb-a4d6-e7fc45e325e8" providerId="ADAL" clId="{A0741DA7-898F-4C16-9EBD-BB719830EF52}" dt="2025-05-28T07:58:34.787" v="498" actId="790"/>
        <pc:sldMkLst>
          <pc:docMk/>
          <pc:sldMk cId="315864957" sldId="693"/>
        </pc:sldMkLst>
        <pc:spChg chg="mod">
          <ac:chgData name="Feist, Ella" userId="992bbaf2-811d-42cb-a4d6-e7fc45e325e8" providerId="ADAL" clId="{A0741DA7-898F-4C16-9EBD-BB719830EF52}" dt="2025-05-28T07:58:34.787" v="498" actId="790"/>
          <ac:spMkLst>
            <pc:docMk/>
            <pc:sldMk cId="315864957" sldId="693"/>
            <ac:spMk id="2" creationId="{2F65FBAB-528F-75DC-F2B8-BE4DA21A2F10}"/>
          </ac:spMkLst>
        </pc:spChg>
        <pc:spChg chg="mod">
          <ac:chgData name="Feist, Ella" userId="992bbaf2-811d-42cb-a4d6-e7fc45e325e8" providerId="ADAL" clId="{A0741DA7-898F-4C16-9EBD-BB719830EF52}" dt="2025-05-28T07:58:34.787" v="498" actId="790"/>
          <ac:spMkLst>
            <pc:docMk/>
            <pc:sldMk cId="315864957" sldId="693"/>
            <ac:spMk id="4" creationId="{9ED32BBC-8A3B-5FB1-DB0F-B65F461BDA2D}"/>
          </ac:spMkLst>
        </pc:spChg>
      </pc:sldChg>
      <pc:sldChg chg="modSp mod">
        <pc:chgData name="Feist, Ella" userId="992bbaf2-811d-42cb-a4d6-e7fc45e325e8" providerId="ADAL" clId="{A0741DA7-898F-4C16-9EBD-BB719830EF52}" dt="2025-05-28T07:58:34.787" v="498" actId="790"/>
        <pc:sldMkLst>
          <pc:docMk/>
          <pc:sldMk cId="550561775" sldId="694"/>
        </pc:sldMkLst>
        <pc:spChg chg="mod">
          <ac:chgData name="Feist, Ella" userId="992bbaf2-811d-42cb-a4d6-e7fc45e325e8" providerId="ADAL" clId="{A0741DA7-898F-4C16-9EBD-BB719830EF52}" dt="2025-05-28T07:58:34.787" v="498" actId="790"/>
          <ac:spMkLst>
            <pc:docMk/>
            <pc:sldMk cId="550561775" sldId="694"/>
            <ac:spMk id="2" creationId="{A9A6FF77-D641-4417-92E7-11CC6238BF20}"/>
          </ac:spMkLst>
        </pc:spChg>
        <pc:spChg chg="mod">
          <ac:chgData name="Feist, Ella" userId="992bbaf2-811d-42cb-a4d6-e7fc45e325e8" providerId="ADAL" clId="{A0741DA7-898F-4C16-9EBD-BB719830EF52}" dt="2025-05-28T07:58:34.787" v="498" actId="790"/>
          <ac:spMkLst>
            <pc:docMk/>
            <pc:sldMk cId="550561775" sldId="694"/>
            <ac:spMk id="3" creationId="{5B333D97-A432-69E3-CBB3-0492E5FF183D}"/>
          </ac:spMkLst>
        </pc:spChg>
        <pc:spChg chg="mod">
          <ac:chgData name="Feist, Ella" userId="992bbaf2-811d-42cb-a4d6-e7fc45e325e8" providerId="ADAL" clId="{A0741DA7-898F-4C16-9EBD-BB719830EF52}" dt="2025-05-28T07:58:34.787" v="498" actId="790"/>
          <ac:spMkLst>
            <pc:docMk/>
            <pc:sldMk cId="550561775" sldId="694"/>
            <ac:spMk id="5" creationId="{91A8ED3D-B755-43C9-BCB1-DCF495C0C9DB}"/>
          </ac:spMkLst>
        </pc:spChg>
      </pc:sldChg>
      <pc:sldChg chg="modSp mod">
        <pc:chgData name="Feist, Ella" userId="992bbaf2-811d-42cb-a4d6-e7fc45e325e8" providerId="ADAL" clId="{A0741DA7-898F-4C16-9EBD-BB719830EF52}" dt="2025-05-28T07:58:34.787" v="498" actId="790"/>
        <pc:sldMkLst>
          <pc:docMk/>
          <pc:sldMk cId="1710956046" sldId="695"/>
        </pc:sldMkLst>
        <pc:spChg chg="mod">
          <ac:chgData name="Feist, Ella" userId="992bbaf2-811d-42cb-a4d6-e7fc45e325e8" providerId="ADAL" clId="{A0741DA7-898F-4C16-9EBD-BB719830EF52}" dt="2025-05-28T07:58:34.787" v="498" actId="790"/>
          <ac:spMkLst>
            <pc:docMk/>
            <pc:sldMk cId="1710956046" sldId="695"/>
            <ac:spMk id="2" creationId="{A9A6FF77-D641-4417-92E7-11CC6238BF20}"/>
          </ac:spMkLst>
        </pc:spChg>
        <pc:spChg chg="mod">
          <ac:chgData name="Feist, Ella" userId="992bbaf2-811d-42cb-a4d6-e7fc45e325e8" providerId="ADAL" clId="{A0741DA7-898F-4C16-9EBD-BB719830EF52}" dt="2025-05-28T07:58:34.787" v="498" actId="790"/>
          <ac:spMkLst>
            <pc:docMk/>
            <pc:sldMk cId="1710956046" sldId="695"/>
            <ac:spMk id="3" creationId="{9ED91D17-F048-43E5-E308-3F8716B1F537}"/>
          </ac:spMkLst>
        </pc:spChg>
        <pc:spChg chg="mod">
          <ac:chgData name="Feist, Ella" userId="992bbaf2-811d-42cb-a4d6-e7fc45e325e8" providerId="ADAL" clId="{A0741DA7-898F-4C16-9EBD-BB719830EF52}" dt="2025-05-28T07:58:34.787" v="498" actId="790"/>
          <ac:spMkLst>
            <pc:docMk/>
            <pc:sldMk cId="1710956046" sldId="695"/>
            <ac:spMk id="5" creationId="{91A8ED3D-B755-43C9-BCB1-DCF495C0C9DB}"/>
          </ac:spMkLst>
        </pc:spChg>
      </pc:sldChg>
      <pc:sldChg chg="modSp mod">
        <pc:chgData name="Feist, Ella" userId="992bbaf2-811d-42cb-a4d6-e7fc45e325e8" providerId="ADAL" clId="{A0741DA7-898F-4C16-9EBD-BB719830EF52}" dt="2025-05-28T07:58:34.787" v="498" actId="790"/>
        <pc:sldMkLst>
          <pc:docMk/>
          <pc:sldMk cId="3188967361" sldId="696"/>
        </pc:sldMkLst>
        <pc:spChg chg="mod">
          <ac:chgData name="Feist, Ella" userId="992bbaf2-811d-42cb-a4d6-e7fc45e325e8" providerId="ADAL" clId="{A0741DA7-898F-4C16-9EBD-BB719830EF52}" dt="2025-05-28T07:58:34.787" v="498" actId="790"/>
          <ac:spMkLst>
            <pc:docMk/>
            <pc:sldMk cId="3188967361" sldId="696"/>
            <ac:spMk id="2" creationId="{A9A6FF77-D641-4417-92E7-11CC6238BF20}"/>
          </ac:spMkLst>
        </pc:spChg>
        <pc:spChg chg="mod">
          <ac:chgData name="Feist, Ella" userId="992bbaf2-811d-42cb-a4d6-e7fc45e325e8" providerId="ADAL" clId="{A0741DA7-898F-4C16-9EBD-BB719830EF52}" dt="2025-05-28T07:58:34.787" v="498" actId="790"/>
          <ac:spMkLst>
            <pc:docMk/>
            <pc:sldMk cId="3188967361" sldId="696"/>
            <ac:spMk id="3" creationId="{9DC383EC-849A-3136-A7BF-E065C34204CC}"/>
          </ac:spMkLst>
        </pc:spChg>
        <pc:spChg chg="mod">
          <ac:chgData name="Feist, Ella" userId="992bbaf2-811d-42cb-a4d6-e7fc45e325e8" providerId="ADAL" clId="{A0741DA7-898F-4C16-9EBD-BB719830EF52}" dt="2025-05-28T07:58:34.787" v="498" actId="790"/>
          <ac:spMkLst>
            <pc:docMk/>
            <pc:sldMk cId="3188967361" sldId="696"/>
            <ac:spMk id="5" creationId="{91A8ED3D-B755-43C9-BCB1-DCF495C0C9DB}"/>
          </ac:spMkLst>
        </pc:spChg>
        <pc:spChg chg="mod">
          <ac:chgData name="Feist, Ella" userId="992bbaf2-811d-42cb-a4d6-e7fc45e325e8" providerId="ADAL" clId="{A0741DA7-898F-4C16-9EBD-BB719830EF52}" dt="2025-05-28T07:58:34.787" v="498" actId="790"/>
          <ac:spMkLst>
            <pc:docMk/>
            <pc:sldMk cId="3188967361" sldId="696"/>
            <ac:spMk id="8" creationId="{398985E0-8F69-4558-3F8C-E910E80E10CF}"/>
          </ac:spMkLst>
        </pc:spChg>
      </pc:sldChg>
      <pc:sldChg chg="addSp delSp modSp mod chgLayout">
        <pc:chgData name="Feist, Ella" userId="992bbaf2-811d-42cb-a4d6-e7fc45e325e8" providerId="ADAL" clId="{A0741DA7-898F-4C16-9EBD-BB719830EF52}" dt="2025-05-28T07:58:34.787" v="498" actId="790"/>
        <pc:sldMkLst>
          <pc:docMk/>
          <pc:sldMk cId="1716856623" sldId="715"/>
        </pc:sldMkLst>
        <pc:spChg chg="mod ord">
          <ac:chgData name="Feist, Ella" userId="992bbaf2-811d-42cb-a4d6-e7fc45e325e8" providerId="ADAL" clId="{A0741DA7-898F-4C16-9EBD-BB719830EF52}" dt="2025-05-28T07:58:34.787" v="498" actId="790"/>
          <ac:spMkLst>
            <pc:docMk/>
            <pc:sldMk cId="1716856623" sldId="715"/>
            <ac:spMk id="2" creationId="{D7EC235F-614F-714E-A97F-4FF50EFF14FD}"/>
          </ac:spMkLst>
        </pc:spChg>
        <pc:spChg chg="mod ord">
          <ac:chgData name="Feist, Ella" userId="992bbaf2-811d-42cb-a4d6-e7fc45e325e8" providerId="ADAL" clId="{A0741DA7-898F-4C16-9EBD-BB719830EF52}" dt="2025-05-28T07:58:34.787" v="498" actId="790"/>
          <ac:spMkLst>
            <pc:docMk/>
            <pc:sldMk cId="1716856623" sldId="715"/>
            <ac:spMk id="4" creationId="{E9C5A723-C0B1-124B-8CB6-AA3105C9A4E6}"/>
          </ac:spMkLst>
        </pc:spChg>
        <pc:spChg chg="mod ord">
          <ac:chgData name="Feist, Ella" userId="992bbaf2-811d-42cb-a4d6-e7fc45e325e8" providerId="ADAL" clId="{A0741DA7-898F-4C16-9EBD-BB719830EF52}" dt="2025-05-28T07:58:34.787" v="498" actId="790"/>
          <ac:spMkLst>
            <pc:docMk/>
            <pc:sldMk cId="1716856623" sldId="715"/>
            <ac:spMk id="5" creationId="{21555AEC-0FC2-C203-ABF9-CE4EE2F3A85F}"/>
          </ac:spMkLst>
        </pc:spChg>
      </pc:sldChg>
      <pc:sldChg chg="modSp mod">
        <pc:chgData name="Feist, Ella" userId="992bbaf2-811d-42cb-a4d6-e7fc45e325e8" providerId="ADAL" clId="{A0741DA7-898F-4C16-9EBD-BB719830EF52}" dt="2025-05-28T07:58:34.787" v="498" actId="790"/>
        <pc:sldMkLst>
          <pc:docMk/>
          <pc:sldMk cId="1475820946" sldId="717"/>
        </pc:sldMkLst>
        <pc:spChg chg="mod">
          <ac:chgData name="Feist, Ella" userId="992bbaf2-811d-42cb-a4d6-e7fc45e325e8" providerId="ADAL" clId="{A0741DA7-898F-4C16-9EBD-BB719830EF52}" dt="2025-05-28T07:58:34.787" v="498" actId="790"/>
          <ac:spMkLst>
            <pc:docMk/>
            <pc:sldMk cId="1475820946" sldId="717"/>
            <ac:spMk id="2" creationId="{A9A6FF77-D641-4417-92E7-11CC6238BF20}"/>
          </ac:spMkLst>
        </pc:spChg>
        <pc:spChg chg="mod">
          <ac:chgData name="Feist, Ella" userId="992bbaf2-811d-42cb-a4d6-e7fc45e325e8" providerId="ADAL" clId="{A0741DA7-898F-4C16-9EBD-BB719830EF52}" dt="2025-05-28T07:58:34.787" v="498" actId="790"/>
          <ac:spMkLst>
            <pc:docMk/>
            <pc:sldMk cId="1475820946" sldId="717"/>
            <ac:spMk id="5" creationId="{91A8ED3D-B755-43C9-BCB1-DCF495C0C9DB}"/>
          </ac:spMkLst>
        </pc:spChg>
        <pc:spChg chg="mod">
          <ac:chgData name="Feist, Ella" userId="992bbaf2-811d-42cb-a4d6-e7fc45e325e8" providerId="ADAL" clId="{A0741DA7-898F-4C16-9EBD-BB719830EF52}" dt="2025-05-28T07:58:34.787" v="498" actId="790"/>
          <ac:spMkLst>
            <pc:docMk/>
            <pc:sldMk cId="1475820946" sldId="717"/>
            <ac:spMk id="6" creationId="{591E7A43-1DFE-6FBE-1F10-108CFD6D81D9}"/>
          </ac:spMkLst>
        </pc:spChg>
        <pc:spChg chg="mod">
          <ac:chgData name="Feist, Ella" userId="992bbaf2-811d-42cb-a4d6-e7fc45e325e8" providerId="ADAL" clId="{A0741DA7-898F-4C16-9EBD-BB719830EF52}" dt="2025-05-28T07:58:34.787" v="498" actId="790"/>
          <ac:spMkLst>
            <pc:docMk/>
            <pc:sldMk cId="1475820946" sldId="717"/>
            <ac:spMk id="20" creationId="{A4A6013C-2A03-1DEC-C9BF-5098FCBD77EB}"/>
          </ac:spMkLst>
        </pc:spChg>
        <pc:graphicFrameChg chg="mod modGraphic">
          <ac:chgData name="Feist, Ella" userId="992bbaf2-811d-42cb-a4d6-e7fc45e325e8" providerId="ADAL" clId="{A0741DA7-898F-4C16-9EBD-BB719830EF52}" dt="2025-05-28T07:58:34.787" v="498" actId="790"/>
          <ac:graphicFrameMkLst>
            <pc:docMk/>
            <pc:sldMk cId="1475820946" sldId="717"/>
            <ac:graphicFrameMk id="7" creationId="{75F1CE4F-E4C0-CA5F-460D-600C34C6F322}"/>
          </ac:graphicFrameMkLst>
        </pc:graphicFrameChg>
      </pc:sldChg>
      <pc:sldChg chg="modSp mod">
        <pc:chgData name="Feist, Ella" userId="992bbaf2-811d-42cb-a4d6-e7fc45e325e8" providerId="ADAL" clId="{A0741DA7-898F-4C16-9EBD-BB719830EF52}" dt="2025-05-28T07:58:34.787" v="498" actId="790"/>
        <pc:sldMkLst>
          <pc:docMk/>
          <pc:sldMk cId="3975524336" sldId="718"/>
        </pc:sldMkLst>
        <pc:spChg chg="mod">
          <ac:chgData name="Feist, Ella" userId="992bbaf2-811d-42cb-a4d6-e7fc45e325e8" providerId="ADAL" clId="{A0741DA7-898F-4C16-9EBD-BB719830EF52}" dt="2025-05-28T07:58:34.787" v="498" actId="790"/>
          <ac:spMkLst>
            <pc:docMk/>
            <pc:sldMk cId="3975524336" sldId="718"/>
            <ac:spMk id="2" creationId="{A9A6FF77-D641-4417-92E7-11CC6238BF20}"/>
          </ac:spMkLst>
        </pc:spChg>
        <pc:spChg chg="mod">
          <ac:chgData name="Feist, Ella" userId="992bbaf2-811d-42cb-a4d6-e7fc45e325e8" providerId="ADAL" clId="{A0741DA7-898F-4C16-9EBD-BB719830EF52}" dt="2025-05-28T07:58:34.787" v="498" actId="790"/>
          <ac:spMkLst>
            <pc:docMk/>
            <pc:sldMk cId="3975524336" sldId="718"/>
            <ac:spMk id="5" creationId="{91A8ED3D-B755-43C9-BCB1-DCF495C0C9DB}"/>
          </ac:spMkLst>
        </pc:spChg>
        <pc:spChg chg="mod">
          <ac:chgData name="Feist, Ella" userId="992bbaf2-811d-42cb-a4d6-e7fc45e325e8" providerId="ADAL" clId="{A0741DA7-898F-4C16-9EBD-BB719830EF52}" dt="2025-05-28T07:58:34.787" v="498" actId="790"/>
          <ac:spMkLst>
            <pc:docMk/>
            <pc:sldMk cId="3975524336" sldId="718"/>
            <ac:spMk id="6" creationId="{B54DA545-F825-B1FC-8CE5-63A428A8FF11}"/>
          </ac:spMkLst>
        </pc:spChg>
        <pc:spChg chg="mod">
          <ac:chgData name="Feist, Ella" userId="992bbaf2-811d-42cb-a4d6-e7fc45e325e8" providerId="ADAL" clId="{A0741DA7-898F-4C16-9EBD-BB719830EF52}" dt="2025-05-28T07:58:34.787" v="498" actId="790"/>
          <ac:spMkLst>
            <pc:docMk/>
            <pc:sldMk cId="3975524336" sldId="718"/>
            <ac:spMk id="20" creationId="{80C6B120-1EF5-8ADB-CF11-123A037AA699}"/>
          </ac:spMkLst>
        </pc:spChg>
        <pc:graphicFrameChg chg="mod modGraphic">
          <ac:chgData name="Feist, Ella" userId="992bbaf2-811d-42cb-a4d6-e7fc45e325e8" providerId="ADAL" clId="{A0741DA7-898F-4C16-9EBD-BB719830EF52}" dt="2025-05-28T07:58:34.787" v="498" actId="790"/>
          <ac:graphicFrameMkLst>
            <pc:docMk/>
            <pc:sldMk cId="3975524336" sldId="718"/>
            <ac:graphicFrameMk id="3" creationId="{612228E6-9CA7-CB27-54DA-A25AB4654E22}"/>
          </ac:graphicFrameMkLst>
        </pc:graphicFrameChg>
      </pc:sldChg>
      <pc:sldChg chg="modSp mod modNotesTx">
        <pc:chgData name="Feist, Ella" userId="992bbaf2-811d-42cb-a4d6-e7fc45e325e8" providerId="ADAL" clId="{A0741DA7-898F-4C16-9EBD-BB719830EF52}" dt="2025-05-28T07:58:34.787" v="498" actId="790"/>
        <pc:sldMkLst>
          <pc:docMk/>
          <pc:sldMk cId="1256996960" sldId="719"/>
        </pc:sldMkLst>
        <pc:spChg chg="mod">
          <ac:chgData name="Feist, Ella" userId="992bbaf2-811d-42cb-a4d6-e7fc45e325e8" providerId="ADAL" clId="{A0741DA7-898F-4C16-9EBD-BB719830EF52}" dt="2025-05-28T07:58:34.787" v="498" actId="790"/>
          <ac:spMkLst>
            <pc:docMk/>
            <pc:sldMk cId="1256996960" sldId="719"/>
            <ac:spMk id="2" creationId="{A9A6FF77-D641-4417-92E7-11CC6238BF20}"/>
          </ac:spMkLst>
        </pc:spChg>
        <pc:spChg chg="mod">
          <ac:chgData name="Feist, Ella" userId="992bbaf2-811d-42cb-a4d6-e7fc45e325e8" providerId="ADAL" clId="{A0741DA7-898F-4C16-9EBD-BB719830EF52}" dt="2025-05-28T07:58:34.787" v="498" actId="790"/>
          <ac:spMkLst>
            <pc:docMk/>
            <pc:sldMk cId="1256996960" sldId="719"/>
            <ac:spMk id="3" creationId="{E640FB08-8EB5-E217-E91C-401A5AA86916}"/>
          </ac:spMkLst>
        </pc:spChg>
        <pc:spChg chg="mod">
          <ac:chgData name="Feist, Ella" userId="992bbaf2-811d-42cb-a4d6-e7fc45e325e8" providerId="ADAL" clId="{A0741DA7-898F-4C16-9EBD-BB719830EF52}" dt="2025-05-28T07:58:34.787" v="498" actId="790"/>
          <ac:spMkLst>
            <pc:docMk/>
            <pc:sldMk cId="1256996960" sldId="719"/>
            <ac:spMk id="5" creationId="{91A8ED3D-B755-43C9-BCB1-DCF495C0C9DB}"/>
          </ac:spMkLst>
        </pc:spChg>
        <pc:spChg chg="mod">
          <ac:chgData name="Feist, Ella" userId="992bbaf2-811d-42cb-a4d6-e7fc45e325e8" providerId="ADAL" clId="{A0741DA7-898F-4C16-9EBD-BB719830EF52}" dt="2025-05-28T07:58:34.787" v="498" actId="790"/>
          <ac:spMkLst>
            <pc:docMk/>
            <pc:sldMk cId="1256996960" sldId="719"/>
            <ac:spMk id="7" creationId="{8BA5390B-A3BE-C400-94D2-4FB28D749D12}"/>
          </ac:spMkLst>
        </pc:spChg>
        <pc:graphicFrameChg chg="mod modGraphic">
          <ac:chgData name="Feist, Ella" userId="992bbaf2-811d-42cb-a4d6-e7fc45e325e8" providerId="ADAL" clId="{A0741DA7-898F-4C16-9EBD-BB719830EF52}" dt="2025-05-28T07:58:34.787" v="498" actId="790"/>
          <ac:graphicFrameMkLst>
            <pc:docMk/>
            <pc:sldMk cId="1256996960" sldId="719"/>
            <ac:graphicFrameMk id="6" creationId="{76EDC389-3376-D6DE-EA08-095892BD0937}"/>
          </ac:graphicFrameMkLst>
        </pc:graphicFrameChg>
      </pc:sldChg>
      <pc:sldChg chg="delSp modSp mod modNotesTx">
        <pc:chgData name="Feist, Ella" userId="992bbaf2-811d-42cb-a4d6-e7fc45e325e8" providerId="ADAL" clId="{A0741DA7-898F-4C16-9EBD-BB719830EF52}" dt="2025-05-28T07:58:34.787" v="498" actId="790"/>
        <pc:sldMkLst>
          <pc:docMk/>
          <pc:sldMk cId="3682530124" sldId="720"/>
        </pc:sldMkLst>
        <pc:spChg chg="mod">
          <ac:chgData name="Feist, Ella" userId="992bbaf2-811d-42cb-a4d6-e7fc45e325e8" providerId="ADAL" clId="{A0741DA7-898F-4C16-9EBD-BB719830EF52}" dt="2025-05-28T07:58:34.787" v="498" actId="790"/>
          <ac:spMkLst>
            <pc:docMk/>
            <pc:sldMk cId="3682530124" sldId="720"/>
            <ac:spMk id="2" creationId="{A9A6FF77-D641-4417-92E7-11CC6238BF20}"/>
          </ac:spMkLst>
        </pc:spChg>
        <pc:spChg chg="mod">
          <ac:chgData name="Feist, Ella" userId="992bbaf2-811d-42cb-a4d6-e7fc45e325e8" providerId="ADAL" clId="{A0741DA7-898F-4C16-9EBD-BB719830EF52}" dt="2025-05-28T07:58:34.787" v="498" actId="790"/>
          <ac:spMkLst>
            <pc:docMk/>
            <pc:sldMk cId="3682530124" sldId="720"/>
            <ac:spMk id="3" creationId="{B03DEFD0-3428-728E-6C89-D986C952870D}"/>
          </ac:spMkLst>
        </pc:spChg>
        <pc:spChg chg="mod">
          <ac:chgData name="Feist, Ella" userId="992bbaf2-811d-42cb-a4d6-e7fc45e325e8" providerId="ADAL" clId="{A0741DA7-898F-4C16-9EBD-BB719830EF52}" dt="2025-05-28T07:58:34.787" v="498" actId="790"/>
          <ac:spMkLst>
            <pc:docMk/>
            <pc:sldMk cId="3682530124" sldId="720"/>
            <ac:spMk id="7" creationId="{8BA5390B-A3BE-C400-94D2-4FB28D749D12}"/>
          </ac:spMkLst>
        </pc:spChg>
        <pc:graphicFrameChg chg="mod modGraphic">
          <ac:chgData name="Feist, Ella" userId="992bbaf2-811d-42cb-a4d6-e7fc45e325e8" providerId="ADAL" clId="{A0741DA7-898F-4C16-9EBD-BB719830EF52}" dt="2025-05-28T07:58:34.787" v="498" actId="790"/>
          <ac:graphicFrameMkLst>
            <pc:docMk/>
            <pc:sldMk cId="3682530124" sldId="720"/>
            <ac:graphicFrameMk id="6" creationId="{EBBE5096-E761-49BA-974F-72028FFE4210}"/>
          </ac:graphicFrameMkLst>
        </pc:graphicFrameChg>
      </pc:sldChg>
      <pc:sldChg chg="modSp mod">
        <pc:chgData name="Feist, Ella" userId="992bbaf2-811d-42cb-a4d6-e7fc45e325e8" providerId="ADAL" clId="{A0741DA7-898F-4C16-9EBD-BB719830EF52}" dt="2025-05-28T07:58:34.787" v="498" actId="790"/>
        <pc:sldMkLst>
          <pc:docMk/>
          <pc:sldMk cId="1118464420" sldId="721"/>
        </pc:sldMkLst>
        <pc:spChg chg="mod">
          <ac:chgData name="Feist, Ella" userId="992bbaf2-811d-42cb-a4d6-e7fc45e325e8" providerId="ADAL" clId="{A0741DA7-898F-4C16-9EBD-BB719830EF52}" dt="2025-05-28T07:58:34.787" v="498" actId="790"/>
          <ac:spMkLst>
            <pc:docMk/>
            <pc:sldMk cId="1118464420" sldId="721"/>
            <ac:spMk id="2" creationId="{9B216265-20B3-4E21-0750-856C400FF8AC}"/>
          </ac:spMkLst>
        </pc:spChg>
        <pc:spChg chg="mod">
          <ac:chgData name="Feist, Ella" userId="992bbaf2-811d-42cb-a4d6-e7fc45e325e8" providerId="ADAL" clId="{A0741DA7-898F-4C16-9EBD-BB719830EF52}" dt="2025-05-28T07:58:34.787" v="498" actId="790"/>
          <ac:spMkLst>
            <pc:docMk/>
            <pc:sldMk cId="1118464420" sldId="721"/>
            <ac:spMk id="4" creationId="{43B05374-7670-6D2B-B872-94DC3BBB9B90}"/>
          </ac:spMkLst>
        </pc:spChg>
        <pc:spChg chg="mod">
          <ac:chgData name="Feist, Ella" userId="992bbaf2-811d-42cb-a4d6-e7fc45e325e8" providerId="ADAL" clId="{A0741DA7-898F-4C16-9EBD-BB719830EF52}" dt="2025-05-28T07:58:34.787" v="498" actId="790"/>
          <ac:spMkLst>
            <pc:docMk/>
            <pc:sldMk cId="1118464420" sldId="721"/>
            <ac:spMk id="7" creationId="{7263AE84-219F-DB12-FCAA-851AF94B3CC6}"/>
          </ac:spMkLst>
        </pc:spChg>
        <pc:spChg chg="mod">
          <ac:chgData name="Feist, Ella" userId="992bbaf2-811d-42cb-a4d6-e7fc45e325e8" providerId="ADAL" clId="{A0741DA7-898F-4C16-9EBD-BB719830EF52}" dt="2025-05-28T07:58:34.787" v="498" actId="790"/>
          <ac:spMkLst>
            <pc:docMk/>
            <pc:sldMk cId="1118464420" sldId="721"/>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1118464420" sldId="721"/>
            <ac:graphicFrameMk id="9" creationId="{B4150DE5-CEF7-BD66-07B4-83D2A4571A59}"/>
          </ac:graphicFrameMkLst>
        </pc:graphicFrameChg>
      </pc:sldChg>
      <pc:sldChg chg="modSp mod">
        <pc:chgData name="Feist, Ella" userId="992bbaf2-811d-42cb-a4d6-e7fc45e325e8" providerId="ADAL" clId="{A0741DA7-898F-4C16-9EBD-BB719830EF52}" dt="2025-05-28T07:58:34.787" v="498" actId="790"/>
        <pc:sldMkLst>
          <pc:docMk/>
          <pc:sldMk cId="1725716326" sldId="722"/>
        </pc:sldMkLst>
        <pc:spChg chg="mod">
          <ac:chgData name="Feist, Ella" userId="992bbaf2-811d-42cb-a4d6-e7fc45e325e8" providerId="ADAL" clId="{A0741DA7-898F-4C16-9EBD-BB719830EF52}" dt="2025-05-28T07:58:34.787" v="498" actId="790"/>
          <ac:spMkLst>
            <pc:docMk/>
            <pc:sldMk cId="1725716326" sldId="722"/>
            <ac:spMk id="2" creationId="{3D75FB6E-EAF7-56DB-418A-97D1E979AB0B}"/>
          </ac:spMkLst>
        </pc:spChg>
        <pc:spChg chg="mod">
          <ac:chgData name="Feist, Ella" userId="992bbaf2-811d-42cb-a4d6-e7fc45e325e8" providerId="ADAL" clId="{A0741DA7-898F-4C16-9EBD-BB719830EF52}" dt="2025-05-28T07:58:34.787" v="498" actId="790"/>
          <ac:spMkLst>
            <pc:docMk/>
            <pc:sldMk cId="1725716326" sldId="722"/>
            <ac:spMk id="3" creationId="{DACA6190-E64A-C0F0-1ADC-8537BBFF9985}"/>
          </ac:spMkLst>
        </pc:spChg>
      </pc:sldChg>
      <pc:sldChg chg="modSp mod">
        <pc:chgData name="Feist, Ella" userId="992bbaf2-811d-42cb-a4d6-e7fc45e325e8" providerId="ADAL" clId="{A0741DA7-898F-4C16-9EBD-BB719830EF52}" dt="2025-05-28T07:58:34.787" v="498" actId="790"/>
        <pc:sldMkLst>
          <pc:docMk/>
          <pc:sldMk cId="3024477414" sldId="1197"/>
        </pc:sldMkLst>
        <pc:spChg chg="mod">
          <ac:chgData name="Feist, Ella" userId="992bbaf2-811d-42cb-a4d6-e7fc45e325e8" providerId="ADAL" clId="{A0741DA7-898F-4C16-9EBD-BB719830EF52}" dt="2025-05-28T07:58:34.787" v="498" actId="790"/>
          <ac:spMkLst>
            <pc:docMk/>
            <pc:sldMk cId="3024477414" sldId="1197"/>
            <ac:spMk id="2" creationId="{8E972EE5-4E97-E80A-6FDF-14EEFD7E8B2F}"/>
          </ac:spMkLst>
        </pc:spChg>
        <pc:spChg chg="mod">
          <ac:chgData name="Feist, Ella" userId="992bbaf2-811d-42cb-a4d6-e7fc45e325e8" providerId="ADAL" clId="{A0741DA7-898F-4C16-9EBD-BB719830EF52}" dt="2025-05-28T07:58:34.787" v="498" actId="790"/>
          <ac:spMkLst>
            <pc:docMk/>
            <pc:sldMk cId="3024477414" sldId="1197"/>
            <ac:spMk id="4" creationId="{441B5810-8C67-B742-B639-848419728702}"/>
          </ac:spMkLst>
        </pc:spChg>
        <pc:graphicFrameChg chg="mod modGraphic">
          <ac:chgData name="Feist, Ella" userId="992bbaf2-811d-42cb-a4d6-e7fc45e325e8" providerId="ADAL" clId="{A0741DA7-898F-4C16-9EBD-BB719830EF52}" dt="2025-05-28T07:58:34.787" v="498" actId="790"/>
          <ac:graphicFrameMkLst>
            <pc:docMk/>
            <pc:sldMk cId="3024477414" sldId="1197"/>
            <ac:graphicFrameMk id="3" creationId="{9C46BCAD-FE68-831A-5041-D3EB2643935B}"/>
          </ac:graphicFrameMkLst>
        </pc:graphicFrameChg>
      </pc:sldChg>
      <pc:sldChg chg="modSp mod modClrScheme chgLayout">
        <pc:chgData name="Feist, Ella" userId="992bbaf2-811d-42cb-a4d6-e7fc45e325e8" providerId="ADAL" clId="{A0741DA7-898F-4C16-9EBD-BB719830EF52}" dt="2025-05-28T07:58:34.787" v="498" actId="790"/>
        <pc:sldMkLst>
          <pc:docMk/>
          <pc:sldMk cId="2800211862" sldId="1198"/>
        </pc:sldMkLst>
        <pc:spChg chg="mod ord">
          <ac:chgData name="Feist, Ella" userId="992bbaf2-811d-42cb-a4d6-e7fc45e325e8" providerId="ADAL" clId="{A0741DA7-898F-4C16-9EBD-BB719830EF52}" dt="2025-05-28T07:58:34.787" v="498" actId="790"/>
          <ac:spMkLst>
            <pc:docMk/>
            <pc:sldMk cId="2800211862" sldId="1198"/>
            <ac:spMk id="4" creationId="{00000000-0000-0000-0000-000000000000}"/>
          </ac:spMkLst>
        </pc:spChg>
        <pc:spChg chg="mod ord">
          <ac:chgData name="Feist, Ella" userId="992bbaf2-811d-42cb-a4d6-e7fc45e325e8" providerId="ADAL" clId="{A0741DA7-898F-4C16-9EBD-BB719830EF52}" dt="2025-05-28T07:58:34.787" v="498" actId="790"/>
          <ac:spMkLst>
            <pc:docMk/>
            <pc:sldMk cId="2800211862" sldId="1198"/>
            <ac:spMk id="6" creationId="{00000000-0000-0000-0000-000000000000}"/>
          </ac:spMkLst>
        </pc:spChg>
      </pc:sldChg>
      <pc:sldChg chg="modSp mod">
        <pc:chgData name="Feist, Ella" userId="992bbaf2-811d-42cb-a4d6-e7fc45e325e8" providerId="ADAL" clId="{A0741DA7-898F-4C16-9EBD-BB719830EF52}" dt="2025-05-28T07:58:34.787" v="498" actId="790"/>
        <pc:sldMkLst>
          <pc:docMk/>
          <pc:sldMk cId="291304101" sldId="1199"/>
        </pc:sldMkLst>
        <pc:spChg chg="mod">
          <ac:chgData name="Feist, Ella" userId="992bbaf2-811d-42cb-a4d6-e7fc45e325e8" providerId="ADAL" clId="{A0741DA7-898F-4C16-9EBD-BB719830EF52}" dt="2025-05-28T07:58:34.787" v="498" actId="790"/>
          <ac:spMkLst>
            <pc:docMk/>
            <pc:sldMk cId="291304101" sldId="1199"/>
            <ac:spMk id="3" creationId="{5563D2A9-0DB3-4842-AA44-65D27AA84FC4}"/>
          </ac:spMkLst>
        </pc:spChg>
        <pc:spChg chg="mod">
          <ac:chgData name="Feist, Ella" userId="992bbaf2-811d-42cb-a4d6-e7fc45e325e8" providerId="ADAL" clId="{A0741DA7-898F-4C16-9EBD-BB719830EF52}" dt="2025-05-28T07:58:34.787" v="498" actId="790"/>
          <ac:spMkLst>
            <pc:docMk/>
            <pc:sldMk cId="291304101" sldId="1199"/>
            <ac:spMk id="4" creationId="{9ED32BBC-8A3B-5FB1-DB0F-B65F461BDA2D}"/>
          </ac:spMkLst>
        </pc:spChg>
      </pc:sldChg>
      <pc:sldChg chg="modSp mod">
        <pc:chgData name="Feist, Ella" userId="992bbaf2-811d-42cb-a4d6-e7fc45e325e8" providerId="ADAL" clId="{A0741DA7-898F-4C16-9EBD-BB719830EF52}" dt="2025-05-28T07:58:34.787" v="498" actId="790"/>
        <pc:sldMkLst>
          <pc:docMk/>
          <pc:sldMk cId="1816838298" sldId="1200"/>
        </pc:sldMkLst>
        <pc:spChg chg="mod">
          <ac:chgData name="Feist, Ella" userId="992bbaf2-811d-42cb-a4d6-e7fc45e325e8" providerId="ADAL" clId="{A0741DA7-898F-4C16-9EBD-BB719830EF52}" dt="2025-05-28T07:58:34.787" v="498" actId="790"/>
          <ac:spMkLst>
            <pc:docMk/>
            <pc:sldMk cId="1816838298" sldId="1200"/>
            <ac:spMk id="2" creationId="{A9A6FF77-D641-4417-92E7-11CC6238BF20}"/>
          </ac:spMkLst>
        </pc:spChg>
        <pc:spChg chg="mod">
          <ac:chgData name="Feist, Ella" userId="992bbaf2-811d-42cb-a4d6-e7fc45e325e8" providerId="ADAL" clId="{A0741DA7-898F-4C16-9EBD-BB719830EF52}" dt="2025-05-28T07:58:34.787" v="498" actId="790"/>
          <ac:spMkLst>
            <pc:docMk/>
            <pc:sldMk cId="1816838298" sldId="1200"/>
            <ac:spMk id="3" creationId="{FF786F39-0EE6-DC40-C9AA-D0C2B6DA2A52}"/>
          </ac:spMkLst>
        </pc:spChg>
        <pc:spChg chg="mod">
          <ac:chgData name="Feist, Ella" userId="992bbaf2-811d-42cb-a4d6-e7fc45e325e8" providerId="ADAL" clId="{A0741DA7-898F-4C16-9EBD-BB719830EF52}" dt="2025-05-28T07:58:34.787" v="498" actId="790"/>
          <ac:spMkLst>
            <pc:docMk/>
            <pc:sldMk cId="1816838298" sldId="1200"/>
            <ac:spMk id="4" creationId="{071E2198-CAF6-8844-FDAB-16FE7AB5EC5C}"/>
          </ac:spMkLst>
        </pc:spChg>
        <pc:spChg chg="mod">
          <ac:chgData name="Feist, Ella" userId="992bbaf2-811d-42cb-a4d6-e7fc45e325e8" providerId="ADAL" clId="{A0741DA7-898F-4C16-9EBD-BB719830EF52}" dt="2025-05-28T07:58:34.787" v="498" actId="790"/>
          <ac:spMkLst>
            <pc:docMk/>
            <pc:sldMk cId="1816838298" sldId="1200"/>
            <ac:spMk id="5" creationId="{91A8ED3D-B755-43C9-BCB1-DCF495C0C9DB}"/>
          </ac:spMkLst>
        </pc:spChg>
        <pc:spChg chg="mod">
          <ac:chgData name="Feist, Ella" userId="992bbaf2-811d-42cb-a4d6-e7fc45e325e8" providerId="ADAL" clId="{A0741DA7-898F-4C16-9EBD-BB719830EF52}" dt="2025-05-28T07:58:34.787" v="498" actId="790"/>
          <ac:spMkLst>
            <pc:docMk/>
            <pc:sldMk cId="1816838298" sldId="1200"/>
            <ac:spMk id="7" creationId="{BDFEFD15-9F2B-B719-2C2F-3BFD7F83C0E4}"/>
          </ac:spMkLst>
        </pc:spChg>
        <pc:spChg chg="mod">
          <ac:chgData name="Feist, Ella" userId="992bbaf2-811d-42cb-a4d6-e7fc45e325e8" providerId="ADAL" clId="{A0741DA7-898F-4C16-9EBD-BB719830EF52}" dt="2025-05-28T07:58:34.787" v="498" actId="790"/>
          <ac:spMkLst>
            <pc:docMk/>
            <pc:sldMk cId="1816838298" sldId="1200"/>
            <ac:spMk id="13" creationId="{C16AE888-5B93-88DD-6E43-8576EF124E09}"/>
          </ac:spMkLst>
        </pc:spChg>
        <pc:spChg chg="mod">
          <ac:chgData name="Feist, Ella" userId="992bbaf2-811d-42cb-a4d6-e7fc45e325e8" providerId="ADAL" clId="{A0741DA7-898F-4C16-9EBD-BB719830EF52}" dt="2025-05-28T07:58:34.787" v="498" actId="790"/>
          <ac:spMkLst>
            <pc:docMk/>
            <pc:sldMk cId="1816838298" sldId="1200"/>
            <ac:spMk id="16" creationId="{B1AC8847-F091-92D8-3A38-C2ED376B4C3D}"/>
          </ac:spMkLst>
        </pc:spChg>
        <pc:spChg chg="mod">
          <ac:chgData name="Feist, Ella" userId="992bbaf2-811d-42cb-a4d6-e7fc45e325e8" providerId="ADAL" clId="{A0741DA7-898F-4C16-9EBD-BB719830EF52}" dt="2025-05-28T07:58:34.787" v="498" actId="790"/>
          <ac:spMkLst>
            <pc:docMk/>
            <pc:sldMk cId="1816838298" sldId="1200"/>
            <ac:spMk id="18" creationId="{B18479E9-FC20-FA9F-B658-B58BB88A4264}"/>
          </ac:spMkLst>
        </pc:spChg>
        <pc:spChg chg="mod">
          <ac:chgData name="Feist, Ella" userId="992bbaf2-811d-42cb-a4d6-e7fc45e325e8" providerId="ADAL" clId="{A0741DA7-898F-4C16-9EBD-BB719830EF52}" dt="2025-05-28T07:58:34.787" v="498" actId="790"/>
          <ac:spMkLst>
            <pc:docMk/>
            <pc:sldMk cId="1816838298" sldId="1200"/>
            <ac:spMk id="19" creationId="{140A0CFD-7384-64D6-FA82-BF80833EEE53}"/>
          </ac:spMkLst>
        </pc:spChg>
        <pc:spChg chg="mod">
          <ac:chgData name="Feist, Ella" userId="992bbaf2-811d-42cb-a4d6-e7fc45e325e8" providerId="ADAL" clId="{A0741DA7-898F-4C16-9EBD-BB719830EF52}" dt="2025-05-28T07:58:34.787" v="498" actId="790"/>
          <ac:spMkLst>
            <pc:docMk/>
            <pc:sldMk cId="1816838298" sldId="1200"/>
            <ac:spMk id="22" creationId="{4A0B1065-0CBE-434F-7260-D2542B70F630}"/>
          </ac:spMkLst>
        </pc:spChg>
      </pc:sldChg>
      <pc:sldChg chg="modSp mod">
        <pc:chgData name="Feist, Ella" userId="992bbaf2-811d-42cb-a4d6-e7fc45e325e8" providerId="ADAL" clId="{A0741DA7-898F-4C16-9EBD-BB719830EF52}" dt="2025-05-28T07:58:34.787" v="498" actId="790"/>
        <pc:sldMkLst>
          <pc:docMk/>
          <pc:sldMk cId="4052857327" sldId="1201"/>
        </pc:sldMkLst>
        <pc:spChg chg="mod">
          <ac:chgData name="Feist, Ella" userId="992bbaf2-811d-42cb-a4d6-e7fc45e325e8" providerId="ADAL" clId="{A0741DA7-898F-4C16-9EBD-BB719830EF52}" dt="2025-05-28T07:58:34.787" v="498" actId="790"/>
          <ac:spMkLst>
            <pc:docMk/>
            <pc:sldMk cId="4052857327" sldId="1201"/>
            <ac:spMk id="2" creationId="{A9A6FF77-D641-4417-92E7-11CC6238BF20}"/>
          </ac:spMkLst>
        </pc:spChg>
        <pc:spChg chg="mod">
          <ac:chgData name="Feist, Ella" userId="992bbaf2-811d-42cb-a4d6-e7fc45e325e8" providerId="ADAL" clId="{A0741DA7-898F-4C16-9EBD-BB719830EF52}" dt="2025-05-28T07:58:34.787" v="498" actId="790"/>
          <ac:spMkLst>
            <pc:docMk/>
            <pc:sldMk cId="4052857327" sldId="1201"/>
            <ac:spMk id="3" creationId="{492B7CB9-E249-488D-8AE7-1C8C589AF970}"/>
          </ac:spMkLst>
        </pc:spChg>
        <pc:spChg chg="mod">
          <ac:chgData name="Feist, Ella" userId="992bbaf2-811d-42cb-a4d6-e7fc45e325e8" providerId="ADAL" clId="{A0741DA7-898F-4C16-9EBD-BB719830EF52}" dt="2025-05-28T07:58:34.787" v="498" actId="790"/>
          <ac:spMkLst>
            <pc:docMk/>
            <pc:sldMk cId="4052857327" sldId="1201"/>
            <ac:spMk id="5" creationId="{91A8ED3D-B755-43C9-BCB1-DCF495C0C9DB}"/>
          </ac:spMkLst>
        </pc:spChg>
        <pc:spChg chg="mod">
          <ac:chgData name="Feist, Ella" userId="992bbaf2-811d-42cb-a4d6-e7fc45e325e8" providerId="ADAL" clId="{A0741DA7-898F-4C16-9EBD-BB719830EF52}" dt="2025-05-28T07:58:34.787" v="498" actId="790"/>
          <ac:spMkLst>
            <pc:docMk/>
            <pc:sldMk cId="4052857327" sldId="1201"/>
            <ac:spMk id="13" creationId="{68FD63E1-7FF1-4492-1D55-2FB2BFA95F77}"/>
          </ac:spMkLst>
        </pc:spChg>
        <pc:spChg chg="mod">
          <ac:chgData name="Feist, Ella" userId="992bbaf2-811d-42cb-a4d6-e7fc45e325e8" providerId="ADAL" clId="{A0741DA7-898F-4C16-9EBD-BB719830EF52}" dt="2025-05-28T07:58:34.787" v="498" actId="790"/>
          <ac:spMkLst>
            <pc:docMk/>
            <pc:sldMk cId="4052857327" sldId="1201"/>
            <ac:spMk id="15" creationId="{33D83861-987C-C990-E703-759CB67D492A}"/>
          </ac:spMkLst>
        </pc:spChg>
        <pc:spChg chg="mod">
          <ac:chgData name="Feist, Ella" userId="992bbaf2-811d-42cb-a4d6-e7fc45e325e8" providerId="ADAL" clId="{A0741DA7-898F-4C16-9EBD-BB719830EF52}" dt="2025-05-28T07:58:34.787" v="498" actId="790"/>
          <ac:spMkLst>
            <pc:docMk/>
            <pc:sldMk cId="4052857327" sldId="1201"/>
            <ac:spMk id="16" creationId="{3C8E22CE-46A2-783A-E1AE-A4C80B01A970}"/>
          </ac:spMkLst>
        </pc:spChg>
        <pc:spChg chg="mod">
          <ac:chgData name="Feist, Ella" userId="992bbaf2-811d-42cb-a4d6-e7fc45e325e8" providerId="ADAL" clId="{A0741DA7-898F-4C16-9EBD-BB719830EF52}" dt="2025-05-28T07:58:34.787" v="498" actId="790"/>
          <ac:spMkLst>
            <pc:docMk/>
            <pc:sldMk cId="4052857327" sldId="1201"/>
            <ac:spMk id="17" creationId="{FB3D57EE-51F2-19CF-4BE8-D58A26F5CB02}"/>
          </ac:spMkLst>
        </pc:spChg>
        <pc:spChg chg="mod">
          <ac:chgData name="Feist, Ella" userId="992bbaf2-811d-42cb-a4d6-e7fc45e325e8" providerId="ADAL" clId="{A0741DA7-898F-4C16-9EBD-BB719830EF52}" dt="2025-05-28T07:58:34.787" v="498" actId="790"/>
          <ac:spMkLst>
            <pc:docMk/>
            <pc:sldMk cId="4052857327" sldId="1201"/>
            <ac:spMk id="18" creationId="{BB3BF0C4-BD50-DD3E-D238-DD5CD4B70696}"/>
          </ac:spMkLst>
        </pc:spChg>
        <pc:spChg chg="mod">
          <ac:chgData name="Feist, Ella" userId="992bbaf2-811d-42cb-a4d6-e7fc45e325e8" providerId="ADAL" clId="{A0741DA7-898F-4C16-9EBD-BB719830EF52}" dt="2025-05-28T07:58:34.787" v="498" actId="790"/>
          <ac:spMkLst>
            <pc:docMk/>
            <pc:sldMk cId="4052857327" sldId="1201"/>
            <ac:spMk id="19" creationId="{FCEC236E-C9EE-AE06-E343-E8BADD9FD09A}"/>
          </ac:spMkLst>
        </pc:spChg>
        <pc:spChg chg="mod">
          <ac:chgData name="Feist, Ella" userId="992bbaf2-811d-42cb-a4d6-e7fc45e325e8" providerId="ADAL" clId="{A0741DA7-898F-4C16-9EBD-BB719830EF52}" dt="2025-05-28T07:58:34.787" v="498" actId="790"/>
          <ac:spMkLst>
            <pc:docMk/>
            <pc:sldMk cId="4052857327" sldId="1201"/>
            <ac:spMk id="21" creationId="{09B35799-CAC8-A876-C111-A95A9C61C406}"/>
          </ac:spMkLst>
        </pc:spChg>
      </pc:sldChg>
      <pc:sldChg chg="modSp mod">
        <pc:chgData name="Feist, Ella" userId="992bbaf2-811d-42cb-a4d6-e7fc45e325e8" providerId="ADAL" clId="{A0741DA7-898F-4C16-9EBD-BB719830EF52}" dt="2025-05-28T07:58:34.787" v="498" actId="790"/>
        <pc:sldMkLst>
          <pc:docMk/>
          <pc:sldMk cId="1913693425" sldId="1202"/>
        </pc:sldMkLst>
        <pc:spChg chg="mod">
          <ac:chgData name="Feist, Ella" userId="992bbaf2-811d-42cb-a4d6-e7fc45e325e8" providerId="ADAL" clId="{A0741DA7-898F-4C16-9EBD-BB719830EF52}" dt="2025-05-28T07:58:34.787" v="498" actId="790"/>
          <ac:spMkLst>
            <pc:docMk/>
            <pc:sldMk cId="1913693425" sldId="1202"/>
            <ac:spMk id="2" creationId="{A9A6FF77-D641-4417-92E7-11CC6238BF20}"/>
          </ac:spMkLst>
        </pc:spChg>
        <pc:spChg chg="mod">
          <ac:chgData name="Feist, Ella" userId="992bbaf2-811d-42cb-a4d6-e7fc45e325e8" providerId="ADAL" clId="{A0741DA7-898F-4C16-9EBD-BB719830EF52}" dt="2025-05-28T07:58:34.787" v="498" actId="790"/>
          <ac:spMkLst>
            <pc:docMk/>
            <pc:sldMk cId="1913693425" sldId="1202"/>
            <ac:spMk id="5" creationId="{91A8ED3D-B755-43C9-BCB1-DCF495C0C9DB}"/>
          </ac:spMkLst>
        </pc:spChg>
        <pc:spChg chg="mod">
          <ac:chgData name="Feist, Ella" userId="992bbaf2-811d-42cb-a4d6-e7fc45e325e8" providerId="ADAL" clId="{A0741DA7-898F-4C16-9EBD-BB719830EF52}" dt="2025-05-28T07:58:34.787" v="498" actId="790"/>
          <ac:spMkLst>
            <pc:docMk/>
            <pc:sldMk cId="1913693425" sldId="1202"/>
            <ac:spMk id="10" creationId="{DF404819-B344-8DBC-BF4F-AE1E6339EF58}"/>
          </ac:spMkLst>
        </pc:spChg>
        <pc:spChg chg="mod">
          <ac:chgData name="Feist, Ella" userId="992bbaf2-811d-42cb-a4d6-e7fc45e325e8" providerId="ADAL" clId="{A0741DA7-898F-4C16-9EBD-BB719830EF52}" dt="2025-05-28T07:58:34.787" v="498" actId="790"/>
          <ac:spMkLst>
            <pc:docMk/>
            <pc:sldMk cId="1913693425" sldId="1202"/>
            <ac:spMk id="11" creationId="{13C97D83-E547-2BC5-06F0-777077D72C05}"/>
          </ac:spMkLst>
        </pc:spChg>
        <pc:spChg chg="mod">
          <ac:chgData name="Feist, Ella" userId="992bbaf2-811d-42cb-a4d6-e7fc45e325e8" providerId="ADAL" clId="{A0741DA7-898F-4C16-9EBD-BB719830EF52}" dt="2025-05-28T07:58:34.787" v="498" actId="790"/>
          <ac:spMkLst>
            <pc:docMk/>
            <pc:sldMk cId="1913693425" sldId="1202"/>
            <ac:spMk id="12" creationId="{D27802E5-D996-2D5E-484B-BCBF35BC7D13}"/>
          </ac:spMkLst>
        </pc:spChg>
        <pc:spChg chg="mod">
          <ac:chgData name="Feist, Ella" userId="992bbaf2-811d-42cb-a4d6-e7fc45e325e8" providerId="ADAL" clId="{A0741DA7-898F-4C16-9EBD-BB719830EF52}" dt="2025-05-28T07:58:34.787" v="498" actId="790"/>
          <ac:spMkLst>
            <pc:docMk/>
            <pc:sldMk cId="1913693425" sldId="1202"/>
            <ac:spMk id="13" creationId="{2D7A001D-2195-50CE-82E2-A6C1217FF3E1}"/>
          </ac:spMkLst>
        </pc:spChg>
        <pc:spChg chg="mod">
          <ac:chgData name="Feist, Ella" userId="992bbaf2-811d-42cb-a4d6-e7fc45e325e8" providerId="ADAL" clId="{A0741DA7-898F-4C16-9EBD-BB719830EF52}" dt="2025-05-28T07:58:34.787" v="498" actId="790"/>
          <ac:spMkLst>
            <pc:docMk/>
            <pc:sldMk cId="1913693425" sldId="1202"/>
            <ac:spMk id="14" creationId="{A4D3B441-3914-A52A-F290-53C665F71FEA}"/>
          </ac:spMkLst>
        </pc:spChg>
        <pc:spChg chg="mod">
          <ac:chgData name="Feist, Ella" userId="992bbaf2-811d-42cb-a4d6-e7fc45e325e8" providerId="ADAL" clId="{A0741DA7-898F-4C16-9EBD-BB719830EF52}" dt="2025-05-28T07:58:34.787" v="498" actId="790"/>
          <ac:spMkLst>
            <pc:docMk/>
            <pc:sldMk cId="1913693425" sldId="1202"/>
            <ac:spMk id="16" creationId="{F98E5C55-816C-5626-26E0-9897BF583188}"/>
          </ac:spMkLst>
        </pc:spChg>
        <pc:spChg chg="mod">
          <ac:chgData name="Feist, Ella" userId="992bbaf2-811d-42cb-a4d6-e7fc45e325e8" providerId="ADAL" clId="{A0741DA7-898F-4C16-9EBD-BB719830EF52}" dt="2025-05-28T07:58:34.787" v="498" actId="790"/>
          <ac:spMkLst>
            <pc:docMk/>
            <pc:sldMk cId="1913693425" sldId="1202"/>
            <ac:spMk id="18" creationId="{0C6F9F06-A1A2-3EFC-766D-A985E4B541D2}"/>
          </ac:spMkLst>
        </pc:spChg>
        <pc:spChg chg="mod">
          <ac:chgData name="Feist, Ella" userId="992bbaf2-811d-42cb-a4d6-e7fc45e325e8" providerId="ADAL" clId="{A0741DA7-898F-4C16-9EBD-BB719830EF52}" dt="2025-05-28T07:58:34.787" v="498" actId="790"/>
          <ac:spMkLst>
            <pc:docMk/>
            <pc:sldMk cId="1913693425" sldId="1202"/>
            <ac:spMk id="19" creationId="{F4FDF1B6-5827-1524-5F7A-498D51391DB1}"/>
          </ac:spMkLst>
        </pc:spChg>
      </pc:sldChg>
      <pc:sldChg chg="modSp mod">
        <pc:chgData name="Feist, Ella" userId="992bbaf2-811d-42cb-a4d6-e7fc45e325e8" providerId="ADAL" clId="{A0741DA7-898F-4C16-9EBD-BB719830EF52}" dt="2025-05-28T07:58:34.787" v="498" actId="790"/>
        <pc:sldMkLst>
          <pc:docMk/>
          <pc:sldMk cId="2668307878" sldId="1203"/>
        </pc:sldMkLst>
        <pc:spChg chg="mod">
          <ac:chgData name="Feist, Ella" userId="992bbaf2-811d-42cb-a4d6-e7fc45e325e8" providerId="ADAL" clId="{A0741DA7-898F-4C16-9EBD-BB719830EF52}" dt="2025-05-28T07:58:34.787" v="498" actId="790"/>
          <ac:spMkLst>
            <pc:docMk/>
            <pc:sldMk cId="2668307878" sldId="1203"/>
            <ac:spMk id="2" creationId="{A9A6FF77-D641-4417-92E7-11CC6238BF20}"/>
          </ac:spMkLst>
        </pc:spChg>
        <pc:spChg chg="mod">
          <ac:chgData name="Feist, Ella" userId="992bbaf2-811d-42cb-a4d6-e7fc45e325e8" providerId="ADAL" clId="{A0741DA7-898F-4C16-9EBD-BB719830EF52}" dt="2025-05-28T07:58:34.787" v="498" actId="790"/>
          <ac:spMkLst>
            <pc:docMk/>
            <pc:sldMk cId="2668307878" sldId="1203"/>
            <ac:spMk id="3" creationId="{9D76457F-1FFD-D5E8-21BF-6DB7F40BB86E}"/>
          </ac:spMkLst>
        </pc:spChg>
        <pc:spChg chg="mod">
          <ac:chgData name="Feist, Ella" userId="992bbaf2-811d-42cb-a4d6-e7fc45e325e8" providerId="ADAL" clId="{A0741DA7-898F-4C16-9EBD-BB719830EF52}" dt="2025-05-28T07:58:34.787" v="498" actId="790"/>
          <ac:spMkLst>
            <pc:docMk/>
            <pc:sldMk cId="2668307878" sldId="1203"/>
            <ac:spMk id="5" creationId="{91A8ED3D-B755-43C9-BCB1-DCF495C0C9DB}"/>
          </ac:spMkLst>
        </pc:spChg>
        <pc:spChg chg="mod">
          <ac:chgData name="Feist, Ella" userId="992bbaf2-811d-42cb-a4d6-e7fc45e325e8" providerId="ADAL" clId="{A0741DA7-898F-4C16-9EBD-BB719830EF52}" dt="2025-05-28T07:58:34.787" v="498" actId="790"/>
          <ac:spMkLst>
            <pc:docMk/>
            <pc:sldMk cId="2668307878" sldId="1203"/>
            <ac:spMk id="7" creationId="{16FE4C2C-9D12-128D-F2DF-4EA15D5F0C7E}"/>
          </ac:spMkLst>
        </pc:spChg>
        <pc:picChg chg="mod">
          <ac:chgData name="Feist, Ella" userId="992bbaf2-811d-42cb-a4d6-e7fc45e325e8" providerId="ADAL" clId="{A0741DA7-898F-4C16-9EBD-BB719830EF52}" dt="2025-05-27T16:05:18.543" v="30" actId="1076"/>
          <ac:picMkLst>
            <pc:docMk/>
            <pc:sldMk cId="2668307878" sldId="1203"/>
            <ac:picMk id="4" creationId="{B603D12C-33A5-DFD4-6F09-D951F5E737B7}"/>
          </ac:picMkLst>
        </pc:picChg>
      </pc:sldChg>
      <pc:sldChg chg="delSp modSp mod">
        <pc:chgData name="Feist, Ella" userId="992bbaf2-811d-42cb-a4d6-e7fc45e325e8" providerId="ADAL" clId="{A0741DA7-898F-4C16-9EBD-BB719830EF52}" dt="2025-05-28T07:58:50.395" v="502" actId="313"/>
        <pc:sldMkLst>
          <pc:docMk/>
          <pc:sldMk cId="1637637549" sldId="1204"/>
        </pc:sldMkLst>
        <pc:spChg chg="mod">
          <ac:chgData name="Feist, Ella" userId="992bbaf2-811d-42cb-a4d6-e7fc45e325e8" providerId="ADAL" clId="{A0741DA7-898F-4C16-9EBD-BB719830EF52}" dt="2025-05-28T07:58:34.787" v="498" actId="790"/>
          <ac:spMkLst>
            <pc:docMk/>
            <pc:sldMk cId="1637637549" sldId="1204"/>
            <ac:spMk id="4" creationId="{06B9E308-C698-E451-C3A7-752FC61E1590}"/>
          </ac:spMkLst>
        </pc:spChg>
        <pc:spChg chg="mod">
          <ac:chgData name="Feist, Ella" userId="992bbaf2-811d-42cb-a4d6-e7fc45e325e8" providerId="ADAL" clId="{A0741DA7-898F-4C16-9EBD-BB719830EF52}" dt="2025-05-28T07:58:34.787" v="498" actId="790"/>
          <ac:spMkLst>
            <pc:docMk/>
            <pc:sldMk cId="1637637549" sldId="1204"/>
            <ac:spMk id="7" creationId="{59158BB0-1A1F-0D56-048E-B1A6771FB8BC}"/>
          </ac:spMkLst>
        </pc:spChg>
        <pc:spChg chg="mod">
          <ac:chgData name="Feist, Ella" userId="992bbaf2-811d-42cb-a4d6-e7fc45e325e8" providerId="ADAL" clId="{A0741DA7-898F-4C16-9EBD-BB719830EF52}" dt="2025-05-28T07:58:34.787" v="498" actId="790"/>
          <ac:spMkLst>
            <pc:docMk/>
            <pc:sldMk cId="1637637549" sldId="1204"/>
            <ac:spMk id="10" creationId="{856AFB29-839A-84A4-1983-2F0783B748CE}"/>
          </ac:spMkLst>
        </pc:spChg>
        <pc:spChg chg="mod">
          <ac:chgData name="Feist, Ella" userId="992bbaf2-811d-42cb-a4d6-e7fc45e325e8" providerId="ADAL" clId="{A0741DA7-898F-4C16-9EBD-BB719830EF52}" dt="2025-05-28T07:58:34.787" v="498" actId="790"/>
          <ac:spMkLst>
            <pc:docMk/>
            <pc:sldMk cId="1637637549" sldId="1204"/>
            <ac:spMk id="12" creationId="{CC13EBE6-3AA6-6AFD-8351-CCE8E4B14AE9}"/>
          </ac:spMkLst>
        </pc:spChg>
        <pc:spChg chg="mod">
          <ac:chgData name="Feist, Ella" userId="992bbaf2-811d-42cb-a4d6-e7fc45e325e8" providerId="ADAL" clId="{A0741DA7-898F-4C16-9EBD-BB719830EF52}" dt="2025-05-28T07:58:34.787" v="498" actId="790"/>
          <ac:spMkLst>
            <pc:docMk/>
            <pc:sldMk cId="1637637549" sldId="1204"/>
            <ac:spMk id="13" creationId="{3C45E51E-EB7A-AFE4-331A-9C4C64859F3B}"/>
          </ac:spMkLst>
        </pc:spChg>
        <pc:spChg chg="mod">
          <ac:chgData name="Feist, Ella" userId="992bbaf2-811d-42cb-a4d6-e7fc45e325e8" providerId="ADAL" clId="{A0741DA7-898F-4C16-9EBD-BB719830EF52}" dt="2025-05-28T07:58:34.787" v="498" actId="790"/>
          <ac:spMkLst>
            <pc:docMk/>
            <pc:sldMk cId="1637637549" sldId="1204"/>
            <ac:spMk id="22" creationId="{72DCB795-C85F-F083-7CE1-5435657DBFE4}"/>
          </ac:spMkLst>
        </pc:spChg>
        <pc:spChg chg="mod">
          <ac:chgData name="Feist, Ella" userId="992bbaf2-811d-42cb-a4d6-e7fc45e325e8" providerId="ADAL" clId="{A0741DA7-898F-4C16-9EBD-BB719830EF52}" dt="2025-05-28T07:58:34.787" v="498" actId="790"/>
          <ac:spMkLst>
            <pc:docMk/>
            <pc:sldMk cId="1637637549" sldId="1204"/>
            <ac:spMk id="27" creationId="{90A24CE9-18EB-281F-C67B-3277AEDCD119}"/>
          </ac:spMkLst>
        </pc:spChg>
        <pc:spChg chg="mod">
          <ac:chgData name="Feist, Ella" userId="992bbaf2-811d-42cb-a4d6-e7fc45e325e8" providerId="ADAL" clId="{A0741DA7-898F-4C16-9EBD-BB719830EF52}" dt="2025-05-28T07:58:34.787" v="498" actId="790"/>
          <ac:spMkLst>
            <pc:docMk/>
            <pc:sldMk cId="1637637549" sldId="1204"/>
            <ac:spMk id="29" creationId="{A98D585E-8B8C-250B-1095-0B7B4F5AD6B0}"/>
          </ac:spMkLst>
        </pc:spChg>
        <pc:spChg chg="mod">
          <ac:chgData name="Feist, Ella" userId="992bbaf2-811d-42cb-a4d6-e7fc45e325e8" providerId="ADAL" clId="{A0741DA7-898F-4C16-9EBD-BB719830EF52}" dt="2025-05-28T07:58:50.395" v="502" actId="313"/>
          <ac:spMkLst>
            <pc:docMk/>
            <pc:sldMk cId="1637637549" sldId="1204"/>
            <ac:spMk id="30" creationId="{40738A18-25F3-32D2-AAC9-D7A626F65ABB}"/>
          </ac:spMkLst>
        </pc:spChg>
        <pc:spChg chg="mod">
          <ac:chgData name="Feist, Ella" userId="992bbaf2-811d-42cb-a4d6-e7fc45e325e8" providerId="ADAL" clId="{A0741DA7-898F-4C16-9EBD-BB719830EF52}" dt="2025-05-28T07:58:34.787" v="498" actId="790"/>
          <ac:spMkLst>
            <pc:docMk/>
            <pc:sldMk cId="1637637549" sldId="1204"/>
            <ac:spMk id="31" creationId="{E0F29AD0-5ECF-091A-336D-3EE2C9A41321}"/>
          </ac:spMkLst>
        </pc:spChg>
      </pc:sldChg>
      <pc:sldChg chg="modSp mod">
        <pc:chgData name="Feist, Ella" userId="992bbaf2-811d-42cb-a4d6-e7fc45e325e8" providerId="ADAL" clId="{A0741DA7-898F-4C16-9EBD-BB719830EF52}" dt="2025-05-28T07:58:34.787" v="498" actId="790"/>
        <pc:sldMkLst>
          <pc:docMk/>
          <pc:sldMk cId="1416166858" sldId="1205"/>
        </pc:sldMkLst>
        <pc:spChg chg="mod">
          <ac:chgData name="Feist, Ella" userId="992bbaf2-811d-42cb-a4d6-e7fc45e325e8" providerId="ADAL" clId="{A0741DA7-898F-4C16-9EBD-BB719830EF52}" dt="2025-05-28T07:58:34.787" v="498" actId="790"/>
          <ac:spMkLst>
            <pc:docMk/>
            <pc:sldMk cId="1416166858" sldId="1205"/>
            <ac:spMk id="2" creationId="{A9A6FF77-D641-4417-92E7-11CC6238BF20}"/>
          </ac:spMkLst>
        </pc:spChg>
        <pc:spChg chg="mod">
          <ac:chgData name="Feist, Ella" userId="992bbaf2-811d-42cb-a4d6-e7fc45e325e8" providerId="ADAL" clId="{A0741DA7-898F-4C16-9EBD-BB719830EF52}" dt="2025-05-28T07:58:34.787" v="498" actId="790"/>
          <ac:spMkLst>
            <pc:docMk/>
            <pc:sldMk cId="1416166858" sldId="1205"/>
            <ac:spMk id="5" creationId="{91A8ED3D-B755-43C9-BCB1-DCF495C0C9DB}"/>
          </ac:spMkLst>
        </pc:spChg>
        <pc:spChg chg="mod">
          <ac:chgData name="Feist, Ella" userId="992bbaf2-811d-42cb-a4d6-e7fc45e325e8" providerId="ADAL" clId="{A0741DA7-898F-4C16-9EBD-BB719830EF52}" dt="2025-05-28T07:58:34.787" v="498" actId="790"/>
          <ac:spMkLst>
            <pc:docMk/>
            <pc:sldMk cId="1416166858" sldId="1205"/>
            <ac:spMk id="6" creationId="{7F32B405-A40D-4185-7365-358A2C3964DF}"/>
          </ac:spMkLst>
        </pc:spChg>
        <pc:spChg chg="mod">
          <ac:chgData name="Feist, Ella" userId="992bbaf2-811d-42cb-a4d6-e7fc45e325e8" providerId="ADAL" clId="{A0741DA7-898F-4C16-9EBD-BB719830EF52}" dt="2025-05-28T07:58:34.787" v="498" actId="790"/>
          <ac:spMkLst>
            <pc:docMk/>
            <pc:sldMk cId="1416166858" sldId="1205"/>
            <ac:spMk id="9" creationId="{AB2DEA24-780D-0581-1603-A71C05129C17}"/>
          </ac:spMkLst>
        </pc:spChg>
        <pc:spChg chg="mod">
          <ac:chgData name="Feist, Ella" userId="992bbaf2-811d-42cb-a4d6-e7fc45e325e8" providerId="ADAL" clId="{A0741DA7-898F-4C16-9EBD-BB719830EF52}" dt="2025-05-28T07:58:34.787" v="498" actId="790"/>
          <ac:spMkLst>
            <pc:docMk/>
            <pc:sldMk cId="1416166858" sldId="1205"/>
            <ac:spMk id="10" creationId="{CC43CF82-42EC-F7B0-0A62-B7DC981EAA67}"/>
          </ac:spMkLst>
        </pc:spChg>
        <pc:spChg chg="mod">
          <ac:chgData name="Feist, Ella" userId="992bbaf2-811d-42cb-a4d6-e7fc45e325e8" providerId="ADAL" clId="{A0741DA7-898F-4C16-9EBD-BB719830EF52}" dt="2025-05-28T07:58:34.787" v="498" actId="790"/>
          <ac:spMkLst>
            <pc:docMk/>
            <pc:sldMk cId="1416166858" sldId="1205"/>
            <ac:spMk id="13" creationId="{91FB2C62-9FC3-C403-B2F8-2ECE72297715}"/>
          </ac:spMkLst>
        </pc:spChg>
        <pc:spChg chg="mod">
          <ac:chgData name="Feist, Ella" userId="992bbaf2-811d-42cb-a4d6-e7fc45e325e8" providerId="ADAL" clId="{A0741DA7-898F-4C16-9EBD-BB719830EF52}" dt="2025-05-28T07:58:34.787" v="498" actId="790"/>
          <ac:spMkLst>
            <pc:docMk/>
            <pc:sldMk cId="1416166858" sldId="1205"/>
            <ac:spMk id="15" creationId="{6BC7946B-F149-B23D-37C6-A95CDAC6AF84}"/>
          </ac:spMkLst>
        </pc:spChg>
        <pc:spChg chg="mod">
          <ac:chgData name="Feist, Ella" userId="992bbaf2-811d-42cb-a4d6-e7fc45e325e8" providerId="ADAL" clId="{A0741DA7-898F-4C16-9EBD-BB719830EF52}" dt="2025-05-28T07:58:34.787" v="498" actId="790"/>
          <ac:spMkLst>
            <pc:docMk/>
            <pc:sldMk cId="1416166858" sldId="1205"/>
            <ac:spMk id="16" creationId="{07BD6F79-55FA-EFCA-59CE-46567B56BD7C}"/>
          </ac:spMkLst>
        </pc:spChg>
        <pc:spChg chg="mod">
          <ac:chgData name="Feist, Ella" userId="992bbaf2-811d-42cb-a4d6-e7fc45e325e8" providerId="ADAL" clId="{A0741DA7-898F-4C16-9EBD-BB719830EF52}" dt="2025-05-28T07:58:34.787" v="498" actId="790"/>
          <ac:spMkLst>
            <pc:docMk/>
            <pc:sldMk cId="1416166858" sldId="1205"/>
            <ac:spMk id="18" creationId="{3547A9BC-9F6F-73E3-C849-9F063665893B}"/>
          </ac:spMkLst>
        </pc:spChg>
        <pc:spChg chg="mod">
          <ac:chgData name="Feist, Ella" userId="992bbaf2-811d-42cb-a4d6-e7fc45e325e8" providerId="ADAL" clId="{A0741DA7-898F-4C16-9EBD-BB719830EF52}" dt="2025-05-28T07:58:34.787" v="498" actId="790"/>
          <ac:spMkLst>
            <pc:docMk/>
            <pc:sldMk cId="1416166858" sldId="1205"/>
            <ac:spMk id="19" creationId="{7169F310-23E0-4823-227A-7F2220A21FB7}"/>
          </ac:spMkLst>
        </pc:spChg>
        <pc:graphicFrameChg chg="mod modGraphic">
          <ac:chgData name="Feist, Ella" userId="992bbaf2-811d-42cb-a4d6-e7fc45e325e8" providerId="ADAL" clId="{A0741DA7-898F-4C16-9EBD-BB719830EF52}" dt="2025-05-27T16:25:10.001" v="336" actId="2711"/>
          <ac:graphicFrameMkLst>
            <pc:docMk/>
            <pc:sldMk cId="1416166858" sldId="1205"/>
            <ac:graphicFrameMk id="3" creationId="{E5196236-6CC0-1C7F-601E-54CFE38928A8}"/>
          </ac:graphicFrameMkLst>
        </pc:graphicFrameChg>
      </pc:sldChg>
      <pc:sldChg chg="modSp mod">
        <pc:chgData name="Feist, Ella" userId="992bbaf2-811d-42cb-a4d6-e7fc45e325e8" providerId="ADAL" clId="{A0741DA7-898F-4C16-9EBD-BB719830EF52}" dt="2025-05-28T07:58:34.787" v="498" actId="790"/>
        <pc:sldMkLst>
          <pc:docMk/>
          <pc:sldMk cId="343238560" sldId="1206"/>
        </pc:sldMkLst>
        <pc:spChg chg="mod">
          <ac:chgData name="Feist, Ella" userId="992bbaf2-811d-42cb-a4d6-e7fc45e325e8" providerId="ADAL" clId="{A0741DA7-898F-4C16-9EBD-BB719830EF52}" dt="2025-05-28T07:58:34.787" v="498" actId="790"/>
          <ac:spMkLst>
            <pc:docMk/>
            <pc:sldMk cId="343238560" sldId="1206"/>
            <ac:spMk id="2" creationId="{A9A6FF77-D641-4417-92E7-11CC6238BF20}"/>
          </ac:spMkLst>
        </pc:spChg>
        <pc:spChg chg="mod">
          <ac:chgData name="Feist, Ella" userId="992bbaf2-811d-42cb-a4d6-e7fc45e325e8" providerId="ADAL" clId="{A0741DA7-898F-4C16-9EBD-BB719830EF52}" dt="2025-05-28T07:58:34.787" v="498" actId="790"/>
          <ac:spMkLst>
            <pc:docMk/>
            <pc:sldMk cId="343238560" sldId="1206"/>
            <ac:spMk id="3" creationId="{8BA5390B-A3BE-C400-94D2-4FB28D749D12}"/>
          </ac:spMkLst>
        </pc:spChg>
        <pc:spChg chg="mod">
          <ac:chgData name="Feist, Ella" userId="992bbaf2-811d-42cb-a4d6-e7fc45e325e8" providerId="ADAL" clId="{A0741DA7-898F-4C16-9EBD-BB719830EF52}" dt="2025-05-28T07:58:34.787" v="498" actId="790"/>
          <ac:spMkLst>
            <pc:docMk/>
            <pc:sldMk cId="343238560" sldId="1206"/>
            <ac:spMk id="4" creationId="{6830FF20-913A-C806-2131-1E8606004434}"/>
          </ac:spMkLst>
        </pc:spChg>
        <pc:spChg chg="mod">
          <ac:chgData name="Feist, Ella" userId="992bbaf2-811d-42cb-a4d6-e7fc45e325e8" providerId="ADAL" clId="{A0741DA7-898F-4C16-9EBD-BB719830EF52}" dt="2025-05-28T07:58:34.787" v="498" actId="790"/>
          <ac:spMkLst>
            <pc:docMk/>
            <pc:sldMk cId="343238560" sldId="1206"/>
            <ac:spMk id="5" creationId="{91A8ED3D-B755-43C9-BCB1-DCF495C0C9DB}"/>
          </ac:spMkLst>
        </pc:spChg>
        <pc:graphicFrameChg chg="mod modGraphic">
          <ac:chgData name="Feist, Ella" userId="992bbaf2-811d-42cb-a4d6-e7fc45e325e8" providerId="ADAL" clId="{A0741DA7-898F-4C16-9EBD-BB719830EF52}" dt="2025-05-28T07:58:34.787" v="498" actId="790"/>
          <ac:graphicFrameMkLst>
            <pc:docMk/>
            <pc:sldMk cId="343238560" sldId="1206"/>
            <ac:graphicFrameMk id="6" creationId="{C3573902-6193-BE5C-E35C-33D5ECDB0631}"/>
          </ac:graphicFrameMkLst>
        </pc:graphicFrameChg>
      </pc:sldChg>
      <pc:sldChg chg="modSp mod">
        <pc:chgData name="Feist, Ella" userId="992bbaf2-811d-42cb-a4d6-e7fc45e325e8" providerId="ADAL" clId="{A0741DA7-898F-4C16-9EBD-BB719830EF52}" dt="2025-05-28T07:58:34.787" v="498" actId="790"/>
        <pc:sldMkLst>
          <pc:docMk/>
          <pc:sldMk cId="2672206510" sldId="1207"/>
        </pc:sldMkLst>
        <pc:spChg chg="mod">
          <ac:chgData name="Feist, Ella" userId="992bbaf2-811d-42cb-a4d6-e7fc45e325e8" providerId="ADAL" clId="{A0741DA7-898F-4C16-9EBD-BB719830EF52}" dt="2025-05-28T07:58:34.787" v="498" actId="790"/>
          <ac:spMkLst>
            <pc:docMk/>
            <pc:sldMk cId="2672206510" sldId="1207"/>
            <ac:spMk id="2" creationId="{A9A6FF77-D641-4417-92E7-11CC6238BF20}"/>
          </ac:spMkLst>
        </pc:spChg>
        <pc:spChg chg="mod">
          <ac:chgData name="Feist, Ella" userId="992bbaf2-811d-42cb-a4d6-e7fc45e325e8" providerId="ADAL" clId="{A0741DA7-898F-4C16-9EBD-BB719830EF52}" dt="2025-05-27T16:09:01.527" v="119" actId="20577"/>
          <ac:spMkLst>
            <pc:docMk/>
            <pc:sldMk cId="2672206510" sldId="1207"/>
            <ac:spMk id="4" creationId="{F9F85AE6-0E3E-CDD0-7C11-9F07698B88C7}"/>
          </ac:spMkLst>
        </pc:spChg>
        <pc:spChg chg="mod">
          <ac:chgData name="Feist, Ella" userId="992bbaf2-811d-42cb-a4d6-e7fc45e325e8" providerId="ADAL" clId="{A0741DA7-898F-4C16-9EBD-BB719830EF52}" dt="2025-05-28T07:58:34.787" v="498" actId="790"/>
          <ac:spMkLst>
            <pc:docMk/>
            <pc:sldMk cId="2672206510" sldId="1207"/>
            <ac:spMk id="5" creationId="{91A8ED3D-B755-43C9-BCB1-DCF495C0C9DB}"/>
          </ac:spMkLst>
        </pc:spChg>
        <pc:spChg chg="mod">
          <ac:chgData name="Feist, Ella" userId="992bbaf2-811d-42cb-a4d6-e7fc45e325e8" providerId="ADAL" clId="{A0741DA7-898F-4C16-9EBD-BB719830EF52}" dt="2025-05-28T07:58:34.787" v="498" actId="790"/>
          <ac:spMkLst>
            <pc:docMk/>
            <pc:sldMk cId="2672206510" sldId="1207"/>
            <ac:spMk id="6" creationId="{5AA42BAD-6006-5322-3BA6-1104AAF92C59}"/>
          </ac:spMkLst>
        </pc:spChg>
        <pc:spChg chg="mod">
          <ac:chgData name="Feist, Ella" userId="992bbaf2-811d-42cb-a4d6-e7fc45e325e8" providerId="ADAL" clId="{A0741DA7-898F-4C16-9EBD-BB719830EF52}" dt="2025-05-28T07:58:34.787" v="498" actId="790"/>
          <ac:spMkLst>
            <pc:docMk/>
            <pc:sldMk cId="2672206510" sldId="1207"/>
            <ac:spMk id="8" creationId="{67A3C429-445A-61AD-DEA3-8A7C3929FBE1}"/>
          </ac:spMkLst>
        </pc:spChg>
        <pc:spChg chg="mod">
          <ac:chgData name="Feist, Ella" userId="992bbaf2-811d-42cb-a4d6-e7fc45e325e8" providerId="ADAL" clId="{A0741DA7-898F-4C16-9EBD-BB719830EF52}" dt="2025-05-28T07:58:34.787" v="498" actId="790"/>
          <ac:spMkLst>
            <pc:docMk/>
            <pc:sldMk cId="2672206510" sldId="1207"/>
            <ac:spMk id="9" creationId="{3F503943-E2A4-2A86-730D-5794C7C23CB2}"/>
          </ac:spMkLst>
        </pc:spChg>
        <pc:spChg chg="mod">
          <ac:chgData name="Feist, Ella" userId="992bbaf2-811d-42cb-a4d6-e7fc45e325e8" providerId="ADAL" clId="{A0741DA7-898F-4C16-9EBD-BB719830EF52}" dt="2025-05-28T07:58:34.787" v="498" actId="790"/>
          <ac:spMkLst>
            <pc:docMk/>
            <pc:sldMk cId="2672206510" sldId="1207"/>
            <ac:spMk id="10" creationId="{148DDD5C-83EC-D25F-B7C6-C1FBB7379D80}"/>
          </ac:spMkLst>
        </pc:spChg>
        <pc:spChg chg="mod">
          <ac:chgData name="Feist, Ella" userId="992bbaf2-811d-42cb-a4d6-e7fc45e325e8" providerId="ADAL" clId="{A0741DA7-898F-4C16-9EBD-BB719830EF52}" dt="2025-05-28T07:58:34.787" v="498" actId="790"/>
          <ac:spMkLst>
            <pc:docMk/>
            <pc:sldMk cId="2672206510" sldId="1207"/>
            <ac:spMk id="18" creationId="{63723107-1E74-74C9-DCE3-496511125C2D}"/>
          </ac:spMkLst>
        </pc:spChg>
        <pc:spChg chg="mod">
          <ac:chgData name="Feist, Ella" userId="992bbaf2-811d-42cb-a4d6-e7fc45e325e8" providerId="ADAL" clId="{A0741DA7-898F-4C16-9EBD-BB719830EF52}" dt="2025-05-28T07:58:34.787" v="498" actId="790"/>
          <ac:spMkLst>
            <pc:docMk/>
            <pc:sldMk cId="2672206510" sldId="1207"/>
            <ac:spMk id="21" creationId="{F6F06987-FDD0-DCA6-DB7E-80D578098183}"/>
          </ac:spMkLst>
        </pc:spChg>
        <pc:spChg chg="mod">
          <ac:chgData name="Feist, Ella" userId="992bbaf2-811d-42cb-a4d6-e7fc45e325e8" providerId="ADAL" clId="{A0741DA7-898F-4C16-9EBD-BB719830EF52}" dt="2025-05-28T07:58:34.787" v="498" actId="790"/>
          <ac:spMkLst>
            <pc:docMk/>
            <pc:sldMk cId="2672206510" sldId="1207"/>
            <ac:spMk id="22" creationId="{168B0456-2CEB-8968-9018-C9B42C2D10D5}"/>
          </ac:spMkLst>
        </pc:spChg>
        <pc:spChg chg="mod">
          <ac:chgData name="Feist, Ella" userId="992bbaf2-811d-42cb-a4d6-e7fc45e325e8" providerId="ADAL" clId="{A0741DA7-898F-4C16-9EBD-BB719830EF52}" dt="2025-05-28T07:58:34.787" v="498" actId="790"/>
          <ac:spMkLst>
            <pc:docMk/>
            <pc:sldMk cId="2672206510" sldId="1207"/>
            <ac:spMk id="23" creationId="{934BD0A8-E2B1-DE44-97D4-98A49569D15E}"/>
          </ac:spMkLst>
        </pc:spChg>
        <pc:graphicFrameChg chg="mod modGraphic">
          <ac:chgData name="Feist, Ella" userId="992bbaf2-811d-42cb-a4d6-e7fc45e325e8" providerId="ADAL" clId="{A0741DA7-898F-4C16-9EBD-BB719830EF52}" dt="2025-05-27T16:25:26.243" v="340" actId="2711"/>
          <ac:graphicFrameMkLst>
            <pc:docMk/>
            <pc:sldMk cId="2672206510" sldId="1207"/>
            <ac:graphicFrameMk id="3" creationId="{F8E59F2B-EE1C-16F1-E9DF-C77C1C550EB8}"/>
          </ac:graphicFrameMkLst>
        </pc:graphicFrameChg>
      </pc:sldChg>
      <pc:sldChg chg="modSp mod modNotesTx">
        <pc:chgData name="Feist, Ella" userId="992bbaf2-811d-42cb-a4d6-e7fc45e325e8" providerId="ADAL" clId="{A0741DA7-898F-4C16-9EBD-BB719830EF52}" dt="2025-05-28T07:58:34.787" v="498" actId="790"/>
        <pc:sldMkLst>
          <pc:docMk/>
          <pc:sldMk cId="1929171615" sldId="1208"/>
        </pc:sldMkLst>
        <pc:spChg chg="mod">
          <ac:chgData name="Feist, Ella" userId="992bbaf2-811d-42cb-a4d6-e7fc45e325e8" providerId="ADAL" clId="{A0741DA7-898F-4C16-9EBD-BB719830EF52}" dt="2025-05-28T07:58:34.787" v="498" actId="790"/>
          <ac:spMkLst>
            <pc:docMk/>
            <pc:sldMk cId="1929171615" sldId="1208"/>
            <ac:spMk id="2" creationId="{A9A6FF77-D641-4417-92E7-11CC6238BF20}"/>
          </ac:spMkLst>
        </pc:spChg>
        <pc:spChg chg="mod">
          <ac:chgData name="Feist, Ella" userId="992bbaf2-811d-42cb-a4d6-e7fc45e325e8" providerId="ADAL" clId="{A0741DA7-898F-4C16-9EBD-BB719830EF52}" dt="2025-05-28T07:58:34.787" v="498" actId="790"/>
          <ac:spMkLst>
            <pc:docMk/>
            <pc:sldMk cId="1929171615" sldId="1208"/>
            <ac:spMk id="3" creationId="{CB673546-9207-1FA4-01EB-EC02FFF9F945}"/>
          </ac:spMkLst>
        </pc:spChg>
        <pc:spChg chg="mod">
          <ac:chgData name="Feist, Ella" userId="992bbaf2-811d-42cb-a4d6-e7fc45e325e8" providerId="ADAL" clId="{A0741DA7-898F-4C16-9EBD-BB719830EF52}" dt="2025-05-28T07:58:34.787" v="498" actId="790"/>
          <ac:spMkLst>
            <pc:docMk/>
            <pc:sldMk cId="1929171615" sldId="1208"/>
            <ac:spMk id="5" creationId="{91A8ED3D-B755-43C9-BCB1-DCF495C0C9DB}"/>
          </ac:spMkLst>
        </pc:spChg>
        <pc:spChg chg="mod">
          <ac:chgData name="Feist, Ella" userId="992bbaf2-811d-42cb-a4d6-e7fc45e325e8" providerId="ADAL" clId="{A0741DA7-898F-4C16-9EBD-BB719830EF52}" dt="2025-05-28T07:58:34.787" v="498" actId="790"/>
          <ac:spMkLst>
            <pc:docMk/>
            <pc:sldMk cId="1929171615" sldId="1208"/>
            <ac:spMk id="7" creationId="{8BA5390B-A3BE-C400-94D2-4FB28D749D12}"/>
          </ac:spMkLst>
        </pc:spChg>
        <pc:graphicFrameChg chg="mod modGraphic">
          <ac:chgData name="Feist, Ella" userId="992bbaf2-811d-42cb-a4d6-e7fc45e325e8" providerId="ADAL" clId="{A0741DA7-898F-4C16-9EBD-BB719830EF52}" dt="2025-05-28T07:58:34.787" v="498" actId="790"/>
          <ac:graphicFrameMkLst>
            <pc:docMk/>
            <pc:sldMk cId="1929171615" sldId="1208"/>
            <ac:graphicFrameMk id="6" creationId="{D9FD56F7-67FD-8F5E-501F-99D7498BF13F}"/>
          </ac:graphicFrameMkLst>
        </pc:graphicFrameChg>
      </pc:sldChg>
      <pc:sldChg chg="delSp modSp mod">
        <pc:chgData name="Feist, Ella" userId="992bbaf2-811d-42cb-a4d6-e7fc45e325e8" providerId="ADAL" clId="{A0741DA7-898F-4C16-9EBD-BB719830EF52}" dt="2025-05-28T07:58:34.787" v="498" actId="790"/>
        <pc:sldMkLst>
          <pc:docMk/>
          <pc:sldMk cId="2814956492" sldId="1209"/>
        </pc:sldMkLst>
        <pc:spChg chg="mod">
          <ac:chgData name="Feist, Ella" userId="992bbaf2-811d-42cb-a4d6-e7fc45e325e8" providerId="ADAL" clId="{A0741DA7-898F-4C16-9EBD-BB719830EF52}" dt="2025-05-28T07:58:34.787" v="498" actId="790"/>
          <ac:spMkLst>
            <pc:docMk/>
            <pc:sldMk cId="2814956492" sldId="1209"/>
            <ac:spMk id="2" creationId="{A9A6FF77-D641-4417-92E7-11CC6238BF20}"/>
          </ac:spMkLst>
        </pc:spChg>
        <pc:spChg chg="mod">
          <ac:chgData name="Feist, Ella" userId="992bbaf2-811d-42cb-a4d6-e7fc45e325e8" providerId="ADAL" clId="{A0741DA7-898F-4C16-9EBD-BB719830EF52}" dt="2025-05-28T07:58:34.787" v="498" actId="790"/>
          <ac:spMkLst>
            <pc:docMk/>
            <pc:sldMk cId="2814956492" sldId="1209"/>
            <ac:spMk id="3" creationId="{20F50889-D135-FF2E-B358-E4DE1A1F95FD}"/>
          </ac:spMkLst>
        </pc:spChg>
        <pc:spChg chg="mod">
          <ac:chgData name="Feist, Ella" userId="992bbaf2-811d-42cb-a4d6-e7fc45e325e8" providerId="ADAL" clId="{A0741DA7-898F-4C16-9EBD-BB719830EF52}" dt="2025-05-28T07:58:34.787" v="498" actId="790"/>
          <ac:spMkLst>
            <pc:docMk/>
            <pc:sldMk cId="2814956492" sldId="1209"/>
            <ac:spMk id="7" creationId="{90B15789-B3B6-4872-2742-AB23AAFDA6E2}"/>
          </ac:spMkLst>
        </pc:spChg>
        <pc:graphicFrameChg chg="mod modGraphic">
          <ac:chgData name="Feist, Ella" userId="992bbaf2-811d-42cb-a4d6-e7fc45e325e8" providerId="ADAL" clId="{A0741DA7-898F-4C16-9EBD-BB719830EF52}" dt="2025-05-28T07:58:34.787" v="498" actId="790"/>
          <ac:graphicFrameMkLst>
            <pc:docMk/>
            <pc:sldMk cId="2814956492" sldId="1209"/>
            <ac:graphicFrameMk id="6" creationId="{3107BC7A-57D4-7490-19C5-8EFD5CFDC589}"/>
          </ac:graphicFrameMkLst>
        </pc:graphicFrameChg>
      </pc:sldChg>
      <pc:sldChg chg="modSp mod modNotesTx">
        <pc:chgData name="Feist, Ella" userId="992bbaf2-811d-42cb-a4d6-e7fc45e325e8" providerId="ADAL" clId="{A0741DA7-898F-4C16-9EBD-BB719830EF52}" dt="2025-05-28T07:58:34.787" v="498" actId="790"/>
        <pc:sldMkLst>
          <pc:docMk/>
          <pc:sldMk cId="922571186" sldId="1210"/>
        </pc:sldMkLst>
        <pc:spChg chg="mod">
          <ac:chgData name="Feist, Ella" userId="992bbaf2-811d-42cb-a4d6-e7fc45e325e8" providerId="ADAL" clId="{A0741DA7-898F-4C16-9EBD-BB719830EF52}" dt="2025-05-28T07:58:34.787" v="498" actId="790"/>
          <ac:spMkLst>
            <pc:docMk/>
            <pc:sldMk cId="922571186" sldId="1210"/>
            <ac:spMk id="2" creationId="{A9A6FF77-D641-4417-92E7-11CC6238BF20}"/>
          </ac:spMkLst>
        </pc:spChg>
        <pc:spChg chg="mod">
          <ac:chgData name="Feist, Ella" userId="992bbaf2-811d-42cb-a4d6-e7fc45e325e8" providerId="ADAL" clId="{A0741DA7-898F-4C16-9EBD-BB719830EF52}" dt="2025-05-28T07:58:34.787" v="498" actId="790"/>
          <ac:spMkLst>
            <pc:docMk/>
            <pc:sldMk cId="922571186" sldId="1210"/>
            <ac:spMk id="3" creationId="{4D9C2E53-780C-AE6B-CAB7-7153E4290A61}"/>
          </ac:spMkLst>
        </pc:spChg>
        <pc:spChg chg="mod">
          <ac:chgData name="Feist, Ella" userId="992bbaf2-811d-42cb-a4d6-e7fc45e325e8" providerId="ADAL" clId="{A0741DA7-898F-4C16-9EBD-BB719830EF52}" dt="2025-05-28T07:58:34.787" v="498" actId="790"/>
          <ac:spMkLst>
            <pc:docMk/>
            <pc:sldMk cId="922571186" sldId="1210"/>
            <ac:spMk id="5" creationId="{91A8ED3D-B755-43C9-BCB1-DCF495C0C9DB}"/>
          </ac:spMkLst>
        </pc:spChg>
        <pc:spChg chg="mod">
          <ac:chgData name="Feist, Ella" userId="992bbaf2-811d-42cb-a4d6-e7fc45e325e8" providerId="ADAL" clId="{A0741DA7-898F-4C16-9EBD-BB719830EF52}" dt="2025-05-28T07:58:34.787" v="498" actId="790"/>
          <ac:spMkLst>
            <pc:docMk/>
            <pc:sldMk cId="922571186" sldId="1210"/>
            <ac:spMk id="8" creationId="{6CBFE599-CDFE-6D25-589E-89505F6A3047}"/>
          </ac:spMkLst>
        </pc:spChg>
        <pc:graphicFrameChg chg="mod modGraphic">
          <ac:chgData name="Feist, Ella" userId="992bbaf2-811d-42cb-a4d6-e7fc45e325e8" providerId="ADAL" clId="{A0741DA7-898F-4C16-9EBD-BB719830EF52}" dt="2025-05-28T07:58:34.787" v="498" actId="790"/>
          <ac:graphicFrameMkLst>
            <pc:docMk/>
            <pc:sldMk cId="922571186" sldId="1210"/>
            <ac:graphicFrameMk id="6" creationId="{F2277554-031C-CB3B-F0D4-F09BF6EF1683}"/>
          </ac:graphicFrameMkLst>
        </pc:graphicFrameChg>
        <pc:picChg chg="mod">
          <ac:chgData name="Feist, Ella" userId="992bbaf2-811d-42cb-a4d6-e7fc45e325e8" providerId="ADAL" clId="{A0741DA7-898F-4C16-9EBD-BB719830EF52}" dt="2025-05-27T16:18:48.108" v="244" actId="1076"/>
          <ac:picMkLst>
            <pc:docMk/>
            <pc:sldMk cId="922571186" sldId="1210"/>
            <ac:picMk id="4" creationId="{456E3F4B-2FC5-3D31-212A-099441AEDCDB}"/>
          </ac:picMkLst>
        </pc:picChg>
        <pc:picChg chg="mod">
          <ac:chgData name="Feist, Ella" userId="992bbaf2-811d-42cb-a4d6-e7fc45e325e8" providerId="ADAL" clId="{A0741DA7-898F-4C16-9EBD-BB719830EF52}" dt="2025-05-27T16:18:54.342" v="245" actId="1076"/>
          <ac:picMkLst>
            <pc:docMk/>
            <pc:sldMk cId="922571186" sldId="1210"/>
            <ac:picMk id="13" creationId="{A7DFE778-61A7-D749-B5BD-6B93D12095CF}"/>
          </ac:picMkLst>
        </pc:picChg>
      </pc:sldChg>
      <pc:sldChg chg="modSp mod">
        <pc:chgData name="Feist, Ella" userId="992bbaf2-811d-42cb-a4d6-e7fc45e325e8" providerId="ADAL" clId="{A0741DA7-898F-4C16-9EBD-BB719830EF52}" dt="2025-05-28T07:58:34.787" v="498" actId="790"/>
        <pc:sldMkLst>
          <pc:docMk/>
          <pc:sldMk cId="1040356553" sldId="1211"/>
        </pc:sldMkLst>
        <pc:spChg chg="mod">
          <ac:chgData name="Feist, Ella" userId="992bbaf2-811d-42cb-a4d6-e7fc45e325e8" providerId="ADAL" clId="{A0741DA7-898F-4C16-9EBD-BB719830EF52}" dt="2025-05-28T07:58:34.787" v="498" actId="790"/>
          <ac:spMkLst>
            <pc:docMk/>
            <pc:sldMk cId="1040356553" sldId="1211"/>
            <ac:spMk id="2" creationId="{9B216265-20B3-4E21-0750-856C400FF8AC}"/>
          </ac:spMkLst>
        </pc:spChg>
        <pc:spChg chg="mod">
          <ac:chgData name="Feist, Ella" userId="992bbaf2-811d-42cb-a4d6-e7fc45e325e8" providerId="ADAL" clId="{A0741DA7-898F-4C16-9EBD-BB719830EF52}" dt="2025-05-28T07:58:34.787" v="498" actId="790"/>
          <ac:spMkLst>
            <pc:docMk/>
            <pc:sldMk cId="1040356553" sldId="1211"/>
            <ac:spMk id="4" creationId="{43B05374-7670-6D2B-B872-94DC3BBB9B90}"/>
          </ac:spMkLst>
        </pc:spChg>
        <pc:spChg chg="mod">
          <ac:chgData name="Feist, Ella" userId="992bbaf2-811d-42cb-a4d6-e7fc45e325e8" providerId="ADAL" clId="{A0741DA7-898F-4C16-9EBD-BB719830EF52}" dt="2025-05-28T07:58:34.787" v="498" actId="790"/>
          <ac:spMkLst>
            <pc:docMk/>
            <pc:sldMk cId="1040356553" sldId="1211"/>
            <ac:spMk id="7" creationId="{6CBFE599-CDFE-6D25-589E-89505F6A3047}"/>
          </ac:spMkLst>
        </pc:spChg>
        <pc:spChg chg="mod">
          <ac:chgData name="Feist, Ella" userId="992bbaf2-811d-42cb-a4d6-e7fc45e325e8" providerId="ADAL" clId="{A0741DA7-898F-4C16-9EBD-BB719830EF52}" dt="2025-05-28T07:58:34.787" v="498" actId="790"/>
          <ac:spMkLst>
            <pc:docMk/>
            <pc:sldMk cId="1040356553" sldId="1211"/>
            <ac:spMk id="8" creationId="{C8946749-ED42-7D8E-19A1-39388A3549C5}"/>
          </ac:spMkLst>
        </pc:spChg>
        <pc:graphicFrameChg chg="mod modGraphic">
          <ac:chgData name="Feist, Ella" userId="992bbaf2-811d-42cb-a4d6-e7fc45e325e8" providerId="ADAL" clId="{A0741DA7-898F-4C16-9EBD-BB719830EF52}" dt="2025-05-28T07:58:34.787" v="498" actId="790"/>
          <ac:graphicFrameMkLst>
            <pc:docMk/>
            <pc:sldMk cId="1040356553" sldId="1211"/>
            <ac:graphicFrameMk id="10" creationId="{CECD7FBD-60F3-5E28-8B98-6ECA11601874}"/>
          </ac:graphicFrameMkLst>
        </pc:graphicFrameChg>
        <pc:graphicFrameChg chg="mod modGraphic">
          <ac:chgData name="Feist, Ella" userId="992bbaf2-811d-42cb-a4d6-e7fc45e325e8" providerId="ADAL" clId="{A0741DA7-898F-4C16-9EBD-BB719830EF52}" dt="2025-05-28T07:58:34.787" v="498" actId="790"/>
          <ac:graphicFrameMkLst>
            <pc:docMk/>
            <pc:sldMk cId="1040356553" sldId="1211"/>
            <ac:graphicFrameMk id="11" creationId="{1AA23AA9-B31B-97E2-9AC9-F8F5D65296CA}"/>
          </ac:graphicFrameMkLst>
        </pc:graphicFrameChg>
      </pc:sldChg>
      <pc:sldChg chg="modSp mod">
        <pc:chgData name="Feist, Ella" userId="992bbaf2-811d-42cb-a4d6-e7fc45e325e8" providerId="ADAL" clId="{A0741DA7-898F-4C16-9EBD-BB719830EF52}" dt="2025-05-28T07:58:34.787" v="498" actId="790"/>
        <pc:sldMkLst>
          <pc:docMk/>
          <pc:sldMk cId="1630271437" sldId="1212"/>
        </pc:sldMkLst>
        <pc:spChg chg="mod">
          <ac:chgData name="Feist, Ella" userId="992bbaf2-811d-42cb-a4d6-e7fc45e325e8" providerId="ADAL" clId="{A0741DA7-898F-4C16-9EBD-BB719830EF52}" dt="2025-05-28T07:58:34.787" v="498" actId="790"/>
          <ac:spMkLst>
            <pc:docMk/>
            <pc:sldMk cId="1630271437" sldId="1212"/>
            <ac:spMk id="2" creationId="{A9A6FF77-D641-4417-92E7-11CC6238BF20}"/>
          </ac:spMkLst>
        </pc:spChg>
        <pc:spChg chg="mod">
          <ac:chgData name="Feist, Ella" userId="992bbaf2-811d-42cb-a4d6-e7fc45e325e8" providerId="ADAL" clId="{A0741DA7-898F-4C16-9EBD-BB719830EF52}" dt="2025-05-28T07:58:34.787" v="498" actId="790"/>
          <ac:spMkLst>
            <pc:docMk/>
            <pc:sldMk cId="1630271437" sldId="1212"/>
            <ac:spMk id="5" creationId="{91A8ED3D-B755-43C9-BCB1-DCF495C0C9DB}"/>
          </ac:spMkLst>
        </pc:spChg>
        <pc:spChg chg="mod">
          <ac:chgData name="Feist, Ella" userId="992bbaf2-811d-42cb-a4d6-e7fc45e325e8" providerId="ADAL" clId="{A0741DA7-898F-4C16-9EBD-BB719830EF52}" dt="2025-05-28T07:58:34.787" v="498" actId="790"/>
          <ac:spMkLst>
            <pc:docMk/>
            <pc:sldMk cId="1630271437" sldId="1212"/>
            <ac:spMk id="7" creationId="{E38C5A1E-436F-BBC7-904D-52E2C3BB5A04}"/>
          </ac:spMkLst>
        </pc:spChg>
        <pc:spChg chg="mod">
          <ac:chgData name="Feist, Ella" userId="992bbaf2-811d-42cb-a4d6-e7fc45e325e8" providerId="ADAL" clId="{A0741DA7-898F-4C16-9EBD-BB719830EF52}" dt="2025-05-28T07:58:34.787" v="498" actId="790"/>
          <ac:spMkLst>
            <pc:docMk/>
            <pc:sldMk cId="1630271437" sldId="1212"/>
            <ac:spMk id="8" creationId="{A999269D-05A7-71AF-3A2F-8A68ABCC6436}"/>
          </ac:spMkLst>
        </pc:spChg>
        <pc:graphicFrameChg chg="mod modGraphic">
          <ac:chgData name="Feist, Ella" userId="992bbaf2-811d-42cb-a4d6-e7fc45e325e8" providerId="ADAL" clId="{A0741DA7-898F-4C16-9EBD-BB719830EF52}" dt="2025-05-28T07:58:34.787" v="498" actId="790"/>
          <ac:graphicFrameMkLst>
            <pc:docMk/>
            <pc:sldMk cId="1630271437" sldId="1212"/>
            <ac:graphicFrameMk id="9" creationId="{D523AF26-692F-6C83-5080-3F6F325BA31C}"/>
          </ac:graphicFrameMkLst>
        </pc:graphicFrameChg>
      </pc:sldChg>
      <pc:sldChg chg="modSp mod">
        <pc:chgData name="Feist, Ella" userId="992bbaf2-811d-42cb-a4d6-e7fc45e325e8" providerId="ADAL" clId="{A0741DA7-898F-4C16-9EBD-BB719830EF52}" dt="2025-05-28T07:58:34.787" v="498" actId="790"/>
        <pc:sldMkLst>
          <pc:docMk/>
          <pc:sldMk cId="3195739920" sldId="1213"/>
        </pc:sldMkLst>
        <pc:spChg chg="mod">
          <ac:chgData name="Feist, Ella" userId="992bbaf2-811d-42cb-a4d6-e7fc45e325e8" providerId="ADAL" clId="{A0741DA7-898F-4C16-9EBD-BB719830EF52}" dt="2025-05-28T07:58:34.787" v="498" actId="790"/>
          <ac:spMkLst>
            <pc:docMk/>
            <pc:sldMk cId="3195739920" sldId="1213"/>
            <ac:spMk id="2" creationId="{A9A6FF77-D641-4417-92E7-11CC6238BF20}"/>
          </ac:spMkLst>
        </pc:spChg>
        <pc:spChg chg="mod">
          <ac:chgData name="Feist, Ella" userId="992bbaf2-811d-42cb-a4d6-e7fc45e325e8" providerId="ADAL" clId="{A0741DA7-898F-4C16-9EBD-BB719830EF52}" dt="2025-05-28T07:58:34.787" v="498" actId="790"/>
          <ac:spMkLst>
            <pc:docMk/>
            <pc:sldMk cId="3195739920" sldId="1213"/>
            <ac:spMk id="5" creationId="{91A8ED3D-B755-43C9-BCB1-DCF495C0C9DB}"/>
          </ac:spMkLst>
        </pc:spChg>
        <pc:spChg chg="mod">
          <ac:chgData name="Feist, Ella" userId="992bbaf2-811d-42cb-a4d6-e7fc45e325e8" providerId="ADAL" clId="{A0741DA7-898F-4C16-9EBD-BB719830EF52}" dt="2025-05-28T07:58:34.787" v="498" actId="790"/>
          <ac:spMkLst>
            <pc:docMk/>
            <pc:sldMk cId="3195739920" sldId="1213"/>
            <ac:spMk id="7" creationId="{3BE45891-6F2B-2544-B66C-B9A2F9777D47}"/>
          </ac:spMkLst>
        </pc:spChg>
        <pc:spChg chg="mod">
          <ac:chgData name="Feist, Ella" userId="992bbaf2-811d-42cb-a4d6-e7fc45e325e8" providerId="ADAL" clId="{A0741DA7-898F-4C16-9EBD-BB719830EF52}" dt="2025-05-28T07:58:34.787" v="498" actId="790"/>
          <ac:spMkLst>
            <pc:docMk/>
            <pc:sldMk cId="3195739920" sldId="1213"/>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3195739920" sldId="1213"/>
            <ac:graphicFrameMk id="9" creationId="{CE628013-0F2C-81D6-AED6-22DDDEF34774}"/>
          </ac:graphicFrameMkLst>
        </pc:graphicFrameChg>
      </pc:sldChg>
      <pc:sldChg chg="modSp mod">
        <pc:chgData name="Feist, Ella" userId="992bbaf2-811d-42cb-a4d6-e7fc45e325e8" providerId="ADAL" clId="{A0741DA7-898F-4C16-9EBD-BB719830EF52}" dt="2025-05-28T07:58:34.787" v="498" actId="790"/>
        <pc:sldMkLst>
          <pc:docMk/>
          <pc:sldMk cId="754147341" sldId="1214"/>
        </pc:sldMkLst>
        <pc:spChg chg="mod">
          <ac:chgData name="Feist, Ella" userId="992bbaf2-811d-42cb-a4d6-e7fc45e325e8" providerId="ADAL" clId="{A0741DA7-898F-4C16-9EBD-BB719830EF52}" dt="2025-05-28T07:58:34.787" v="498" actId="790"/>
          <ac:spMkLst>
            <pc:docMk/>
            <pc:sldMk cId="754147341" sldId="1214"/>
            <ac:spMk id="2" creationId="{9B216265-20B3-4E21-0750-856C400FF8AC}"/>
          </ac:spMkLst>
        </pc:spChg>
        <pc:spChg chg="mod">
          <ac:chgData name="Feist, Ella" userId="992bbaf2-811d-42cb-a4d6-e7fc45e325e8" providerId="ADAL" clId="{A0741DA7-898F-4C16-9EBD-BB719830EF52}" dt="2025-05-28T07:58:34.787" v="498" actId="790"/>
          <ac:spMkLst>
            <pc:docMk/>
            <pc:sldMk cId="754147341" sldId="1214"/>
            <ac:spMk id="4" creationId="{43B05374-7670-6D2B-B872-94DC3BBB9B90}"/>
          </ac:spMkLst>
        </pc:spChg>
        <pc:spChg chg="mod">
          <ac:chgData name="Feist, Ella" userId="992bbaf2-811d-42cb-a4d6-e7fc45e325e8" providerId="ADAL" clId="{A0741DA7-898F-4C16-9EBD-BB719830EF52}" dt="2025-05-28T07:58:34.787" v="498" actId="790"/>
          <ac:spMkLst>
            <pc:docMk/>
            <pc:sldMk cId="754147341" sldId="1214"/>
            <ac:spMk id="6" creationId="{13F2D3CF-8D52-B0EC-35E6-0D88A0778F22}"/>
          </ac:spMkLst>
        </pc:spChg>
        <pc:spChg chg="mod">
          <ac:chgData name="Feist, Ella" userId="992bbaf2-811d-42cb-a4d6-e7fc45e325e8" providerId="ADAL" clId="{A0741DA7-898F-4C16-9EBD-BB719830EF52}" dt="2025-05-28T07:58:34.787" v="498" actId="790"/>
          <ac:spMkLst>
            <pc:docMk/>
            <pc:sldMk cId="754147341" sldId="1214"/>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754147341" sldId="1214"/>
            <ac:graphicFrameMk id="10" creationId="{10FC5154-8DFF-D8F1-318A-28F1AC21342C}"/>
          </ac:graphicFrameMkLst>
        </pc:graphicFrameChg>
      </pc:sldChg>
      <pc:sldChg chg="modSp mod">
        <pc:chgData name="Feist, Ella" userId="992bbaf2-811d-42cb-a4d6-e7fc45e325e8" providerId="ADAL" clId="{A0741DA7-898F-4C16-9EBD-BB719830EF52}" dt="2025-05-28T07:58:34.787" v="498" actId="790"/>
        <pc:sldMkLst>
          <pc:docMk/>
          <pc:sldMk cId="1130952940" sldId="1215"/>
        </pc:sldMkLst>
        <pc:spChg chg="mod">
          <ac:chgData name="Feist, Ella" userId="992bbaf2-811d-42cb-a4d6-e7fc45e325e8" providerId="ADAL" clId="{A0741DA7-898F-4C16-9EBD-BB719830EF52}" dt="2025-05-28T07:58:34.787" v="498" actId="790"/>
          <ac:spMkLst>
            <pc:docMk/>
            <pc:sldMk cId="1130952940" sldId="1215"/>
            <ac:spMk id="2" creationId="{9B216265-20B3-4E21-0750-856C400FF8AC}"/>
          </ac:spMkLst>
        </pc:spChg>
        <pc:spChg chg="mod">
          <ac:chgData name="Feist, Ella" userId="992bbaf2-811d-42cb-a4d6-e7fc45e325e8" providerId="ADAL" clId="{A0741DA7-898F-4C16-9EBD-BB719830EF52}" dt="2025-05-28T07:58:34.787" v="498" actId="790"/>
          <ac:spMkLst>
            <pc:docMk/>
            <pc:sldMk cId="1130952940" sldId="1215"/>
            <ac:spMk id="4" creationId="{43B05374-7670-6D2B-B872-94DC3BBB9B90}"/>
          </ac:spMkLst>
        </pc:spChg>
        <pc:spChg chg="mod">
          <ac:chgData name="Feist, Ella" userId="992bbaf2-811d-42cb-a4d6-e7fc45e325e8" providerId="ADAL" clId="{A0741DA7-898F-4C16-9EBD-BB719830EF52}" dt="2025-05-28T07:58:34.787" v="498" actId="790"/>
          <ac:spMkLst>
            <pc:docMk/>
            <pc:sldMk cId="1130952940" sldId="1215"/>
            <ac:spMk id="7" creationId="{FF8AFF56-A5F4-685C-E640-CD802B16E658}"/>
          </ac:spMkLst>
        </pc:spChg>
        <pc:spChg chg="mod">
          <ac:chgData name="Feist, Ella" userId="992bbaf2-811d-42cb-a4d6-e7fc45e325e8" providerId="ADAL" clId="{A0741DA7-898F-4C16-9EBD-BB719830EF52}" dt="2025-05-28T07:58:34.787" v="498" actId="790"/>
          <ac:spMkLst>
            <pc:docMk/>
            <pc:sldMk cId="1130952940" sldId="1215"/>
            <ac:spMk id="8" creationId="{BBC067E8-7395-1ABC-48BE-2D592F697B56}"/>
          </ac:spMkLst>
        </pc:spChg>
        <pc:graphicFrameChg chg="mod modGraphic">
          <ac:chgData name="Feist, Ella" userId="992bbaf2-811d-42cb-a4d6-e7fc45e325e8" providerId="ADAL" clId="{A0741DA7-898F-4C16-9EBD-BB719830EF52}" dt="2025-05-28T07:58:34.787" v="498" actId="790"/>
          <ac:graphicFrameMkLst>
            <pc:docMk/>
            <pc:sldMk cId="1130952940" sldId="1215"/>
            <ac:graphicFrameMk id="9" creationId="{C40D9BE6-056A-352B-8ED4-071F676E8294}"/>
          </ac:graphicFrameMkLst>
        </pc:graphicFrameChg>
      </pc:sldChg>
      <pc:sldChg chg="addSp delSp modSp mod modClrScheme chgLayout">
        <pc:chgData name="Feist, Ella" userId="992bbaf2-811d-42cb-a4d6-e7fc45e325e8" providerId="ADAL" clId="{A0741DA7-898F-4C16-9EBD-BB719830EF52}" dt="2025-05-28T07:58:34.787" v="498" actId="790"/>
        <pc:sldMkLst>
          <pc:docMk/>
          <pc:sldMk cId="3744534961" sldId="1216"/>
        </pc:sldMkLst>
        <pc:spChg chg="mod ord">
          <ac:chgData name="Feist, Ella" userId="992bbaf2-811d-42cb-a4d6-e7fc45e325e8" providerId="ADAL" clId="{A0741DA7-898F-4C16-9EBD-BB719830EF52}" dt="2025-05-28T07:58:34.787" v="498" actId="790"/>
          <ac:spMkLst>
            <pc:docMk/>
            <pc:sldMk cId="3744534961" sldId="1216"/>
            <ac:spMk id="3" creationId="{E4ED7A81-F2C1-BCB2-B498-70DEC0C9BD3C}"/>
          </ac:spMkLst>
        </pc:spChg>
        <pc:spChg chg="mod ord">
          <ac:chgData name="Feist, Ella" userId="992bbaf2-811d-42cb-a4d6-e7fc45e325e8" providerId="ADAL" clId="{A0741DA7-898F-4C16-9EBD-BB719830EF52}" dt="2025-05-28T07:58:34.787" v="498" actId="790"/>
          <ac:spMkLst>
            <pc:docMk/>
            <pc:sldMk cId="3744534961" sldId="1216"/>
            <ac:spMk id="5" creationId="{91A8ED3D-B755-43C9-BCB1-DCF495C0C9DB}"/>
          </ac:spMkLst>
        </pc:spChg>
      </pc:sldChg>
      <pc:sldChg chg="modSp mod">
        <pc:chgData name="Feist, Ella" userId="992bbaf2-811d-42cb-a4d6-e7fc45e325e8" providerId="ADAL" clId="{A0741DA7-898F-4C16-9EBD-BB719830EF52}" dt="2025-05-28T07:58:34.787" v="498" actId="790"/>
        <pc:sldMkLst>
          <pc:docMk/>
          <pc:sldMk cId="2978139095" sldId="1217"/>
        </pc:sldMkLst>
        <pc:spChg chg="mod">
          <ac:chgData name="Feist, Ella" userId="992bbaf2-811d-42cb-a4d6-e7fc45e325e8" providerId="ADAL" clId="{A0741DA7-898F-4C16-9EBD-BB719830EF52}" dt="2025-05-28T07:58:34.787" v="498" actId="790"/>
          <ac:spMkLst>
            <pc:docMk/>
            <pc:sldMk cId="2978139095" sldId="1217"/>
            <ac:spMk id="2" creationId="{A9A6FF77-D641-4417-92E7-11CC6238BF20}"/>
          </ac:spMkLst>
        </pc:spChg>
        <pc:spChg chg="mod">
          <ac:chgData name="Feist, Ella" userId="992bbaf2-811d-42cb-a4d6-e7fc45e325e8" providerId="ADAL" clId="{A0741DA7-898F-4C16-9EBD-BB719830EF52}" dt="2025-05-28T07:58:34.787" v="498" actId="790"/>
          <ac:spMkLst>
            <pc:docMk/>
            <pc:sldMk cId="2978139095" sldId="1217"/>
            <ac:spMk id="3" creationId="{B1F21741-3B1E-830D-B014-87575C111F44}"/>
          </ac:spMkLst>
        </pc:spChg>
        <pc:spChg chg="mod">
          <ac:chgData name="Feist, Ella" userId="992bbaf2-811d-42cb-a4d6-e7fc45e325e8" providerId="ADAL" clId="{A0741DA7-898F-4C16-9EBD-BB719830EF52}" dt="2025-05-28T07:58:34.787" v="498" actId="790"/>
          <ac:spMkLst>
            <pc:docMk/>
            <pc:sldMk cId="2978139095" sldId="1217"/>
            <ac:spMk id="5" creationId="{91A8ED3D-B755-43C9-BCB1-DCF495C0C9DB}"/>
          </ac:spMkLst>
        </pc:spChg>
      </pc:sldChg>
      <pc:sldChg chg="modSp mod modClrScheme chgLayout">
        <pc:chgData name="Feist, Ella" userId="992bbaf2-811d-42cb-a4d6-e7fc45e325e8" providerId="ADAL" clId="{A0741DA7-898F-4C16-9EBD-BB719830EF52}" dt="2025-05-28T07:58:34.787" v="498" actId="790"/>
        <pc:sldMkLst>
          <pc:docMk/>
          <pc:sldMk cId="110274961" sldId="1218"/>
        </pc:sldMkLst>
        <pc:spChg chg="mod ord">
          <ac:chgData name="Feist, Ella" userId="992bbaf2-811d-42cb-a4d6-e7fc45e325e8" providerId="ADAL" clId="{A0741DA7-898F-4C16-9EBD-BB719830EF52}" dt="2025-05-28T07:58:34.787" v="498" actId="790"/>
          <ac:spMkLst>
            <pc:docMk/>
            <pc:sldMk cId="110274961" sldId="1218"/>
            <ac:spMk id="2" creationId="{A9A6FF77-D641-4417-92E7-11CC6238BF20}"/>
          </ac:spMkLst>
        </pc:spChg>
        <pc:spChg chg="mod ord">
          <ac:chgData name="Feist, Ella" userId="992bbaf2-811d-42cb-a4d6-e7fc45e325e8" providerId="ADAL" clId="{A0741DA7-898F-4C16-9EBD-BB719830EF52}" dt="2025-05-28T07:58:34.787" v="498" actId="790"/>
          <ac:spMkLst>
            <pc:docMk/>
            <pc:sldMk cId="110274961" sldId="1218"/>
            <ac:spMk id="3" creationId="{24ED94C1-F07E-F77B-1A86-E8B946397794}"/>
          </ac:spMkLst>
        </pc:spChg>
        <pc:spChg chg="mod ord">
          <ac:chgData name="Feist, Ella" userId="992bbaf2-811d-42cb-a4d6-e7fc45e325e8" providerId="ADAL" clId="{A0741DA7-898F-4C16-9EBD-BB719830EF52}" dt="2025-05-28T07:58:34.787" v="498" actId="790"/>
          <ac:spMkLst>
            <pc:docMk/>
            <pc:sldMk cId="110274961" sldId="1218"/>
            <ac:spMk id="5" creationId="{91A8ED3D-B755-43C9-BCB1-DCF495C0C9DB}"/>
          </ac:spMkLst>
        </pc:spChg>
        <pc:picChg chg="mod">
          <ac:chgData name="Feist, Ella" userId="992bbaf2-811d-42cb-a4d6-e7fc45e325e8" providerId="ADAL" clId="{A0741DA7-898F-4C16-9EBD-BB719830EF52}" dt="2025-05-28T07:56:44.498" v="442" actId="1076"/>
          <ac:picMkLst>
            <pc:docMk/>
            <pc:sldMk cId="110274961" sldId="1218"/>
            <ac:picMk id="6" creationId="{7F5CD1D8-9C60-F74E-6D3A-E27ADC15575F}"/>
          </ac:picMkLst>
        </pc:picChg>
      </pc:sldChg>
      <pc:sldChg chg="modSp mod modClrScheme chgLayout">
        <pc:chgData name="Feist, Ella" userId="992bbaf2-811d-42cb-a4d6-e7fc45e325e8" providerId="ADAL" clId="{A0741DA7-898F-4C16-9EBD-BB719830EF52}" dt="2025-05-28T07:58:34.787" v="498" actId="790"/>
        <pc:sldMkLst>
          <pc:docMk/>
          <pc:sldMk cId="1923953560" sldId="1219"/>
        </pc:sldMkLst>
        <pc:spChg chg="mod ord">
          <ac:chgData name="Feist, Ella" userId="992bbaf2-811d-42cb-a4d6-e7fc45e325e8" providerId="ADAL" clId="{A0741DA7-898F-4C16-9EBD-BB719830EF52}" dt="2025-05-28T07:58:34.787" v="498" actId="790"/>
          <ac:spMkLst>
            <pc:docMk/>
            <pc:sldMk cId="1923953560" sldId="1219"/>
            <ac:spMk id="2" creationId="{F111C5DB-635E-4576-A4C3-837B7E452E1E}"/>
          </ac:spMkLst>
        </pc:spChg>
        <pc:spChg chg="mod ord">
          <ac:chgData name="Feist, Ella" userId="992bbaf2-811d-42cb-a4d6-e7fc45e325e8" providerId="ADAL" clId="{A0741DA7-898F-4C16-9EBD-BB719830EF52}" dt="2025-05-28T07:58:34.787" v="498" actId="790"/>
          <ac:spMkLst>
            <pc:docMk/>
            <pc:sldMk cId="1923953560" sldId="1219"/>
            <ac:spMk id="3" creationId="{AD283921-BB22-6F27-7737-CD4777886FF5}"/>
          </ac:spMkLst>
        </pc:spChg>
        <pc:spChg chg="mod ord">
          <ac:chgData name="Feist, Ella" userId="992bbaf2-811d-42cb-a4d6-e7fc45e325e8" providerId="ADAL" clId="{A0741DA7-898F-4C16-9EBD-BB719830EF52}" dt="2025-05-28T07:58:34.787" v="498" actId="790"/>
          <ac:spMkLst>
            <pc:docMk/>
            <pc:sldMk cId="1923953560" sldId="1219"/>
            <ac:spMk id="6" creationId="{9ECDB192-E59C-C44D-B6D5-3E31ED8088B5}"/>
          </ac:spMkLst>
        </pc:spChg>
      </pc:sldChg>
      <pc:sldChg chg="delSp modSp mod">
        <pc:chgData name="Feist, Ella" userId="992bbaf2-811d-42cb-a4d6-e7fc45e325e8" providerId="ADAL" clId="{A0741DA7-898F-4C16-9EBD-BB719830EF52}" dt="2025-05-28T07:58:34.787" v="498" actId="790"/>
        <pc:sldMkLst>
          <pc:docMk/>
          <pc:sldMk cId="692221728" sldId="1220"/>
        </pc:sldMkLst>
        <pc:spChg chg="mod">
          <ac:chgData name="Feist, Ella" userId="992bbaf2-811d-42cb-a4d6-e7fc45e325e8" providerId="ADAL" clId="{A0741DA7-898F-4C16-9EBD-BB719830EF52}" dt="2025-05-28T07:58:34.787" v="498" actId="790"/>
          <ac:spMkLst>
            <pc:docMk/>
            <pc:sldMk cId="692221728" sldId="1220"/>
            <ac:spMk id="5" creationId="{15ED18AA-8D86-223E-0882-D303EE43079E}"/>
          </ac:spMkLst>
        </pc:spChg>
        <pc:spChg chg="mod">
          <ac:chgData name="Feist, Ella" userId="992bbaf2-811d-42cb-a4d6-e7fc45e325e8" providerId="ADAL" clId="{A0741DA7-898F-4C16-9EBD-BB719830EF52}" dt="2025-05-28T07:58:34.787" v="498" actId="790"/>
          <ac:spMkLst>
            <pc:docMk/>
            <pc:sldMk cId="692221728" sldId="1220"/>
            <ac:spMk id="6" creationId="{35E72B3C-E0F4-EFAE-3032-414C45C330AC}"/>
          </ac:spMkLst>
        </pc:spChg>
      </pc:sldChg>
      <pc:sldChg chg="delSp modSp mod">
        <pc:chgData name="Feist, Ella" userId="992bbaf2-811d-42cb-a4d6-e7fc45e325e8" providerId="ADAL" clId="{A0741DA7-898F-4C16-9EBD-BB719830EF52}" dt="2025-05-28T07:58:34.787" v="498" actId="790"/>
        <pc:sldMkLst>
          <pc:docMk/>
          <pc:sldMk cId="1858642930" sldId="1221"/>
        </pc:sldMkLst>
        <pc:spChg chg="mod">
          <ac:chgData name="Feist, Ella" userId="992bbaf2-811d-42cb-a4d6-e7fc45e325e8" providerId="ADAL" clId="{A0741DA7-898F-4C16-9EBD-BB719830EF52}" dt="2025-05-28T07:58:34.787" v="498" actId="790"/>
          <ac:spMkLst>
            <pc:docMk/>
            <pc:sldMk cId="1858642930" sldId="1221"/>
            <ac:spMk id="5" creationId="{00A23DB1-5C95-A823-9D3E-161CE775B8F5}"/>
          </ac:spMkLst>
        </pc:spChg>
        <pc:spChg chg="mod">
          <ac:chgData name="Feist, Ella" userId="992bbaf2-811d-42cb-a4d6-e7fc45e325e8" providerId="ADAL" clId="{A0741DA7-898F-4C16-9EBD-BB719830EF52}" dt="2025-05-28T07:58:34.787" v="498" actId="790"/>
          <ac:spMkLst>
            <pc:docMk/>
            <pc:sldMk cId="1858642930" sldId="1221"/>
            <ac:spMk id="6" creationId="{9E374D37-C774-EF7A-73B0-DA9E40CE63BD}"/>
          </ac:spMkLst>
        </pc:spChg>
      </pc:sldChg>
      <pc:sldChg chg="addSp delSp modSp mod chgLayout">
        <pc:chgData name="Feist, Ella" userId="992bbaf2-811d-42cb-a4d6-e7fc45e325e8" providerId="ADAL" clId="{A0741DA7-898F-4C16-9EBD-BB719830EF52}" dt="2025-05-28T07:58:34.787" v="498" actId="790"/>
        <pc:sldMkLst>
          <pc:docMk/>
          <pc:sldMk cId="203526778" sldId="1634"/>
        </pc:sldMkLst>
        <pc:spChg chg="mod ord">
          <ac:chgData name="Feist, Ella" userId="992bbaf2-811d-42cb-a4d6-e7fc45e325e8" providerId="ADAL" clId="{A0741DA7-898F-4C16-9EBD-BB719830EF52}" dt="2025-05-28T07:58:34.787" v="498" actId="790"/>
          <ac:spMkLst>
            <pc:docMk/>
            <pc:sldMk cId="203526778" sldId="1634"/>
            <ac:spMk id="2" creationId="{D7EC235F-614F-714E-A97F-4FF50EFF14FD}"/>
          </ac:spMkLst>
        </pc:spChg>
        <pc:spChg chg="mod ord">
          <ac:chgData name="Feist, Ella" userId="992bbaf2-811d-42cb-a4d6-e7fc45e325e8" providerId="ADAL" clId="{A0741DA7-898F-4C16-9EBD-BB719830EF52}" dt="2025-05-28T07:58:34.787" v="498" actId="790"/>
          <ac:spMkLst>
            <pc:docMk/>
            <pc:sldMk cId="203526778" sldId="1634"/>
            <ac:spMk id="4" creationId="{E9C5A723-C0B1-124B-8CB6-AA3105C9A4E6}"/>
          </ac:spMkLst>
        </pc:spChg>
        <pc:spChg chg="mod ord">
          <ac:chgData name="Feist, Ella" userId="992bbaf2-811d-42cb-a4d6-e7fc45e325e8" providerId="ADAL" clId="{A0741DA7-898F-4C16-9EBD-BB719830EF52}" dt="2025-05-28T07:58:34.787" v="498" actId="790"/>
          <ac:spMkLst>
            <pc:docMk/>
            <pc:sldMk cId="203526778" sldId="1634"/>
            <ac:spMk id="5" creationId="{979A5E23-6065-D476-460C-1C46CF38262F}"/>
          </ac:spMkLst>
        </pc:spChg>
      </pc:sldChg>
      <pc:sldMasterChg chg="del delSldLayout">
        <pc:chgData name="Feist, Ella" userId="992bbaf2-811d-42cb-a4d6-e7fc45e325e8" providerId="ADAL" clId="{A0741DA7-898F-4C16-9EBD-BB719830EF52}" dt="2025-05-27T16:02:41.962" v="1"/>
        <pc:sldMasterMkLst>
          <pc:docMk/>
          <pc:sldMasterMk cId="1433300368" sldId="2147483799"/>
        </pc:sldMasterMkLst>
        <pc:sldLayoutChg chg="del">
          <pc:chgData name="Feist, Ella" userId="992bbaf2-811d-42cb-a4d6-e7fc45e325e8" providerId="ADAL" clId="{A0741DA7-898F-4C16-9EBD-BB719830EF52}" dt="2025-05-27T16:02:41.962" v="1"/>
          <pc:sldLayoutMkLst>
            <pc:docMk/>
            <pc:sldMasterMk cId="1433300368" sldId="2147483799"/>
            <pc:sldLayoutMk cId="1527291370" sldId="2147483818"/>
          </pc:sldLayoutMkLst>
        </pc:sldLayoutChg>
        <pc:sldLayoutChg chg="del">
          <pc:chgData name="Feist, Ella" userId="992bbaf2-811d-42cb-a4d6-e7fc45e325e8" providerId="ADAL" clId="{A0741DA7-898F-4C16-9EBD-BB719830EF52}" dt="2025-05-27T16:02:41.962" v="1"/>
          <pc:sldLayoutMkLst>
            <pc:docMk/>
            <pc:sldMasterMk cId="1433300368" sldId="2147483799"/>
            <pc:sldLayoutMk cId="3562340024" sldId="2147483819"/>
          </pc:sldLayoutMkLst>
        </pc:sldLayoutChg>
        <pc:sldLayoutChg chg="del">
          <pc:chgData name="Feist, Ella" userId="992bbaf2-811d-42cb-a4d6-e7fc45e325e8" providerId="ADAL" clId="{A0741DA7-898F-4C16-9EBD-BB719830EF52}" dt="2025-05-27T16:02:41.962"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A0741DA7-898F-4C16-9EBD-BB719830EF52}" dt="2025-05-27T16:02:41.962" v="1"/>
        <pc:sldMasterMkLst>
          <pc:docMk/>
          <pc:sldMasterMk cId="4045664613" sldId="2147483821"/>
        </pc:sldMasterMkLst>
        <pc:sldLayoutChg chg="del">
          <pc:chgData name="Feist, Ella" userId="992bbaf2-811d-42cb-a4d6-e7fc45e325e8" providerId="ADAL" clId="{A0741DA7-898F-4C16-9EBD-BB719830EF52}" dt="2025-05-27T16:02:41.962" v="1"/>
          <pc:sldLayoutMkLst>
            <pc:docMk/>
            <pc:sldMasterMk cId="4045664613" sldId="2147483821"/>
            <pc:sldLayoutMk cId="1659487629" sldId="2147483822"/>
          </pc:sldLayoutMkLst>
        </pc:sldLayoutChg>
        <pc:sldLayoutChg chg="del">
          <pc:chgData name="Feist, Ella" userId="992bbaf2-811d-42cb-a4d6-e7fc45e325e8" providerId="ADAL" clId="{A0741DA7-898F-4C16-9EBD-BB719830EF52}" dt="2025-05-27T16:02:41.962" v="1"/>
          <pc:sldLayoutMkLst>
            <pc:docMk/>
            <pc:sldMasterMk cId="4045664613" sldId="2147483821"/>
            <pc:sldLayoutMk cId="3209770388" sldId="2147483823"/>
          </pc:sldLayoutMkLst>
        </pc:sldLayoutChg>
        <pc:sldLayoutChg chg="del">
          <pc:chgData name="Feist, Ella" userId="992bbaf2-811d-42cb-a4d6-e7fc45e325e8" providerId="ADAL" clId="{A0741DA7-898F-4C16-9EBD-BB719830EF52}" dt="2025-05-27T16:02:41.962" v="1"/>
          <pc:sldLayoutMkLst>
            <pc:docMk/>
            <pc:sldMasterMk cId="4045664613" sldId="2147483821"/>
            <pc:sldLayoutMk cId="2989585299" sldId="2147483824"/>
          </pc:sldLayoutMkLst>
        </pc:sldLayoutChg>
        <pc:sldLayoutChg chg="del">
          <pc:chgData name="Feist, Ella" userId="992bbaf2-811d-42cb-a4d6-e7fc45e325e8" providerId="ADAL" clId="{A0741DA7-898F-4C16-9EBD-BB719830EF52}" dt="2025-05-27T16:02:41.962"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A0741DA7-898F-4C16-9EBD-BB719830EF52}" dt="2025-05-27T16:02:41.962" v="1"/>
        <pc:sldMasterMkLst>
          <pc:docMk/>
          <pc:sldMasterMk cId="3391850710" sldId="2147483826"/>
        </pc:sldMasterMkLst>
        <pc:sldLayoutChg chg="del">
          <pc:chgData name="Feist, Ella" userId="992bbaf2-811d-42cb-a4d6-e7fc45e325e8" providerId="ADAL" clId="{A0741DA7-898F-4C16-9EBD-BB719830EF52}" dt="2025-05-27T16:02:41.962" v="1"/>
          <pc:sldLayoutMkLst>
            <pc:docMk/>
            <pc:sldMasterMk cId="3391850710" sldId="2147483826"/>
            <pc:sldLayoutMk cId="186167143" sldId="2147483827"/>
          </pc:sldLayoutMkLst>
        </pc:sldLayoutChg>
        <pc:sldLayoutChg chg="del">
          <pc:chgData name="Feist, Ella" userId="992bbaf2-811d-42cb-a4d6-e7fc45e325e8" providerId="ADAL" clId="{A0741DA7-898F-4C16-9EBD-BB719830EF52}" dt="2025-05-27T16:02:41.962" v="1"/>
          <pc:sldLayoutMkLst>
            <pc:docMk/>
            <pc:sldMasterMk cId="3391850710" sldId="2147483826"/>
            <pc:sldLayoutMk cId="4273777609" sldId="2147483828"/>
          </pc:sldLayoutMkLst>
        </pc:sldLayoutChg>
        <pc:sldLayoutChg chg="del">
          <pc:chgData name="Feist, Ella" userId="992bbaf2-811d-42cb-a4d6-e7fc45e325e8" providerId="ADAL" clId="{A0741DA7-898F-4C16-9EBD-BB719830EF52}" dt="2025-05-27T16:02:41.962" v="1"/>
          <pc:sldLayoutMkLst>
            <pc:docMk/>
            <pc:sldMasterMk cId="3391850710" sldId="2147483826"/>
            <pc:sldLayoutMk cId="928190420" sldId="2147483829"/>
          </pc:sldLayoutMkLst>
        </pc:sldLayoutChg>
        <pc:sldLayoutChg chg="del">
          <pc:chgData name="Feist, Ella" userId="992bbaf2-811d-42cb-a4d6-e7fc45e325e8" providerId="ADAL" clId="{A0741DA7-898F-4C16-9EBD-BB719830EF52}" dt="2025-05-27T16:02:41.962"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A0741DA7-898F-4C16-9EBD-BB719830EF52}" dt="2025-05-27T16:02:41.962" v="1"/>
        <pc:sldMasterMkLst>
          <pc:docMk/>
          <pc:sldMasterMk cId="3899971177" sldId="2147483831"/>
        </pc:sldMasterMkLst>
        <pc:sldLayoutChg chg="del">
          <pc:chgData name="Feist, Ella" userId="992bbaf2-811d-42cb-a4d6-e7fc45e325e8" providerId="ADAL" clId="{A0741DA7-898F-4C16-9EBD-BB719830EF52}" dt="2025-05-27T16:02:41.962" v="1"/>
          <pc:sldLayoutMkLst>
            <pc:docMk/>
            <pc:sldMasterMk cId="3899971177" sldId="2147483831"/>
            <pc:sldLayoutMk cId="1296847754" sldId="2147483832"/>
          </pc:sldLayoutMkLst>
        </pc:sldLayoutChg>
        <pc:sldLayoutChg chg="del">
          <pc:chgData name="Feist, Ella" userId="992bbaf2-811d-42cb-a4d6-e7fc45e325e8" providerId="ADAL" clId="{A0741DA7-898F-4C16-9EBD-BB719830EF52}" dt="2025-05-27T16:02:41.962" v="1"/>
          <pc:sldLayoutMkLst>
            <pc:docMk/>
            <pc:sldMasterMk cId="3899971177" sldId="2147483831"/>
            <pc:sldLayoutMk cId="2124554007" sldId="2147483833"/>
          </pc:sldLayoutMkLst>
        </pc:sldLayoutChg>
        <pc:sldLayoutChg chg="del">
          <pc:chgData name="Feist, Ella" userId="992bbaf2-811d-42cb-a4d6-e7fc45e325e8" providerId="ADAL" clId="{A0741DA7-898F-4C16-9EBD-BB719830EF52}" dt="2025-05-27T16:02:41.962" v="1"/>
          <pc:sldLayoutMkLst>
            <pc:docMk/>
            <pc:sldMasterMk cId="3899971177" sldId="2147483831"/>
            <pc:sldLayoutMk cId="2692646997" sldId="2147483834"/>
          </pc:sldLayoutMkLst>
        </pc:sldLayoutChg>
        <pc:sldLayoutChg chg="del">
          <pc:chgData name="Feist, Ella" userId="992bbaf2-811d-42cb-a4d6-e7fc45e325e8" providerId="ADAL" clId="{A0741DA7-898F-4C16-9EBD-BB719830EF52}" dt="2025-05-27T16:02:41.962"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A0741DA7-898F-4C16-9EBD-BB719830EF52}" dt="2025-05-27T16:02:41.962" v="1"/>
        <pc:sldMasterMkLst>
          <pc:docMk/>
          <pc:sldMasterMk cId="4061346496" sldId="2147483836"/>
        </pc:sldMasterMkLst>
        <pc:sldLayoutChg chg="del">
          <pc:chgData name="Feist, Ella" userId="992bbaf2-811d-42cb-a4d6-e7fc45e325e8" providerId="ADAL" clId="{A0741DA7-898F-4C16-9EBD-BB719830EF52}" dt="2025-05-27T16:02:41.962" v="1"/>
          <pc:sldLayoutMkLst>
            <pc:docMk/>
            <pc:sldMasterMk cId="4061346496" sldId="2147483836"/>
            <pc:sldLayoutMk cId="1342340652" sldId="2147483837"/>
          </pc:sldLayoutMkLst>
        </pc:sldLayoutChg>
        <pc:sldLayoutChg chg="del">
          <pc:chgData name="Feist, Ella" userId="992bbaf2-811d-42cb-a4d6-e7fc45e325e8" providerId="ADAL" clId="{A0741DA7-898F-4C16-9EBD-BB719830EF52}" dt="2025-05-27T16:02:41.962" v="1"/>
          <pc:sldLayoutMkLst>
            <pc:docMk/>
            <pc:sldMasterMk cId="4061346496" sldId="2147483836"/>
            <pc:sldLayoutMk cId="1129306061" sldId="2147483838"/>
          </pc:sldLayoutMkLst>
        </pc:sldLayoutChg>
        <pc:sldLayoutChg chg="del">
          <pc:chgData name="Feist, Ella" userId="992bbaf2-811d-42cb-a4d6-e7fc45e325e8" providerId="ADAL" clId="{A0741DA7-898F-4C16-9EBD-BB719830EF52}" dt="2025-05-27T16:02:41.962" v="1"/>
          <pc:sldLayoutMkLst>
            <pc:docMk/>
            <pc:sldMasterMk cId="4061346496" sldId="2147483836"/>
            <pc:sldLayoutMk cId="291058354" sldId="2147483839"/>
          </pc:sldLayoutMkLst>
        </pc:sldLayoutChg>
        <pc:sldLayoutChg chg="del">
          <pc:chgData name="Feist, Ella" userId="992bbaf2-811d-42cb-a4d6-e7fc45e325e8" providerId="ADAL" clId="{A0741DA7-898F-4C16-9EBD-BB719830EF52}" dt="2025-05-27T16:02:41.962"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A0741DA7-898F-4C16-9EBD-BB719830EF52}" dt="2025-05-27T16:02:41.962" v="1"/>
        <pc:sldMasterMkLst>
          <pc:docMk/>
          <pc:sldMasterMk cId="1513994161" sldId="2147483841"/>
        </pc:sldMasterMkLst>
        <pc:sldLayoutChg chg="del">
          <pc:chgData name="Feist, Ella" userId="992bbaf2-811d-42cb-a4d6-e7fc45e325e8" providerId="ADAL" clId="{A0741DA7-898F-4C16-9EBD-BB719830EF52}" dt="2025-05-27T16:02:41.962" v="1"/>
          <pc:sldLayoutMkLst>
            <pc:docMk/>
            <pc:sldMasterMk cId="1513994161" sldId="2147483841"/>
            <pc:sldLayoutMk cId="2408842378" sldId="2147483842"/>
          </pc:sldLayoutMkLst>
        </pc:sldLayoutChg>
        <pc:sldLayoutChg chg="del">
          <pc:chgData name="Feist, Ella" userId="992bbaf2-811d-42cb-a4d6-e7fc45e325e8" providerId="ADAL" clId="{A0741DA7-898F-4C16-9EBD-BB719830EF52}" dt="2025-05-27T16:02:41.962" v="1"/>
          <pc:sldLayoutMkLst>
            <pc:docMk/>
            <pc:sldMasterMk cId="1513994161" sldId="2147483841"/>
            <pc:sldLayoutMk cId="3257542985" sldId="2147483843"/>
          </pc:sldLayoutMkLst>
        </pc:sldLayoutChg>
        <pc:sldLayoutChg chg="del">
          <pc:chgData name="Feist, Ella" userId="992bbaf2-811d-42cb-a4d6-e7fc45e325e8" providerId="ADAL" clId="{A0741DA7-898F-4C16-9EBD-BB719830EF52}" dt="2025-05-27T16:02:41.962" v="1"/>
          <pc:sldLayoutMkLst>
            <pc:docMk/>
            <pc:sldMasterMk cId="1513994161" sldId="2147483841"/>
            <pc:sldLayoutMk cId="57802930" sldId="2147483844"/>
          </pc:sldLayoutMkLst>
        </pc:sldLayoutChg>
        <pc:sldLayoutChg chg="del">
          <pc:chgData name="Feist, Ella" userId="992bbaf2-811d-42cb-a4d6-e7fc45e325e8" providerId="ADAL" clId="{A0741DA7-898F-4C16-9EBD-BB719830EF52}" dt="2025-05-27T16:02:41.962"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A0741DA7-898F-4C16-9EBD-BB719830EF52}" dt="2025-05-27T16:02:41.962" v="1"/>
        <pc:sldMasterMkLst>
          <pc:docMk/>
          <pc:sldMasterMk cId="1256176808" sldId="2147483846"/>
        </pc:sldMasterMkLst>
        <pc:sldLayoutChg chg="del">
          <pc:chgData name="Feist, Ella" userId="992bbaf2-811d-42cb-a4d6-e7fc45e325e8" providerId="ADAL" clId="{A0741DA7-898F-4C16-9EBD-BB719830EF52}" dt="2025-05-27T16:02:41.962" v="1"/>
          <pc:sldLayoutMkLst>
            <pc:docMk/>
            <pc:sldMasterMk cId="1256176808" sldId="2147483846"/>
            <pc:sldLayoutMk cId="1930662052" sldId="2147483847"/>
          </pc:sldLayoutMkLst>
        </pc:sldLayoutChg>
        <pc:sldLayoutChg chg="del">
          <pc:chgData name="Feist, Ella" userId="992bbaf2-811d-42cb-a4d6-e7fc45e325e8" providerId="ADAL" clId="{A0741DA7-898F-4C16-9EBD-BB719830EF52}" dt="2025-05-27T16:02:41.962" v="1"/>
          <pc:sldLayoutMkLst>
            <pc:docMk/>
            <pc:sldMasterMk cId="1256176808" sldId="2147483846"/>
            <pc:sldLayoutMk cId="2862166332" sldId="2147483848"/>
          </pc:sldLayoutMkLst>
        </pc:sldLayoutChg>
        <pc:sldLayoutChg chg="del">
          <pc:chgData name="Feist, Ella" userId="992bbaf2-811d-42cb-a4d6-e7fc45e325e8" providerId="ADAL" clId="{A0741DA7-898F-4C16-9EBD-BB719830EF52}" dt="2025-05-27T16:02:41.962" v="1"/>
          <pc:sldLayoutMkLst>
            <pc:docMk/>
            <pc:sldMasterMk cId="1256176808" sldId="2147483846"/>
            <pc:sldLayoutMk cId="4243011970" sldId="2147483849"/>
          </pc:sldLayoutMkLst>
        </pc:sldLayoutChg>
        <pc:sldLayoutChg chg="del">
          <pc:chgData name="Feist, Ella" userId="992bbaf2-811d-42cb-a4d6-e7fc45e325e8" providerId="ADAL" clId="{A0741DA7-898F-4C16-9EBD-BB719830EF52}" dt="2025-05-27T16:02:41.962"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A0741DA7-898F-4C16-9EBD-BB719830EF52}" dt="2025-05-27T16:02:41.962" v="1"/>
        <pc:sldMasterMkLst>
          <pc:docMk/>
          <pc:sldMasterMk cId="4100756167" sldId="2147483897"/>
        </pc:sldMasterMkLst>
        <pc:sldLayoutChg chg="del">
          <pc:chgData name="Feist, Ella" userId="992bbaf2-811d-42cb-a4d6-e7fc45e325e8" providerId="ADAL" clId="{A0741DA7-898F-4C16-9EBD-BB719830EF52}" dt="2025-05-27T16:02:41.962" v="1"/>
          <pc:sldLayoutMkLst>
            <pc:docMk/>
            <pc:sldMasterMk cId="4100756167" sldId="2147483897"/>
            <pc:sldLayoutMk cId="3265297551" sldId="2147483898"/>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3991041670" sldId="2147483899"/>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632637445" sldId="2147483900"/>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611431978" sldId="2147483901"/>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285155211" sldId="2147483902"/>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3662927230" sldId="2147483903"/>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1968557072" sldId="2147483904"/>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41028302" sldId="2147483905"/>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2312751237" sldId="2147483906"/>
          </pc:sldLayoutMkLst>
        </pc:sldLayoutChg>
        <pc:sldLayoutChg chg="del">
          <pc:chgData name="Feist, Ella" userId="992bbaf2-811d-42cb-a4d6-e7fc45e325e8" providerId="ADAL" clId="{A0741DA7-898F-4C16-9EBD-BB719830EF52}" dt="2025-05-27T16:02:41.962" v="1"/>
          <pc:sldLayoutMkLst>
            <pc:docMk/>
            <pc:sldMasterMk cId="4100756167" sldId="2147483897"/>
            <pc:sldLayoutMk cId="557095359" sldId="2147483907"/>
          </pc:sldLayoutMkLst>
        </pc:sldLayoutChg>
      </pc:sldMasterChg>
      <pc:sldMasterChg chg="del delSldLayout">
        <pc:chgData name="Feist, Ella" userId="992bbaf2-811d-42cb-a4d6-e7fc45e325e8" providerId="ADAL" clId="{A0741DA7-898F-4C16-9EBD-BB719830EF52}" dt="2025-05-27T16:02:41.962" v="1"/>
        <pc:sldMasterMkLst>
          <pc:docMk/>
          <pc:sldMasterMk cId="2711428093" sldId="2147483908"/>
        </pc:sldMasterMkLst>
        <pc:sldLayoutChg chg="del">
          <pc:chgData name="Feist, Ella" userId="992bbaf2-811d-42cb-a4d6-e7fc45e325e8" providerId="ADAL" clId="{A0741DA7-898F-4C16-9EBD-BB719830EF52}" dt="2025-05-27T16:02:41.962" v="1"/>
          <pc:sldLayoutMkLst>
            <pc:docMk/>
            <pc:sldMasterMk cId="2711428093" sldId="2147483908"/>
            <pc:sldLayoutMk cId="3375000662" sldId="2147483909"/>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3170572682" sldId="2147483910"/>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4075806154" sldId="2147483911"/>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572188986" sldId="2147483912"/>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3207332113" sldId="2147483913"/>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1460219817" sldId="2147483914"/>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994855307" sldId="2147483915"/>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1060909352" sldId="2147483916"/>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2650676527" sldId="2147483917"/>
          </pc:sldLayoutMkLst>
        </pc:sldLayoutChg>
        <pc:sldLayoutChg chg="del">
          <pc:chgData name="Feist, Ella" userId="992bbaf2-811d-42cb-a4d6-e7fc45e325e8" providerId="ADAL" clId="{A0741DA7-898F-4C16-9EBD-BB719830EF52}" dt="2025-05-27T16:02:41.962" v="1"/>
          <pc:sldLayoutMkLst>
            <pc:docMk/>
            <pc:sldMasterMk cId="2711428093" sldId="2147483908"/>
            <pc:sldLayoutMk cId="787982011" sldId="2147483918"/>
          </pc:sldLayoutMkLst>
        </pc:sldLayoutChg>
      </pc:sldMasterChg>
      <pc:sldMasterChg chg="del delSldLayout">
        <pc:chgData name="Feist, Ella" userId="992bbaf2-811d-42cb-a4d6-e7fc45e325e8" providerId="ADAL" clId="{A0741DA7-898F-4C16-9EBD-BB719830EF52}" dt="2025-05-27T16:02:41.962" v="1"/>
        <pc:sldMasterMkLst>
          <pc:docMk/>
          <pc:sldMasterMk cId="537580445" sldId="2147483941"/>
        </pc:sldMasterMkLst>
        <pc:sldLayoutChg chg="del">
          <pc:chgData name="Feist, Ella" userId="992bbaf2-811d-42cb-a4d6-e7fc45e325e8" providerId="ADAL" clId="{A0741DA7-898F-4C16-9EBD-BB719830EF52}" dt="2025-05-27T16:02:41.962" v="1"/>
          <pc:sldLayoutMkLst>
            <pc:docMk/>
            <pc:sldMasterMk cId="537580445" sldId="2147483941"/>
            <pc:sldLayoutMk cId="3655050728" sldId="2147483942"/>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191104469" sldId="2147483948"/>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3106673082" sldId="2147483949"/>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2883798060" sldId="2147483950"/>
          </pc:sldLayoutMkLst>
        </pc:sldLayoutChg>
        <pc:sldLayoutChg chg="del">
          <pc:chgData name="Feist, Ella" userId="992bbaf2-811d-42cb-a4d6-e7fc45e325e8" providerId="ADAL" clId="{A0741DA7-898F-4C16-9EBD-BB719830EF52}" dt="2025-05-27T16:02:41.962"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A0741DA7-898F-4C16-9EBD-BB719830EF52}" dt="2025-05-27T16:02:41.962" v="1"/>
        <pc:sldMasterMkLst>
          <pc:docMk/>
          <pc:sldMasterMk cId="1502784078" sldId="2147483943"/>
        </pc:sldMasterMkLst>
        <pc:sldLayoutChg chg="del">
          <pc:chgData name="Feist, Ella" userId="992bbaf2-811d-42cb-a4d6-e7fc45e325e8" providerId="ADAL" clId="{A0741DA7-898F-4C16-9EBD-BB719830EF52}" dt="2025-05-27T16:02:41.962" v="1"/>
          <pc:sldLayoutMkLst>
            <pc:docMk/>
            <pc:sldMasterMk cId="1502784078" sldId="2147483943"/>
            <pc:sldLayoutMk cId="3733918436" sldId="2147483944"/>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714599208" sldId="2147483952"/>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785506021" sldId="2147483953"/>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1326846653" sldId="2147483954"/>
          </pc:sldLayoutMkLst>
        </pc:sldLayoutChg>
        <pc:sldLayoutChg chg="del">
          <pc:chgData name="Feist, Ella" userId="992bbaf2-811d-42cb-a4d6-e7fc45e325e8" providerId="ADAL" clId="{A0741DA7-898F-4C16-9EBD-BB719830EF52}" dt="2025-05-27T16:02:41.962" v="1"/>
          <pc:sldLayoutMkLst>
            <pc:docMk/>
            <pc:sldMasterMk cId="1502784078" sldId="2147483943"/>
            <pc:sldLayoutMk cId="1638070405" sldId="2147483955"/>
          </pc:sldLayoutMkLst>
        </pc:sldLayoutChg>
      </pc:sldMasterChg>
    </pc:docChg>
  </pc:docChgLst>
  <pc:docChgLst>
    <pc:chgData name="Feist, Ella" userId="992bbaf2-811d-42cb-a4d6-e7fc45e325e8" providerId="ADAL" clId="{2D5A83BD-47C3-4B50-BCA6-CA180166876F}"/>
    <pc:docChg chg="custSel modSld">
      <pc:chgData name="Feist, Ella" userId="992bbaf2-811d-42cb-a4d6-e7fc45e325e8" providerId="ADAL" clId="{2D5A83BD-47C3-4B50-BCA6-CA180166876F}" dt="2025-05-30T10:42:58.935" v="28" actId="313"/>
      <pc:docMkLst>
        <pc:docMk/>
      </pc:docMkLst>
      <pc:sldChg chg="modSp mod">
        <pc:chgData name="Feist, Ella" userId="992bbaf2-811d-42cb-a4d6-e7fc45e325e8" providerId="ADAL" clId="{2D5A83BD-47C3-4B50-BCA6-CA180166876F}" dt="2025-05-30T10:41:07.524" v="0" actId="790"/>
        <pc:sldMkLst>
          <pc:docMk/>
          <pc:sldMk cId="731661529" sldId="672"/>
        </pc:sldMkLst>
        <pc:spChg chg="mod">
          <ac:chgData name="Feist, Ella" userId="992bbaf2-811d-42cb-a4d6-e7fc45e325e8" providerId="ADAL" clId="{2D5A83BD-47C3-4B50-BCA6-CA180166876F}" dt="2025-05-30T10:41:07.524" v="0" actId="790"/>
          <ac:spMkLst>
            <pc:docMk/>
            <pc:sldMk cId="731661529" sldId="672"/>
            <ac:spMk id="2" creationId="{A9A6FF77-D641-4417-92E7-11CC6238BF20}"/>
          </ac:spMkLst>
        </pc:spChg>
        <pc:spChg chg="mod">
          <ac:chgData name="Feist, Ella" userId="992bbaf2-811d-42cb-a4d6-e7fc45e325e8" providerId="ADAL" clId="{2D5A83BD-47C3-4B50-BCA6-CA180166876F}" dt="2025-05-30T10:41:07.524" v="0" actId="790"/>
          <ac:spMkLst>
            <pc:docMk/>
            <pc:sldMk cId="731661529" sldId="672"/>
            <ac:spMk id="5" creationId="{91A8ED3D-B755-43C9-BCB1-DCF495C0C9DB}"/>
          </ac:spMkLst>
        </pc:spChg>
        <pc:spChg chg="mod">
          <ac:chgData name="Feist, Ella" userId="992bbaf2-811d-42cb-a4d6-e7fc45e325e8" providerId="ADAL" clId="{2D5A83BD-47C3-4B50-BCA6-CA180166876F}" dt="2025-05-30T10:41:07.524" v="0" actId="790"/>
          <ac:spMkLst>
            <pc:docMk/>
            <pc:sldMk cId="731661529" sldId="672"/>
            <ac:spMk id="10" creationId="{D91C1BC1-E3DE-F757-2F8A-44553A1E6A94}"/>
          </ac:spMkLst>
        </pc:spChg>
        <pc:spChg chg="mod">
          <ac:chgData name="Feist, Ella" userId="992bbaf2-811d-42cb-a4d6-e7fc45e325e8" providerId="ADAL" clId="{2D5A83BD-47C3-4B50-BCA6-CA180166876F}" dt="2025-05-30T10:41:07.524" v="0" actId="790"/>
          <ac:spMkLst>
            <pc:docMk/>
            <pc:sldMk cId="731661529" sldId="672"/>
            <ac:spMk id="11" creationId="{046CE9F6-F1E2-E8F7-70C9-2BCC240BB835}"/>
          </ac:spMkLst>
        </pc:spChg>
        <pc:spChg chg="mod">
          <ac:chgData name="Feist, Ella" userId="992bbaf2-811d-42cb-a4d6-e7fc45e325e8" providerId="ADAL" clId="{2D5A83BD-47C3-4B50-BCA6-CA180166876F}" dt="2025-05-30T10:41:07.524" v="0" actId="790"/>
          <ac:spMkLst>
            <pc:docMk/>
            <pc:sldMk cId="731661529" sldId="672"/>
            <ac:spMk id="12" creationId="{2F849BFD-BF2A-F8DF-3A77-5BB2827350A8}"/>
          </ac:spMkLst>
        </pc:spChg>
        <pc:spChg chg="mod">
          <ac:chgData name="Feist, Ella" userId="992bbaf2-811d-42cb-a4d6-e7fc45e325e8" providerId="ADAL" clId="{2D5A83BD-47C3-4B50-BCA6-CA180166876F}" dt="2025-05-30T10:41:07.524" v="0" actId="790"/>
          <ac:spMkLst>
            <pc:docMk/>
            <pc:sldMk cId="731661529" sldId="672"/>
            <ac:spMk id="13" creationId="{9CB5B5E0-1847-3DD3-B510-6AD34FCAF7D9}"/>
          </ac:spMkLst>
        </pc:spChg>
        <pc:spChg chg="mod">
          <ac:chgData name="Feist, Ella" userId="992bbaf2-811d-42cb-a4d6-e7fc45e325e8" providerId="ADAL" clId="{2D5A83BD-47C3-4B50-BCA6-CA180166876F}" dt="2025-05-30T10:41:07.524" v="0" actId="790"/>
          <ac:spMkLst>
            <pc:docMk/>
            <pc:sldMk cId="731661529" sldId="672"/>
            <ac:spMk id="15" creationId="{B56FFBD5-36CA-409D-0D10-F48268BEED2A}"/>
          </ac:spMkLst>
        </pc:spChg>
        <pc:spChg chg="mod">
          <ac:chgData name="Feist, Ella" userId="992bbaf2-811d-42cb-a4d6-e7fc45e325e8" providerId="ADAL" clId="{2D5A83BD-47C3-4B50-BCA6-CA180166876F}" dt="2025-05-30T10:41:07.524" v="0" actId="790"/>
          <ac:spMkLst>
            <pc:docMk/>
            <pc:sldMk cId="731661529" sldId="672"/>
            <ac:spMk id="16" creationId="{6AB472EE-1512-F9A4-1AF3-6E8B69FCB1D7}"/>
          </ac:spMkLst>
        </pc:spChg>
        <pc:spChg chg="mod">
          <ac:chgData name="Feist, Ella" userId="992bbaf2-811d-42cb-a4d6-e7fc45e325e8" providerId="ADAL" clId="{2D5A83BD-47C3-4B50-BCA6-CA180166876F}" dt="2025-05-30T10:41:07.524" v="0" actId="790"/>
          <ac:spMkLst>
            <pc:docMk/>
            <pc:sldMk cId="731661529" sldId="672"/>
            <ac:spMk id="18" creationId="{5E817291-09C0-D66A-0EC8-FE00FE9B6E3A}"/>
          </ac:spMkLst>
        </pc:spChg>
        <pc:spChg chg="mod">
          <ac:chgData name="Feist, Ella" userId="992bbaf2-811d-42cb-a4d6-e7fc45e325e8" providerId="ADAL" clId="{2D5A83BD-47C3-4B50-BCA6-CA180166876F}" dt="2025-05-30T10:41:07.524" v="0" actId="790"/>
          <ac:spMkLst>
            <pc:docMk/>
            <pc:sldMk cId="731661529" sldId="672"/>
            <ac:spMk id="19" creationId="{0FA17836-D718-B104-A123-C0C731DEF875}"/>
          </ac:spMkLst>
        </pc:spChg>
      </pc:sldChg>
      <pc:sldChg chg="modSp mod">
        <pc:chgData name="Feist, Ella" userId="992bbaf2-811d-42cb-a4d6-e7fc45e325e8" providerId="ADAL" clId="{2D5A83BD-47C3-4B50-BCA6-CA180166876F}" dt="2025-05-30T10:41:07.524" v="0" actId="790"/>
        <pc:sldMkLst>
          <pc:docMk/>
          <pc:sldMk cId="3090328751" sldId="673"/>
        </pc:sldMkLst>
        <pc:spChg chg="mod">
          <ac:chgData name="Feist, Ella" userId="992bbaf2-811d-42cb-a4d6-e7fc45e325e8" providerId="ADAL" clId="{2D5A83BD-47C3-4B50-BCA6-CA180166876F}" dt="2025-05-30T10:41:07.524" v="0" actId="790"/>
          <ac:spMkLst>
            <pc:docMk/>
            <pc:sldMk cId="3090328751" sldId="673"/>
            <ac:spMk id="2" creationId="{A9A6FF77-D641-4417-92E7-11CC6238BF20}"/>
          </ac:spMkLst>
        </pc:spChg>
        <pc:spChg chg="mod">
          <ac:chgData name="Feist, Ella" userId="992bbaf2-811d-42cb-a4d6-e7fc45e325e8" providerId="ADAL" clId="{2D5A83BD-47C3-4B50-BCA6-CA180166876F}" dt="2025-05-30T10:41:07.524" v="0" actId="790"/>
          <ac:spMkLst>
            <pc:docMk/>
            <pc:sldMk cId="3090328751" sldId="673"/>
            <ac:spMk id="5" creationId="{91A8ED3D-B755-43C9-BCB1-DCF495C0C9DB}"/>
          </ac:spMkLst>
        </pc:spChg>
        <pc:spChg chg="mod">
          <ac:chgData name="Feist, Ella" userId="992bbaf2-811d-42cb-a4d6-e7fc45e325e8" providerId="ADAL" clId="{2D5A83BD-47C3-4B50-BCA6-CA180166876F}" dt="2025-05-30T10:41:07.524" v="0" actId="790"/>
          <ac:spMkLst>
            <pc:docMk/>
            <pc:sldMk cId="3090328751" sldId="673"/>
            <ac:spMk id="10" creationId="{DE1A6A10-C84B-AB2B-899C-1FF24E4B9DBE}"/>
          </ac:spMkLst>
        </pc:spChg>
        <pc:spChg chg="mod">
          <ac:chgData name="Feist, Ella" userId="992bbaf2-811d-42cb-a4d6-e7fc45e325e8" providerId="ADAL" clId="{2D5A83BD-47C3-4B50-BCA6-CA180166876F}" dt="2025-05-30T10:41:07.524" v="0" actId="790"/>
          <ac:spMkLst>
            <pc:docMk/>
            <pc:sldMk cId="3090328751" sldId="673"/>
            <ac:spMk id="11" creationId="{B1698BB6-DF90-5E8D-A8E4-1F1A49692917}"/>
          </ac:spMkLst>
        </pc:spChg>
        <pc:spChg chg="mod">
          <ac:chgData name="Feist, Ella" userId="992bbaf2-811d-42cb-a4d6-e7fc45e325e8" providerId="ADAL" clId="{2D5A83BD-47C3-4B50-BCA6-CA180166876F}" dt="2025-05-30T10:41:07.524" v="0" actId="790"/>
          <ac:spMkLst>
            <pc:docMk/>
            <pc:sldMk cId="3090328751" sldId="673"/>
            <ac:spMk id="13" creationId="{FD428141-C8DF-1FEF-8819-35B05D7D4C56}"/>
          </ac:spMkLst>
        </pc:spChg>
        <pc:spChg chg="mod">
          <ac:chgData name="Feist, Ella" userId="992bbaf2-811d-42cb-a4d6-e7fc45e325e8" providerId="ADAL" clId="{2D5A83BD-47C3-4B50-BCA6-CA180166876F}" dt="2025-05-30T10:41:07.524" v="0" actId="790"/>
          <ac:spMkLst>
            <pc:docMk/>
            <pc:sldMk cId="3090328751" sldId="673"/>
            <ac:spMk id="14" creationId="{AF08D584-C3C5-38EE-DA4A-12771EE2AA9D}"/>
          </ac:spMkLst>
        </pc:spChg>
        <pc:spChg chg="mod">
          <ac:chgData name="Feist, Ella" userId="992bbaf2-811d-42cb-a4d6-e7fc45e325e8" providerId="ADAL" clId="{2D5A83BD-47C3-4B50-BCA6-CA180166876F}" dt="2025-05-30T10:41:07.524" v="0" actId="790"/>
          <ac:spMkLst>
            <pc:docMk/>
            <pc:sldMk cId="3090328751" sldId="673"/>
            <ac:spMk id="15" creationId="{41DE3AF4-9D8B-8031-8BB3-0DC8EA57E6FF}"/>
          </ac:spMkLst>
        </pc:spChg>
        <pc:spChg chg="mod">
          <ac:chgData name="Feist, Ella" userId="992bbaf2-811d-42cb-a4d6-e7fc45e325e8" providerId="ADAL" clId="{2D5A83BD-47C3-4B50-BCA6-CA180166876F}" dt="2025-05-30T10:41:07.524" v="0" actId="790"/>
          <ac:spMkLst>
            <pc:docMk/>
            <pc:sldMk cId="3090328751" sldId="673"/>
            <ac:spMk id="16" creationId="{08C2B8A8-5CA7-848A-01AC-E20F317D2495}"/>
          </ac:spMkLst>
        </pc:spChg>
        <pc:spChg chg="mod">
          <ac:chgData name="Feist, Ella" userId="992bbaf2-811d-42cb-a4d6-e7fc45e325e8" providerId="ADAL" clId="{2D5A83BD-47C3-4B50-BCA6-CA180166876F}" dt="2025-05-30T10:41:07.524" v="0" actId="790"/>
          <ac:spMkLst>
            <pc:docMk/>
            <pc:sldMk cId="3090328751" sldId="673"/>
            <ac:spMk id="18" creationId="{46A5C315-3FF1-197B-B21D-735DFB3A1B5C}"/>
          </ac:spMkLst>
        </pc:spChg>
        <pc:spChg chg="mod">
          <ac:chgData name="Feist, Ella" userId="992bbaf2-811d-42cb-a4d6-e7fc45e325e8" providerId="ADAL" clId="{2D5A83BD-47C3-4B50-BCA6-CA180166876F}" dt="2025-05-30T10:41:07.524" v="0" actId="790"/>
          <ac:spMkLst>
            <pc:docMk/>
            <pc:sldMk cId="3090328751" sldId="673"/>
            <ac:spMk id="19" creationId="{805C4642-BE74-2792-483C-154CE3144293}"/>
          </ac:spMkLst>
        </pc:spChg>
      </pc:sldChg>
      <pc:sldChg chg="modSp mod">
        <pc:chgData name="Feist, Ella" userId="992bbaf2-811d-42cb-a4d6-e7fc45e325e8" providerId="ADAL" clId="{2D5A83BD-47C3-4B50-BCA6-CA180166876F}" dt="2025-05-30T10:41:07.524" v="0" actId="790"/>
        <pc:sldMkLst>
          <pc:docMk/>
          <pc:sldMk cId="2040744970" sldId="675"/>
        </pc:sldMkLst>
        <pc:spChg chg="mod">
          <ac:chgData name="Feist, Ella" userId="992bbaf2-811d-42cb-a4d6-e7fc45e325e8" providerId="ADAL" clId="{2D5A83BD-47C3-4B50-BCA6-CA180166876F}" dt="2025-05-30T10:41:07.524" v="0" actId="790"/>
          <ac:spMkLst>
            <pc:docMk/>
            <pc:sldMk cId="2040744970" sldId="675"/>
            <ac:spMk id="2" creationId="{D068BD06-4256-911E-C2A9-70A0C706331B}"/>
          </ac:spMkLst>
        </pc:spChg>
        <pc:spChg chg="mod">
          <ac:chgData name="Feist, Ella" userId="992bbaf2-811d-42cb-a4d6-e7fc45e325e8" providerId="ADAL" clId="{2D5A83BD-47C3-4B50-BCA6-CA180166876F}" dt="2025-05-30T10:41:07.524" v="0" actId="790"/>
          <ac:spMkLst>
            <pc:docMk/>
            <pc:sldMk cId="2040744970" sldId="675"/>
            <ac:spMk id="4" creationId="{9ED32BBC-8A3B-5FB1-DB0F-B65F461BDA2D}"/>
          </ac:spMkLst>
        </pc:spChg>
      </pc:sldChg>
      <pc:sldChg chg="modSp mod">
        <pc:chgData name="Feist, Ella" userId="992bbaf2-811d-42cb-a4d6-e7fc45e325e8" providerId="ADAL" clId="{2D5A83BD-47C3-4B50-BCA6-CA180166876F}" dt="2025-05-30T10:41:07.524" v="0" actId="790"/>
        <pc:sldMkLst>
          <pc:docMk/>
          <pc:sldMk cId="2320680317" sldId="678"/>
        </pc:sldMkLst>
        <pc:spChg chg="mod">
          <ac:chgData name="Feist, Ella" userId="992bbaf2-811d-42cb-a4d6-e7fc45e325e8" providerId="ADAL" clId="{2D5A83BD-47C3-4B50-BCA6-CA180166876F}" dt="2025-05-30T10:41:07.524" v="0" actId="790"/>
          <ac:spMkLst>
            <pc:docMk/>
            <pc:sldMk cId="2320680317" sldId="678"/>
            <ac:spMk id="2" creationId="{A9A6FF77-D641-4417-92E7-11CC6238BF20}"/>
          </ac:spMkLst>
        </pc:spChg>
        <pc:spChg chg="mod">
          <ac:chgData name="Feist, Ella" userId="992bbaf2-811d-42cb-a4d6-e7fc45e325e8" providerId="ADAL" clId="{2D5A83BD-47C3-4B50-BCA6-CA180166876F}" dt="2025-05-30T10:41:07.524" v="0" actId="790"/>
          <ac:spMkLst>
            <pc:docMk/>
            <pc:sldMk cId="2320680317" sldId="678"/>
            <ac:spMk id="3" creationId="{92CC1E74-B63C-6589-6B08-A4C6216FE5C1}"/>
          </ac:spMkLst>
        </pc:spChg>
        <pc:spChg chg="mod">
          <ac:chgData name="Feist, Ella" userId="992bbaf2-811d-42cb-a4d6-e7fc45e325e8" providerId="ADAL" clId="{2D5A83BD-47C3-4B50-BCA6-CA180166876F}" dt="2025-05-30T10:41:07.524" v="0" actId="790"/>
          <ac:spMkLst>
            <pc:docMk/>
            <pc:sldMk cId="2320680317" sldId="678"/>
            <ac:spMk id="4" creationId="{DA05641C-07F3-5D52-A396-E5ABCF5A9EA2}"/>
          </ac:spMkLst>
        </pc:spChg>
        <pc:spChg chg="mod">
          <ac:chgData name="Feist, Ella" userId="992bbaf2-811d-42cb-a4d6-e7fc45e325e8" providerId="ADAL" clId="{2D5A83BD-47C3-4B50-BCA6-CA180166876F}" dt="2025-05-30T10:41:07.524" v="0" actId="790"/>
          <ac:spMkLst>
            <pc:docMk/>
            <pc:sldMk cId="2320680317" sldId="678"/>
            <ac:spMk id="5" creationId="{91A8ED3D-B755-43C9-BCB1-DCF495C0C9DB}"/>
          </ac:spMkLst>
        </pc:spChg>
        <pc:spChg chg="mod">
          <ac:chgData name="Feist, Ella" userId="992bbaf2-811d-42cb-a4d6-e7fc45e325e8" providerId="ADAL" clId="{2D5A83BD-47C3-4B50-BCA6-CA180166876F}" dt="2025-05-30T10:41:07.524" v="0" actId="790"/>
          <ac:spMkLst>
            <pc:docMk/>
            <pc:sldMk cId="2320680317" sldId="678"/>
            <ac:spMk id="10" creationId="{BE571A36-40B3-ED70-00D1-26967255A2DA}"/>
          </ac:spMkLst>
        </pc:spChg>
        <pc:spChg chg="mod">
          <ac:chgData name="Feist, Ella" userId="992bbaf2-811d-42cb-a4d6-e7fc45e325e8" providerId="ADAL" clId="{2D5A83BD-47C3-4B50-BCA6-CA180166876F}" dt="2025-05-30T10:41:07.524" v="0" actId="790"/>
          <ac:spMkLst>
            <pc:docMk/>
            <pc:sldMk cId="2320680317" sldId="678"/>
            <ac:spMk id="14" creationId="{69E532E2-EADC-EB59-B4CE-94028B075604}"/>
          </ac:spMkLst>
        </pc:spChg>
        <pc:spChg chg="mod">
          <ac:chgData name="Feist, Ella" userId="992bbaf2-811d-42cb-a4d6-e7fc45e325e8" providerId="ADAL" clId="{2D5A83BD-47C3-4B50-BCA6-CA180166876F}" dt="2025-05-30T10:41:07.524" v="0" actId="790"/>
          <ac:spMkLst>
            <pc:docMk/>
            <pc:sldMk cId="2320680317" sldId="678"/>
            <ac:spMk id="15" creationId="{FEB4F3C8-34AF-2E07-B731-4EA784959C68}"/>
          </ac:spMkLst>
        </pc:spChg>
        <pc:spChg chg="mod">
          <ac:chgData name="Feist, Ella" userId="992bbaf2-811d-42cb-a4d6-e7fc45e325e8" providerId="ADAL" clId="{2D5A83BD-47C3-4B50-BCA6-CA180166876F}" dt="2025-05-30T10:41:07.524" v="0" actId="790"/>
          <ac:spMkLst>
            <pc:docMk/>
            <pc:sldMk cId="2320680317" sldId="678"/>
            <ac:spMk id="16" creationId="{822762E7-61FA-0B0F-A080-C0AE92D70B03}"/>
          </ac:spMkLst>
        </pc:spChg>
      </pc:sldChg>
      <pc:sldChg chg="modSp mod">
        <pc:chgData name="Feist, Ella" userId="992bbaf2-811d-42cb-a4d6-e7fc45e325e8" providerId="ADAL" clId="{2D5A83BD-47C3-4B50-BCA6-CA180166876F}" dt="2025-05-30T10:41:07.524" v="0" actId="790"/>
        <pc:sldMkLst>
          <pc:docMk/>
          <pc:sldMk cId="3170812956" sldId="681"/>
        </pc:sldMkLst>
        <pc:spChg chg="mod">
          <ac:chgData name="Feist, Ella" userId="992bbaf2-811d-42cb-a4d6-e7fc45e325e8" providerId="ADAL" clId="{2D5A83BD-47C3-4B50-BCA6-CA180166876F}" dt="2025-05-30T10:41:07.524" v="0" actId="790"/>
          <ac:spMkLst>
            <pc:docMk/>
            <pc:sldMk cId="3170812956" sldId="681"/>
            <ac:spMk id="2" creationId="{A9A6FF77-D641-4417-92E7-11CC6238BF20}"/>
          </ac:spMkLst>
        </pc:spChg>
        <pc:spChg chg="mod">
          <ac:chgData name="Feist, Ella" userId="992bbaf2-811d-42cb-a4d6-e7fc45e325e8" providerId="ADAL" clId="{2D5A83BD-47C3-4B50-BCA6-CA180166876F}" dt="2025-05-30T10:41:07.524" v="0" actId="790"/>
          <ac:spMkLst>
            <pc:docMk/>
            <pc:sldMk cId="3170812956" sldId="681"/>
            <ac:spMk id="3" creationId="{81435418-2A86-3643-C26D-FA2F92E06BC0}"/>
          </ac:spMkLst>
        </pc:spChg>
        <pc:spChg chg="mod">
          <ac:chgData name="Feist, Ella" userId="992bbaf2-811d-42cb-a4d6-e7fc45e325e8" providerId="ADAL" clId="{2D5A83BD-47C3-4B50-BCA6-CA180166876F}" dt="2025-05-30T10:41:07.524" v="0" actId="790"/>
          <ac:spMkLst>
            <pc:docMk/>
            <pc:sldMk cId="3170812956" sldId="681"/>
            <ac:spMk id="7"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3170812956" sldId="681"/>
            <ac:graphicFrameMk id="6" creationId="{4AC8918B-6B55-039D-5732-DB2A4A4ADA14}"/>
          </ac:graphicFrameMkLst>
        </pc:graphicFrameChg>
      </pc:sldChg>
      <pc:sldChg chg="modSp mod modNotes">
        <pc:chgData name="Feist, Ella" userId="992bbaf2-811d-42cb-a4d6-e7fc45e325e8" providerId="ADAL" clId="{2D5A83BD-47C3-4B50-BCA6-CA180166876F}" dt="2025-05-30T10:42:48.561" v="26" actId="20577"/>
        <pc:sldMkLst>
          <pc:docMk/>
          <pc:sldMk cId="2348102601" sldId="684"/>
        </pc:sldMkLst>
        <pc:spChg chg="mod">
          <ac:chgData name="Feist, Ella" userId="992bbaf2-811d-42cb-a4d6-e7fc45e325e8" providerId="ADAL" clId="{2D5A83BD-47C3-4B50-BCA6-CA180166876F}" dt="2025-05-30T10:41:07.524" v="0" actId="790"/>
          <ac:spMkLst>
            <pc:docMk/>
            <pc:sldMk cId="2348102601" sldId="684"/>
            <ac:spMk id="2" creationId="{A9A6FF77-D641-4417-92E7-11CC6238BF20}"/>
          </ac:spMkLst>
        </pc:spChg>
        <pc:spChg chg="mod">
          <ac:chgData name="Feist, Ella" userId="992bbaf2-811d-42cb-a4d6-e7fc45e325e8" providerId="ADAL" clId="{2D5A83BD-47C3-4B50-BCA6-CA180166876F}" dt="2025-05-30T10:41:07.524" v="0" actId="790"/>
          <ac:spMkLst>
            <pc:docMk/>
            <pc:sldMk cId="2348102601" sldId="684"/>
            <ac:spMk id="5" creationId="{91A8ED3D-B755-43C9-BCB1-DCF495C0C9DB}"/>
          </ac:spMkLst>
        </pc:spChg>
        <pc:spChg chg="mod">
          <ac:chgData name="Feist, Ella" userId="992bbaf2-811d-42cb-a4d6-e7fc45e325e8" providerId="ADAL" clId="{2D5A83BD-47C3-4B50-BCA6-CA180166876F}" dt="2025-05-30T10:41:07.524" v="0" actId="790"/>
          <ac:spMkLst>
            <pc:docMk/>
            <pc:sldMk cId="2348102601" sldId="684"/>
            <ac:spMk id="8" creationId="{9EEF8D47-51AA-7306-A4EC-DCBC6F523AFD}"/>
          </ac:spMkLst>
        </pc:spChg>
        <pc:spChg chg="mod">
          <ac:chgData name="Feist, Ella" userId="992bbaf2-811d-42cb-a4d6-e7fc45e325e8" providerId="ADAL" clId="{2D5A83BD-47C3-4B50-BCA6-CA180166876F}" dt="2025-05-30T10:41:07.524" v="0" actId="790"/>
          <ac:spMkLst>
            <pc:docMk/>
            <pc:sldMk cId="2348102601" sldId="684"/>
            <ac:spMk id="9"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2348102601" sldId="684"/>
            <ac:graphicFrameMk id="6" creationId="{67F6488E-F190-61DE-6B77-674AD7C35419}"/>
          </ac:graphicFrameMkLst>
        </pc:graphicFrameChg>
      </pc:sldChg>
      <pc:sldChg chg="modSp mod">
        <pc:chgData name="Feist, Ella" userId="992bbaf2-811d-42cb-a4d6-e7fc45e325e8" providerId="ADAL" clId="{2D5A83BD-47C3-4B50-BCA6-CA180166876F}" dt="2025-05-30T10:41:07.524" v="0" actId="790"/>
        <pc:sldMkLst>
          <pc:docMk/>
          <pc:sldMk cId="3496031698" sldId="685"/>
        </pc:sldMkLst>
        <pc:spChg chg="mod">
          <ac:chgData name="Feist, Ella" userId="992bbaf2-811d-42cb-a4d6-e7fc45e325e8" providerId="ADAL" clId="{2D5A83BD-47C3-4B50-BCA6-CA180166876F}" dt="2025-05-30T10:41:07.524" v="0" actId="790"/>
          <ac:spMkLst>
            <pc:docMk/>
            <pc:sldMk cId="3496031698" sldId="685"/>
            <ac:spMk id="2" creationId="{A9A6FF77-D641-4417-92E7-11CC6238BF20}"/>
          </ac:spMkLst>
        </pc:spChg>
        <pc:spChg chg="mod">
          <ac:chgData name="Feist, Ella" userId="992bbaf2-811d-42cb-a4d6-e7fc45e325e8" providerId="ADAL" clId="{2D5A83BD-47C3-4B50-BCA6-CA180166876F}" dt="2025-05-30T10:41:07.524" v="0" actId="790"/>
          <ac:spMkLst>
            <pc:docMk/>
            <pc:sldMk cId="3496031698" sldId="685"/>
            <ac:spMk id="5" creationId="{91A8ED3D-B755-43C9-BCB1-DCF495C0C9DB}"/>
          </ac:spMkLst>
        </pc:spChg>
        <pc:spChg chg="mod">
          <ac:chgData name="Feist, Ella" userId="992bbaf2-811d-42cb-a4d6-e7fc45e325e8" providerId="ADAL" clId="{2D5A83BD-47C3-4B50-BCA6-CA180166876F}" dt="2025-05-30T10:41:07.524" v="0" actId="790"/>
          <ac:spMkLst>
            <pc:docMk/>
            <pc:sldMk cId="3496031698" sldId="685"/>
            <ac:spMk id="7" creationId="{310B6FDC-0E33-67E3-504E-95D1850665D3}"/>
          </ac:spMkLst>
        </pc:spChg>
        <pc:spChg chg="mod">
          <ac:chgData name="Feist, Ella" userId="992bbaf2-811d-42cb-a4d6-e7fc45e325e8" providerId="ADAL" clId="{2D5A83BD-47C3-4B50-BCA6-CA180166876F}" dt="2025-05-30T10:41:07.524" v="0" actId="790"/>
          <ac:spMkLst>
            <pc:docMk/>
            <pc:sldMk cId="3496031698" sldId="685"/>
            <ac:spMk id="8" creationId="{A999269D-05A7-71AF-3A2F-8A68ABCC6436}"/>
          </ac:spMkLst>
        </pc:spChg>
        <pc:graphicFrameChg chg="modGraphic">
          <ac:chgData name="Feist, Ella" userId="992bbaf2-811d-42cb-a4d6-e7fc45e325e8" providerId="ADAL" clId="{2D5A83BD-47C3-4B50-BCA6-CA180166876F}" dt="2025-05-30T10:41:07.524" v="0" actId="790"/>
          <ac:graphicFrameMkLst>
            <pc:docMk/>
            <pc:sldMk cId="3496031698" sldId="685"/>
            <ac:graphicFrameMk id="9" creationId="{CD75CFB4-49E9-1F55-4C7C-C8471874063C}"/>
          </ac:graphicFrameMkLst>
        </pc:graphicFrameChg>
      </pc:sldChg>
      <pc:sldChg chg="modSp mod">
        <pc:chgData name="Feist, Ella" userId="992bbaf2-811d-42cb-a4d6-e7fc45e325e8" providerId="ADAL" clId="{2D5A83BD-47C3-4B50-BCA6-CA180166876F}" dt="2025-05-30T10:41:07.524" v="0" actId="790"/>
        <pc:sldMkLst>
          <pc:docMk/>
          <pc:sldMk cId="68401594" sldId="687"/>
        </pc:sldMkLst>
        <pc:spChg chg="mod">
          <ac:chgData name="Feist, Ella" userId="992bbaf2-811d-42cb-a4d6-e7fc45e325e8" providerId="ADAL" clId="{2D5A83BD-47C3-4B50-BCA6-CA180166876F}" dt="2025-05-30T10:41:07.524" v="0" actId="790"/>
          <ac:spMkLst>
            <pc:docMk/>
            <pc:sldMk cId="68401594" sldId="687"/>
            <ac:spMk id="3" creationId="{7CE6EAF3-7585-07C7-67C3-8AE702CAC6DC}"/>
          </ac:spMkLst>
        </pc:spChg>
        <pc:spChg chg="mod">
          <ac:chgData name="Feist, Ella" userId="992bbaf2-811d-42cb-a4d6-e7fc45e325e8" providerId="ADAL" clId="{2D5A83BD-47C3-4B50-BCA6-CA180166876F}" dt="2025-05-30T10:41:07.524" v="0" actId="790"/>
          <ac:spMkLst>
            <pc:docMk/>
            <pc:sldMk cId="68401594" sldId="687"/>
            <ac:spMk id="4" creationId="{43B05374-7670-6D2B-B872-94DC3BBB9B90}"/>
          </ac:spMkLst>
        </pc:spChg>
        <pc:spChg chg="mod">
          <ac:chgData name="Feist, Ella" userId="992bbaf2-811d-42cb-a4d6-e7fc45e325e8" providerId="ADAL" clId="{2D5A83BD-47C3-4B50-BCA6-CA180166876F}" dt="2025-05-30T10:41:07.524" v="0" actId="790"/>
          <ac:spMkLst>
            <pc:docMk/>
            <pc:sldMk cId="68401594" sldId="687"/>
            <ac:spMk id="9"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68401594" sldId="687"/>
            <ac:graphicFrameMk id="7" creationId="{C191BC27-BCE2-DBB2-2D51-B20EBF7C248C}"/>
          </ac:graphicFrameMkLst>
        </pc:graphicFrameChg>
      </pc:sldChg>
      <pc:sldChg chg="modSp mod">
        <pc:chgData name="Feist, Ella" userId="992bbaf2-811d-42cb-a4d6-e7fc45e325e8" providerId="ADAL" clId="{2D5A83BD-47C3-4B50-BCA6-CA180166876F}" dt="2025-05-30T10:41:07.524" v="0" actId="790"/>
        <pc:sldMkLst>
          <pc:docMk/>
          <pc:sldMk cId="3034569910" sldId="688"/>
        </pc:sldMkLst>
        <pc:spChg chg="mod">
          <ac:chgData name="Feist, Ella" userId="992bbaf2-811d-42cb-a4d6-e7fc45e325e8" providerId="ADAL" clId="{2D5A83BD-47C3-4B50-BCA6-CA180166876F}" dt="2025-05-30T10:41:07.524" v="0" actId="790"/>
          <ac:spMkLst>
            <pc:docMk/>
            <pc:sldMk cId="3034569910" sldId="688"/>
            <ac:spMk id="4" creationId="{43B05374-7670-6D2B-B872-94DC3BBB9B90}"/>
          </ac:spMkLst>
        </pc:spChg>
        <pc:spChg chg="mod">
          <ac:chgData name="Feist, Ella" userId="992bbaf2-811d-42cb-a4d6-e7fc45e325e8" providerId="ADAL" clId="{2D5A83BD-47C3-4B50-BCA6-CA180166876F}" dt="2025-05-30T10:41:07.524" v="0" actId="790"/>
          <ac:spMkLst>
            <pc:docMk/>
            <pc:sldMk cId="3034569910" sldId="688"/>
            <ac:spMk id="5" creationId="{BC7DD1C5-B307-98BF-841D-A953A5D8E910}"/>
          </ac:spMkLst>
        </pc:spChg>
        <pc:spChg chg="mod">
          <ac:chgData name="Feist, Ella" userId="992bbaf2-811d-42cb-a4d6-e7fc45e325e8" providerId="ADAL" clId="{2D5A83BD-47C3-4B50-BCA6-CA180166876F}" dt="2025-05-30T10:41:07.524" v="0" actId="790"/>
          <ac:spMkLst>
            <pc:docMk/>
            <pc:sldMk cId="3034569910" sldId="688"/>
            <ac:spMk id="9"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3034569910" sldId="688"/>
            <ac:graphicFrameMk id="6" creationId="{131EE048-4BA9-7FDB-BAFA-1C47F49F5F01}"/>
          </ac:graphicFrameMkLst>
        </pc:graphicFrameChg>
      </pc:sldChg>
      <pc:sldChg chg="modSp mod">
        <pc:chgData name="Feist, Ella" userId="992bbaf2-811d-42cb-a4d6-e7fc45e325e8" providerId="ADAL" clId="{2D5A83BD-47C3-4B50-BCA6-CA180166876F}" dt="2025-05-30T10:41:07.524" v="0" actId="790"/>
        <pc:sldMkLst>
          <pc:docMk/>
          <pc:sldMk cId="3224108231" sldId="689"/>
        </pc:sldMkLst>
        <pc:spChg chg="mod">
          <ac:chgData name="Feist, Ella" userId="992bbaf2-811d-42cb-a4d6-e7fc45e325e8" providerId="ADAL" clId="{2D5A83BD-47C3-4B50-BCA6-CA180166876F}" dt="2025-05-30T10:41:07.524" v="0" actId="790"/>
          <ac:spMkLst>
            <pc:docMk/>
            <pc:sldMk cId="3224108231" sldId="689"/>
            <ac:spMk id="2" creationId="{9B216265-20B3-4E21-0750-856C400FF8AC}"/>
          </ac:spMkLst>
        </pc:spChg>
        <pc:spChg chg="mod">
          <ac:chgData name="Feist, Ella" userId="992bbaf2-811d-42cb-a4d6-e7fc45e325e8" providerId="ADAL" clId="{2D5A83BD-47C3-4B50-BCA6-CA180166876F}" dt="2025-05-30T10:41:07.524" v="0" actId="790"/>
          <ac:spMkLst>
            <pc:docMk/>
            <pc:sldMk cId="3224108231" sldId="689"/>
            <ac:spMk id="4" creationId="{43B05374-7670-6D2B-B872-94DC3BBB9B90}"/>
          </ac:spMkLst>
        </pc:spChg>
        <pc:spChg chg="mod">
          <ac:chgData name="Feist, Ella" userId="992bbaf2-811d-42cb-a4d6-e7fc45e325e8" providerId="ADAL" clId="{2D5A83BD-47C3-4B50-BCA6-CA180166876F}" dt="2025-05-30T10:41:07.524" v="0" actId="790"/>
          <ac:spMkLst>
            <pc:docMk/>
            <pc:sldMk cId="3224108231" sldId="689"/>
            <ac:spMk id="7" creationId="{2846BAB7-544D-784D-7722-14504F3A6A05}"/>
          </ac:spMkLst>
        </pc:spChg>
        <pc:spChg chg="mod">
          <ac:chgData name="Feist, Ella" userId="992bbaf2-811d-42cb-a4d6-e7fc45e325e8" providerId="ADAL" clId="{2D5A83BD-47C3-4B50-BCA6-CA180166876F}" dt="2025-05-30T10:41:07.524" v="0" actId="790"/>
          <ac:spMkLst>
            <pc:docMk/>
            <pc:sldMk cId="3224108231" sldId="689"/>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3224108231" sldId="689"/>
            <ac:graphicFrameMk id="9" creationId="{2A563639-0633-2ABA-D634-3D03245817D4}"/>
          </ac:graphicFrameMkLst>
        </pc:graphicFrameChg>
      </pc:sldChg>
      <pc:sldChg chg="modSp mod">
        <pc:chgData name="Feist, Ella" userId="992bbaf2-811d-42cb-a4d6-e7fc45e325e8" providerId="ADAL" clId="{2D5A83BD-47C3-4B50-BCA6-CA180166876F}" dt="2025-05-30T10:41:07.524" v="0" actId="790"/>
        <pc:sldMkLst>
          <pc:docMk/>
          <pc:sldMk cId="505310360" sldId="690"/>
        </pc:sldMkLst>
        <pc:spChg chg="mod">
          <ac:chgData name="Feist, Ella" userId="992bbaf2-811d-42cb-a4d6-e7fc45e325e8" providerId="ADAL" clId="{2D5A83BD-47C3-4B50-BCA6-CA180166876F}" dt="2025-05-30T10:41:07.524" v="0" actId="790"/>
          <ac:spMkLst>
            <pc:docMk/>
            <pc:sldMk cId="505310360" sldId="690"/>
            <ac:spMk id="2" creationId="{A9A6FF77-D641-4417-92E7-11CC6238BF20}"/>
          </ac:spMkLst>
        </pc:spChg>
        <pc:spChg chg="mod">
          <ac:chgData name="Feist, Ella" userId="992bbaf2-811d-42cb-a4d6-e7fc45e325e8" providerId="ADAL" clId="{2D5A83BD-47C3-4B50-BCA6-CA180166876F}" dt="2025-05-30T10:41:07.524" v="0" actId="790"/>
          <ac:spMkLst>
            <pc:docMk/>
            <pc:sldMk cId="505310360" sldId="690"/>
            <ac:spMk id="3" creationId="{28B387C5-604D-FB47-E83C-52D1C9FEA8A1}"/>
          </ac:spMkLst>
        </pc:spChg>
        <pc:spChg chg="mod">
          <ac:chgData name="Feist, Ella" userId="992bbaf2-811d-42cb-a4d6-e7fc45e325e8" providerId="ADAL" clId="{2D5A83BD-47C3-4B50-BCA6-CA180166876F}" dt="2025-05-30T10:41:07.524" v="0" actId="790"/>
          <ac:spMkLst>
            <pc:docMk/>
            <pc:sldMk cId="505310360" sldId="690"/>
            <ac:spMk id="4" creationId="{14B3BBA4-4823-EE2E-61BF-7409CD12986F}"/>
          </ac:spMkLst>
        </pc:spChg>
        <pc:spChg chg="mod">
          <ac:chgData name="Feist, Ella" userId="992bbaf2-811d-42cb-a4d6-e7fc45e325e8" providerId="ADAL" clId="{2D5A83BD-47C3-4B50-BCA6-CA180166876F}" dt="2025-05-30T10:41:07.524" v="0" actId="790"/>
          <ac:spMkLst>
            <pc:docMk/>
            <pc:sldMk cId="505310360" sldId="690"/>
            <ac:spMk id="5" creationId="{91A8ED3D-B755-43C9-BCB1-DCF495C0C9DB}"/>
          </ac:spMkLst>
        </pc:spChg>
        <pc:spChg chg="mod">
          <ac:chgData name="Feist, Ella" userId="992bbaf2-811d-42cb-a4d6-e7fc45e325e8" providerId="ADAL" clId="{2D5A83BD-47C3-4B50-BCA6-CA180166876F}" dt="2025-05-30T10:41:07.524" v="0" actId="790"/>
          <ac:spMkLst>
            <pc:docMk/>
            <pc:sldMk cId="505310360" sldId="690"/>
            <ac:spMk id="7" creationId="{AD69B40A-E427-5AD8-656A-B2E76BE2EBBD}"/>
          </ac:spMkLst>
        </pc:spChg>
        <pc:spChg chg="mod">
          <ac:chgData name="Feist, Ella" userId="992bbaf2-811d-42cb-a4d6-e7fc45e325e8" providerId="ADAL" clId="{2D5A83BD-47C3-4B50-BCA6-CA180166876F}" dt="2025-05-30T10:41:07.524" v="0" actId="790"/>
          <ac:spMkLst>
            <pc:docMk/>
            <pc:sldMk cId="505310360" sldId="690"/>
            <ac:spMk id="8" creationId="{2E8AD78D-BBF5-FD52-B22E-9ED65CA98825}"/>
          </ac:spMkLst>
        </pc:spChg>
        <pc:spChg chg="mod">
          <ac:chgData name="Feist, Ella" userId="992bbaf2-811d-42cb-a4d6-e7fc45e325e8" providerId="ADAL" clId="{2D5A83BD-47C3-4B50-BCA6-CA180166876F}" dt="2025-05-30T10:41:07.524" v="0" actId="790"/>
          <ac:spMkLst>
            <pc:docMk/>
            <pc:sldMk cId="505310360" sldId="690"/>
            <ac:spMk id="9" creationId="{0E3360BB-DABA-754C-8419-996E2FB854D0}"/>
          </ac:spMkLst>
        </pc:spChg>
        <pc:spChg chg="mod">
          <ac:chgData name="Feist, Ella" userId="992bbaf2-811d-42cb-a4d6-e7fc45e325e8" providerId="ADAL" clId="{2D5A83BD-47C3-4B50-BCA6-CA180166876F}" dt="2025-05-30T10:41:07.524" v="0" actId="790"/>
          <ac:spMkLst>
            <pc:docMk/>
            <pc:sldMk cId="505310360" sldId="690"/>
            <ac:spMk id="10" creationId="{203C5B25-6AAD-C920-00DA-ABFB0372AC9B}"/>
          </ac:spMkLst>
        </pc:spChg>
        <pc:spChg chg="mod">
          <ac:chgData name="Feist, Ella" userId="992bbaf2-811d-42cb-a4d6-e7fc45e325e8" providerId="ADAL" clId="{2D5A83BD-47C3-4B50-BCA6-CA180166876F}" dt="2025-05-30T10:41:07.524" v="0" actId="790"/>
          <ac:spMkLst>
            <pc:docMk/>
            <pc:sldMk cId="505310360" sldId="690"/>
            <ac:spMk id="12" creationId="{B25E87D6-90DB-5EEC-D1D6-CE57A533E774}"/>
          </ac:spMkLst>
        </pc:spChg>
      </pc:sldChg>
      <pc:sldChg chg="modSp mod">
        <pc:chgData name="Feist, Ella" userId="992bbaf2-811d-42cb-a4d6-e7fc45e325e8" providerId="ADAL" clId="{2D5A83BD-47C3-4B50-BCA6-CA180166876F}" dt="2025-05-30T10:41:07.524" v="0" actId="790"/>
        <pc:sldMkLst>
          <pc:docMk/>
          <pc:sldMk cId="315864957" sldId="693"/>
        </pc:sldMkLst>
        <pc:spChg chg="mod">
          <ac:chgData name="Feist, Ella" userId="992bbaf2-811d-42cb-a4d6-e7fc45e325e8" providerId="ADAL" clId="{2D5A83BD-47C3-4B50-BCA6-CA180166876F}" dt="2025-05-30T10:41:07.524" v="0" actId="790"/>
          <ac:spMkLst>
            <pc:docMk/>
            <pc:sldMk cId="315864957" sldId="693"/>
            <ac:spMk id="2" creationId="{2F65FBAB-528F-75DC-F2B8-BE4DA21A2F10}"/>
          </ac:spMkLst>
        </pc:spChg>
        <pc:spChg chg="mod">
          <ac:chgData name="Feist, Ella" userId="992bbaf2-811d-42cb-a4d6-e7fc45e325e8" providerId="ADAL" clId="{2D5A83BD-47C3-4B50-BCA6-CA180166876F}" dt="2025-05-30T10:41:07.524" v="0" actId="790"/>
          <ac:spMkLst>
            <pc:docMk/>
            <pc:sldMk cId="315864957" sldId="693"/>
            <ac:spMk id="4" creationId="{9ED32BBC-8A3B-5FB1-DB0F-B65F461BDA2D}"/>
          </ac:spMkLst>
        </pc:spChg>
      </pc:sldChg>
      <pc:sldChg chg="modSp mod">
        <pc:chgData name="Feist, Ella" userId="992bbaf2-811d-42cb-a4d6-e7fc45e325e8" providerId="ADAL" clId="{2D5A83BD-47C3-4B50-BCA6-CA180166876F}" dt="2025-05-30T10:41:07.524" v="0" actId="790"/>
        <pc:sldMkLst>
          <pc:docMk/>
          <pc:sldMk cId="550561775" sldId="694"/>
        </pc:sldMkLst>
        <pc:spChg chg="mod">
          <ac:chgData name="Feist, Ella" userId="992bbaf2-811d-42cb-a4d6-e7fc45e325e8" providerId="ADAL" clId="{2D5A83BD-47C3-4B50-BCA6-CA180166876F}" dt="2025-05-30T10:41:07.524" v="0" actId="790"/>
          <ac:spMkLst>
            <pc:docMk/>
            <pc:sldMk cId="550561775" sldId="694"/>
            <ac:spMk id="2" creationId="{A9A6FF77-D641-4417-92E7-11CC6238BF20}"/>
          </ac:spMkLst>
        </pc:spChg>
        <pc:spChg chg="mod">
          <ac:chgData name="Feist, Ella" userId="992bbaf2-811d-42cb-a4d6-e7fc45e325e8" providerId="ADAL" clId="{2D5A83BD-47C3-4B50-BCA6-CA180166876F}" dt="2025-05-30T10:41:07.524" v="0" actId="790"/>
          <ac:spMkLst>
            <pc:docMk/>
            <pc:sldMk cId="550561775" sldId="694"/>
            <ac:spMk id="3" creationId="{5B333D97-A432-69E3-CBB3-0492E5FF183D}"/>
          </ac:spMkLst>
        </pc:spChg>
        <pc:spChg chg="mod">
          <ac:chgData name="Feist, Ella" userId="992bbaf2-811d-42cb-a4d6-e7fc45e325e8" providerId="ADAL" clId="{2D5A83BD-47C3-4B50-BCA6-CA180166876F}" dt="2025-05-30T10:41:07.524" v="0" actId="790"/>
          <ac:spMkLst>
            <pc:docMk/>
            <pc:sldMk cId="550561775" sldId="694"/>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1710956046" sldId="695"/>
        </pc:sldMkLst>
        <pc:spChg chg="mod">
          <ac:chgData name="Feist, Ella" userId="992bbaf2-811d-42cb-a4d6-e7fc45e325e8" providerId="ADAL" clId="{2D5A83BD-47C3-4B50-BCA6-CA180166876F}" dt="2025-05-30T10:41:07.524" v="0" actId="790"/>
          <ac:spMkLst>
            <pc:docMk/>
            <pc:sldMk cId="1710956046" sldId="695"/>
            <ac:spMk id="2" creationId="{A9A6FF77-D641-4417-92E7-11CC6238BF20}"/>
          </ac:spMkLst>
        </pc:spChg>
        <pc:spChg chg="mod">
          <ac:chgData name="Feist, Ella" userId="992bbaf2-811d-42cb-a4d6-e7fc45e325e8" providerId="ADAL" clId="{2D5A83BD-47C3-4B50-BCA6-CA180166876F}" dt="2025-05-30T10:41:07.524" v="0" actId="790"/>
          <ac:spMkLst>
            <pc:docMk/>
            <pc:sldMk cId="1710956046" sldId="695"/>
            <ac:spMk id="3" creationId="{9ED91D17-F048-43E5-E308-3F8716B1F537}"/>
          </ac:spMkLst>
        </pc:spChg>
        <pc:spChg chg="mod">
          <ac:chgData name="Feist, Ella" userId="992bbaf2-811d-42cb-a4d6-e7fc45e325e8" providerId="ADAL" clId="{2D5A83BD-47C3-4B50-BCA6-CA180166876F}" dt="2025-05-30T10:41:07.524" v="0" actId="790"/>
          <ac:spMkLst>
            <pc:docMk/>
            <pc:sldMk cId="1710956046" sldId="695"/>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3188967361" sldId="696"/>
        </pc:sldMkLst>
        <pc:spChg chg="mod">
          <ac:chgData name="Feist, Ella" userId="992bbaf2-811d-42cb-a4d6-e7fc45e325e8" providerId="ADAL" clId="{2D5A83BD-47C3-4B50-BCA6-CA180166876F}" dt="2025-05-30T10:41:07.524" v="0" actId="790"/>
          <ac:spMkLst>
            <pc:docMk/>
            <pc:sldMk cId="3188967361" sldId="696"/>
            <ac:spMk id="2" creationId="{A9A6FF77-D641-4417-92E7-11CC6238BF20}"/>
          </ac:spMkLst>
        </pc:spChg>
        <pc:spChg chg="mod">
          <ac:chgData name="Feist, Ella" userId="992bbaf2-811d-42cb-a4d6-e7fc45e325e8" providerId="ADAL" clId="{2D5A83BD-47C3-4B50-BCA6-CA180166876F}" dt="2025-05-30T10:41:07.524" v="0" actId="790"/>
          <ac:spMkLst>
            <pc:docMk/>
            <pc:sldMk cId="3188967361" sldId="696"/>
            <ac:spMk id="3" creationId="{9DC383EC-849A-3136-A7BF-E065C34204CC}"/>
          </ac:spMkLst>
        </pc:spChg>
        <pc:spChg chg="mod">
          <ac:chgData name="Feist, Ella" userId="992bbaf2-811d-42cb-a4d6-e7fc45e325e8" providerId="ADAL" clId="{2D5A83BD-47C3-4B50-BCA6-CA180166876F}" dt="2025-05-30T10:41:07.524" v="0" actId="790"/>
          <ac:spMkLst>
            <pc:docMk/>
            <pc:sldMk cId="3188967361" sldId="696"/>
            <ac:spMk id="5" creationId="{91A8ED3D-B755-43C9-BCB1-DCF495C0C9DB}"/>
          </ac:spMkLst>
        </pc:spChg>
        <pc:spChg chg="mod">
          <ac:chgData name="Feist, Ella" userId="992bbaf2-811d-42cb-a4d6-e7fc45e325e8" providerId="ADAL" clId="{2D5A83BD-47C3-4B50-BCA6-CA180166876F}" dt="2025-05-30T10:41:07.524" v="0" actId="790"/>
          <ac:spMkLst>
            <pc:docMk/>
            <pc:sldMk cId="3188967361" sldId="696"/>
            <ac:spMk id="8" creationId="{398985E0-8F69-4558-3F8C-E910E80E10CF}"/>
          </ac:spMkLst>
        </pc:spChg>
      </pc:sldChg>
      <pc:sldChg chg="modSp mod">
        <pc:chgData name="Feist, Ella" userId="992bbaf2-811d-42cb-a4d6-e7fc45e325e8" providerId="ADAL" clId="{2D5A83BD-47C3-4B50-BCA6-CA180166876F}" dt="2025-05-30T10:41:07.524" v="0" actId="790"/>
        <pc:sldMkLst>
          <pc:docMk/>
          <pc:sldMk cId="1716856623" sldId="715"/>
        </pc:sldMkLst>
        <pc:spChg chg="mod">
          <ac:chgData name="Feist, Ella" userId="992bbaf2-811d-42cb-a4d6-e7fc45e325e8" providerId="ADAL" clId="{2D5A83BD-47C3-4B50-BCA6-CA180166876F}" dt="2025-05-30T10:41:07.524" v="0" actId="790"/>
          <ac:spMkLst>
            <pc:docMk/>
            <pc:sldMk cId="1716856623" sldId="715"/>
            <ac:spMk id="2" creationId="{D7EC235F-614F-714E-A97F-4FF50EFF14FD}"/>
          </ac:spMkLst>
        </pc:spChg>
        <pc:spChg chg="mod">
          <ac:chgData name="Feist, Ella" userId="992bbaf2-811d-42cb-a4d6-e7fc45e325e8" providerId="ADAL" clId="{2D5A83BD-47C3-4B50-BCA6-CA180166876F}" dt="2025-05-30T10:41:07.524" v="0" actId="790"/>
          <ac:spMkLst>
            <pc:docMk/>
            <pc:sldMk cId="1716856623" sldId="715"/>
            <ac:spMk id="4" creationId="{E9C5A723-C0B1-124B-8CB6-AA3105C9A4E6}"/>
          </ac:spMkLst>
        </pc:spChg>
        <pc:spChg chg="mod">
          <ac:chgData name="Feist, Ella" userId="992bbaf2-811d-42cb-a4d6-e7fc45e325e8" providerId="ADAL" clId="{2D5A83BD-47C3-4B50-BCA6-CA180166876F}" dt="2025-05-30T10:41:07.524" v="0" actId="790"/>
          <ac:spMkLst>
            <pc:docMk/>
            <pc:sldMk cId="1716856623" sldId="715"/>
            <ac:spMk id="5" creationId="{21555AEC-0FC2-C203-ABF9-CE4EE2F3A85F}"/>
          </ac:spMkLst>
        </pc:spChg>
      </pc:sldChg>
      <pc:sldChg chg="modSp mod modNotes">
        <pc:chgData name="Feist, Ella" userId="992bbaf2-811d-42cb-a4d6-e7fc45e325e8" providerId="ADAL" clId="{2D5A83BD-47C3-4B50-BCA6-CA180166876F}" dt="2025-05-30T10:41:26.613" v="5" actId="20577"/>
        <pc:sldMkLst>
          <pc:docMk/>
          <pc:sldMk cId="1475820946" sldId="717"/>
        </pc:sldMkLst>
        <pc:spChg chg="mod">
          <ac:chgData name="Feist, Ella" userId="992bbaf2-811d-42cb-a4d6-e7fc45e325e8" providerId="ADAL" clId="{2D5A83BD-47C3-4B50-BCA6-CA180166876F}" dt="2025-05-30T10:41:07.524" v="0" actId="790"/>
          <ac:spMkLst>
            <pc:docMk/>
            <pc:sldMk cId="1475820946" sldId="717"/>
            <ac:spMk id="2" creationId="{A9A6FF77-D641-4417-92E7-11CC6238BF20}"/>
          </ac:spMkLst>
        </pc:spChg>
        <pc:spChg chg="mod">
          <ac:chgData name="Feist, Ella" userId="992bbaf2-811d-42cb-a4d6-e7fc45e325e8" providerId="ADAL" clId="{2D5A83BD-47C3-4B50-BCA6-CA180166876F}" dt="2025-05-30T10:41:07.524" v="0" actId="790"/>
          <ac:spMkLst>
            <pc:docMk/>
            <pc:sldMk cId="1475820946" sldId="717"/>
            <ac:spMk id="5" creationId="{91A8ED3D-B755-43C9-BCB1-DCF495C0C9DB}"/>
          </ac:spMkLst>
        </pc:spChg>
        <pc:spChg chg="mod">
          <ac:chgData name="Feist, Ella" userId="992bbaf2-811d-42cb-a4d6-e7fc45e325e8" providerId="ADAL" clId="{2D5A83BD-47C3-4B50-BCA6-CA180166876F}" dt="2025-05-30T10:41:07.524" v="0" actId="790"/>
          <ac:spMkLst>
            <pc:docMk/>
            <pc:sldMk cId="1475820946" sldId="717"/>
            <ac:spMk id="6" creationId="{591E7A43-1DFE-6FBE-1F10-108CFD6D81D9}"/>
          </ac:spMkLst>
        </pc:spChg>
        <pc:spChg chg="mod">
          <ac:chgData name="Feist, Ella" userId="992bbaf2-811d-42cb-a4d6-e7fc45e325e8" providerId="ADAL" clId="{2D5A83BD-47C3-4B50-BCA6-CA180166876F}" dt="2025-05-30T10:41:07.524" v="0" actId="790"/>
          <ac:spMkLst>
            <pc:docMk/>
            <pc:sldMk cId="1475820946" sldId="717"/>
            <ac:spMk id="20" creationId="{A4A6013C-2A03-1DEC-C9BF-5098FCBD77EB}"/>
          </ac:spMkLst>
        </pc:spChg>
        <pc:graphicFrameChg chg="modGraphic">
          <ac:chgData name="Feist, Ella" userId="992bbaf2-811d-42cb-a4d6-e7fc45e325e8" providerId="ADAL" clId="{2D5A83BD-47C3-4B50-BCA6-CA180166876F}" dt="2025-05-30T10:41:07.524" v="0" actId="790"/>
          <ac:graphicFrameMkLst>
            <pc:docMk/>
            <pc:sldMk cId="1475820946" sldId="717"/>
            <ac:graphicFrameMk id="7" creationId="{75F1CE4F-E4C0-CA5F-460D-600C34C6F322}"/>
          </ac:graphicFrameMkLst>
        </pc:graphicFrameChg>
      </pc:sldChg>
      <pc:sldChg chg="modSp mod modNotes">
        <pc:chgData name="Feist, Ella" userId="992bbaf2-811d-42cb-a4d6-e7fc45e325e8" providerId="ADAL" clId="{2D5A83BD-47C3-4B50-BCA6-CA180166876F}" dt="2025-05-30T10:41:28.156" v="6" actId="20577"/>
        <pc:sldMkLst>
          <pc:docMk/>
          <pc:sldMk cId="3975524336" sldId="718"/>
        </pc:sldMkLst>
        <pc:spChg chg="mod">
          <ac:chgData name="Feist, Ella" userId="992bbaf2-811d-42cb-a4d6-e7fc45e325e8" providerId="ADAL" clId="{2D5A83BD-47C3-4B50-BCA6-CA180166876F}" dt="2025-05-30T10:41:07.524" v="0" actId="790"/>
          <ac:spMkLst>
            <pc:docMk/>
            <pc:sldMk cId="3975524336" sldId="718"/>
            <ac:spMk id="2" creationId="{A9A6FF77-D641-4417-92E7-11CC6238BF20}"/>
          </ac:spMkLst>
        </pc:spChg>
        <pc:spChg chg="mod">
          <ac:chgData name="Feist, Ella" userId="992bbaf2-811d-42cb-a4d6-e7fc45e325e8" providerId="ADAL" clId="{2D5A83BD-47C3-4B50-BCA6-CA180166876F}" dt="2025-05-30T10:41:07.524" v="0" actId="790"/>
          <ac:spMkLst>
            <pc:docMk/>
            <pc:sldMk cId="3975524336" sldId="718"/>
            <ac:spMk id="5" creationId="{91A8ED3D-B755-43C9-BCB1-DCF495C0C9DB}"/>
          </ac:spMkLst>
        </pc:spChg>
        <pc:spChg chg="mod">
          <ac:chgData name="Feist, Ella" userId="992bbaf2-811d-42cb-a4d6-e7fc45e325e8" providerId="ADAL" clId="{2D5A83BD-47C3-4B50-BCA6-CA180166876F}" dt="2025-05-30T10:41:07.524" v="0" actId="790"/>
          <ac:spMkLst>
            <pc:docMk/>
            <pc:sldMk cId="3975524336" sldId="718"/>
            <ac:spMk id="6" creationId="{B54DA545-F825-B1FC-8CE5-63A428A8FF11}"/>
          </ac:spMkLst>
        </pc:spChg>
        <pc:spChg chg="mod">
          <ac:chgData name="Feist, Ella" userId="992bbaf2-811d-42cb-a4d6-e7fc45e325e8" providerId="ADAL" clId="{2D5A83BD-47C3-4B50-BCA6-CA180166876F}" dt="2025-05-30T10:41:07.524" v="0" actId="790"/>
          <ac:spMkLst>
            <pc:docMk/>
            <pc:sldMk cId="3975524336" sldId="718"/>
            <ac:spMk id="20" creationId="{80C6B120-1EF5-8ADB-CF11-123A037AA699}"/>
          </ac:spMkLst>
        </pc:spChg>
        <pc:graphicFrameChg chg="modGraphic">
          <ac:chgData name="Feist, Ella" userId="992bbaf2-811d-42cb-a4d6-e7fc45e325e8" providerId="ADAL" clId="{2D5A83BD-47C3-4B50-BCA6-CA180166876F}" dt="2025-05-30T10:41:07.524" v="0" actId="790"/>
          <ac:graphicFrameMkLst>
            <pc:docMk/>
            <pc:sldMk cId="3975524336" sldId="718"/>
            <ac:graphicFrameMk id="3" creationId="{612228E6-9CA7-CB27-54DA-A25AB4654E22}"/>
          </ac:graphicFrameMkLst>
        </pc:graphicFrameChg>
      </pc:sldChg>
      <pc:sldChg chg="modSp mod">
        <pc:chgData name="Feist, Ella" userId="992bbaf2-811d-42cb-a4d6-e7fc45e325e8" providerId="ADAL" clId="{2D5A83BD-47C3-4B50-BCA6-CA180166876F}" dt="2025-05-30T10:41:07.524" v="0" actId="790"/>
        <pc:sldMkLst>
          <pc:docMk/>
          <pc:sldMk cId="1256996960" sldId="719"/>
        </pc:sldMkLst>
        <pc:spChg chg="mod">
          <ac:chgData name="Feist, Ella" userId="992bbaf2-811d-42cb-a4d6-e7fc45e325e8" providerId="ADAL" clId="{2D5A83BD-47C3-4B50-BCA6-CA180166876F}" dt="2025-05-30T10:41:07.524" v="0" actId="790"/>
          <ac:spMkLst>
            <pc:docMk/>
            <pc:sldMk cId="1256996960" sldId="719"/>
            <ac:spMk id="2" creationId="{A9A6FF77-D641-4417-92E7-11CC6238BF20}"/>
          </ac:spMkLst>
        </pc:spChg>
        <pc:spChg chg="mod">
          <ac:chgData name="Feist, Ella" userId="992bbaf2-811d-42cb-a4d6-e7fc45e325e8" providerId="ADAL" clId="{2D5A83BD-47C3-4B50-BCA6-CA180166876F}" dt="2025-05-30T10:41:07.524" v="0" actId="790"/>
          <ac:spMkLst>
            <pc:docMk/>
            <pc:sldMk cId="1256996960" sldId="719"/>
            <ac:spMk id="3" creationId="{E640FB08-8EB5-E217-E91C-401A5AA86916}"/>
          </ac:spMkLst>
        </pc:spChg>
        <pc:spChg chg="mod">
          <ac:chgData name="Feist, Ella" userId="992bbaf2-811d-42cb-a4d6-e7fc45e325e8" providerId="ADAL" clId="{2D5A83BD-47C3-4B50-BCA6-CA180166876F}" dt="2025-05-30T10:41:07.524" v="0" actId="790"/>
          <ac:spMkLst>
            <pc:docMk/>
            <pc:sldMk cId="1256996960" sldId="719"/>
            <ac:spMk id="5" creationId="{91A8ED3D-B755-43C9-BCB1-DCF495C0C9DB}"/>
          </ac:spMkLst>
        </pc:spChg>
        <pc:spChg chg="mod">
          <ac:chgData name="Feist, Ella" userId="992bbaf2-811d-42cb-a4d6-e7fc45e325e8" providerId="ADAL" clId="{2D5A83BD-47C3-4B50-BCA6-CA180166876F}" dt="2025-05-30T10:41:07.524" v="0" actId="790"/>
          <ac:spMkLst>
            <pc:docMk/>
            <pc:sldMk cId="1256996960" sldId="719"/>
            <ac:spMk id="7" creationId="{8BA5390B-A3BE-C400-94D2-4FB28D749D12}"/>
          </ac:spMkLst>
        </pc:spChg>
        <pc:graphicFrameChg chg="modGraphic">
          <ac:chgData name="Feist, Ella" userId="992bbaf2-811d-42cb-a4d6-e7fc45e325e8" providerId="ADAL" clId="{2D5A83BD-47C3-4B50-BCA6-CA180166876F}" dt="2025-05-30T10:41:07.524" v="0" actId="790"/>
          <ac:graphicFrameMkLst>
            <pc:docMk/>
            <pc:sldMk cId="1256996960" sldId="719"/>
            <ac:graphicFrameMk id="6" creationId="{76EDC389-3376-D6DE-EA08-095892BD0937}"/>
          </ac:graphicFrameMkLst>
        </pc:graphicFrameChg>
      </pc:sldChg>
      <pc:sldChg chg="modSp mod">
        <pc:chgData name="Feist, Ella" userId="992bbaf2-811d-42cb-a4d6-e7fc45e325e8" providerId="ADAL" clId="{2D5A83BD-47C3-4B50-BCA6-CA180166876F}" dt="2025-05-30T10:41:07.524" v="0" actId="790"/>
        <pc:sldMkLst>
          <pc:docMk/>
          <pc:sldMk cId="3682530124" sldId="720"/>
        </pc:sldMkLst>
        <pc:spChg chg="mod">
          <ac:chgData name="Feist, Ella" userId="992bbaf2-811d-42cb-a4d6-e7fc45e325e8" providerId="ADAL" clId="{2D5A83BD-47C3-4B50-BCA6-CA180166876F}" dt="2025-05-30T10:41:07.524" v="0" actId="790"/>
          <ac:spMkLst>
            <pc:docMk/>
            <pc:sldMk cId="3682530124" sldId="720"/>
            <ac:spMk id="2" creationId="{A9A6FF77-D641-4417-92E7-11CC6238BF20}"/>
          </ac:spMkLst>
        </pc:spChg>
        <pc:spChg chg="mod">
          <ac:chgData name="Feist, Ella" userId="992bbaf2-811d-42cb-a4d6-e7fc45e325e8" providerId="ADAL" clId="{2D5A83BD-47C3-4B50-BCA6-CA180166876F}" dt="2025-05-30T10:41:07.524" v="0" actId="790"/>
          <ac:spMkLst>
            <pc:docMk/>
            <pc:sldMk cId="3682530124" sldId="720"/>
            <ac:spMk id="3" creationId="{B03DEFD0-3428-728E-6C89-D986C952870D}"/>
          </ac:spMkLst>
        </pc:spChg>
        <pc:spChg chg="mod">
          <ac:chgData name="Feist, Ella" userId="992bbaf2-811d-42cb-a4d6-e7fc45e325e8" providerId="ADAL" clId="{2D5A83BD-47C3-4B50-BCA6-CA180166876F}" dt="2025-05-30T10:41:07.524" v="0" actId="790"/>
          <ac:spMkLst>
            <pc:docMk/>
            <pc:sldMk cId="3682530124" sldId="720"/>
            <ac:spMk id="7" creationId="{8BA5390B-A3BE-C400-94D2-4FB28D749D12}"/>
          </ac:spMkLst>
        </pc:spChg>
        <pc:graphicFrameChg chg="modGraphic">
          <ac:chgData name="Feist, Ella" userId="992bbaf2-811d-42cb-a4d6-e7fc45e325e8" providerId="ADAL" clId="{2D5A83BD-47C3-4B50-BCA6-CA180166876F}" dt="2025-05-30T10:41:07.524" v="0" actId="790"/>
          <ac:graphicFrameMkLst>
            <pc:docMk/>
            <pc:sldMk cId="3682530124" sldId="720"/>
            <ac:graphicFrameMk id="6" creationId="{EBBE5096-E761-49BA-974F-72028FFE4210}"/>
          </ac:graphicFrameMkLst>
        </pc:graphicFrameChg>
      </pc:sldChg>
      <pc:sldChg chg="modSp mod">
        <pc:chgData name="Feist, Ella" userId="992bbaf2-811d-42cb-a4d6-e7fc45e325e8" providerId="ADAL" clId="{2D5A83BD-47C3-4B50-BCA6-CA180166876F}" dt="2025-05-30T10:41:07.524" v="0" actId="790"/>
        <pc:sldMkLst>
          <pc:docMk/>
          <pc:sldMk cId="1118464420" sldId="721"/>
        </pc:sldMkLst>
        <pc:spChg chg="mod">
          <ac:chgData name="Feist, Ella" userId="992bbaf2-811d-42cb-a4d6-e7fc45e325e8" providerId="ADAL" clId="{2D5A83BD-47C3-4B50-BCA6-CA180166876F}" dt="2025-05-30T10:41:07.524" v="0" actId="790"/>
          <ac:spMkLst>
            <pc:docMk/>
            <pc:sldMk cId="1118464420" sldId="721"/>
            <ac:spMk id="2" creationId="{9B216265-20B3-4E21-0750-856C400FF8AC}"/>
          </ac:spMkLst>
        </pc:spChg>
        <pc:spChg chg="mod">
          <ac:chgData name="Feist, Ella" userId="992bbaf2-811d-42cb-a4d6-e7fc45e325e8" providerId="ADAL" clId="{2D5A83BD-47C3-4B50-BCA6-CA180166876F}" dt="2025-05-30T10:41:07.524" v="0" actId="790"/>
          <ac:spMkLst>
            <pc:docMk/>
            <pc:sldMk cId="1118464420" sldId="721"/>
            <ac:spMk id="4" creationId="{43B05374-7670-6D2B-B872-94DC3BBB9B90}"/>
          </ac:spMkLst>
        </pc:spChg>
        <pc:spChg chg="mod">
          <ac:chgData name="Feist, Ella" userId="992bbaf2-811d-42cb-a4d6-e7fc45e325e8" providerId="ADAL" clId="{2D5A83BD-47C3-4B50-BCA6-CA180166876F}" dt="2025-05-30T10:41:07.524" v="0" actId="790"/>
          <ac:spMkLst>
            <pc:docMk/>
            <pc:sldMk cId="1118464420" sldId="721"/>
            <ac:spMk id="7" creationId="{7263AE84-219F-DB12-FCAA-851AF94B3CC6}"/>
          </ac:spMkLst>
        </pc:spChg>
        <pc:spChg chg="mod">
          <ac:chgData name="Feist, Ella" userId="992bbaf2-811d-42cb-a4d6-e7fc45e325e8" providerId="ADAL" clId="{2D5A83BD-47C3-4B50-BCA6-CA180166876F}" dt="2025-05-30T10:41:07.524" v="0" actId="790"/>
          <ac:spMkLst>
            <pc:docMk/>
            <pc:sldMk cId="1118464420" sldId="721"/>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1118464420" sldId="721"/>
            <ac:graphicFrameMk id="9" creationId="{B4150DE5-CEF7-BD66-07B4-83D2A4571A59}"/>
          </ac:graphicFrameMkLst>
        </pc:graphicFrameChg>
      </pc:sldChg>
      <pc:sldChg chg="modSp mod">
        <pc:chgData name="Feist, Ella" userId="992bbaf2-811d-42cb-a4d6-e7fc45e325e8" providerId="ADAL" clId="{2D5A83BD-47C3-4B50-BCA6-CA180166876F}" dt="2025-05-30T10:41:07.524" v="0" actId="790"/>
        <pc:sldMkLst>
          <pc:docMk/>
          <pc:sldMk cId="1725716326" sldId="722"/>
        </pc:sldMkLst>
        <pc:spChg chg="mod">
          <ac:chgData name="Feist, Ella" userId="992bbaf2-811d-42cb-a4d6-e7fc45e325e8" providerId="ADAL" clId="{2D5A83BD-47C3-4B50-BCA6-CA180166876F}" dt="2025-05-30T10:41:07.524" v="0" actId="790"/>
          <ac:spMkLst>
            <pc:docMk/>
            <pc:sldMk cId="1725716326" sldId="722"/>
            <ac:spMk id="2" creationId="{3D75FB6E-EAF7-56DB-418A-97D1E979AB0B}"/>
          </ac:spMkLst>
        </pc:spChg>
        <pc:spChg chg="mod">
          <ac:chgData name="Feist, Ella" userId="992bbaf2-811d-42cb-a4d6-e7fc45e325e8" providerId="ADAL" clId="{2D5A83BD-47C3-4B50-BCA6-CA180166876F}" dt="2025-05-30T10:41:07.524" v="0" actId="790"/>
          <ac:spMkLst>
            <pc:docMk/>
            <pc:sldMk cId="1725716326" sldId="722"/>
            <ac:spMk id="3" creationId="{DACA6190-E64A-C0F0-1ADC-8537BBFF9985}"/>
          </ac:spMkLst>
        </pc:spChg>
      </pc:sldChg>
      <pc:sldChg chg="modSp mod">
        <pc:chgData name="Feist, Ella" userId="992bbaf2-811d-42cb-a4d6-e7fc45e325e8" providerId="ADAL" clId="{2D5A83BD-47C3-4B50-BCA6-CA180166876F}" dt="2025-05-30T10:41:07.524" v="0" actId="790"/>
        <pc:sldMkLst>
          <pc:docMk/>
          <pc:sldMk cId="3024477414" sldId="1197"/>
        </pc:sldMkLst>
        <pc:spChg chg="mod">
          <ac:chgData name="Feist, Ella" userId="992bbaf2-811d-42cb-a4d6-e7fc45e325e8" providerId="ADAL" clId="{2D5A83BD-47C3-4B50-BCA6-CA180166876F}" dt="2025-05-30T10:41:07.524" v="0" actId="790"/>
          <ac:spMkLst>
            <pc:docMk/>
            <pc:sldMk cId="3024477414" sldId="1197"/>
            <ac:spMk id="2" creationId="{8E972EE5-4E97-E80A-6FDF-14EEFD7E8B2F}"/>
          </ac:spMkLst>
        </pc:spChg>
        <pc:spChg chg="mod">
          <ac:chgData name="Feist, Ella" userId="992bbaf2-811d-42cb-a4d6-e7fc45e325e8" providerId="ADAL" clId="{2D5A83BD-47C3-4B50-BCA6-CA180166876F}" dt="2025-05-30T10:41:07.524" v="0" actId="790"/>
          <ac:spMkLst>
            <pc:docMk/>
            <pc:sldMk cId="3024477414" sldId="1197"/>
            <ac:spMk id="4" creationId="{441B5810-8C67-B742-B639-848419728702}"/>
          </ac:spMkLst>
        </pc:spChg>
        <pc:graphicFrameChg chg="modGraphic">
          <ac:chgData name="Feist, Ella" userId="992bbaf2-811d-42cb-a4d6-e7fc45e325e8" providerId="ADAL" clId="{2D5A83BD-47C3-4B50-BCA6-CA180166876F}" dt="2025-05-30T10:41:07.524" v="0" actId="790"/>
          <ac:graphicFrameMkLst>
            <pc:docMk/>
            <pc:sldMk cId="3024477414" sldId="1197"/>
            <ac:graphicFrameMk id="3" creationId="{9C46BCAD-FE68-831A-5041-D3EB2643935B}"/>
          </ac:graphicFrameMkLst>
        </pc:graphicFrameChg>
      </pc:sldChg>
      <pc:sldChg chg="modSp mod">
        <pc:chgData name="Feist, Ella" userId="992bbaf2-811d-42cb-a4d6-e7fc45e325e8" providerId="ADAL" clId="{2D5A83BD-47C3-4B50-BCA6-CA180166876F}" dt="2025-05-30T10:41:07.524" v="0" actId="790"/>
        <pc:sldMkLst>
          <pc:docMk/>
          <pc:sldMk cId="2800211862" sldId="1198"/>
        </pc:sldMkLst>
        <pc:spChg chg="mod">
          <ac:chgData name="Feist, Ella" userId="992bbaf2-811d-42cb-a4d6-e7fc45e325e8" providerId="ADAL" clId="{2D5A83BD-47C3-4B50-BCA6-CA180166876F}" dt="2025-05-30T10:41:07.524" v="0" actId="790"/>
          <ac:spMkLst>
            <pc:docMk/>
            <pc:sldMk cId="2800211862" sldId="1198"/>
            <ac:spMk id="4" creationId="{00000000-0000-0000-0000-000000000000}"/>
          </ac:spMkLst>
        </pc:spChg>
        <pc:spChg chg="mod">
          <ac:chgData name="Feist, Ella" userId="992bbaf2-811d-42cb-a4d6-e7fc45e325e8" providerId="ADAL" clId="{2D5A83BD-47C3-4B50-BCA6-CA180166876F}" dt="2025-05-30T10:41:07.524" v="0" actId="790"/>
          <ac:spMkLst>
            <pc:docMk/>
            <pc:sldMk cId="2800211862" sldId="1198"/>
            <ac:spMk id="6" creationId="{00000000-0000-0000-0000-000000000000}"/>
          </ac:spMkLst>
        </pc:spChg>
      </pc:sldChg>
      <pc:sldChg chg="modSp mod">
        <pc:chgData name="Feist, Ella" userId="992bbaf2-811d-42cb-a4d6-e7fc45e325e8" providerId="ADAL" clId="{2D5A83BD-47C3-4B50-BCA6-CA180166876F}" dt="2025-05-30T10:41:07.524" v="0" actId="790"/>
        <pc:sldMkLst>
          <pc:docMk/>
          <pc:sldMk cId="291304101" sldId="1199"/>
        </pc:sldMkLst>
        <pc:spChg chg="mod">
          <ac:chgData name="Feist, Ella" userId="992bbaf2-811d-42cb-a4d6-e7fc45e325e8" providerId="ADAL" clId="{2D5A83BD-47C3-4B50-BCA6-CA180166876F}" dt="2025-05-30T10:41:07.524" v="0" actId="790"/>
          <ac:spMkLst>
            <pc:docMk/>
            <pc:sldMk cId="291304101" sldId="1199"/>
            <ac:spMk id="3" creationId="{5563D2A9-0DB3-4842-AA44-65D27AA84FC4}"/>
          </ac:spMkLst>
        </pc:spChg>
        <pc:spChg chg="mod">
          <ac:chgData name="Feist, Ella" userId="992bbaf2-811d-42cb-a4d6-e7fc45e325e8" providerId="ADAL" clId="{2D5A83BD-47C3-4B50-BCA6-CA180166876F}" dt="2025-05-30T10:41:07.524" v="0" actId="790"/>
          <ac:spMkLst>
            <pc:docMk/>
            <pc:sldMk cId="291304101" sldId="1199"/>
            <ac:spMk id="4" creationId="{9ED32BBC-8A3B-5FB1-DB0F-B65F461BDA2D}"/>
          </ac:spMkLst>
        </pc:spChg>
      </pc:sldChg>
      <pc:sldChg chg="modSp mod">
        <pc:chgData name="Feist, Ella" userId="992bbaf2-811d-42cb-a4d6-e7fc45e325e8" providerId="ADAL" clId="{2D5A83BD-47C3-4B50-BCA6-CA180166876F}" dt="2025-05-30T10:41:07.524" v="0" actId="790"/>
        <pc:sldMkLst>
          <pc:docMk/>
          <pc:sldMk cId="1816838298" sldId="1200"/>
        </pc:sldMkLst>
        <pc:spChg chg="mod">
          <ac:chgData name="Feist, Ella" userId="992bbaf2-811d-42cb-a4d6-e7fc45e325e8" providerId="ADAL" clId="{2D5A83BD-47C3-4B50-BCA6-CA180166876F}" dt="2025-05-30T10:41:07.524" v="0" actId="790"/>
          <ac:spMkLst>
            <pc:docMk/>
            <pc:sldMk cId="1816838298" sldId="1200"/>
            <ac:spMk id="2" creationId="{A9A6FF77-D641-4417-92E7-11CC6238BF20}"/>
          </ac:spMkLst>
        </pc:spChg>
        <pc:spChg chg="mod">
          <ac:chgData name="Feist, Ella" userId="992bbaf2-811d-42cb-a4d6-e7fc45e325e8" providerId="ADAL" clId="{2D5A83BD-47C3-4B50-BCA6-CA180166876F}" dt="2025-05-30T10:41:07.524" v="0" actId="790"/>
          <ac:spMkLst>
            <pc:docMk/>
            <pc:sldMk cId="1816838298" sldId="1200"/>
            <ac:spMk id="3" creationId="{FF786F39-0EE6-DC40-C9AA-D0C2B6DA2A52}"/>
          </ac:spMkLst>
        </pc:spChg>
        <pc:spChg chg="mod">
          <ac:chgData name="Feist, Ella" userId="992bbaf2-811d-42cb-a4d6-e7fc45e325e8" providerId="ADAL" clId="{2D5A83BD-47C3-4B50-BCA6-CA180166876F}" dt="2025-05-30T10:41:07.524" v="0" actId="790"/>
          <ac:spMkLst>
            <pc:docMk/>
            <pc:sldMk cId="1816838298" sldId="1200"/>
            <ac:spMk id="4" creationId="{071E2198-CAF6-8844-FDAB-16FE7AB5EC5C}"/>
          </ac:spMkLst>
        </pc:spChg>
        <pc:spChg chg="mod">
          <ac:chgData name="Feist, Ella" userId="992bbaf2-811d-42cb-a4d6-e7fc45e325e8" providerId="ADAL" clId="{2D5A83BD-47C3-4B50-BCA6-CA180166876F}" dt="2025-05-30T10:41:07.524" v="0" actId="790"/>
          <ac:spMkLst>
            <pc:docMk/>
            <pc:sldMk cId="1816838298" sldId="1200"/>
            <ac:spMk id="5" creationId="{91A8ED3D-B755-43C9-BCB1-DCF495C0C9DB}"/>
          </ac:spMkLst>
        </pc:spChg>
        <pc:spChg chg="mod">
          <ac:chgData name="Feist, Ella" userId="992bbaf2-811d-42cb-a4d6-e7fc45e325e8" providerId="ADAL" clId="{2D5A83BD-47C3-4B50-BCA6-CA180166876F}" dt="2025-05-30T10:41:07.524" v="0" actId="790"/>
          <ac:spMkLst>
            <pc:docMk/>
            <pc:sldMk cId="1816838298" sldId="1200"/>
            <ac:spMk id="7" creationId="{BDFEFD15-9F2B-B719-2C2F-3BFD7F83C0E4}"/>
          </ac:spMkLst>
        </pc:spChg>
        <pc:spChg chg="mod">
          <ac:chgData name="Feist, Ella" userId="992bbaf2-811d-42cb-a4d6-e7fc45e325e8" providerId="ADAL" clId="{2D5A83BD-47C3-4B50-BCA6-CA180166876F}" dt="2025-05-30T10:41:07.524" v="0" actId="790"/>
          <ac:spMkLst>
            <pc:docMk/>
            <pc:sldMk cId="1816838298" sldId="1200"/>
            <ac:spMk id="13" creationId="{C16AE888-5B93-88DD-6E43-8576EF124E09}"/>
          </ac:spMkLst>
        </pc:spChg>
        <pc:spChg chg="mod">
          <ac:chgData name="Feist, Ella" userId="992bbaf2-811d-42cb-a4d6-e7fc45e325e8" providerId="ADAL" clId="{2D5A83BD-47C3-4B50-BCA6-CA180166876F}" dt="2025-05-30T10:41:07.524" v="0" actId="790"/>
          <ac:spMkLst>
            <pc:docMk/>
            <pc:sldMk cId="1816838298" sldId="1200"/>
            <ac:spMk id="15" creationId="{D6390321-7EAF-F3C4-1D66-CA62D3DADD70}"/>
          </ac:spMkLst>
        </pc:spChg>
        <pc:spChg chg="mod">
          <ac:chgData name="Feist, Ella" userId="992bbaf2-811d-42cb-a4d6-e7fc45e325e8" providerId="ADAL" clId="{2D5A83BD-47C3-4B50-BCA6-CA180166876F}" dt="2025-05-30T10:41:07.524" v="0" actId="790"/>
          <ac:spMkLst>
            <pc:docMk/>
            <pc:sldMk cId="1816838298" sldId="1200"/>
            <ac:spMk id="16" creationId="{B1AC8847-F091-92D8-3A38-C2ED376B4C3D}"/>
          </ac:spMkLst>
        </pc:spChg>
        <pc:spChg chg="mod">
          <ac:chgData name="Feist, Ella" userId="992bbaf2-811d-42cb-a4d6-e7fc45e325e8" providerId="ADAL" clId="{2D5A83BD-47C3-4B50-BCA6-CA180166876F}" dt="2025-05-30T10:41:07.524" v="0" actId="790"/>
          <ac:spMkLst>
            <pc:docMk/>
            <pc:sldMk cId="1816838298" sldId="1200"/>
            <ac:spMk id="19" creationId="{140A0CFD-7384-64D6-FA82-BF80833EEE53}"/>
          </ac:spMkLst>
        </pc:spChg>
        <pc:spChg chg="mod">
          <ac:chgData name="Feist, Ella" userId="992bbaf2-811d-42cb-a4d6-e7fc45e325e8" providerId="ADAL" clId="{2D5A83BD-47C3-4B50-BCA6-CA180166876F}" dt="2025-05-30T10:41:07.524" v="0" actId="790"/>
          <ac:spMkLst>
            <pc:docMk/>
            <pc:sldMk cId="1816838298" sldId="1200"/>
            <ac:spMk id="22" creationId="{4A0B1065-0CBE-434F-7260-D2542B70F630}"/>
          </ac:spMkLst>
        </pc:spChg>
      </pc:sldChg>
      <pc:sldChg chg="modSp mod">
        <pc:chgData name="Feist, Ella" userId="992bbaf2-811d-42cb-a4d6-e7fc45e325e8" providerId="ADAL" clId="{2D5A83BD-47C3-4B50-BCA6-CA180166876F}" dt="2025-05-30T10:41:07.524" v="0" actId="790"/>
        <pc:sldMkLst>
          <pc:docMk/>
          <pc:sldMk cId="4052857327" sldId="1201"/>
        </pc:sldMkLst>
        <pc:spChg chg="mod">
          <ac:chgData name="Feist, Ella" userId="992bbaf2-811d-42cb-a4d6-e7fc45e325e8" providerId="ADAL" clId="{2D5A83BD-47C3-4B50-BCA6-CA180166876F}" dt="2025-05-30T10:41:07.524" v="0" actId="790"/>
          <ac:spMkLst>
            <pc:docMk/>
            <pc:sldMk cId="4052857327" sldId="1201"/>
            <ac:spMk id="2" creationId="{A9A6FF77-D641-4417-92E7-11CC6238BF20}"/>
          </ac:spMkLst>
        </pc:spChg>
        <pc:spChg chg="mod">
          <ac:chgData name="Feist, Ella" userId="992bbaf2-811d-42cb-a4d6-e7fc45e325e8" providerId="ADAL" clId="{2D5A83BD-47C3-4B50-BCA6-CA180166876F}" dt="2025-05-30T10:41:07.524" v="0" actId="790"/>
          <ac:spMkLst>
            <pc:docMk/>
            <pc:sldMk cId="4052857327" sldId="1201"/>
            <ac:spMk id="3" creationId="{492B7CB9-E249-488D-8AE7-1C8C589AF970}"/>
          </ac:spMkLst>
        </pc:spChg>
        <pc:spChg chg="mod">
          <ac:chgData name="Feist, Ella" userId="992bbaf2-811d-42cb-a4d6-e7fc45e325e8" providerId="ADAL" clId="{2D5A83BD-47C3-4B50-BCA6-CA180166876F}" dt="2025-05-30T10:41:07.524" v="0" actId="790"/>
          <ac:spMkLst>
            <pc:docMk/>
            <pc:sldMk cId="4052857327" sldId="1201"/>
            <ac:spMk id="5" creationId="{91A8ED3D-B755-43C9-BCB1-DCF495C0C9DB}"/>
          </ac:spMkLst>
        </pc:spChg>
        <pc:spChg chg="mod">
          <ac:chgData name="Feist, Ella" userId="992bbaf2-811d-42cb-a4d6-e7fc45e325e8" providerId="ADAL" clId="{2D5A83BD-47C3-4B50-BCA6-CA180166876F}" dt="2025-05-30T10:41:07.524" v="0" actId="790"/>
          <ac:spMkLst>
            <pc:docMk/>
            <pc:sldMk cId="4052857327" sldId="1201"/>
            <ac:spMk id="13" creationId="{68FD63E1-7FF1-4492-1D55-2FB2BFA95F77}"/>
          </ac:spMkLst>
        </pc:spChg>
        <pc:spChg chg="mod">
          <ac:chgData name="Feist, Ella" userId="992bbaf2-811d-42cb-a4d6-e7fc45e325e8" providerId="ADAL" clId="{2D5A83BD-47C3-4B50-BCA6-CA180166876F}" dt="2025-05-30T10:41:07.524" v="0" actId="790"/>
          <ac:spMkLst>
            <pc:docMk/>
            <pc:sldMk cId="4052857327" sldId="1201"/>
            <ac:spMk id="14" creationId="{DB96DDCF-DAEE-14E4-5980-57B7981E3619}"/>
          </ac:spMkLst>
        </pc:spChg>
        <pc:spChg chg="mod">
          <ac:chgData name="Feist, Ella" userId="992bbaf2-811d-42cb-a4d6-e7fc45e325e8" providerId="ADAL" clId="{2D5A83BD-47C3-4B50-BCA6-CA180166876F}" dt="2025-05-30T10:41:07.524" v="0" actId="790"/>
          <ac:spMkLst>
            <pc:docMk/>
            <pc:sldMk cId="4052857327" sldId="1201"/>
            <ac:spMk id="15" creationId="{33D83861-987C-C990-E703-759CB67D492A}"/>
          </ac:spMkLst>
        </pc:spChg>
        <pc:spChg chg="mod">
          <ac:chgData name="Feist, Ella" userId="992bbaf2-811d-42cb-a4d6-e7fc45e325e8" providerId="ADAL" clId="{2D5A83BD-47C3-4B50-BCA6-CA180166876F}" dt="2025-05-30T10:41:07.524" v="0" actId="790"/>
          <ac:spMkLst>
            <pc:docMk/>
            <pc:sldMk cId="4052857327" sldId="1201"/>
            <ac:spMk id="16" creationId="{3C8E22CE-46A2-783A-E1AE-A4C80B01A970}"/>
          </ac:spMkLst>
        </pc:spChg>
        <pc:spChg chg="mod">
          <ac:chgData name="Feist, Ella" userId="992bbaf2-811d-42cb-a4d6-e7fc45e325e8" providerId="ADAL" clId="{2D5A83BD-47C3-4B50-BCA6-CA180166876F}" dt="2025-05-30T10:41:07.524" v="0" actId="790"/>
          <ac:spMkLst>
            <pc:docMk/>
            <pc:sldMk cId="4052857327" sldId="1201"/>
            <ac:spMk id="18" creationId="{BB3BF0C4-BD50-DD3E-D238-DD5CD4B70696}"/>
          </ac:spMkLst>
        </pc:spChg>
        <pc:spChg chg="mod">
          <ac:chgData name="Feist, Ella" userId="992bbaf2-811d-42cb-a4d6-e7fc45e325e8" providerId="ADAL" clId="{2D5A83BD-47C3-4B50-BCA6-CA180166876F}" dt="2025-05-30T10:41:07.524" v="0" actId="790"/>
          <ac:spMkLst>
            <pc:docMk/>
            <pc:sldMk cId="4052857327" sldId="1201"/>
            <ac:spMk id="19" creationId="{FCEC236E-C9EE-AE06-E343-E8BADD9FD09A}"/>
          </ac:spMkLst>
        </pc:spChg>
        <pc:spChg chg="mod">
          <ac:chgData name="Feist, Ella" userId="992bbaf2-811d-42cb-a4d6-e7fc45e325e8" providerId="ADAL" clId="{2D5A83BD-47C3-4B50-BCA6-CA180166876F}" dt="2025-05-30T10:41:07.524" v="0" actId="790"/>
          <ac:spMkLst>
            <pc:docMk/>
            <pc:sldMk cId="4052857327" sldId="1201"/>
            <ac:spMk id="20" creationId="{F2BB6614-3BC8-8C95-1AE4-30DF24180186}"/>
          </ac:spMkLst>
        </pc:spChg>
      </pc:sldChg>
      <pc:sldChg chg="modSp mod">
        <pc:chgData name="Feist, Ella" userId="992bbaf2-811d-42cb-a4d6-e7fc45e325e8" providerId="ADAL" clId="{2D5A83BD-47C3-4B50-BCA6-CA180166876F}" dt="2025-05-30T10:41:07.524" v="0" actId="790"/>
        <pc:sldMkLst>
          <pc:docMk/>
          <pc:sldMk cId="1913693425" sldId="1202"/>
        </pc:sldMkLst>
        <pc:spChg chg="mod">
          <ac:chgData name="Feist, Ella" userId="992bbaf2-811d-42cb-a4d6-e7fc45e325e8" providerId="ADAL" clId="{2D5A83BD-47C3-4B50-BCA6-CA180166876F}" dt="2025-05-30T10:41:07.524" v="0" actId="790"/>
          <ac:spMkLst>
            <pc:docMk/>
            <pc:sldMk cId="1913693425" sldId="1202"/>
            <ac:spMk id="2" creationId="{A9A6FF77-D641-4417-92E7-11CC6238BF20}"/>
          </ac:spMkLst>
        </pc:spChg>
        <pc:spChg chg="mod">
          <ac:chgData name="Feist, Ella" userId="992bbaf2-811d-42cb-a4d6-e7fc45e325e8" providerId="ADAL" clId="{2D5A83BD-47C3-4B50-BCA6-CA180166876F}" dt="2025-05-30T10:41:07.524" v="0" actId="790"/>
          <ac:spMkLst>
            <pc:docMk/>
            <pc:sldMk cId="1913693425" sldId="1202"/>
            <ac:spMk id="10" creationId="{DF404819-B344-8DBC-BF4F-AE1E6339EF58}"/>
          </ac:spMkLst>
        </pc:spChg>
        <pc:spChg chg="mod">
          <ac:chgData name="Feist, Ella" userId="992bbaf2-811d-42cb-a4d6-e7fc45e325e8" providerId="ADAL" clId="{2D5A83BD-47C3-4B50-BCA6-CA180166876F}" dt="2025-05-30T10:41:07.524" v="0" actId="790"/>
          <ac:spMkLst>
            <pc:docMk/>
            <pc:sldMk cId="1913693425" sldId="1202"/>
            <ac:spMk id="11" creationId="{13C97D83-E547-2BC5-06F0-777077D72C05}"/>
          </ac:spMkLst>
        </pc:spChg>
        <pc:spChg chg="mod">
          <ac:chgData name="Feist, Ella" userId="992bbaf2-811d-42cb-a4d6-e7fc45e325e8" providerId="ADAL" clId="{2D5A83BD-47C3-4B50-BCA6-CA180166876F}" dt="2025-05-30T10:41:07.524" v="0" actId="790"/>
          <ac:spMkLst>
            <pc:docMk/>
            <pc:sldMk cId="1913693425" sldId="1202"/>
            <ac:spMk id="12" creationId="{D27802E5-D996-2D5E-484B-BCBF35BC7D13}"/>
          </ac:spMkLst>
        </pc:spChg>
        <pc:spChg chg="mod">
          <ac:chgData name="Feist, Ella" userId="992bbaf2-811d-42cb-a4d6-e7fc45e325e8" providerId="ADAL" clId="{2D5A83BD-47C3-4B50-BCA6-CA180166876F}" dt="2025-05-30T10:41:07.524" v="0" actId="790"/>
          <ac:spMkLst>
            <pc:docMk/>
            <pc:sldMk cId="1913693425" sldId="1202"/>
            <ac:spMk id="13" creationId="{2D7A001D-2195-50CE-82E2-A6C1217FF3E1}"/>
          </ac:spMkLst>
        </pc:spChg>
        <pc:spChg chg="mod">
          <ac:chgData name="Feist, Ella" userId="992bbaf2-811d-42cb-a4d6-e7fc45e325e8" providerId="ADAL" clId="{2D5A83BD-47C3-4B50-BCA6-CA180166876F}" dt="2025-05-30T10:41:07.524" v="0" actId="790"/>
          <ac:spMkLst>
            <pc:docMk/>
            <pc:sldMk cId="1913693425" sldId="1202"/>
            <ac:spMk id="15" creationId="{7F4B2EE3-26FC-788F-B9FC-9C070AE4E0F8}"/>
          </ac:spMkLst>
        </pc:spChg>
        <pc:spChg chg="mod">
          <ac:chgData name="Feist, Ella" userId="992bbaf2-811d-42cb-a4d6-e7fc45e325e8" providerId="ADAL" clId="{2D5A83BD-47C3-4B50-BCA6-CA180166876F}" dt="2025-05-30T10:41:07.524" v="0" actId="790"/>
          <ac:spMkLst>
            <pc:docMk/>
            <pc:sldMk cId="1913693425" sldId="1202"/>
            <ac:spMk id="16" creationId="{F98E5C55-816C-5626-26E0-9897BF583188}"/>
          </ac:spMkLst>
        </pc:spChg>
        <pc:spChg chg="mod">
          <ac:chgData name="Feist, Ella" userId="992bbaf2-811d-42cb-a4d6-e7fc45e325e8" providerId="ADAL" clId="{2D5A83BD-47C3-4B50-BCA6-CA180166876F}" dt="2025-05-30T10:41:07.524" v="0" actId="790"/>
          <ac:spMkLst>
            <pc:docMk/>
            <pc:sldMk cId="1913693425" sldId="1202"/>
            <ac:spMk id="17" creationId="{1C7B3E83-56B7-8E51-1F34-C49D7491B75B}"/>
          </ac:spMkLst>
        </pc:spChg>
        <pc:spChg chg="mod">
          <ac:chgData name="Feist, Ella" userId="992bbaf2-811d-42cb-a4d6-e7fc45e325e8" providerId="ADAL" clId="{2D5A83BD-47C3-4B50-BCA6-CA180166876F}" dt="2025-05-30T10:41:07.524" v="0" actId="790"/>
          <ac:spMkLst>
            <pc:docMk/>
            <pc:sldMk cId="1913693425" sldId="1202"/>
            <ac:spMk id="18" creationId="{0C6F9F06-A1A2-3EFC-766D-A985E4B541D2}"/>
          </ac:spMkLst>
        </pc:spChg>
        <pc:spChg chg="mod">
          <ac:chgData name="Feist, Ella" userId="992bbaf2-811d-42cb-a4d6-e7fc45e325e8" providerId="ADAL" clId="{2D5A83BD-47C3-4B50-BCA6-CA180166876F}" dt="2025-05-30T10:41:07.524" v="0" actId="790"/>
          <ac:spMkLst>
            <pc:docMk/>
            <pc:sldMk cId="1913693425" sldId="1202"/>
            <ac:spMk id="19" creationId="{F4FDF1B6-5827-1524-5F7A-498D51391DB1}"/>
          </ac:spMkLst>
        </pc:spChg>
      </pc:sldChg>
      <pc:sldChg chg="modSp mod">
        <pc:chgData name="Feist, Ella" userId="992bbaf2-811d-42cb-a4d6-e7fc45e325e8" providerId="ADAL" clId="{2D5A83BD-47C3-4B50-BCA6-CA180166876F}" dt="2025-05-30T10:41:07.524" v="0" actId="790"/>
        <pc:sldMkLst>
          <pc:docMk/>
          <pc:sldMk cId="2668307878" sldId="1203"/>
        </pc:sldMkLst>
        <pc:spChg chg="mod">
          <ac:chgData name="Feist, Ella" userId="992bbaf2-811d-42cb-a4d6-e7fc45e325e8" providerId="ADAL" clId="{2D5A83BD-47C3-4B50-BCA6-CA180166876F}" dt="2025-05-30T10:41:07.524" v="0" actId="790"/>
          <ac:spMkLst>
            <pc:docMk/>
            <pc:sldMk cId="2668307878" sldId="1203"/>
            <ac:spMk id="2" creationId="{A9A6FF77-D641-4417-92E7-11CC6238BF20}"/>
          </ac:spMkLst>
        </pc:spChg>
        <pc:spChg chg="mod">
          <ac:chgData name="Feist, Ella" userId="992bbaf2-811d-42cb-a4d6-e7fc45e325e8" providerId="ADAL" clId="{2D5A83BD-47C3-4B50-BCA6-CA180166876F}" dt="2025-05-30T10:41:07.524" v="0" actId="790"/>
          <ac:spMkLst>
            <pc:docMk/>
            <pc:sldMk cId="2668307878" sldId="1203"/>
            <ac:spMk id="3" creationId="{9D76457F-1FFD-D5E8-21BF-6DB7F40BB86E}"/>
          </ac:spMkLst>
        </pc:spChg>
        <pc:spChg chg="mod">
          <ac:chgData name="Feist, Ella" userId="992bbaf2-811d-42cb-a4d6-e7fc45e325e8" providerId="ADAL" clId="{2D5A83BD-47C3-4B50-BCA6-CA180166876F}" dt="2025-05-30T10:41:07.524" v="0" actId="790"/>
          <ac:spMkLst>
            <pc:docMk/>
            <pc:sldMk cId="2668307878" sldId="1203"/>
            <ac:spMk id="5" creationId="{91A8ED3D-B755-43C9-BCB1-DCF495C0C9DB}"/>
          </ac:spMkLst>
        </pc:spChg>
        <pc:spChg chg="mod">
          <ac:chgData name="Feist, Ella" userId="992bbaf2-811d-42cb-a4d6-e7fc45e325e8" providerId="ADAL" clId="{2D5A83BD-47C3-4B50-BCA6-CA180166876F}" dt="2025-05-30T10:41:07.524" v="0" actId="790"/>
          <ac:spMkLst>
            <pc:docMk/>
            <pc:sldMk cId="2668307878" sldId="1203"/>
            <ac:spMk id="7" creationId="{16FE4C2C-9D12-128D-F2DF-4EA15D5F0C7E}"/>
          </ac:spMkLst>
        </pc:spChg>
      </pc:sldChg>
      <pc:sldChg chg="modSp mod modNotes">
        <pc:chgData name="Feist, Ella" userId="992bbaf2-811d-42cb-a4d6-e7fc45e325e8" providerId="ADAL" clId="{2D5A83BD-47C3-4B50-BCA6-CA180166876F}" dt="2025-05-30T10:41:16.034" v="3" actId="20577"/>
        <pc:sldMkLst>
          <pc:docMk/>
          <pc:sldMk cId="1637637549" sldId="1204"/>
        </pc:sldMkLst>
        <pc:spChg chg="mod">
          <ac:chgData name="Feist, Ella" userId="992bbaf2-811d-42cb-a4d6-e7fc45e325e8" providerId="ADAL" clId="{2D5A83BD-47C3-4B50-BCA6-CA180166876F}" dt="2025-05-30T10:41:07.524" v="0" actId="790"/>
          <ac:spMkLst>
            <pc:docMk/>
            <pc:sldMk cId="1637637549" sldId="1204"/>
            <ac:spMk id="2" creationId="{A9A6FF77-D641-4417-92E7-11CC6238BF20}"/>
          </ac:spMkLst>
        </pc:spChg>
        <pc:spChg chg="mod">
          <ac:chgData name="Feist, Ella" userId="992bbaf2-811d-42cb-a4d6-e7fc45e325e8" providerId="ADAL" clId="{2D5A83BD-47C3-4B50-BCA6-CA180166876F}" dt="2025-05-30T10:41:07.524" v="0" actId="790"/>
          <ac:spMkLst>
            <pc:docMk/>
            <pc:sldMk cId="1637637549" sldId="1204"/>
            <ac:spMk id="10" creationId="{856AFB29-839A-84A4-1983-2F0783B748CE}"/>
          </ac:spMkLst>
        </pc:spChg>
        <pc:spChg chg="mod">
          <ac:chgData name="Feist, Ella" userId="992bbaf2-811d-42cb-a4d6-e7fc45e325e8" providerId="ADAL" clId="{2D5A83BD-47C3-4B50-BCA6-CA180166876F}" dt="2025-05-30T10:41:07.524" v="0" actId="790"/>
          <ac:spMkLst>
            <pc:docMk/>
            <pc:sldMk cId="1637637549" sldId="1204"/>
            <ac:spMk id="15" creationId="{35562357-8827-587F-CBE8-293BAC3AD201}"/>
          </ac:spMkLst>
        </pc:spChg>
        <pc:spChg chg="mod">
          <ac:chgData name="Feist, Ella" userId="992bbaf2-811d-42cb-a4d6-e7fc45e325e8" providerId="ADAL" clId="{2D5A83BD-47C3-4B50-BCA6-CA180166876F}" dt="2025-05-30T10:41:07.524" v="0" actId="790"/>
          <ac:spMkLst>
            <pc:docMk/>
            <pc:sldMk cId="1637637549" sldId="1204"/>
            <ac:spMk id="23" creationId="{8ACCDB6E-A3AB-70D2-C196-5A41CDCC101E}"/>
          </ac:spMkLst>
        </pc:spChg>
        <pc:spChg chg="mod">
          <ac:chgData name="Feist, Ella" userId="992bbaf2-811d-42cb-a4d6-e7fc45e325e8" providerId="ADAL" clId="{2D5A83BD-47C3-4B50-BCA6-CA180166876F}" dt="2025-05-30T10:41:07.524" v="0" actId="790"/>
          <ac:spMkLst>
            <pc:docMk/>
            <pc:sldMk cId="1637637549" sldId="1204"/>
            <ac:spMk id="27" creationId="{90A24CE9-18EB-281F-C67B-3277AEDCD119}"/>
          </ac:spMkLst>
        </pc:spChg>
        <pc:spChg chg="mod">
          <ac:chgData name="Feist, Ella" userId="992bbaf2-811d-42cb-a4d6-e7fc45e325e8" providerId="ADAL" clId="{2D5A83BD-47C3-4B50-BCA6-CA180166876F}" dt="2025-05-30T10:41:07.524" v="0" actId="790"/>
          <ac:spMkLst>
            <pc:docMk/>
            <pc:sldMk cId="1637637549" sldId="1204"/>
            <ac:spMk id="30" creationId="{40738A18-25F3-32D2-AAC9-D7A626F65ABB}"/>
          </ac:spMkLst>
        </pc:spChg>
        <pc:spChg chg="mod">
          <ac:chgData name="Feist, Ella" userId="992bbaf2-811d-42cb-a4d6-e7fc45e325e8" providerId="ADAL" clId="{2D5A83BD-47C3-4B50-BCA6-CA180166876F}" dt="2025-05-30T10:41:07.524" v="0" actId="790"/>
          <ac:spMkLst>
            <pc:docMk/>
            <pc:sldMk cId="1637637549" sldId="1204"/>
            <ac:spMk id="31" creationId="{E0F29AD0-5ECF-091A-336D-3EE2C9A41321}"/>
          </ac:spMkLst>
        </pc:spChg>
        <pc:spChg chg="mod">
          <ac:chgData name="Feist, Ella" userId="992bbaf2-811d-42cb-a4d6-e7fc45e325e8" providerId="ADAL" clId="{2D5A83BD-47C3-4B50-BCA6-CA180166876F}" dt="2025-05-30T10:41:07.524" v="0" actId="790"/>
          <ac:spMkLst>
            <pc:docMk/>
            <pc:sldMk cId="1637637549" sldId="1204"/>
            <ac:spMk id="32" creationId="{F0E082C1-108F-4991-F236-D2E34291AE25}"/>
          </ac:spMkLst>
        </pc:spChg>
        <pc:spChg chg="mod">
          <ac:chgData name="Feist, Ella" userId="992bbaf2-811d-42cb-a4d6-e7fc45e325e8" providerId="ADAL" clId="{2D5A83BD-47C3-4B50-BCA6-CA180166876F}" dt="2025-05-30T10:41:07.524" v="0" actId="790"/>
          <ac:spMkLst>
            <pc:docMk/>
            <pc:sldMk cId="1637637549" sldId="1204"/>
            <ac:spMk id="33" creationId="{B03DD153-E9D1-2C54-7FC2-0DCF43999BDF}"/>
          </ac:spMkLst>
        </pc:spChg>
        <pc:spChg chg="mod">
          <ac:chgData name="Feist, Ella" userId="992bbaf2-811d-42cb-a4d6-e7fc45e325e8" providerId="ADAL" clId="{2D5A83BD-47C3-4B50-BCA6-CA180166876F}" dt="2025-05-30T10:41:07.524" v="0" actId="790"/>
          <ac:spMkLst>
            <pc:docMk/>
            <pc:sldMk cId="1637637549" sldId="1204"/>
            <ac:spMk id="34" creationId="{A7F1E2F9-AB60-B711-E66A-940DF32C0826}"/>
          </ac:spMkLst>
        </pc:spChg>
      </pc:sldChg>
      <pc:sldChg chg="modSp mod modNotes">
        <pc:chgData name="Feist, Ella" userId="992bbaf2-811d-42cb-a4d6-e7fc45e325e8" providerId="ADAL" clId="{2D5A83BD-47C3-4B50-BCA6-CA180166876F}" dt="2025-05-30T10:41:22.652" v="4" actId="20577"/>
        <pc:sldMkLst>
          <pc:docMk/>
          <pc:sldMk cId="1416166858" sldId="1205"/>
        </pc:sldMkLst>
        <pc:spChg chg="mod">
          <ac:chgData name="Feist, Ella" userId="992bbaf2-811d-42cb-a4d6-e7fc45e325e8" providerId="ADAL" clId="{2D5A83BD-47C3-4B50-BCA6-CA180166876F}" dt="2025-05-30T10:41:07.524" v="0" actId="790"/>
          <ac:spMkLst>
            <pc:docMk/>
            <pc:sldMk cId="1416166858" sldId="1205"/>
            <ac:spMk id="2" creationId="{A9A6FF77-D641-4417-92E7-11CC6238BF20}"/>
          </ac:spMkLst>
        </pc:spChg>
        <pc:spChg chg="mod">
          <ac:chgData name="Feist, Ella" userId="992bbaf2-811d-42cb-a4d6-e7fc45e325e8" providerId="ADAL" clId="{2D5A83BD-47C3-4B50-BCA6-CA180166876F}" dt="2025-05-30T10:41:07.524" v="0" actId="790"/>
          <ac:spMkLst>
            <pc:docMk/>
            <pc:sldMk cId="1416166858" sldId="1205"/>
            <ac:spMk id="5" creationId="{91A8ED3D-B755-43C9-BCB1-DCF495C0C9DB}"/>
          </ac:spMkLst>
        </pc:spChg>
        <pc:spChg chg="mod">
          <ac:chgData name="Feist, Ella" userId="992bbaf2-811d-42cb-a4d6-e7fc45e325e8" providerId="ADAL" clId="{2D5A83BD-47C3-4B50-BCA6-CA180166876F}" dt="2025-05-30T10:41:07.524" v="0" actId="790"/>
          <ac:spMkLst>
            <pc:docMk/>
            <pc:sldMk cId="1416166858" sldId="1205"/>
            <ac:spMk id="6" creationId="{7F32B405-A40D-4185-7365-358A2C3964DF}"/>
          </ac:spMkLst>
        </pc:spChg>
        <pc:spChg chg="mod">
          <ac:chgData name="Feist, Ella" userId="992bbaf2-811d-42cb-a4d6-e7fc45e325e8" providerId="ADAL" clId="{2D5A83BD-47C3-4B50-BCA6-CA180166876F}" dt="2025-05-30T10:41:07.524" v="0" actId="790"/>
          <ac:spMkLst>
            <pc:docMk/>
            <pc:sldMk cId="1416166858" sldId="1205"/>
            <ac:spMk id="9" creationId="{AB2DEA24-780D-0581-1603-A71C05129C17}"/>
          </ac:spMkLst>
        </pc:spChg>
        <pc:spChg chg="mod">
          <ac:chgData name="Feist, Ella" userId="992bbaf2-811d-42cb-a4d6-e7fc45e325e8" providerId="ADAL" clId="{2D5A83BD-47C3-4B50-BCA6-CA180166876F}" dt="2025-05-30T10:41:07.524" v="0" actId="790"/>
          <ac:spMkLst>
            <pc:docMk/>
            <pc:sldMk cId="1416166858" sldId="1205"/>
            <ac:spMk id="10" creationId="{CC43CF82-42EC-F7B0-0A62-B7DC981EAA67}"/>
          </ac:spMkLst>
        </pc:spChg>
        <pc:spChg chg="mod">
          <ac:chgData name="Feist, Ella" userId="992bbaf2-811d-42cb-a4d6-e7fc45e325e8" providerId="ADAL" clId="{2D5A83BD-47C3-4B50-BCA6-CA180166876F}" dt="2025-05-30T10:41:07.524" v="0" actId="790"/>
          <ac:spMkLst>
            <pc:docMk/>
            <pc:sldMk cId="1416166858" sldId="1205"/>
            <ac:spMk id="13" creationId="{91FB2C62-9FC3-C403-B2F8-2ECE72297715}"/>
          </ac:spMkLst>
        </pc:spChg>
        <pc:spChg chg="mod">
          <ac:chgData name="Feist, Ella" userId="992bbaf2-811d-42cb-a4d6-e7fc45e325e8" providerId="ADAL" clId="{2D5A83BD-47C3-4B50-BCA6-CA180166876F}" dt="2025-05-30T10:41:07.524" v="0" actId="790"/>
          <ac:spMkLst>
            <pc:docMk/>
            <pc:sldMk cId="1416166858" sldId="1205"/>
            <ac:spMk id="16" creationId="{07BD6F79-55FA-EFCA-59CE-46567B56BD7C}"/>
          </ac:spMkLst>
        </pc:spChg>
        <pc:spChg chg="mod">
          <ac:chgData name="Feist, Ella" userId="992bbaf2-811d-42cb-a4d6-e7fc45e325e8" providerId="ADAL" clId="{2D5A83BD-47C3-4B50-BCA6-CA180166876F}" dt="2025-05-30T10:41:07.524" v="0" actId="790"/>
          <ac:spMkLst>
            <pc:docMk/>
            <pc:sldMk cId="1416166858" sldId="1205"/>
            <ac:spMk id="18" creationId="{3547A9BC-9F6F-73E3-C849-9F063665893B}"/>
          </ac:spMkLst>
        </pc:spChg>
        <pc:spChg chg="mod">
          <ac:chgData name="Feist, Ella" userId="992bbaf2-811d-42cb-a4d6-e7fc45e325e8" providerId="ADAL" clId="{2D5A83BD-47C3-4B50-BCA6-CA180166876F}" dt="2025-05-30T10:41:07.524" v="0" actId="790"/>
          <ac:spMkLst>
            <pc:docMk/>
            <pc:sldMk cId="1416166858" sldId="1205"/>
            <ac:spMk id="19" creationId="{7169F310-23E0-4823-227A-7F2220A21FB7}"/>
          </ac:spMkLst>
        </pc:spChg>
        <pc:spChg chg="mod">
          <ac:chgData name="Feist, Ella" userId="992bbaf2-811d-42cb-a4d6-e7fc45e325e8" providerId="ADAL" clId="{2D5A83BD-47C3-4B50-BCA6-CA180166876F}" dt="2025-05-30T10:41:07.524" v="0" actId="790"/>
          <ac:spMkLst>
            <pc:docMk/>
            <pc:sldMk cId="1416166858" sldId="1205"/>
            <ac:spMk id="21" creationId="{C03145CB-C3C7-718C-F389-65BBA560C8F6}"/>
          </ac:spMkLst>
        </pc:spChg>
      </pc:sldChg>
      <pc:sldChg chg="modSp mod">
        <pc:chgData name="Feist, Ella" userId="992bbaf2-811d-42cb-a4d6-e7fc45e325e8" providerId="ADAL" clId="{2D5A83BD-47C3-4B50-BCA6-CA180166876F}" dt="2025-05-30T10:41:07.524" v="0" actId="790"/>
        <pc:sldMkLst>
          <pc:docMk/>
          <pc:sldMk cId="343238560" sldId="1206"/>
        </pc:sldMkLst>
        <pc:spChg chg="mod">
          <ac:chgData name="Feist, Ella" userId="992bbaf2-811d-42cb-a4d6-e7fc45e325e8" providerId="ADAL" clId="{2D5A83BD-47C3-4B50-BCA6-CA180166876F}" dt="2025-05-30T10:41:07.524" v="0" actId="790"/>
          <ac:spMkLst>
            <pc:docMk/>
            <pc:sldMk cId="343238560" sldId="1206"/>
            <ac:spMk id="2" creationId="{A9A6FF77-D641-4417-92E7-11CC6238BF20}"/>
          </ac:spMkLst>
        </pc:spChg>
        <pc:spChg chg="mod">
          <ac:chgData name="Feist, Ella" userId="992bbaf2-811d-42cb-a4d6-e7fc45e325e8" providerId="ADAL" clId="{2D5A83BD-47C3-4B50-BCA6-CA180166876F}" dt="2025-05-30T10:41:07.524" v="0" actId="790"/>
          <ac:spMkLst>
            <pc:docMk/>
            <pc:sldMk cId="343238560" sldId="1206"/>
            <ac:spMk id="3" creationId="{8BA5390B-A3BE-C400-94D2-4FB28D749D12}"/>
          </ac:spMkLst>
        </pc:spChg>
        <pc:spChg chg="mod">
          <ac:chgData name="Feist, Ella" userId="992bbaf2-811d-42cb-a4d6-e7fc45e325e8" providerId="ADAL" clId="{2D5A83BD-47C3-4B50-BCA6-CA180166876F}" dt="2025-05-30T10:41:07.524" v="0" actId="790"/>
          <ac:spMkLst>
            <pc:docMk/>
            <pc:sldMk cId="343238560" sldId="1206"/>
            <ac:spMk id="4" creationId="{6830FF20-913A-C806-2131-1E8606004434}"/>
          </ac:spMkLst>
        </pc:spChg>
        <pc:spChg chg="mod">
          <ac:chgData name="Feist, Ella" userId="992bbaf2-811d-42cb-a4d6-e7fc45e325e8" providerId="ADAL" clId="{2D5A83BD-47C3-4B50-BCA6-CA180166876F}" dt="2025-05-30T10:41:07.524" v="0" actId="790"/>
          <ac:spMkLst>
            <pc:docMk/>
            <pc:sldMk cId="343238560" sldId="1206"/>
            <ac:spMk id="5" creationId="{91A8ED3D-B755-43C9-BCB1-DCF495C0C9DB}"/>
          </ac:spMkLst>
        </pc:spChg>
        <pc:graphicFrameChg chg="modGraphic">
          <ac:chgData name="Feist, Ella" userId="992bbaf2-811d-42cb-a4d6-e7fc45e325e8" providerId="ADAL" clId="{2D5A83BD-47C3-4B50-BCA6-CA180166876F}" dt="2025-05-30T10:41:07.524" v="0" actId="790"/>
          <ac:graphicFrameMkLst>
            <pc:docMk/>
            <pc:sldMk cId="343238560" sldId="1206"/>
            <ac:graphicFrameMk id="6" creationId="{C3573902-6193-BE5C-E35C-33D5ECDB0631}"/>
          </ac:graphicFrameMkLst>
        </pc:graphicFrameChg>
      </pc:sldChg>
      <pc:sldChg chg="modSp mod modNotes">
        <pc:chgData name="Feist, Ella" userId="992bbaf2-811d-42cb-a4d6-e7fc45e325e8" providerId="ADAL" clId="{2D5A83BD-47C3-4B50-BCA6-CA180166876F}" dt="2025-05-30T10:42:08.290" v="14" actId="20577"/>
        <pc:sldMkLst>
          <pc:docMk/>
          <pc:sldMk cId="2672206510" sldId="1207"/>
        </pc:sldMkLst>
        <pc:spChg chg="mod">
          <ac:chgData name="Feist, Ella" userId="992bbaf2-811d-42cb-a4d6-e7fc45e325e8" providerId="ADAL" clId="{2D5A83BD-47C3-4B50-BCA6-CA180166876F}" dt="2025-05-30T10:41:07.524" v="0" actId="790"/>
          <ac:spMkLst>
            <pc:docMk/>
            <pc:sldMk cId="2672206510" sldId="1207"/>
            <ac:spMk id="2" creationId="{A9A6FF77-D641-4417-92E7-11CC6238BF20}"/>
          </ac:spMkLst>
        </pc:spChg>
        <pc:spChg chg="mod">
          <ac:chgData name="Feist, Ella" userId="992bbaf2-811d-42cb-a4d6-e7fc45e325e8" providerId="ADAL" clId="{2D5A83BD-47C3-4B50-BCA6-CA180166876F}" dt="2025-05-30T10:41:07.524" v="0" actId="790"/>
          <ac:spMkLst>
            <pc:docMk/>
            <pc:sldMk cId="2672206510" sldId="1207"/>
            <ac:spMk id="4" creationId="{F9F85AE6-0E3E-CDD0-7C11-9F07698B88C7}"/>
          </ac:spMkLst>
        </pc:spChg>
        <pc:spChg chg="mod">
          <ac:chgData name="Feist, Ella" userId="992bbaf2-811d-42cb-a4d6-e7fc45e325e8" providerId="ADAL" clId="{2D5A83BD-47C3-4B50-BCA6-CA180166876F}" dt="2025-05-30T10:41:07.524" v="0" actId="790"/>
          <ac:spMkLst>
            <pc:docMk/>
            <pc:sldMk cId="2672206510" sldId="1207"/>
            <ac:spMk id="6" creationId="{5AA42BAD-6006-5322-3BA6-1104AAF92C59}"/>
          </ac:spMkLst>
        </pc:spChg>
        <pc:spChg chg="mod">
          <ac:chgData name="Feist, Ella" userId="992bbaf2-811d-42cb-a4d6-e7fc45e325e8" providerId="ADAL" clId="{2D5A83BD-47C3-4B50-BCA6-CA180166876F}" dt="2025-05-30T10:41:07.524" v="0" actId="790"/>
          <ac:spMkLst>
            <pc:docMk/>
            <pc:sldMk cId="2672206510" sldId="1207"/>
            <ac:spMk id="10" creationId="{148DDD5C-83EC-D25F-B7C6-C1FBB7379D80}"/>
          </ac:spMkLst>
        </pc:spChg>
        <pc:spChg chg="mod">
          <ac:chgData name="Feist, Ella" userId="992bbaf2-811d-42cb-a4d6-e7fc45e325e8" providerId="ADAL" clId="{2D5A83BD-47C3-4B50-BCA6-CA180166876F}" dt="2025-05-30T10:41:07.524" v="0" actId="790"/>
          <ac:spMkLst>
            <pc:docMk/>
            <pc:sldMk cId="2672206510" sldId="1207"/>
            <ac:spMk id="11" creationId="{506D6320-61F4-B068-DB0E-2E25FA82CCDC}"/>
          </ac:spMkLst>
        </pc:spChg>
        <pc:spChg chg="mod">
          <ac:chgData name="Feist, Ella" userId="992bbaf2-811d-42cb-a4d6-e7fc45e325e8" providerId="ADAL" clId="{2D5A83BD-47C3-4B50-BCA6-CA180166876F}" dt="2025-05-30T10:41:07.524" v="0" actId="790"/>
          <ac:spMkLst>
            <pc:docMk/>
            <pc:sldMk cId="2672206510" sldId="1207"/>
            <ac:spMk id="18" creationId="{63723107-1E74-74C9-DCE3-496511125C2D}"/>
          </ac:spMkLst>
        </pc:spChg>
        <pc:spChg chg="mod">
          <ac:chgData name="Feist, Ella" userId="992bbaf2-811d-42cb-a4d6-e7fc45e325e8" providerId="ADAL" clId="{2D5A83BD-47C3-4B50-BCA6-CA180166876F}" dt="2025-05-30T10:41:07.524" v="0" actId="790"/>
          <ac:spMkLst>
            <pc:docMk/>
            <pc:sldMk cId="2672206510" sldId="1207"/>
            <ac:spMk id="21" creationId="{F6F06987-FDD0-DCA6-DB7E-80D578098183}"/>
          </ac:spMkLst>
        </pc:spChg>
        <pc:spChg chg="mod">
          <ac:chgData name="Feist, Ella" userId="992bbaf2-811d-42cb-a4d6-e7fc45e325e8" providerId="ADAL" clId="{2D5A83BD-47C3-4B50-BCA6-CA180166876F}" dt="2025-05-30T10:41:07.524" v="0" actId="790"/>
          <ac:spMkLst>
            <pc:docMk/>
            <pc:sldMk cId="2672206510" sldId="1207"/>
            <ac:spMk id="22" creationId="{168B0456-2CEB-8968-9018-C9B42C2D10D5}"/>
          </ac:spMkLst>
        </pc:spChg>
        <pc:spChg chg="mod">
          <ac:chgData name="Feist, Ella" userId="992bbaf2-811d-42cb-a4d6-e7fc45e325e8" providerId="ADAL" clId="{2D5A83BD-47C3-4B50-BCA6-CA180166876F}" dt="2025-05-30T10:41:07.524" v="0" actId="790"/>
          <ac:spMkLst>
            <pc:docMk/>
            <pc:sldMk cId="2672206510" sldId="1207"/>
            <ac:spMk id="24" creationId="{3D501FBB-C2EF-E331-44FA-757DF6511689}"/>
          </ac:spMkLst>
        </pc:spChg>
        <pc:spChg chg="mod">
          <ac:chgData name="Feist, Ella" userId="992bbaf2-811d-42cb-a4d6-e7fc45e325e8" providerId="ADAL" clId="{2D5A83BD-47C3-4B50-BCA6-CA180166876F}" dt="2025-05-30T10:41:07.524" v="0" actId="790"/>
          <ac:spMkLst>
            <pc:docMk/>
            <pc:sldMk cId="2672206510" sldId="1207"/>
            <ac:spMk id="25" creationId="{5207698D-754E-6535-8390-0EF13817CDB0}"/>
          </ac:spMkLst>
        </pc:spChg>
      </pc:sldChg>
      <pc:sldChg chg="modSp mod">
        <pc:chgData name="Feist, Ella" userId="992bbaf2-811d-42cb-a4d6-e7fc45e325e8" providerId="ADAL" clId="{2D5A83BD-47C3-4B50-BCA6-CA180166876F}" dt="2025-05-30T10:41:07.524" v="0" actId="790"/>
        <pc:sldMkLst>
          <pc:docMk/>
          <pc:sldMk cId="1929171615" sldId="1208"/>
        </pc:sldMkLst>
        <pc:spChg chg="mod">
          <ac:chgData name="Feist, Ella" userId="992bbaf2-811d-42cb-a4d6-e7fc45e325e8" providerId="ADAL" clId="{2D5A83BD-47C3-4B50-BCA6-CA180166876F}" dt="2025-05-30T10:41:07.524" v="0" actId="790"/>
          <ac:spMkLst>
            <pc:docMk/>
            <pc:sldMk cId="1929171615" sldId="1208"/>
            <ac:spMk id="2" creationId="{A9A6FF77-D641-4417-92E7-11CC6238BF20}"/>
          </ac:spMkLst>
        </pc:spChg>
        <pc:spChg chg="mod">
          <ac:chgData name="Feist, Ella" userId="992bbaf2-811d-42cb-a4d6-e7fc45e325e8" providerId="ADAL" clId="{2D5A83BD-47C3-4B50-BCA6-CA180166876F}" dt="2025-05-30T10:41:07.524" v="0" actId="790"/>
          <ac:spMkLst>
            <pc:docMk/>
            <pc:sldMk cId="1929171615" sldId="1208"/>
            <ac:spMk id="3" creationId="{CB673546-9207-1FA4-01EB-EC02FFF9F945}"/>
          </ac:spMkLst>
        </pc:spChg>
        <pc:spChg chg="mod">
          <ac:chgData name="Feist, Ella" userId="992bbaf2-811d-42cb-a4d6-e7fc45e325e8" providerId="ADAL" clId="{2D5A83BD-47C3-4B50-BCA6-CA180166876F}" dt="2025-05-30T10:41:07.524" v="0" actId="790"/>
          <ac:spMkLst>
            <pc:docMk/>
            <pc:sldMk cId="1929171615" sldId="1208"/>
            <ac:spMk id="5" creationId="{91A8ED3D-B755-43C9-BCB1-DCF495C0C9DB}"/>
          </ac:spMkLst>
        </pc:spChg>
        <pc:spChg chg="mod">
          <ac:chgData name="Feist, Ella" userId="992bbaf2-811d-42cb-a4d6-e7fc45e325e8" providerId="ADAL" clId="{2D5A83BD-47C3-4B50-BCA6-CA180166876F}" dt="2025-05-30T10:41:07.524" v="0" actId="790"/>
          <ac:spMkLst>
            <pc:docMk/>
            <pc:sldMk cId="1929171615" sldId="1208"/>
            <ac:spMk id="7" creationId="{8BA5390B-A3BE-C400-94D2-4FB28D749D12}"/>
          </ac:spMkLst>
        </pc:spChg>
        <pc:graphicFrameChg chg="modGraphic">
          <ac:chgData name="Feist, Ella" userId="992bbaf2-811d-42cb-a4d6-e7fc45e325e8" providerId="ADAL" clId="{2D5A83BD-47C3-4B50-BCA6-CA180166876F}" dt="2025-05-30T10:41:07.524" v="0" actId="790"/>
          <ac:graphicFrameMkLst>
            <pc:docMk/>
            <pc:sldMk cId="1929171615" sldId="1208"/>
            <ac:graphicFrameMk id="6" creationId="{D9FD56F7-67FD-8F5E-501F-99D7498BF13F}"/>
          </ac:graphicFrameMkLst>
        </pc:graphicFrameChg>
      </pc:sldChg>
      <pc:sldChg chg="modSp mod modNotes">
        <pc:chgData name="Feist, Ella" userId="992bbaf2-811d-42cb-a4d6-e7fc45e325e8" providerId="ADAL" clId="{2D5A83BD-47C3-4B50-BCA6-CA180166876F}" dt="2025-05-30T10:42:24.619" v="16" actId="20577"/>
        <pc:sldMkLst>
          <pc:docMk/>
          <pc:sldMk cId="2814956492" sldId="1209"/>
        </pc:sldMkLst>
        <pc:spChg chg="mod">
          <ac:chgData name="Feist, Ella" userId="992bbaf2-811d-42cb-a4d6-e7fc45e325e8" providerId="ADAL" clId="{2D5A83BD-47C3-4B50-BCA6-CA180166876F}" dt="2025-05-30T10:41:07.524" v="0" actId="790"/>
          <ac:spMkLst>
            <pc:docMk/>
            <pc:sldMk cId="2814956492" sldId="1209"/>
            <ac:spMk id="2" creationId="{A9A6FF77-D641-4417-92E7-11CC6238BF20}"/>
          </ac:spMkLst>
        </pc:spChg>
        <pc:spChg chg="mod">
          <ac:chgData name="Feist, Ella" userId="992bbaf2-811d-42cb-a4d6-e7fc45e325e8" providerId="ADAL" clId="{2D5A83BD-47C3-4B50-BCA6-CA180166876F}" dt="2025-05-30T10:41:07.524" v="0" actId="790"/>
          <ac:spMkLst>
            <pc:docMk/>
            <pc:sldMk cId="2814956492" sldId="1209"/>
            <ac:spMk id="3" creationId="{20F50889-D135-FF2E-B358-E4DE1A1F95FD}"/>
          </ac:spMkLst>
        </pc:spChg>
        <pc:spChg chg="mod">
          <ac:chgData name="Feist, Ella" userId="992bbaf2-811d-42cb-a4d6-e7fc45e325e8" providerId="ADAL" clId="{2D5A83BD-47C3-4B50-BCA6-CA180166876F}" dt="2025-05-30T10:41:07.524" v="0" actId="790"/>
          <ac:spMkLst>
            <pc:docMk/>
            <pc:sldMk cId="2814956492" sldId="1209"/>
            <ac:spMk id="7" creationId="{90B15789-B3B6-4872-2742-AB23AAFDA6E2}"/>
          </ac:spMkLst>
        </pc:spChg>
        <pc:graphicFrameChg chg="modGraphic">
          <ac:chgData name="Feist, Ella" userId="992bbaf2-811d-42cb-a4d6-e7fc45e325e8" providerId="ADAL" clId="{2D5A83BD-47C3-4B50-BCA6-CA180166876F}" dt="2025-05-30T10:41:07.524" v="0" actId="790"/>
          <ac:graphicFrameMkLst>
            <pc:docMk/>
            <pc:sldMk cId="2814956492" sldId="1209"/>
            <ac:graphicFrameMk id="6" creationId="{3107BC7A-57D4-7490-19C5-8EFD5CFDC589}"/>
          </ac:graphicFrameMkLst>
        </pc:graphicFrameChg>
      </pc:sldChg>
      <pc:sldChg chg="modSp mod modNotes">
        <pc:chgData name="Feist, Ella" userId="992bbaf2-811d-42cb-a4d6-e7fc45e325e8" providerId="ADAL" clId="{2D5A83BD-47C3-4B50-BCA6-CA180166876F}" dt="2025-05-30T10:42:58.935" v="28" actId="313"/>
        <pc:sldMkLst>
          <pc:docMk/>
          <pc:sldMk cId="922571186" sldId="1210"/>
        </pc:sldMkLst>
        <pc:spChg chg="mod">
          <ac:chgData name="Feist, Ella" userId="992bbaf2-811d-42cb-a4d6-e7fc45e325e8" providerId="ADAL" clId="{2D5A83BD-47C3-4B50-BCA6-CA180166876F}" dt="2025-05-30T10:41:07.524" v="0" actId="790"/>
          <ac:spMkLst>
            <pc:docMk/>
            <pc:sldMk cId="922571186" sldId="1210"/>
            <ac:spMk id="2" creationId="{A9A6FF77-D641-4417-92E7-11CC6238BF20}"/>
          </ac:spMkLst>
        </pc:spChg>
        <pc:spChg chg="mod">
          <ac:chgData name="Feist, Ella" userId="992bbaf2-811d-42cb-a4d6-e7fc45e325e8" providerId="ADAL" clId="{2D5A83BD-47C3-4B50-BCA6-CA180166876F}" dt="2025-05-30T10:41:07.524" v="0" actId="790"/>
          <ac:spMkLst>
            <pc:docMk/>
            <pc:sldMk cId="922571186" sldId="1210"/>
            <ac:spMk id="3" creationId="{4D9C2E53-780C-AE6B-CAB7-7153E4290A61}"/>
          </ac:spMkLst>
        </pc:spChg>
        <pc:spChg chg="mod">
          <ac:chgData name="Feist, Ella" userId="992bbaf2-811d-42cb-a4d6-e7fc45e325e8" providerId="ADAL" clId="{2D5A83BD-47C3-4B50-BCA6-CA180166876F}" dt="2025-05-30T10:41:07.524" v="0" actId="790"/>
          <ac:spMkLst>
            <pc:docMk/>
            <pc:sldMk cId="922571186" sldId="1210"/>
            <ac:spMk id="5" creationId="{91A8ED3D-B755-43C9-BCB1-DCF495C0C9DB}"/>
          </ac:spMkLst>
        </pc:spChg>
        <pc:spChg chg="mod">
          <ac:chgData name="Feist, Ella" userId="992bbaf2-811d-42cb-a4d6-e7fc45e325e8" providerId="ADAL" clId="{2D5A83BD-47C3-4B50-BCA6-CA180166876F}" dt="2025-05-30T10:41:07.524" v="0" actId="790"/>
          <ac:spMkLst>
            <pc:docMk/>
            <pc:sldMk cId="922571186" sldId="1210"/>
            <ac:spMk id="8" creationId="{6CBFE599-CDFE-6D25-589E-89505F6A3047}"/>
          </ac:spMkLst>
        </pc:spChg>
        <pc:graphicFrameChg chg="modGraphic">
          <ac:chgData name="Feist, Ella" userId="992bbaf2-811d-42cb-a4d6-e7fc45e325e8" providerId="ADAL" clId="{2D5A83BD-47C3-4B50-BCA6-CA180166876F}" dt="2025-05-30T10:41:07.524" v="0" actId="790"/>
          <ac:graphicFrameMkLst>
            <pc:docMk/>
            <pc:sldMk cId="922571186" sldId="1210"/>
            <ac:graphicFrameMk id="6" creationId="{F2277554-031C-CB3B-F0D4-F09BF6EF1683}"/>
          </ac:graphicFrameMkLst>
        </pc:graphicFrameChg>
      </pc:sldChg>
      <pc:sldChg chg="modSp mod">
        <pc:chgData name="Feist, Ella" userId="992bbaf2-811d-42cb-a4d6-e7fc45e325e8" providerId="ADAL" clId="{2D5A83BD-47C3-4B50-BCA6-CA180166876F}" dt="2025-05-30T10:41:07.524" v="0" actId="790"/>
        <pc:sldMkLst>
          <pc:docMk/>
          <pc:sldMk cId="1040356553" sldId="1211"/>
        </pc:sldMkLst>
        <pc:spChg chg="mod">
          <ac:chgData name="Feist, Ella" userId="992bbaf2-811d-42cb-a4d6-e7fc45e325e8" providerId="ADAL" clId="{2D5A83BD-47C3-4B50-BCA6-CA180166876F}" dt="2025-05-30T10:41:07.524" v="0" actId="790"/>
          <ac:spMkLst>
            <pc:docMk/>
            <pc:sldMk cId="1040356553" sldId="1211"/>
            <ac:spMk id="2" creationId="{9B216265-20B3-4E21-0750-856C400FF8AC}"/>
          </ac:spMkLst>
        </pc:spChg>
        <pc:spChg chg="mod">
          <ac:chgData name="Feist, Ella" userId="992bbaf2-811d-42cb-a4d6-e7fc45e325e8" providerId="ADAL" clId="{2D5A83BD-47C3-4B50-BCA6-CA180166876F}" dt="2025-05-30T10:41:07.524" v="0" actId="790"/>
          <ac:spMkLst>
            <pc:docMk/>
            <pc:sldMk cId="1040356553" sldId="1211"/>
            <ac:spMk id="4" creationId="{43B05374-7670-6D2B-B872-94DC3BBB9B90}"/>
          </ac:spMkLst>
        </pc:spChg>
        <pc:spChg chg="mod">
          <ac:chgData name="Feist, Ella" userId="992bbaf2-811d-42cb-a4d6-e7fc45e325e8" providerId="ADAL" clId="{2D5A83BD-47C3-4B50-BCA6-CA180166876F}" dt="2025-05-30T10:41:07.524" v="0" actId="790"/>
          <ac:spMkLst>
            <pc:docMk/>
            <pc:sldMk cId="1040356553" sldId="1211"/>
            <ac:spMk id="7" creationId="{6CBFE599-CDFE-6D25-589E-89505F6A3047}"/>
          </ac:spMkLst>
        </pc:spChg>
        <pc:spChg chg="mod">
          <ac:chgData name="Feist, Ella" userId="992bbaf2-811d-42cb-a4d6-e7fc45e325e8" providerId="ADAL" clId="{2D5A83BD-47C3-4B50-BCA6-CA180166876F}" dt="2025-05-30T10:41:07.524" v="0" actId="790"/>
          <ac:spMkLst>
            <pc:docMk/>
            <pc:sldMk cId="1040356553" sldId="1211"/>
            <ac:spMk id="8" creationId="{C8946749-ED42-7D8E-19A1-39388A3549C5}"/>
          </ac:spMkLst>
        </pc:spChg>
        <pc:graphicFrameChg chg="modGraphic">
          <ac:chgData name="Feist, Ella" userId="992bbaf2-811d-42cb-a4d6-e7fc45e325e8" providerId="ADAL" clId="{2D5A83BD-47C3-4B50-BCA6-CA180166876F}" dt="2025-05-30T10:41:07.524" v="0" actId="790"/>
          <ac:graphicFrameMkLst>
            <pc:docMk/>
            <pc:sldMk cId="1040356553" sldId="1211"/>
            <ac:graphicFrameMk id="10" creationId="{CECD7FBD-60F3-5E28-8B98-6ECA11601874}"/>
          </ac:graphicFrameMkLst>
        </pc:graphicFrameChg>
        <pc:graphicFrameChg chg="modGraphic">
          <ac:chgData name="Feist, Ella" userId="992bbaf2-811d-42cb-a4d6-e7fc45e325e8" providerId="ADAL" clId="{2D5A83BD-47C3-4B50-BCA6-CA180166876F}" dt="2025-05-30T10:41:07.524" v="0" actId="790"/>
          <ac:graphicFrameMkLst>
            <pc:docMk/>
            <pc:sldMk cId="1040356553" sldId="1211"/>
            <ac:graphicFrameMk id="11" creationId="{1AA23AA9-B31B-97E2-9AC9-F8F5D65296CA}"/>
          </ac:graphicFrameMkLst>
        </pc:graphicFrameChg>
      </pc:sldChg>
      <pc:sldChg chg="modSp mod">
        <pc:chgData name="Feist, Ella" userId="992bbaf2-811d-42cb-a4d6-e7fc45e325e8" providerId="ADAL" clId="{2D5A83BD-47C3-4B50-BCA6-CA180166876F}" dt="2025-05-30T10:41:07.524" v="0" actId="790"/>
        <pc:sldMkLst>
          <pc:docMk/>
          <pc:sldMk cId="1630271437" sldId="1212"/>
        </pc:sldMkLst>
        <pc:spChg chg="mod">
          <ac:chgData name="Feist, Ella" userId="992bbaf2-811d-42cb-a4d6-e7fc45e325e8" providerId="ADAL" clId="{2D5A83BD-47C3-4B50-BCA6-CA180166876F}" dt="2025-05-30T10:41:07.524" v="0" actId="790"/>
          <ac:spMkLst>
            <pc:docMk/>
            <pc:sldMk cId="1630271437" sldId="1212"/>
            <ac:spMk id="2" creationId="{A9A6FF77-D641-4417-92E7-11CC6238BF20}"/>
          </ac:spMkLst>
        </pc:spChg>
        <pc:spChg chg="mod">
          <ac:chgData name="Feist, Ella" userId="992bbaf2-811d-42cb-a4d6-e7fc45e325e8" providerId="ADAL" clId="{2D5A83BD-47C3-4B50-BCA6-CA180166876F}" dt="2025-05-30T10:41:07.524" v="0" actId="790"/>
          <ac:spMkLst>
            <pc:docMk/>
            <pc:sldMk cId="1630271437" sldId="1212"/>
            <ac:spMk id="5" creationId="{91A8ED3D-B755-43C9-BCB1-DCF495C0C9DB}"/>
          </ac:spMkLst>
        </pc:spChg>
        <pc:spChg chg="mod">
          <ac:chgData name="Feist, Ella" userId="992bbaf2-811d-42cb-a4d6-e7fc45e325e8" providerId="ADAL" clId="{2D5A83BD-47C3-4B50-BCA6-CA180166876F}" dt="2025-05-30T10:41:07.524" v="0" actId="790"/>
          <ac:spMkLst>
            <pc:docMk/>
            <pc:sldMk cId="1630271437" sldId="1212"/>
            <ac:spMk id="7" creationId="{E38C5A1E-436F-BBC7-904D-52E2C3BB5A04}"/>
          </ac:spMkLst>
        </pc:spChg>
        <pc:spChg chg="mod">
          <ac:chgData name="Feist, Ella" userId="992bbaf2-811d-42cb-a4d6-e7fc45e325e8" providerId="ADAL" clId="{2D5A83BD-47C3-4B50-BCA6-CA180166876F}" dt="2025-05-30T10:41:07.524" v="0" actId="790"/>
          <ac:spMkLst>
            <pc:docMk/>
            <pc:sldMk cId="1630271437" sldId="1212"/>
            <ac:spMk id="8" creationId="{A999269D-05A7-71AF-3A2F-8A68ABCC6436}"/>
          </ac:spMkLst>
        </pc:spChg>
        <pc:graphicFrameChg chg="modGraphic">
          <ac:chgData name="Feist, Ella" userId="992bbaf2-811d-42cb-a4d6-e7fc45e325e8" providerId="ADAL" clId="{2D5A83BD-47C3-4B50-BCA6-CA180166876F}" dt="2025-05-30T10:41:07.524" v="0" actId="790"/>
          <ac:graphicFrameMkLst>
            <pc:docMk/>
            <pc:sldMk cId="1630271437" sldId="1212"/>
            <ac:graphicFrameMk id="9" creationId="{D523AF26-692F-6C83-5080-3F6F325BA31C}"/>
          </ac:graphicFrameMkLst>
        </pc:graphicFrameChg>
      </pc:sldChg>
      <pc:sldChg chg="modSp mod">
        <pc:chgData name="Feist, Ella" userId="992bbaf2-811d-42cb-a4d6-e7fc45e325e8" providerId="ADAL" clId="{2D5A83BD-47C3-4B50-BCA6-CA180166876F}" dt="2025-05-30T10:41:07.524" v="0" actId="790"/>
        <pc:sldMkLst>
          <pc:docMk/>
          <pc:sldMk cId="3195739920" sldId="1213"/>
        </pc:sldMkLst>
        <pc:spChg chg="mod">
          <ac:chgData name="Feist, Ella" userId="992bbaf2-811d-42cb-a4d6-e7fc45e325e8" providerId="ADAL" clId="{2D5A83BD-47C3-4B50-BCA6-CA180166876F}" dt="2025-05-30T10:41:07.524" v="0" actId="790"/>
          <ac:spMkLst>
            <pc:docMk/>
            <pc:sldMk cId="3195739920" sldId="1213"/>
            <ac:spMk id="2" creationId="{A9A6FF77-D641-4417-92E7-11CC6238BF20}"/>
          </ac:spMkLst>
        </pc:spChg>
        <pc:spChg chg="mod">
          <ac:chgData name="Feist, Ella" userId="992bbaf2-811d-42cb-a4d6-e7fc45e325e8" providerId="ADAL" clId="{2D5A83BD-47C3-4B50-BCA6-CA180166876F}" dt="2025-05-30T10:41:07.524" v="0" actId="790"/>
          <ac:spMkLst>
            <pc:docMk/>
            <pc:sldMk cId="3195739920" sldId="1213"/>
            <ac:spMk id="5" creationId="{91A8ED3D-B755-43C9-BCB1-DCF495C0C9DB}"/>
          </ac:spMkLst>
        </pc:spChg>
        <pc:spChg chg="mod">
          <ac:chgData name="Feist, Ella" userId="992bbaf2-811d-42cb-a4d6-e7fc45e325e8" providerId="ADAL" clId="{2D5A83BD-47C3-4B50-BCA6-CA180166876F}" dt="2025-05-30T10:41:07.524" v="0" actId="790"/>
          <ac:spMkLst>
            <pc:docMk/>
            <pc:sldMk cId="3195739920" sldId="1213"/>
            <ac:spMk id="7" creationId="{3BE45891-6F2B-2544-B66C-B9A2F9777D47}"/>
          </ac:spMkLst>
        </pc:spChg>
        <pc:spChg chg="mod">
          <ac:chgData name="Feist, Ella" userId="992bbaf2-811d-42cb-a4d6-e7fc45e325e8" providerId="ADAL" clId="{2D5A83BD-47C3-4B50-BCA6-CA180166876F}" dt="2025-05-30T10:41:07.524" v="0" actId="790"/>
          <ac:spMkLst>
            <pc:docMk/>
            <pc:sldMk cId="3195739920" sldId="1213"/>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3195739920" sldId="1213"/>
            <ac:graphicFrameMk id="9" creationId="{CE628013-0F2C-81D6-AED6-22DDDEF34774}"/>
          </ac:graphicFrameMkLst>
        </pc:graphicFrameChg>
      </pc:sldChg>
      <pc:sldChg chg="modSp mod">
        <pc:chgData name="Feist, Ella" userId="992bbaf2-811d-42cb-a4d6-e7fc45e325e8" providerId="ADAL" clId="{2D5A83BD-47C3-4B50-BCA6-CA180166876F}" dt="2025-05-30T10:41:07.524" v="0" actId="790"/>
        <pc:sldMkLst>
          <pc:docMk/>
          <pc:sldMk cId="754147341" sldId="1214"/>
        </pc:sldMkLst>
        <pc:spChg chg="mod">
          <ac:chgData name="Feist, Ella" userId="992bbaf2-811d-42cb-a4d6-e7fc45e325e8" providerId="ADAL" clId="{2D5A83BD-47C3-4B50-BCA6-CA180166876F}" dt="2025-05-30T10:41:07.524" v="0" actId="790"/>
          <ac:spMkLst>
            <pc:docMk/>
            <pc:sldMk cId="754147341" sldId="1214"/>
            <ac:spMk id="2" creationId="{9B216265-20B3-4E21-0750-856C400FF8AC}"/>
          </ac:spMkLst>
        </pc:spChg>
        <pc:spChg chg="mod">
          <ac:chgData name="Feist, Ella" userId="992bbaf2-811d-42cb-a4d6-e7fc45e325e8" providerId="ADAL" clId="{2D5A83BD-47C3-4B50-BCA6-CA180166876F}" dt="2025-05-30T10:41:07.524" v="0" actId="790"/>
          <ac:spMkLst>
            <pc:docMk/>
            <pc:sldMk cId="754147341" sldId="1214"/>
            <ac:spMk id="4" creationId="{43B05374-7670-6D2B-B872-94DC3BBB9B90}"/>
          </ac:spMkLst>
        </pc:spChg>
        <pc:spChg chg="mod">
          <ac:chgData name="Feist, Ella" userId="992bbaf2-811d-42cb-a4d6-e7fc45e325e8" providerId="ADAL" clId="{2D5A83BD-47C3-4B50-BCA6-CA180166876F}" dt="2025-05-30T10:41:07.524" v="0" actId="790"/>
          <ac:spMkLst>
            <pc:docMk/>
            <pc:sldMk cId="754147341" sldId="1214"/>
            <ac:spMk id="6" creationId="{13F2D3CF-8D52-B0EC-35E6-0D88A0778F22}"/>
          </ac:spMkLst>
        </pc:spChg>
        <pc:spChg chg="mod">
          <ac:chgData name="Feist, Ella" userId="992bbaf2-811d-42cb-a4d6-e7fc45e325e8" providerId="ADAL" clId="{2D5A83BD-47C3-4B50-BCA6-CA180166876F}" dt="2025-05-30T10:41:07.524" v="0" actId="790"/>
          <ac:spMkLst>
            <pc:docMk/>
            <pc:sldMk cId="754147341" sldId="1214"/>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754147341" sldId="1214"/>
            <ac:graphicFrameMk id="10" creationId="{10FC5154-8DFF-D8F1-318A-28F1AC21342C}"/>
          </ac:graphicFrameMkLst>
        </pc:graphicFrameChg>
      </pc:sldChg>
      <pc:sldChg chg="modSp mod">
        <pc:chgData name="Feist, Ella" userId="992bbaf2-811d-42cb-a4d6-e7fc45e325e8" providerId="ADAL" clId="{2D5A83BD-47C3-4B50-BCA6-CA180166876F}" dt="2025-05-30T10:41:07.524" v="0" actId="790"/>
        <pc:sldMkLst>
          <pc:docMk/>
          <pc:sldMk cId="1130952940" sldId="1215"/>
        </pc:sldMkLst>
        <pc:spChg chg="mod">
          <ac:chgData name="Feist, Ella" userId="992bbaf2-811d-42cb-a4d6-e7fc45e325e8" providerId="ADAL" clId="{2D5A83BD-47C3-4B50-BCA6-CA180166876F}" dt="2025-05-30T10:41:07.524" v="0" actId="790"/>
          <ac:spMkLst>
            <pc:docMk/>
            <pc:sldMk cId="1130952940" sldId="1215"/>
            <ac:spMk id="2" creationId="{9B216265-20B3-4E21-0750-856C400FF8AC}"/>
          </ac:spMkLst>
        </pc:spChg>
        <pc:spChg chg="mod">
          <ac:chgData name="Feist, Ella" userId="992bbaf2-811d-42cb-a4d6-e7fc45e325e8" providerId="ADAL" clId="{2D5A83BD-47C3-4B50-BCA6-CA180166876F}" dt="2025-05-30T10:41:07.524" v="0" actId="790"/>
          <ac:spMkLst>
            <pc:docMk/>
            <pc:sldMk cId="1130952940" sldId="1215"/>
            <ac:spMk id="4" creationId="{43B05374-7670-6D2B-B872-94DC3BBB9B90}"/>
          </ac:spMkLst>
        </pc:spChg>
        <pc:spChg chg="mod">
          <ac:chgData name="Feist, Ella" userId="992bbaf2-811d-42cb-a4d6-e7fc45e325e8" providerId="ADAL" clId="{2D5A83BD-47C3-4B50-BCA6-CA180166876F}" dt="2025-05-30T10:41:07.524" v="0" actId="790"/>
          <ac:spMkLst>
            <pc:docMk/>
            <pc:sldMk cId="1130952940" sldId="1215"/>
            <ac:spMk id="7" creationId="{FF8AFF56-A5F4-685C-E640-CD802B16E658}"/>
          </ac:spMkLst>
        </pc:spChg>
        <pc:spChg chg="mod">
          <ac:chgData name="Feist, Ella" userId="992bbaf2-811d-42cb-a4d6-e7fc45e325e8" providerId="ADAL" clId="{2D5A83BD-47C3-4B50-BCA6-CA180166876F}" dt="2025-05-30T10:41:07.524" v="0" actId="790"/>
          <ac:spMkLst>
            <pc:docMk/>
            <pc:sldMk cId="1130952940" sldId="1215"/>
            <ac:spMk id="8" creationId="{BBC067E8-7395-1ABC-48BE-2D592F697B56}"/>
          </ac:spMkLst>
        </pc:spChg>
        <pc:graphicFrameChg chg="modGraphic">
          <ac:chgData name="Feist, Ella" userId="992bbaf2-811d-42cb-a4d6-e7fc45e325e8" providerId="ADAL" clId="{2D5A83BD-47C3-4B50-BCA6-CA180166876F}" dt="2025-05-30T10:41:07.524" v="0" actId="790"/>
          <ac:graphicFrameMkLst>
            <pc:docMk/>
            <pc:sldMk cId="1130952940" sldId="1215"/>
            <ac:graphicFrameMk id="9" creationId="{C40D9BE6-056A-352B-8ED4-071F676E8294}"/>
          </ac:graphicFrameMkLst>
        </pc:graphicFrameChg>
      </pc:sldChg>
      <pc:sldChg chg="modSp mod">
        <pc:chgData name="Feist, Ella" userId="992bbaf2-811d-42cb-a4d6-e7fc45e325e8" providerId="ADAL" clId="{2D5A83BD-47C3-4B50-BCA6-CA180166876F}" dt="2025-05-30T10:41:07.524" v="0" actId="790"/>
        <pc:sldMkLst>
          <pc:docMk/>
          <pc:sldMk cId="3744534961" sldId="1216"/>
        </pc:sldMkLst>
        <pc:spChg chg="mod">
          <ac:chgData name="Feist, Ella" userId="992bbaf2-811d-42cb-a4d6-e7fc45e325e8" providerId="ADAL" clId="{2D5A83BD-47C3-4B50-BCA6-CA180166876F}" dt="2025-05-30T10:41:07.524" v="0" actId="790"/>
          <ac:spMkLst>
            <pc:docMk/>
            <pc:sldMk cId="3744534961" sldId="1216"/>
            <ac:spMk id="3" creationId="{E4ED7A81-F2C1-BCB2-B498-70DEC0C9BD3C}"/>
          </ac:spMkLst>
        </pc:spChg>
        <pc:spChg chg="mod">
          <ac:chgData name="Feist, Ella" userId="992bbaf2-811d-42cb-a4d6-e7fc45e325e8" providerId="ADAL" clId="{2D5A83BD-47C3-4B50-BCA6-CA180166876F}" dt="2025-05-30T10:41:07.524" v="0" actId="790"/>
          <ac:spMkLst>
            <pc:docMk/>
            <pc:sldMk cId="3744534961" sldId="1216"/>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2978139095" sldId="1217"/>
        </pc:sldMkLst>
        <pc:spChg chg="mod">
          <ac:chgData name="Feist, Ella" userId="992bbaf2-811d-42cb-a4d6-e7fc45e325e8" providerId="ADAL" clId="{2D5A83BD-47C3-4B50-BCA6-CA180166876F}" dt="2025-05-30T10:41:07.524" v="0" actId="790"/>
          <ac:spMkLst>
            <pc:docMk/>
            <pc:sldMk cId="2978139095" sldId="1217"/>
            <ac:spMk id="2" creationId="{A9A6FF77-D641-4417-92E7-11CC6238BF20}"/>
          </ac:spMkLst>
        </pc:spChg>
        <pc:spChg chg="mod">
          <ac:chgData name="Feist, Ella" userId="992bbaf2-811d-42cb-a4d6-e7fc45e325e8" providerId="ADAL" clId="{2D5A83BD-47C3-4B50-BCA6-CA180166876F}" dt="2025-05-30T10:41:07.524" v="0" actId="790"/>
          <ac:spMkLst>
            <pc:docMk/>
            <pc:sldMk cId="2978139095" sldId="1217"/>
            <ac:spMk id="3" creationId="{B1F21741-3B1E-830D-B014-87575C111F44}"/>
          </ac:spMkLst>
        </pc:spChg>
        <pc:spChg chg="mod">
          <ac:chgData name="Feist, Ella" userId="992bbaf2-811d-42cb-a4d6-e7fc45e325e8" providerId="ADAL" clId="{2D5A83BD-47C3-4B50-BCA6-CA180166876F}" dt="2025-05-30T10:41:07.524" v="0" actId="790"/>
          <ac:spMkLst>
            <pc:docMk/>
            <pc:sldMk cId="2978139095" sldId="1217"/>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110274961" sldId="1218"/>
        </pc:sldMkLst>
        <pc:spChg chg="mod">
          <ac:chgData name="Feist, Ella" userId="992bbaf2-811d-42cb-a4d6-e7fc45e325e8" providerId="ADAL" clId="{2D5A83BD-47C3-4B50-BCA6-CA180166876F}" dt="2025-05-30T10:41:07.524" v="0" actId="790"/>
          <ac:spMkLst>
            <pc:docMk/>
            <pc:sldMk cId="110274961" sldId="1218"/>
            <ac:spMk id="2" creationId="{A9A6FF77-D641-4417-92E7-11CC6238BF20}"/>
          </ac:spMkLst>
        </pc:spChg>
        <pc:spChg chg="mod">
          <ac:chgData name="Feist, Ella" userId="992bbaf2-811d-42cb-a4d6-e7fc45e325e8" providerId="ADAL" clId="{2D5A83BD-47C3-4B50-BCA6-CA180166876F}" dt="2025-05-30T10:41:07.524" v="0" actId="790"/>
          <ac:spMkLst>
            <pc:docMk/>
            <pc:sldMk cId="110274961" sldId="1218"/>
            <ac:spMk id="3" creationId="{24ED94C1-F07E-F77B-1A86-E8B946397794}"/>
          </ac:spMkLst>
        </pc:spChg>
        <pc:spChg chg="mod">
          <ac:chgData name="Feist, Ella" userId="992bbaf2-811d-42cb-a4d6-e7fc45e325e8" providerId="ADAL" clId="{2D5A83BD-47C3-4B50-BCA6-CA180166876F}" dt="2025-05-30T10:41:07.524" v="0" actId="790"/>
          <ac:spMkLst>
            <pc:docMk/>
            <pc:sldMk cId="110274961" sldId="1218"/>
            <ac:spMk id="5" creationId="{91A8ED3D-B755-43C9-BCB1-DCF495C0C9DB}"/>
          </ac:spMkLst>
        </pc:spChg>
      </pc:sldChg>
      <pc:sldChg chg="modSp mod">
        <pc:chgData name="Feist, Ella" userId="992bbaf2-811d-42cb-a4d6-e7fc45e325e8" providerId="ADAL" clId="{2D5A83BD-47C3-4B50-BCA6-CA180166876F}" dt="2025-05-30T10:41:07.524" v="0" actId="790"/>
        <pc:sldMkLst>
          <pc:docMk/>
          <pc:sldMk cId="1923953560" sldId="1219"/>
        </pc:sldMkLst>
        <pc:spChg chg="mod">
          <ac:chgData name="Feist, Ella" userId="992bbaf2-811d-42cb-a4d6-e7fc45e325e8" providerId="ADAL" clId="{2D5A83BD-47C3-4B50-BCA6-CA180166876F}" dt="2025-05-30T10:41:07.524" v="0" actId="790"/>
          <ac:spMkLst>
            <pc:docMk/>
            <pc:sldMk cId="1923953560" sldId="1219"/>
            <ac:spMk id="2" creationId="{F111C5DB-635E-4576-A4C3-837B7E452E1E}"/>
          </ac:spMkLst>
        </pc:spChg>
        <pc:spChg chg="mod">
          <ac:chgData name="Feist, Ella" userId="992bbaf2-811d-42cb-a4d6-e7fc45e325e8" providerId="ADAL" clId="{2D5A83BD-47C3-4B50-BCA6-CA180166876F}" dt="2025-05-30T10:41:07.524" v="0" actId="790"/>
          <ac:spMkLst>
            <pc:docMk/>
            <pc:sldMk cId="1923953560" sldId="1219"/>
            <ac:spMk id="3" creationId="{AD283921-BB22-6F27-7737-CD4777886FF5}"/>
          </ac:spMkLst>
        </pc:spChg>
        <pc:spChg chg="mod">
          <ac:chgData name="Feist, Ella" userId="992bbaf2-811d-42cb-a4d6-e7fc45e325e8" providerId="ADAL" clId="{2D5A83BD-47C3-4B50-BCA6-CA180166876F}" dt="2025-05-30T10:41:07.524" v="0" actId="790"/>
          <ac:spMkLst>
            <pc:docMk/>
            <pc:sldMk cId="1923953560" sldId="1219"/>
            <ac:spMk id="6" creationId="{9ECDB192-E59C-C44D-B6D5-3E31ED8088B5}"/>
          </ac:spMkLst>
        </pc:spChg>
      </pc:sldChg>
      <pc:sldChg chg="modSp mod">
        <pc:chgData name="Feist, Ella" userId="992bbaf2-811d-42cb-a4d6-e7fc45e325e8" providerId="ADAL" clId="{2D5A83BD-47C3-4B50-BCA6-CA180166876F}" dt="2025-05-30T10:41:07.524" v="0" actId="790"/>
        <pc:sldMkLst>
          <pc:docMk/>
          <pc:sldMk cId="692221728" sldId="1220"/>
        </pc:sldMkLst>
        <pc:spChg chg="mod">
          <ac:chgData name="Feist, Ella" userId="992bbaf2-811d-42cb-a4d6-e7fc45e325e8" providerId="ADAL" clId="{2D5A83BD-47C3-4B50-BCA6-CA180166876F}" dt="2025-05-30T10:41:07.524" v="0" actId="790"/>
          <ac:spMkLst>
            <pc:docMk/>
            <pc:sldMk cId="692221728" sldId="1220"/>
            <ac:spMk id="5" creationId="{15ED18AA-8D86-223E-0882-D303EE43079E}"/>
          </ac:spMkLst>
        </pc:spChg>
        <pc:spChg chg="mod">
          <ac:chgData name="Feist, Ella" userId="992bbaf2-811d-42cb-a4d6-e7fc45e325e8" providerId="ADAL" clId="{2D5A83BD-47C3-4B50-BCA6-CA180166876F}" dt="2025-05-30T10:41:07.524" v="0" actId="790"/>
          <ac:spMkLst>
            <pc:docMk/>
            <pc:sldMk cId="692221728" sldId="1220"/>
            <ac:spMk id="6" creationId="{35E72B3C-E0F4-EFAE-3032-414C45C330AC}"/>
          </ac:spMkLst>
        </pc:spChg>
      </pc:sldChg>
      <pc:sldChg chg="modSp mod">
        <pc:chgData name="Feist, Ella" userId="992bbaf2-811d-42cb-a4d6-e7fc45e325e8" providerId="ADAL" clId="{2D5A83BD-47C3-4B50-BCA6-CA180166876F}" dt="2025-05-30T10:41:07.524" v="0" actId="790"/>
        <pc:sldMkLst>
          <pc:docMk/>
          <pc:sldMk cId="1858642930" sldId="1221"/>
        </pc:sldMkLst>
        <pc:spChg chg="mod">
          <ac:chgData name="Feist, Ella" userId="992bbaf2-811d-42cb-a4d6-e7fc45e325e8" providerId="ADAL" clId="{2D5A83BD-47C3-4B50-BCA6-CA180166876F}" dt="2025-05-30T10:41:07.524" v="0" actId="790"/>
          <ac:spMkLst>
            <pc:docMk/>
            <pc:sldMk cId="1858642930" sldId="1221"/>
            <ac:spMk id="5" creationId="{00A23DB1-5C95-A823-9D3E-161CE775B8F5}"/>
          </ac:spMkLst>
        </pc:spChg>
        <pc:spChg chg="mod">
          <ac:chgData name="Feist, Ella" userId="992bbaf2-811d-42cb-a4d6-e7fc45e325e8" providerId="ADAL" clId="{2D5A83BD-47C3-4B50-BCA6-CA180166876F}" dt="2025-05-30T10:41:07.524" v="0" actId="790"/>
          <ac:spMkLst>
            <pc:docMk/>
            <pc:sldMk cId="1858642930" sldId="1221"/>
            <ac:spMk id="6" creationId="{9E374D37-C774-EF7A-73B0-DA9E40CE63BD}"/>
          </ac:spMkLst>
        </pc:spChg>
      </pc:sldChg>
      <pc:sldChg chg="modSp mod">
        <pc:chgData name="Feist, Ella" userId="992bbaf2-811d-42cb-a4d6-e7fc45e325e8" providerId="ADAL" clId="{2D5A83BD-47C3-4B50-BCA6-CA180166876F}" dt="2025-05-30T10:41:07.524" v="0" actId="790"/>
        <pc:sldMkLst>
          <pc:docMk/>
          <pc:sldMk cId="203526778" sldId="1634"/>
        </pc:sldMkLst>
        <pc:spChg chg="mod">
          <ac:chgData name="Feist, Ella" userId="992bbaf2-811d-42cb-a4d6-e7fc45e325e8" providerId="ADAL" clId="{2D5A83BD-47C3-4B50-BCA6-CA180166876F}" dt="2025-05-30T10:41:07.524" v="0" actId="790"/>
          <ac:spMkLst>
            <pc:docMk/>
            <pc:sldMk cId="203526778" sldId="1634"/>
            <ac:spMk id="2" creationId="{D7EC235F-614F-714E-A97F-4FF50EFF14FD}"/>
          </ac:spMkLst>
        </pc:spChg>
        <pc:spChg chg="mod">
          <ac:chgData name="Feist, Ella" userId="992bbaf2-811d-42cb-a4d6-e7fc45e325e8" providerId="ADAL" clId="{2D5A83BD-47C3-4B50-BCA6-CA180166876F}" dt="2025-05-30T10:41:07.524" v="0" actId="790"/>
          <ac:spMkLst>
            <pc:docMk/>
            <pc:sldMk cId="203526778" sldId="1634"/>
            <ac:spMk id="4" creationId="{E9C5A723-C0B1-124B-8CB6-AA3105C9A4E6}"/>
          </ac:spMkLst>
        </pc:spChg>
        <pc:spChg chg="mod">
          <ac:chgData name="Feist, Ella" userId="992bbaf2-811d-42cb-a4d6-e7fc45e325e8" providerId="ADAL" clId="{2D5A83BD-47C3-4B50-BCA6-CA180166876F}" dt="2025-05-30T10:41:07.524" v="0" actId="790"/>
          <ac:spMkLst>
            <pc:docMk/>
            <pc:sldMk cId="203526778" sldId="1634"/>
            <ac:spMk id="5" creationId="{979A5E23-6065-D476-460C-1C46CF38262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4036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noProof="0" dirty="0">
                <a:latin typeface="+mn-lt"/>
              </a:rPr>
              <a:t>Editing text is an essential skill we will learn about vi and nano in this chapter.</a:t>
            </a:r>
          </a:p>
          <a:p>
            <a:endParaRPr lang="en-GB" noProof="0" dirty="0"/>
          </a:p>
        </p:txBody>
      </p:sp>
    </p:spTree>
    <p:extLst>
      <p:ext uri="{BB962C8B-B14F-4D97-AF65-F5344CB8AC3E}">
        <p14:creationId xmlns:p14="http://schemas.microsoft.com/office/powerpoint/2010/main" val="2299291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1446592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843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21845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78771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77919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5492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Tree>
    <p:extLst>
      <p:ext uri="{BB962C8B-B14F-4D97-AF65-F5344CB8AC3E}">
        <p14:creationId xmlns:p14="http://schemas.microsoft.com/office/powerpoint/2010/main" val="2451858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27213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Initially vi starts in command mode; in this mode the keys pressed do things rather than write text.</a:t>
            </a:r>
          </a:p>
          <a:p>
            <a:pPr algn="l"/>
            <a:endParaRPr lang="en-GB" dirty="0">
              <a:latin typeface="+mn-lt"/>
            </a:endParaRPr>
          </a:p>
          <a:p>
            <a:pPr algn="l"/>
            <a:r>
              <a:rPr lang="en-GB" dirty="0">
                <a:latin typeface="+mn-lt"/>
              </a:rPr>
              <a:t>Some of the keys (iIaAoOc) will cause the mode to change to insert; in this mode keys typed will produce text.</a:t>
            </a:r>
          </a:p>
          <a:p>
            <a:pPr algn="l"/>
            <a:r>
              <a:rPr lang="en-GB" dirty="0">
                <a:latin typeface="+mn-lt"/>
              </a:rPr>
              <a:t>Insert mode itself will push subsequent text out of the way as it inserts; to come out of Insert mode press the escape key.</a:t>
            </a:r>
          </a:p>
          <a:p>
            <a:pPr algn="l"/>
            <a:endParaRPr lang="en-GB" dirty="0">
              <a:latin typeface="+mn-lt"/>
            </a:endParaRPr>
          </a:p>
          <a:p>
            <a:pPr algn="l"/>
            <a:r>
              <a:rPr lang="en-GB" dirty="0">
                <a:latin typeface="+mn-lt"/>
              </a:rPr>
              <a:t>While in command mode, pressing will cause the cursor to move bottom left, entering ex mode.</a:t>
            </a:r>
          </a:p>
          <a:p>
            <a:pPr algn="l"/>
            <a:r>
              <a:rPr lang="en-GB" dirty="0">
                <a:latin typeface="+mn-lt"/>
              </a:rPr>
              <a:t>This mode allows the use of ex commands.</a:t>
            </a:r>
          </a:p>
          <a:p>
            <a:pPr algn="l"/>
            <a:endParaRPr lang="en-GB" dirty="0"/>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5837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noProof="0" dirty="0">
                <a:latin typeface="+mn-lt"/>
              </a:rPr>
              <a:t>Command mode is the mode on entry to vi.</a:t>
            </a:r>
          </a:p>
          <a:p>
            <a:pPr marL="12700">
              <a:lnSpc>
                <a:spcPct val="100000"/>
              </a:lnSpc>
              <a:spcBef>
                <a:spcPts val="105"/>
              </a:spcBef>
            </a:pPr>
            <a:endParaRPr lang="en-US" noProof="0" dirty="0">
              <a:latin typeface="+mn-lt"/>
            </a:endParaRPr>
          </a:p>
          <a:p>
            <a:pPr marL="12700">
              <a:lnSpc>
                <a:spcPct val="100000"/>
              </a:lnSpc>
              <a:spcBef>
                <a:spcPts val="105"/>
              </a:spcBef>
            </a:pPr>
            <a:r>
              <a:rPr lang="en-US" noProof="0" dirty="0">
                <a:latin typeface="+mn-lt"/>
              </a:rPr>
              <a:t>Commands are usually single letters, but prefixed counts can be used to repeat a count an arbitrary number of times.</a:t>
            </a:r>
          </a:p>
          <a:p>
            <a:pPr marL="12700">
              <a:lnSpc>
                <a:spcPct val="100000"/>
              </a:lnSpc>
              <a:spcBef>
                <a:spcPts val="105"/>
              </a:spcBef>
            </a:pPr>
            <a:endParaRPr lang="en-US" noProof="0" dirty="0">
              <a:latin typeface="+mn-lt"/>
            </a:endParaRPr>
          </a:p>
          <a:p>
            <a:pPr marL="12700">
              <a:lnSpc>
                <a:spcPct val="100000"/>
              </a:lnSpc>
              <a:spcBef>
                <a:spcPts val="105"/>
              </a:spcBef>
            </a:pPr>
            <a:r>
              <a:rPr lang="en-US" noProof="0" dirty="0">
                <a:latin typeface="+mn-lt"/>
              </a:rPr>
              <a:t>Some commands (such as colon to enter ex mode) expect an argument to be typed in, and are terminated with the enter key</a:t>
            </a:r>
            <a:r>
              <a:rPr lang="en-US" noProof="0" dirty="0"/>
              <a:t>.</a:t>
            </a: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88649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0" lvl="0" indent="0" algn="l" defTabSz="914377" rtl="0" eaLnBrk="1" fontAlgn="auto" latinLnBrk="0" hangingPunct="1">
              <a:lnSpc>
                <a:spcPct val="100000"/>
              </a:lnSpc>
              <a:spcBef>
                <a:spcPts val="105"/>
              </a:spcBef>
              <a:spcAft>
                <a:spcPts val="0"/>
              </a:spcAft>
              <a:buClrTx/>
              <a:buSzTx/>
              <a:buFontTx/>
              <a:buNone/>
              <a:tabLst/>
              <a:defRPr/>
            </a:pPr>
            <a:r>
              <a:rPr lang="en-GB" dirty="0">
                <a:latin typeface="+mn-lt"/>
              </a:rPr>
              <a:t>In VIM the cursor keys work (providing noncompatible is set), mostly negating the use of noncompatible, and l.</a:t>
            </a:r>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26920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0" lvl="0" indent="0" algn="l" defTabSz="914377" rtl="0" eaLnBrk="1" fontAlgn="auto" latinLnBrk="0" hangingPunct="1">
              <a:lnSpc>
                <a:spcPct val="100000"/>
              </a:lnSpc>
              <a:spcBef>
                <a:spcPts val="105"/>
              </a:spcBef>
              <a:spcAft>
                <a:spcPts val="0"/>
              </a:spcAft>
              <a:buClrTx/>
              <a:buSzTx/>
              <a:buFontTx/>
              <a:buNone/>
              <a:tabLst/>
              <a:defRPr/>
            </a:pPr>
            <a:r>
              <a:rPr lang="en-GB" dirty="0">
                <a:latin typeface="+mn-lt"/>
              </a:rPr>
              <a:t>In VIM the cursor keys work (providing noncompatible is set), mostly negating the use of noncompatible, and l.</a:t>
            </a:r>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46544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0" lvl="0" indent="0" algn="l" defTabSz="914377" rtl="0" eaLnBrk="1" fontAlgn="auto" latinLnBrk="0" hangingPunct="1">
              <a:lnSpc>
                <a:spcPct val="100000"/>
              </a:lnSpc>
              <a:spcBef>
                <a:spcPts val="105"/>
              </a:spcBef>
              <a:spcAft>
                <a:spcPts val="0"/>
              </a:spcAft>
              <a:buClrTx/>
              <a:buSzTx/>
              <a:buFontTx/>
              <a:buNone/>
              <a:tabLst/>
              <a:defRPr/>
            </a:pPr>
            <a:r>
              <a:rPr lang="en-GB" dirty="0">
                <a:latin typeface="+mn-lt"/>
              </a:rPr>
              <a:t>In VIM the cursor keys work (providing noncompatible is set), mostly negating the use of noncompatible, and l.</a:t>
            </a:r>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81745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40523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Before using vi it is definitely worth switching on showmode using the ex mode command</a:t>
            </a:r>
          </a:p>
          <a:p>
            <a:pPr algn="l"/>
            <a:r>
              <a:rPr lang="en-GB" dirty="0">
                <a:latin typeface="+mn-lt"/>
              </a:rPr>
              <a:t>	:set showmode</a:t>
            </a:r>
          </a:p>
          <a:p>
            <a:pPr algn="l"/>
            <a:endParaRPr lang="en-GB" dirty="0">
              <a:latin typeface="+mn-lt"/>
            </a:endParaRPr>
          </a:p>
          <a:p>
            <a:pPr algn="l"/>
            <a:r>
              <a:rPr lang="en-GB" dirty="0">
                <a:latin typeface="+mn-lt"/>
              </a:rPr>
              <a:t>This can be achieved in advance by either setting an (1) environment variable or (2) using an initialization file</a:t>
            </a:r>
          </a:p>
          <a:p>
            <a:pPr algn="l"/>
            <a:endParaRPr lang="en-GB" dirty="0">
              <a:latin typeface="+mn-lt"/>
            </a:endParaRPr>
          </a:p>
          <a:p>
            <a:pPr marL="228600" indent="-228600" algn="l">
              <a:buFont typeface="+mj-lt"/>
              <a:buAutoNum type="arabicPeriod"/>
            </a:pPr>
            <a:r>
              <a:rPr lang="en-GB" dirty="0">
                <a:latin typeface="+mn-lt"/>
              </a:rPr>
              <a:t>export EXINIT=‘set </a:t>
            </a:r>
            <a:r>
              <a:rPr lang="en-GB" dirty="0" err="1">
                <a:latin typeface="+mn-lt"/>
              </a:rPr>
              <a:t>showmode</a:t>
            </a:r>
            <a:r>
              <a:rPr lang="en-GB" dirty="0">
                <a:latin typeface="+mn-lt"/>
              </a:rPr>
              <a:t>’</a:t>
            </a:r>
          </a:p>
          <a:p>
            <a:pPr marL="228600" indent="-228600" algn="l">
              <a:buFont typeface="+mj-lt"/>
              <a:buAutoNum type="arabicPeriod"/>
            </a:pPr>
            <a:r>
              <a:rPr lang="en-GB" dirty="0">
                <a:latin typeface="+mn-lt"/>
              </a:rPr>
              <a:t>Create a file in your home directory called .vimrc (for vim) with the ex mode commands within it.</a:t>
            </a:r>
          </a:p>
          <a:p>
            <a:pPr marL="228600" indent="-228600" algn="l">
              <a:buAutoNum type="arabicParenR"/>
            </a:pPr>
            <a:endParaRPr lang="en-GB" dirty="0">
              <a:latin typeface="+mn-lt"/>
            </a:endParaRPr>
          </a:p>
          <a:p>
            <a:pPr marL="0" indent="0" algn="l">
              <a:buNone/>
            </a:pPr>
            <a:r>
              <a:rPr lang="en-GB" dirty="0">
                <a:latin typeface="+mn-lt"/>
              </a:rPr>
              <a:t>Also set noncompatible if you wish to use the cursor keys within insert mode.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08220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US" dirty="0">
                <a:latin typeface="+mn-lt"/>
              </a:rPr>
              <a:t>The change command also operates on a “scope”.</a:t>
            </a:r>
          </a:p>
          <a:p>
            <a:pPr algn="l"/>
            <a:r>
              <a:rPr lang="en-US" dirty="0">
                <a:latin typeface="+mn-lt"/>
              </a:rPr>
              <a:t>When doubled up, the c (change) command applies to whole lines.</a:t>
            </a:r>
          </a:p>
          <a:p>
            <a:pPr algn="l"/>
            <a:r>
              <a:rPr lang="en-US" dirty="0">
                <a:latin typeface="+mn-lt"/>
              </a:rPr>
              <a:t>Thus, cc will change one line and 10cc will change 10 lines.</a:t>
            </a:r>
          </a:p>
          <a:p>
            <a:pPr algn="l"/>
            <a:endParaRPr lang="en-US" dirty="0">
              <a:latin typeface="+mn-lt"/>
            </a:endParaRPr>
          </a:p>
          <a:p>
            <a:pPr algn="l"/>
            <a:r>
              <a:rPr lang="en-US" dirty="0">
                <a:latin typeface="+mn-lt"/>
              </a:rPr>
              <a:t>Change saves the changed lines in the paste buffer.</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192978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Deleting text does a cut (as in cut and paste) the selected characters.</a:t>
            </a:r>
          </a:p>
          <a:p>
            <a:pPr algn="l"/>
            <a:endParaRPr lang="en-GB" dirty="0">
              <a:latin typeface="+mn-lt"/>
            </a:endParaRPr>
          </a:p>
          <a:p>
            <a:pPr algn="l"/>
            <a:r>
              <a:rPr lang="en-US" dirty="0">
                <a:latin typeface="+mn-lt"/>
              </a:rPr>
              <a:t>The delete command operates on a so-called “scope”, which describes an object to be operated on.</a:t>
            </a:r>
          </a:p>
          <a:p>
            <a:pPr algn="l"/>
            <a:endParaRPr lang="en-US" dirty="0">
              <a:latin typeface="+mn-lt"/>
            </a:endParaRPr>
          </a:p>
          <a:p>
            <a:pPr algn="l"/>
            <a:r>
              <a:rPr lang="en-US" dirty="0">
                <a:latin typeface="+mn-lt"/>
              </a:rPr>
              <a:t>When doubled up, the d (delete) command applies to whole lines.</a:t>
            </a:r>
          </a:p>
          <a:p>
            <a:pPr algn="l"/>
            <a:r>
              <a:rPr lang="en-US" dirty="0">
                <a:latin typeface="+mn-lt"/>
              </a:rPr>
              <a:t>Thus, dd will delete one line and 10dd will delete 10 lines.</a:t>
            </a:r>
          </a:p>
          <a:p>
            <a:pPr algn="l"/>
            <a:endParaRPr lang="en-US" dirty="0">
              <a:latin typeface="+mn-lt"/>
            </a:endParaRPr>
          </a:p>
          <a:p>
            <a:pPr algn="l"/>
            <a:r>
              <a:rPr lang="en-US" dirty="0">
                <a:latin typeface="+mn-lt"/>
              </a:rPr>
              <a:t>delete saves the removed text in the paste buffer. It can be retrieved by using the p or P commands (providing no other text has been changed).</a:t>
            </a:r>
          </a:p>
          <a:p>
            <a:pPr algn="l"/>
            <a:endParaRPr lang="en-US" dirty="0">
              <a:latin typeface="+mn-lt"/>
            </a:endParaRPr>
          </a:p>
          <a:p>
            <a:pPr algn="l"/>
            <a:r>
              <a:rPr lang="en-US" dirty="0">
                <a:latin typeface="+mn-lt"/>
              </a:rPr>
              <a:t>vi remembers nine deletions, each of which can be brought back individually.</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00356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US" dirty="0">
                <a:latin typeface="+mn-lt"/>
              </a:rPr>
              <a:t>The change command also operates on a “scope”.</a:t>
            </a:r>
          </a:p>
          <a:p>
            <a:pPr algn="l"/>
            <a:r>
              <a:rPr lang="en-US" dirty="0">
                <a:latin typeface="+mn-lt"/>
              </a:rPr>
              <a:t>When doubled up, the c (change) command applies to whole lines.</a:t>
            </a:r>
          </a:p>
          <a:p>
            <a:pPr algn="l"/>
            <a:r>
              <a:rPr lang="en-US" dirty="0">
                <a:latin typeface="+mn-lt"/>
              </a:rPr>
              <a:t>Thus, cc will change one line and 10cc will change 10 lines.</a:t>
            </a:r>
          </a:p>
          <a:p>
            <a:pPr algn="l"/>
            <a:endParaRPr lang="en-US" dirty="0">
              <a:latin typeface="+mn-lt"/>
            </a:endParaRPr>
          </a:p>
          <a:p>
            <a:pPr algn="l"/>
            <a:r>
              <a:rPr lang="en-US" dirty="0">
                <a:latin typeface="+mn-lt"/>
              </a:rPr>
              <a:t>Change saves the changed lines in the paste buffer.</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28168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Deleting text does a cut (as in cut and paste) the selected characters.</a:t>
            </a:r>
          </a:p>
          <a:p>
            <a:pPr algn="l"/>
            <a:endParaRPr lang="en-GB" dirty="0">
              <a:latin typeface="+mn-lt"/>
            </a:endParaRPr>
          </a:p>
          <a:p>
            <a:pPr algn="l"/>
            <a:r>
              <a:rPr lang="en-US" dirty="0">
                <a:latin typeface="+mn-lt"/>
              </a:rPr>
              <a:t>The delete command operates on a so-called “scope”, which describes an object to be operated on.</a:t>
            </a:r>
          </a:p>
          <a:p>
            <a:pPr algn="l"/>
            <a:endParaRPr lang="en-US" dirty="0">
              <a:latin typeface="+mn-lt"/>
            </a:endParaRPr>
          </a:p>
          <a:p>
            <a:pPr algn="l"/>
            <a:r>
              <a:rPr lang="en-US" dirty="0">
                <a:latin typeface="+mn-lt"/>
              </a:rPr>
              <a:t>When doubled up, the d (delete) command applies to whole lines.</a:t>
            </a:r>
          </a:p>
          <a:p>
            <a:pPr algn="l"/>
            <a:r>
              <a:rPr lang="en-US" dirty="0">
                <a:latin typeface="+mn-lt"/>
              </a:rPr>
              <a:t>Thus, dd will delete one line and 10dd will delete 10 lines.</a:t>
            </a:r>
          </a:p>
          <a:p>
            <a:pPr algn="l"/>
            <a:endParaRPr lang="en-US" dirty="0">
              <a:latin typeface="+mn-lt"/>
            </a:endParaRPr>
          </a:p>
          <a:p>
            <a:pPr algn="l"/>
            <a:r>
              <a:rPr lang="en-US" dirty="0">
                <a:latin typeface="+mn-lt"/>
              </a:rPr>
              <a:t>delete saves the removed text in the paste buffer. It can be retrieved by using the p or P commands (providing no other text has been changed).</a:t>
            </a:r>
          </a:p>
          <a:p>
            <a:pPr algn="l"/>
            <a:endParaRPr lang="en-US" dirty="0">
              <a:latin typeface="+mn-lt"/>
            </a:endParaRPr>
          </a:p>
          <a:p>
            <a:pPr algn="l"/>
            <a:r>
              <a:rPr lang="en-US" dirty="0">
                <a:latin typeface="+mn-lt"/>
              </a:rPr>
              <a:t>vi remembers nine deletions, each of which can be brought back individually.</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85103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Because c is change, y (yank) is like delete in that it puts text into the buffer, but the original text remains.</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11646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To get best use learn regular expressions (RE).</a:t>
            </a:r>
          </a:p>
          <a:p>
            <a:pPr algn="l"/>
            <a:r>
              <a:rPr lang="en-US" dirty="0">
                <a:latin typeface="+mn-lt"/>
              </a:rPr>
              <a:t>It is possible to search forwards or backwards for particular text in vi.</a:t>
            </a:r>
          </a:p>
          <a:p>
            <a:pPr algn="l"/>
            <a:r>
              <a:rPr lang="en-US" dirty="0">
                <a:latin typeface="+mn-lt"/>
              </a:rPr>
              <a:t>Search and replace needs to be done in the ex mode, so the “:” command is necessary.</a:t>
            </a:r>
          </a:p>
          <a:p>
            <a:pPr algn="l"/>
            <a:endParaRPr lang="en-US" dirty="0">
              <a:latin typeface="+mn-lt"/>
            </a:endParaRPr>
          </a:p>
          <a:p>
            <a:pPr lvl="1" algn="l"/>
            <a:r>
              <a:rPr lang="en-US" dirty="0">
                <a:latin typeface="Hack" panose="020B0609030202020204" pitchFamily="49" charset="0"/>
                <a:ea typeface="Hack" panose="020B0609030202020204" pitchFamily="49" charset="0"/>
                <a:cs typeface="Hack" panose="020B0609030202020204" pitchFamily="49" charset="0"/>
              </a:rPr>
              <a:t>:5,10s/hello/goodbye/</a:t>
            </a:r>
          </a:p>
          <a:p>
            <a:pPr algn="l"/>
            <a:r>
              <a:rPr lang="en-US" dirty="0">
                <a:latin typeface="+mn-lt"/>
              </a:rPr>
              <a:t>The above example replaces the first occurrence of “hello” for “goodbye” on each of lines 5 through 10.</a:t>
            </a:r>
          </a:p>
          <a:p>
            <a:pPr algn="l"/>
            <a:endParaRPr lang="en-US" dirty="0">
              <a:latin typeface="+mn-lt"/>
            </a:endParaRPr>
          </a:p>
          <a:p>
            <a:pPr lvl="1" algn="l"/>
            <a:r>
              <a:rPr lang="en-US" dirty="0">
                <a:latin typeface="Hack" panose="020B0609030202020204" pitchFamily="49" charset="0"/>
                <a:ea typeface="Hack" panose="020B0609030202020204" pitchFamily="49" charset="0"/>
                <a:cs typeface="Hack" panose="020B0609030202020204" pitchFamily="49" charset="0"/>
              </a:rPr>
              <a:t>:1,$s/goodbye/Goodbye/gc</a:t>
            </a:r>
          </a:p>
          <a:p>
            <a:pPr algn="l"/>
            <a:r>
              <a:rPr lang="en-US" dirty="0">
                <a:latin typeface="+mn-lt"/>
              </a:rPr>
              <a:t>The above example will capitalise all occurrences of “goodbye” in the file (from first to last line, multiple times per line), but only after confirmation.</a:t>
            </a:r>
          </a:p>
          <a:p>
            <a:pPr algn="l"/>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42165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Marking a command allows you to tag any line with a unique letter.</a:t>
            </a:r>
          </a:p>
          <a:p>
            <a:r>
              <a:rPr lang="en-US" dirty="0">
                <a:latin typeface="+mn-lt"/>
              </a:rPr>
              <a:t>That tag can be used later either for moving purposes, or indeed as a "scope" definition for other commands.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Tree>
    <p:extLst>
      <p:ext uri="{BB962C8B-B14F-4D97-AF65-F5344CB8AC3E}">
        <p14:creationId xmlns:p14="http://schemas.microsoft.com/office/powerpoint/2010/main" val="10175198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The "undo" commands are most useful when something goes wrong.</a:t>
            </a:r>
          </a:p>
          <a:p>
            <a:r>
              <a:rPr lang="en-US" dirty="0">
                <a:latin typeface="+mn-lt"/>
              </a:rPr>
              <a:t>Remember to hit the &lt;ESC&gt; key before using u or U.</a:t>
            </a:r>
          </a:p>
          <a:p>
            <a:r>
              <a:rPr lang="en-US" dirty="0">
                <a:latin typeface="+mn-lt"/>
              </a:rPr>
              <a:t>The U command will not work if the line has been deleted.</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dirty="0"/>
          </a:p>
        </p:txBody>
      </p:sp>
    </p:spTree>
    <p:extLst>
      <p:ext uri="{BB962C8B-B14F-4D97-AF65-F5344CB8AC3E}">
        <p14:creationId xmlns:p14="http://schemas.microsoft.com/office/powerpoint/2010/main" val="3910444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0333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latin typeface="+mn-lt"/>
              </a:rPr>
              <a:t>In the list of options, those starting with “no” are currently switched off.</a:t>
            </a:r>
          </a:p>
          <a:p>
            <a:pPr marL="12700">
              <a:lnSpc>
                <a:spcPct val="100000"/>
              </a:lnSpc>
              <a:spcBef>
                <a:spcPts val="105"/>
              </a:spcBef>
            </a:pPr>
            <a:r>
              <a:rPr lang="en-US" noProof="0" dirty="0">
                <a:latin typeface="+mn-lt"/>
              </a:rPr>
              <a:t>Typing :set option within an existing vi session modifies that option temporarily.</a:t>
            </a:r>
          </a:p>
          <a:p>
            <a:pPr marL="12700">
              <a:lnSpc>
                <a:spcPct val="100000"/>
              </a:lnSpc>
              <a:spcBef>
                <a:spcPts val="105"/>
              </a:spcBef>
            </a:pPr>
            <a:r>
              <a:rPr lang="en-US" noProof="0" dirty="0">
                <a:latin typeface="+mn-lt"/>
              </a:rPr>
              <a:t>In order to permanently change option setting we can either create an EXINIT variable (which is checked by vi every time it starts) or modify the .exrc file in your home directory, which is also consulted on every start-up of vi.</a:t>
            </a:r>
          </a:p>
          <a:p>
            <a:pPr marL="12700">
              <a:lnSpc>
                <a:spcPct val="100000"/>
              </a:lnSpc>
              <a:spcBef>
                <a:spcPts val="105"/>
              </a:spcBef>
            </a:pPr>
            <a:r>
              <a:rPr lang="en-US" noProof="0" dirty="0">
                <a:latin typeface="+mn-lt"/>
              </a:rPr>
              <a:t>The .exrc file is one of the earliest Unix start-up files ever, and the name is a strong indicative of this.</a:t>
            </a:r>
          </a:p>
          <a:p>
            <a:pPr marL="12700">
              <a:lnSpc>
                <a:spcPct val="100000"/>
              </a:lnSpc>
              <a:spcBef>
                <a:spcPts val="105"/>
              </a:spcBef>
            </a:pPr>
            <a:r>
              <a:rPr lang="en-US" noProof="0" dirty="0">
                <a:latin typeface="+mn-lt"/>
              </a:rPr>
              <a:t>Originally, this file was used to configure the ex editor, later vi.</a:t>
            </a:r>
          </a:p>
          <a:p>
            <a:pPr marL="12700">
              <a:lnSpc>
                <a:spcPct val="100000"/>
              </a:lnSpc>
              <a:spcBef>
                <a:spcPts val="105"/>
              </a:spcBef>
            </a:pPr>
            <a:r>
              <a:rPr lang="en-US" noProof="0" dirty="0">
                <a:latin typeface="+mn-lt"/>
              </a:rPr>
              <a:t>Technically speaking it is still available in Linux, but since vi is being pushed out by vim, the configuration is changing too.</a:t>
            </a:r>
          </a:p>
          <a:p>
            <a:pPr marL="12700">
              <a:lnSpc>
                <a:spcPct val="100000"/>
              </a:lnSpc>
              <a:spcBef>
                <a:spcPts val="105"/>
              </a:spcBef>
            </a:pPr>
            <a:r>
              <a:rPr lang="en-US" noProof="0" dirty="0">
                <a:latin typeface="+mn-lt"/>
              </a:rPr>
              <a:t>Consequently, in contemporary Linux distributions the .exrc file is being abandoned in preference of the .vimrc file, either in </a:t>
            </a:r>
            <a:r>
              <a:rPr lang="en-US" noProof="0">
                <a:latin typeface="+mn-lt"/>
              </a:rPr>
              <a:t>the user’s </a:t>
            </a:r>
            <a:r>
              <a:rPr lang="en-US" noProof="0" dirty="0">
                <a:latin typeface="+mn-lt"/>
              </a:rPr>
              <a:t>home directory (in which case settings apply to that user only) or in the /</a:t>
            </a:r>
            <a:r>
              <a:rPr lang="en-US" noProof="0" dirty="0" err="1">
                <a:latin typeface="+mn-lt"/>
              </a:rPr>
              <a:t>etc</a:t>
            </a:r>
            <a:r>
              <a:rPr lang="en-US" noProof="0" dirty="0">
                <a:latin typeface="+mn-lt"/>
              </a:rPr>
              <a:t> directory for system-wide use.</a:t>
            </a: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890384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mn-lt"/>
              </a:rPr>
              <a:t>Line numbers can be specified by number, $ (last line) or RE (regular expression).</a:t>
            </a:r>
          </a:p>
          <a:p>
            <a:r>
              <a:rPr lang="en-GB" dirty="0">
                <a:latin typeface="+mn-lt"/>
              </a:rPr>
              <a:t>Ranges are two of these with a comma between.</a:t>
            </a: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Tree>
    <p:extLst>
      <p:ext uri="{BB962C8B-B14F-4D97-AF65-F5344CB8AC3E}">
        <p14:creationId xmlns:p14="http://schemas.microsoft.com/office/powerpoint/2010/main" val="22958772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There will be a notification at the bottom of the screen announcing how many changes made.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393745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There will be a notification at the bottom of the screen announcing how many changes made.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5034627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lgn="l"/>
            <a:r>
              <a:rPr lang="en-GB" dirty="0">
                <a:latin typeface="+mn-lt"/>
              </a:rPr>
              <a:t>There will be a notification at the bottom of the screen announcing how many changes made.</a:t>
            </a: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424612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dirty="0"/>
          </a:p>
        </p:txBody>
      </p:sp>
    </p:spTree>
    <p:extLst>
      <p:ext uri="{BB962C8B-B14F-4D97-AF65-F5344CB8AC3E}">
        <p14:creationId xmlns:p14="http://schemas.microsoft.com/office/powerpoint/2010/main" val="28526388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dirty="0"/>
          </a:p>
        </p:txBody>
      </p:sp>
    </p:spTree>
    <p:extLst>
      <p:ext uri="{BB962C8B-B14F-4D97-AF65-F5344CB8AC3E}">
        <p14:creationId xmlns:p14="http://schemas.microsoft.com/office/powerpoint/2010/main" val="14522680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34</a:t>
            </a:fld>
            <a:endParaRPr lang="en-GB" dirty="0"/>
          </a:p>
        </p:txBody>
      </p:sp>
    </p:spTree>
    <p:extLst>
      <p:ext uri="{BB962C8B-B14F-4D97-AF65-F5344CB8AC3E}">
        <p14:creationId xmlns:p14="http://schemas.microsoft.com/office/powerpoint/2010/main" val="10948516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Tree>
    <p:extLst>
      <p:ext uri="{BB962C8B-B14F-4D97-AF65-F5344CB8AC3E}">
        <p14:creationId xmlns:p14="http://schemas.microsoft.com/office/powerpoint/2010/main" val="25076797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endParaRPr lang="en-GB" sz="120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62715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2602085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39</a:t>
            </a:fld>
            <a:endParaRPr lang="en-GB" dirty="0"/>
          </a:p>
        </p:txBody>
      </p:sp>
    </p:spTree>
    <p:extLst>
      <p:ext uri="{BB962C8B-B14F-4D97-AF65-F5344CB8AC3E}">
        <p14:creationId xmlns:p14="http://schemas.microsoft.com/office/powerpoint/2010/main" val="40081374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7426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193224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68066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526794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1517396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2380595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35673183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9775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5.xml"/><Relationship Id="rId4" Type="http://schemas.openxmlformats.org/officeDocument/2006/relationships/image" Target="../media/image22.emf"/></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Master" Target="../slideMasters/slideMaster8.xml"/><Relationship Id="rId5" Type="http://schemas.openxmlformats.org/officeDocument/2006/relationships/image" Target="../media/image60.png"/><Relationship Id="rId4" Type="http://schemas.openxmlformats.org/officeDocument/2006/relationships/image" Target="../media/image63.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6.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648666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reen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14729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46657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u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0480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61792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Red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287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1989709903"/>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473463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539663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61588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6912733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1215853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521828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0062051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2598413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3864472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4666106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image" Target="../media/image27.png"/><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3.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27.png"/><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theme" Target="../theme/theme4.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image" Target="../media/image27.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7.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7.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7.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 id="2147483962"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71128060"/>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7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xml"/><Relationship Id="rId1" Type="http://schemas.openxmlformats.org/officeDocument/2006/relationships/slideLayout" Target="../slideLayouts/slideLayout37.xml"/><Relationship Id="rId4" Type="http://schemas.openxmlformats.org/officeDocument/2006/relationships/image" Target="../media/image68.jpeg"/></Relationships>
</file>

<file path=ppt/slides/_rels/slide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58.xml"/><Relationship Id="rId4" Type="http://schemas.openxmlformats.org/officeDocument/2006/relationships/image" Target="../media/image73.emf"/></Relationships>
</file>

<file path=ppt/slides/_rels/slide11.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5.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6.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7.xml"/><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8.xml"/><Relationship Id="rId1" Type="http://schemas.openxmlformats.org/officeDocument/2006/relationships/slideLayout" Target="../slideLayouts/slideLayout58.xml"/></Relationships>
</file>

<file path=ppt/slides/_rels/slide19.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1.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2.xml"/><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58.xml"/><Relationship Id="rId4" Type="http://schemas.openxmlformats.org/officeDocument/2006/relationships/image" Target="../media/image75.emf"/></Relationships>
</file>

<file path=ppt/slides/_rels/slide24.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25.xml"/><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7.xml"/><Relationship Id="rId1" Type="http://schemas.openxmlformats.org/officeDocument/2006/relationships/slideLayout" Target="../slideLayouts/slideLayout58.xml"/><Relationship Id="rId4" Type="http://schemas.openxmlformats.org/officeDocument/2006/relationships/image" Target="../media/image77.emf"/></Relationships>
</file>

<file path=ppt/slides/_rels/slide28.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28.xml"/><Relationship Id="rId1" Type="http://schemas.openxmlformats.org/officeDocument/2006/relationships/slideLayout" Target="../slideLayouts/slideLayout58.xml"/></Relationships>
</file>

<file path=ppt/slides/_rels/slide29.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29.xml"/><Relationship Id="rId1" Type="http://schemas.openxmlformats.org/officeDocument/2006/relationships/slideLayout" Target="../slideLayouts/slideLayout58.xml"/></Relationships>
</file>

<file path=ppt/slides/_rels/slide30.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30.xml"/><Relationship Id="rId1" Type="http://schemas.openxmlformats.org/officeDocument/2006/relationships/slideLayout" Target="../slideLayouts/slideLayout58.xml"/></Relationships>
</file>

<file path=ppt/slides/_rels/slide31.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31.xml"/><Relationship Id="rId1" Type="http://schemas.openxmlformats.org/officeDocument/2006/relationships/slideLayout" Target="../slideLayouts/slideLayout58.xml"/></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2.xml"/><Relationship Id="rId1" Type="http://schemas.openxmlformats.org/officeDocument/2006/relationships/slideLayout" Target="../slideLayouts/slideLayout58.xml"/><Relationship Id="rId4" Type="http://schemas.openxmlformats.org/officeDocument/2006/relationships/image" Target="../media/image77.emf"/></Relationships>
</file>

<file path=ppt/slides/_rels/slide33.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33.xml"/><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34.xml"/><Relationship Id="rId1" Type="http://schemas.openxmlformats.org/officeDocument/2006/relationships/slideLayout" Target="../slideLayouts/slideLayout58.xml"/></Relationships>
</file>

<file path=ppt/slides/_rels/slide35.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35.xml"/><Relationship Id="rId1" Type="http://schemas.openxmlformats.org/officeDocument/2006/relationships/slideLayout" Target="../slideLayouts/slideLayout5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9.xml"/><Relationship Id="rId1" Type="http://schemas.openxmlformats.org/officeDocument/2006/relationships/slideLayout" Target="../slideLayouts/slideLayout27.xml"/><Relationship Id="rId4" Type="http://schemas.openxmlformats.org/officeDocument/2006/relationships/image" Target="../media/image80.emf"/></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0.xml"/><Relationship Id="rId1" Type="http://schemas.openxmlformats.org/officeDocument/2006/relationships/slideLayout" Target="../slideLayouts/slideLayout27.xml"/><Relationship Id="rId4" Type="http://schemas.openxmlformats.org/officeDocument/2006/relationships/image" Target="../media/image80.emf"/></Relationships>
</file>

<file path=ppt/slides/_rels/slide4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1.xml"/><Relationship Id="rId1" Type="http://schemas.openxmlformats.org/officeDocument/2006/relationships/slideLayout" Target="../slideLayouts/slideLayout27.xml"/><Relationship Id="rId4" Type="http://schemas.openxmlformats.org/officeDocument/2006/relationships/image" Target="../media/image80.emf"/></Relationships>
</file>

<file path=ppt/slides/_rels/slide43.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42.xml"/><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4: Editing text</a:t>
            </a:r>
          </a:p>
        </p:txBody>
      </p:sp>
      <p:sp>
        <p:nvSpPr>
          <p:cNvPr id="2" name="Subtitle 1">
            <a:extLst>
              <a:ext uri="{FF2B5EF4-FFF2-40B4-BE49-F238E27FC236}">
                <a16:creationId xmlns:a16="http://schemas.microsoft.com/office/drawing/2014/main" id="{8E972EE5-4E97-E80A-6FDF-14EEFD7E8B2F}"/>
              </a:ext>
            </a:extLst>
          </p:cNvPr>
          <p:cNvSpPr>
            <a:spLocks noGrp="1"/>
          </p:cNvSpPr>
          <p:nvPr>
            <p:ph type="subTitle" idx="1"/>
          </p:nvPr>
        </p:nvSpPr>
        <p:spPr/>
        <p:txBody>
          <a:bodyPr/>
          <a:lstStyle/>
          <a:p>
            <a:endParaRPr lang="en-US" noProof="0" dirty="0"/>
          </a:p>
        </p:txBody>
      </p:sp>
      <p:graphicFrame>
        <p:nvGraphicFramePr>
          <p:cNvPr id="3" name="Table 2">
            <a:extLst>
              <a:ext uri="{FF2B5EF4-FFF2-40B4-BE49-F238E27FC236}">
                <a16:creationId xmlns:a16="http://schemas.microsoft.com/office/drawing/2014/main" id="{9C46BCAD-FE68-831A-5041-D3EB2643935B}"/>
              </a:ext>
            </a:extLst>
          </p:cNvPr>
          <p:cNvGraphicFramePr>
            <a:graphicFrameLocks noGrp="1"/>
          </p:cNvGraphicFramePr>
          <p:nvPr>
            <p:extLst>
              <p:ext uri="{D42A27DB-BD31-4B8C-83A1-F6EECF244321}">
                <p14:modId xmlns:p14="http://schemas.microsoft.com/office/powerpoint/2010/main" val="4031626713"/>
              </p:ext>
            </p:extLst>
          </p:nvPr>
        </p:nvGraphicFramePr>
        <p:xfrm>
          <a:off x="473407" y="4029632"/>
          <a:ext cx="4687874" cy="1112520"/>
        </p:xfrm>
        <a:graphic>
          <a:graphicData uri="http://schemas.openxmlformats.org/drawingml/2006/table">
            <a:tbl>
              <a:tblPr firstRow="1" bandRow="1">
                <a:tableStyleId>{F5AB1C69-6EDB-4FF4-983F-18BD219EF322}</a:tableStyleId>
              </a:tblPr>
              <a:tblGrid>
                <a:gridCol w="4687874">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4: Editing text</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5: Bash</a:t>
                      </a: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6: Bash environment</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024477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Evolution of text editors</a:t>
            </a:r>
          </a:p>
          <a:p>
            <a:pPr marL="285750" indent="-285750">
              <a:buFont typeface="Arial" panose="020B0604020202020204" pitchFamily="34" charset="0"/>
              <a:buChar char="•"/>
            </a:pPr>
            <a:r>
              <a:rPr lang="en-US" noProof="0" dirty="0"/>
              <a:t>Using vi/vim</a:t>
            </a:r>
          </a:p>
          <a:p>
            <a:pPr marL="285750" indent="-285750">
              <a:buFont typeface="Arial" panose="020B0604020202020204" pitchFamily="34" charset="0"/>
              <a:buChar char="•"/>
            </a:pPr>
            <a:r>
              <a:rPr lang="en-US" noProof="0" dirty="0"/>
              <a:t>Nano</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2800211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Evolution of text editors (Reference)</a:t>
            </a:r>
          </a:p>
        </p:txBody>
      </p:sp>
      <p:sp>
        <p:nvSpPr>
          <p:cNvPr id="3" name="Subtitle 2">
            <a:extLst>
              <a:ext uri="{FF2B5EF4-FFF2-40B4-BE49-F238E27FC236}">
                <a16:creationId xmlns:a16="http://schemas.microsoft.com/office/drawing/2014/main" id="{5563D2A9-0DB3-4842-AA44-65D27AA84FC4}"/>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91304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FEFD15-9F2B-B719-2C2F-3BFD7F83C0E4}"/>
              </a:ext>
            </a:extLst>
          </p:cNvPr>
          <p:cNvSpPr>
            <a:spLocks noGrp="1"/>
          </p:cNvSpPr>
          <p:nvPr>
            <p:ph type="ctrTitle"/>
          </p:nvPr>
        </p:nvSpPr>
        <p:spPr/>
        <p:txBody>
          <a:bodyPr/>
          <a:lstStyle/>
          <a:p>
            <a:r>
              <a:rPr lang="en-US" sz="2800" noProof="0" dirty="0"/>
              <a:t>Before Unix or Linux – </a:t>
            </a:r>
            <a:r>
              <a:rPr lang="en-US" sz="2800" noProof="0" dirty="0" err="1"/>
              <a:t>qed</a:t>
            </a:r>
            <a:endParaRPr lang="en-US" sz="1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qed</a:t>
            </a:r>
            <a:r>
              <a:rPr lang="en-US" sz="1800" noProof="0" dirty="0"/>
              <a:t> – University of California at Berkeley (1966)</a:t>
            </a:r>
          </a:p>
          <a:p>
            <a:pPr marL="465746" lvl="1" indent="-285750"/>
            <a:r>
              <a:rPr lang="en-US" sz="1800" noProof="0" dirty="0"/>
              <a:t>‘Quick editor’</a:t>
            </a:r>
          </a:p>
          <a:p>
            <a:pPr marL="465746" lvl="1" indent="-285750"/>
            <a:r>
              <a:rPr lang="en-US" sz="1800" noProof="0" dirty="0"/>
              <a:t>Pronounced </a:t>
            </a:r>
            <a:r>
              <a:rPr lang="en-US" sz="1800" b="1" noProof="0" dirty="0"/>
              <a:t>Q E D</a:t>
            </a:r>
          </a:p>
          <a:p>
            <a:pPr marL="465746" lvl="1" indent="-285750"/>
            <a:r>
              <a:rPr lang="en-US" sz="1800" noProof="0" dirty="0"/>
              <a:t>Written by Butler Lampson and Peter Deutsch</a:t>
            </a:r>
          </a:p>
          <a:p>
            <a:pPr marL="922946" lvl="2" indent="-285750"/>
            <a:r>
              <a:rPr lang="en-US" noProof="0" dirty="0"/>
              <a:t>For teleprinter, not screens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grpSp>
        <p:nvGrpSpPr>
          <p:cNvPr id="23" name="Group 22">
            <a:extLst>
              <a:ext uri="{FF2B5EF4-FFF2-40B4-BE49-F238E27FC236}">
                <a16:creationId xmlns:a16="http://schemas.microsoft.com/office/drawing/2014/main" id="{534C7F5F-4A02-F9AB-3B20-779D668DA5BB}"/>
              </a:ext>
            </a:extLst>
          </p:cNvPr>
          <p:cNvGrpSpPr/>
          <p:nvPr/>
        </p:nvGrpSpPr>
        <p:grpSpPr>
          <a:xfrm>
            <a:off x="7060490" y="5311653"/>
            <a:ext cx="4614432" cy="904972"/>
            <a:chOff x="5254906" y="395670"/>
            <a:chExt cx="4614432" cy="904972"/>
          </a:xfrm>
        </p:grpSpPr>
        <p:grpSp>
          <p:nvGrpSpPr>
            <p:cNvPr id="10" name="Group 9">
              <a:extLst>
                <a:ext uri="{FF2B5EF4-FFF2-40B4-BE49-F238E27FC236}">
                  <a16:creationId xmlns:a16="http://schemas.microsoft.com/office/drawing/2014/main" id="{665930ED-CE53-AC71-F85C-B51BE13F4A92}"/>
                </a:ext>
              </a:extLst>
            </p:cNvPr>
            <p:cNvGrpSpPr/>
            <p:nvPr/>
          </p:nvGrpSpPr>
          <p:grpSpPr>
            <a:xfrm>
              <a:off x="5254906" y="395671"/>
              <a:ext cx="1014712" cy="904971"/>
              <a:chOff x="5254906" y="395671"/>
              <a:chExt cx="1014712" cy="904971"/>
            </a:xfrm>
          </p:grpSpPr>
          <p:sp>
            <p:nvSpPr>
              <p:cNvPr id="3" name="Line 24">
                <a:extLst>
                  <a:ext uri="{FF2B5EF4-FFF2-40B4-BE49-F238E27FC236}">
                    <a16:creationId xmlns:a16="http://schemas.microsoft.com/office/drawing/2014/main" id="{FF786F39-0EE6-DC40-C9AA-D0C2B6DA2A52}"/>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4" name="TextBox 3">
                <a:extLst>
                  <a:ext uri="{FF2B5EF4-FFF2-40B4-BE49-F238E27FC236}">
                    <a16:creationId xmlns:a16="http://schemas.microsoft.com/office/drawing/2014/main" id="{071E2198-CAF6-8844-FDAB-16FE7AB5EC5C}"/>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Q</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D</a:t>
                </a:r>
              </a:p>
            </p:txBody>
          </p:sp>
        </p:grpSp>
        <p:grpSp>
          <p:nvGrpSpPr>
            <p:cNvPr id="11" name="Group 10">
              <a:extLst>
                <a:ext uri="{FF2B5EF4-FFF2-40B4-BE49-F238E27FC236}">
                  <a16:creationId xmlns:a16="http://schemas.microsoft.com/office/drawing/2014/main" id="{CDF09894-9492-2EEE-533D-7542CC59771D}"/>
                </a:ext>
              </a:extLst>
            </p:cNvPr>
            <p:cNvGrpSpPr/>
            <p:nvPr/>
          </p:nvGrpSpPr>
          <p:grpSpPr>
            <a:xfrm>
              <a:off x="6269618" y="395671"/>
              <a:ext cx="1014712" cy="904971"/>
              <a:chOff x="5254906" y="395671"/>
              <a:chExt cx="1014712" cy="904971"/>
            </a:xfrm>
          </p:grpSpPr>
          <p:sp>
            <p:nvSpPr>
              <p:cNvPr id="12" name="Line 24">
                <a:extLst>
                  <a:ext uri="{FF2B5EF4-FFF2-40B4-BE49-F238E27FC236}">
                    <a16:creationId xmlns:a16="http://schemas.microsoft.com/office/drawing/2014/main" id="{7ECC5EAB-E47B-BE7E-3D1D-8865C0A3A3FF}"/>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3" name="TextBox 12">
                <a:extLst>
                  <a:ext uri="{FF2B5EF4-FFF2-40B4-BE49-F238E27FC236}">
                    <a16:creationId xmlns:a16="http://schemas.microsoft.com/office/drawing/2014/main" id="{C16AE888-5B93-88DD-6E43-8576EF124E09}"/>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endParaRPr lang="en-US" b="1" noProof="0" dirty="0">
                  <a:latin typeface="Hack" panose="020B0609030202020204" pitchFamily="49" charset="0"/>
                  <a:ea typeface="Hack" panose="020B0609030202020204" pitchFamily="49" charset="0"/>
                  <a:cs typeface="Hack" panose="020B0609030202020204" pitchFamily="49" charset="0"/>
                </a:endParaRP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14" name="Group 13">
              <a:extLst>
                <a:ext uri="{FF2B5EF4-FFF2-40B4-BE49-F238E27FC236}">
                  <a16:creationId xmlns:a16="http://schemas.microsoft.com/office/drawing/2014/main" id="{714BC49F-BC40-DC1E-5666-9C86415D082F}"/>
                </a:ext>
              </a:extLst>
            </p:cNvPr>
            <p:cNvGrpSpPr/>
            <p:nvPr/>
          </p:nvGrpSpPr>
          <p:grpSpPr>
            <a:xfrm>
              <a:off x="7284330" y="395671"/>
              <a:ext cx="1014712" cy="904971"/>
              <a:chOff x="5254906" y="395671"/>
              <a:chExt cx="1014712" cy="904971"/>
            </a:xfrm>
          </p:grpSpPr>
          <p:sp>
            <p:nvSpPr>
              <p:cNvPr id="15" name="Line 24">
                <a:extLst>
                  <a:ext uri="{FF2B5EF4-FFF2-40B4-BE49-F238E27FC236}">
                    <a16:creationId xmlns:a16="http://schemas.microsoft.com/office/drawing/2014/main" id="{D6390321-7EAF-F3C4-1D66-CA62D3DADD70}"/>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6" name="TextBox 15">
                <a:extLst>
                  <a:ext uri="{FF2B5EF4-FFF2-40B4-BE49-F238E27FC236}">
                    <a16:creationId xmlns:a16="http://schemas.microsoft.com/office/drawing/2014/main" id="{B1AC8847-F091-92D8-3A38-C2ED376B4C3D}"/>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X</a:t>
                </a:r>
              </a:p>
            </p:txBody>
          </p:sp>
        </p:grpSp>
        <p:grpSp>
          <p:nvGrpSpPr>
            <p:cNvPr id="17" name="Group 16">
              <a:extLst>
                <a:ext uri="{FF2B5EF4-FFF2-40B4-BE49-F238E27FC236}">
                  <a16:creationId xmlns:a16="http://schemas.microsoft.com/office/drawing/2014/main" id="{66651E7B-24C1-85A8-9BF6-B456FE4662C5}"/>
                </a:ext>
              </a:extLst>
            </p:cNvPr>
            <p:cNvGrpSpPr/>
            <p:nvPr/>
          </p:nvGrpSpPr>
          <p:grpSpPr>
            <a:xfrm>
              <a:off x="8299042" y="395671"/>
              <a:ext cx="1014712" cy="904971"/>
              <a:chOff x="5254906" y="395671"/>
              <a:chExt cx="1014712" cy="904971"/>
            </a:xfrm>
          </p:grpSpPr>
          <p:sp>
            <p:nvSpPr>
              <p:cNvPr id="18" name="Line 24">
                <a:extLst>
                  <a:ext uri="{FF2B5EF4-FFF2-40B4-BE49-F238E27FC236}">
                    <a16:creationId xmlns:a16="http://schemas.microsoft.com/office/drawing/2014/main" id="{B18479E9-FC20-FA9F-B658-B58BB88A4264}"/>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9" name="TextBox 18">
                <a:extLst>
                  <a:ext uri="{FF2B5EF4-FFF2-40B4-BE49-F238E27FC236}">
                    <a16:creationId xmlns:a16="http://schemas.microsoft.com/office/drawing/2014/main" id="{140A0CFD-7384-64D6-FA82-BF80833EEE53}"/>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p:txBody>
          </p:sp>
        </p:grpSp>
        <p:sp>
          <p:nvSpPr>
            <p:cNvPr id="22" name="TextBox 21">
              <a:extLst>
                <a:ext uri="{FF2B5EF4-FFF2-40B4-BE49-F238E27FC236}">
                  <a16:creationId xmlns:a16="http://schemas.microsoft.com/office/drawing/2014/main" id="{4A0B1065-0CBE-434F-7260-D2542B70F630}"/>
                </a:ext>
              </a:extLst>
            </p:cNvPr>
            <p:cNvSpPr txBox="1"/>
            <p:nvPr/>
          </p:nvSpPr>
          <p:spPr>
            <a:xfrm>
              <a:off x="9313754" y="395670"/>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M</a:t>
              </a:r>
            </a:p>
          </p:txBody>
        </p:sp>
      </p:grpSp>
      <p:pic>
        <p:nvPicPr>
          <p:cNvPr id="1026" name="Picture 2" descr="Peter Deutsch - Wikipedia">
            <a:extLst>
              <a:ext uri="{FF2B5EF4-FFF2-40B4-BE49-F238E27FC236}">
                <a16:creationId xmlns:a16="http://schemas.microsoft.com/office/drawing/2014/main" id="{910F4D50-DF62-B1AD-0185-8BBA5A51D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0226" y="1598306"/>
            <a:ext cx="1779104" cy="18306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timeline of MIT computing milestones | MIT Technology Review">
            <a:extLst>
              <a:ext uri="{FF2B5EF4-FFF2-40B4-BE49-F238E27FC236}">
                <a16:creationId xmlns:a16="http://schemas.microsoft.com/office/drawing/2014/main" id="{B8F30416-855B-8FAA-DC91-DE9B6FC7E2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4514" y="1610266"/>
            <a:ext cx="1849333" cy="1818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838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2B7CB9-E249-488D-8AE7-1C8C589AF970}"/>
              </a:ext>
            </a:extLst>
          </p:cNvPr>
          <p:cNvSpPr>
            <a:spLocks noGrp="1"/>
          </p:cNvSpPr>
          <p:nvPr>
            <p:ph type="ctrTitle"/>
          </p:nvPr>
        </p:nvSpPr>
        <p:spPr/>
        <p:txBody>
          <a:bodyPr/>
          <a:lstStyle/>
          <a:p>
            <a:r>
              <a:rPr lang="en-US" noProof="0" dirty="0"/>
              <a:t>ed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Pronounced </a:t>
            </a:r>
            <a:r>
              <a:rPr lang="en-US" sz="1800" b="1" noProof="0" dirty="0">
                <a:solidFill>
                  <a:schemeClr val="tx1"/>
                </a:solidFill>
              </a:rPr>
              <a:t>ee</a:t>
            </a:r>
            <a:r>
              <a:rPr lang="en-US" sz="1800" noProof="0" dirty="0">
                <a:solidFill>
                  <a:schemeClr val="tx1"/>
                </a:solidFill>
              </a:rPr>
              <a:t> </a:t>
            </a:r>
            <a:r>
              <a:rPr lang="en-US" sz="1800" b="1" noProof="0" dirty="0">
                <a:solidFill>
                  <a:schemeClr val="tx1"/>
                </a:solidFill>
              </a:rPr>
              <a:t>dee</a:t>
            </a:r>
            <a:r>
              <a:rPr lang="en-US" sz="1800" noProof="0" dirty="0">
                <a:solidFill>
                  <a:schemeClr val="tx1"/>
                </a:solidFill>
              </a:rPr>
              <a:t> (the two letters)</a:t>
            </a:r>
          </a:p>
          <a:p>
            <a:pPr marL="285750" indent="-285750">
              <a:buFont typeface="Arial" panose="020B0604020202020204" pitchFamily="34" charset="0"/>
              <a:buChar char="•"/>
            </a:pPr>
            <a:r>
              <a:rPr lang="en-US" sz="1800" noProof="0" dirty="0">
                <a:solidFill>
                  <a:schemeClr val="tx1"/>
                </a:solidFill>
              </a:rPr>
              <a:t>One of the first three elements of Unix</a:t>
            </a:r>
          </a:p>
          <a:p>
            <a:pPr marL="285750" indent="-285750">
              <a:buFont typeface="Arial" panose="020B0604020202020204" pitchFamily="34" charset="0"/>
              <a:buChar char="•"/>
            </a:pPr>
            <a:r>
              <a:rPr lang="en-US" sz="1800" noProof="0" dirty="0">
                <a:solidFill>
                  <a:schemeClr val="tx1"/>
                </a:solidFill>
              </a:rPr>
              <a:t>Developed by </a:t>
            </a:r>
            <a:r>
              <a:rPr lang="en-US" sz="1800" b="1" noProof="0" dirty="0">
                <a:solidFill>
                  <a:schemeClr val="tx1"/>
                </a:solidFill>
              </a:rPr>
              <a:t>Ken Thompson </a:t>
            </a:r>
            <a:r>
              <a:rPr lang="en-US" sz="1800" noProof="0" dirty="0">
                <a:solidFill>
                  <a:schemeClr val="tx1"/>
                </a:solidFill>
              </a:rPr>
              <a:t>on PDP-7, August 1969</a:t>
            </a:r>
          </a:p>
          <a:p>
            <a:pPr marL="285750" indent="-285750">
              <a:buFont typeface="Arial" panose="020B0604020202020204" pitchFamily="34" charset="0"/>
              <a:buChar char="•"/>
            </a:pPr>
            <a:r>
              <a:rPr lang="en-US" sz="1800" noProof="0" dirty="0">
                <a:solidFill>
                  <a:schemeClr val="tx1"/>
                </a:solidFill>
              </a:rPr>
              <a:t>Features:</a:t>
            </a:r>
          </a:p>
          <a:p>
            <a:pPr marL="465746" lvl="1" indent="-285750"/>
            <a:r>
              <a:rPr lang="en-US" sz="1800" noProof="0" dirty="0"/>
              <a:t>Line based</a:t>
            </a:r>
          </a:p>
          <a:p>
            <a:pPr marL="465746" lvl="1" indent="-285750"/>
            <a:r>
              <a:rPr lang="en-US" sz="1800" noProof="0" dirty="0"/>
              <a:t>Supports regular expressions</a:t>
            </a:r>
          </a:p>
          <a:p>
            <a:pPr marL="465746" lvl="1" indent="-285750"/>
            <a:r>
              <a:rPr lang="en-US" sz="1800" noProof="0" dirty="0"/>
              <a:t>Commands can come from standard input</a:t>
            </a:r>
          </a:p>
          <a:p>
            <a:pPr marL="465746" lvl="1" indent="-285750"/>
            <a:r>
              <a:rPr lang="en-US" sz="1800" noProof="0" dirty="0"/>
              <a:t>Almost no visual feedback</a:t>
            </a:r>
          </a:p>
          <a:p>
            <a:pPr marL="0" indent="0">
              <a:buNone/>
            </a:pPr>
            <a:endParaRPr lang="en-US" sz="32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grpSp>
        <p:nvGrpSpPr>
          <p:cNvPr id="8" name="Group 7">
            <a:extLst>
              <a:ext uri="{FF2B5EF4-FFF2-40B4-BE49-F238E27FC236}">
                <a16:creationId xmlns:a16="http://schemas.microsoft.com/office/drawing/2014/main" id="{C29CF549-A10E-4A48-9F9A-9B3385DD2480}"/>
              </a:ext>
            </a:extLst>
          </p:cNvPr>
          <p:cNvGrpSpPr/>
          <p:nvPr/>
        </p:nvGrpSpPr>
        <p:grpSpPr>
          <a:xfrm>
            <a:off x="7185455" y="5291333"/>
            <a:ext cx="4614432" cy="904972"/>
            <a:chOff x="5254906" y="395670"/>
            <a:chExt cx="4614432" cy="904972"/>
          </a:xfrm>
        </p:grpSpPr>
        <p:grpSp>
          <p:nvGrpSpPr>
            <p:cNvPr id="9" name="Group 8">
              <a:extLst>
                <a:ext uri="{FF2B5EF4-FFF2-40B4-BE49-F238E27FC236}">
                  <a16:creationId xmlns:a16="http://schemas.microsoft.com/office/drawing/2014/main" id="{A9D668C5-C8F2-CBAF-19A7-BF5031E0E2FA}"/>
                </a:ext>
              </a:extLst>
            </p:cNvPr>
            <p:cNvGrpSpPr/>
            <p:nvPr/>
          </p:nvGrpSpPr>
          <p:grpSpPr>
            <a:xfrm>
              <a:off x="5254906" y="395671"/>
              <a:ext cx="1014712" cy="904971"/>
              <a:chOff x="5254906" y="395671"/>
              <a:chExt cx="1014712" cy="904971"/>
            </a:xfrm>
          </p:grpSpPr>
          <p:sp>
            <p:nvSpPr>
              <p:cNvPr id="20" name="Line 24">
                <a:extLst>
                  <a:ext uri="{FF2B5EF4-FFF2-40B4-BE49-F238E27FC236}">
                    <a16:creationId xmlns:a16="http://schemas.microsoft.com/office/drawing/2014/main" id="{F2BB6614-3BC8-8C95-1AE4-30DF24180186}"/>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21" name="TextBox 20">
                <a:extLst>
                  <a:ext uri="{FF2B5EF4-FFF2-40B4-BE49-F238E27FC236}">
                    <a16:creationId xmlns:a16="http://schemas.microsoft.com/office/drawing/2014/main" id="{09B35799-CAC8-A876-C111-A95A9C61C406}"/>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Q</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10" name="Group 9">
              <a:extLst>
                <a:ext uri="{FF2B5EF4-FFF2-40B4-BE49-F238E27FC236}">
                  <a16:creationId xmlns:a16="http://schemas.microsoft.com/office/drawing/2014/main" id="{76949318-8252-727D-6DAE-D948F380BA64}"/>
                </a:ext>
              </a:extLst>
            </p:cNvPr>
            <p:cNvGrpSpPr/>
            <p:nvPr/>
          </p:nvGrpSpPr>
          <p:grpSpPr>
            <a:xfrm>
              <a:off x="6269618" y="395671"/>
              <a:ext cx="1014712" cy="904971"/>
              <a:chOff x="5254906" y="395671"/>
              <a:chExt cx="1014712" cy="904971"/>
            </a:xfrm>
          </p:grpSpPr>
          <p:sp>
            <p:nvSpPr>
              <p:cNvPr id="18" name="Line 24">
                <a:extLst>
                  <a:ext uri="{FF2B5EF4-FFF2-40B4-BE49-F238E27FC236}">
                    <a16:creationId xmlns:a16="http://schemas.microsoft.com/office/drawing/2014/main" id="{BB3BF0C4-BD50-DD3E-D238-DD5CD4B70696}"/>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9" name="TextBox 18">
                <a:extLst>
                  <a:ext uri="{FF2B5EF4-FFF2-40B4-BE49-F238E27FC236}">
                    <a16:creationId xmlns:a16="http://schemas.microsoft.com/office/drawing/2014/main" id="{FCEC236E-C9EE-AE06-E343-E8BADD9FD09A}"/>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endParaRPr lang="en-US" b="1" noProof="0" dirty="0">
                  <a:latin typeface="Hack" panose="020B0609030202020204" pitchFamily="49" charset="0"/>
                  <a:ea typeface="Hack" panose="020B0609030202020204" pitchFamily="49" charset="0"/>
                  <a:cs typeface="Hack" panose="020B0609030202020204" pitchFamily="49" charset="0"/>
                </a:endParaRP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D</a:t>
                </a:r>
              </a:p>
            </p:txBody>
          </p:sp>
        </p:grpSp>
        <p:grpSp>
          <p:nvGrpSpPr>
            <p:cNvPr id="11" name="Group 10">
              <a:extLst>
                <a:ext uri="{FF2B5EF4-FFF2-40B4-BE49-F238E27FC236}">
                  <a16:creationId xmlns:a16="http://schemas.microsoft.com/office/drawing/2014/main" id="{17BEC91C-3513-2A17-E5F9-648D968CD38D}"/>
                </a:ext>
              </a:extLst>
            </p:cNvPr>
            <p:cNvGrpSpPr/>
            <p:nvPr/>
          </p:nvGrpSpPr>
          <p:grpSpPr>
            <a:xfrm>
              <a:off x="7284330" y="395671"/>
              <a:ext cx="1014712" cy="904971"/>
              <a:chOff x="5254906" y="395671"/>
              <a:chExt cx="1014712" cy="904971"/>
            </a:xfrm>
          </p:grpSpPr>
          <p:sp>
            <p:nvSpPr>
              <p:cNvPr id="16" name="Line 24">
                <a:extLst>
                  <a:ext uri="{FF2B5EF4-FFF2-40B4-BE49-F238E27FC236}">
                    <a16:creationId xmlns:a16="http://schemas.microsoft.com/office/drawing/2014/main" id="{3C8E22CE-46A2-783A-E1AE-A4C80B01A970}"/>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7" name="TextBox 16">
                <a:extLst>
                  <a:ext uri="{FF2B5EF4-FFF2-40B4-BE49-F238E27FC236}">
                    <a16:creationId xmlns:a16="http://schemas.microsoft.com/office/drawing/2014/main" id="{FB3D57EE-51F2-19CF-4BE8-D58A26F5CB02}"/>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X</a:t>
                </a:r>
              </a:p>
            </p:txBody>
          </p:sp>
        </p:grpSp>
        <p:grpSp>
          <p:nvGrpSpPr>
            <p:cNvPr id="12" name="Group 11">
              <a:extLst>
                <a:ext uri="{FF2B5EF4-FFF2-40B4-BE49-F238E27FC236}">
                  <a16:creationId xmlns:a16="http://schemas.microsoft.com/office/drawing/2014/main" id="{1632D49A-1C72-373D-1885-6DAD6A095957}"/>
                </a:ext>
              </a:extLst>
            </p:cNvPr>
            <p:cNvGrpSpPr/>
            <p:nvPr/>
          </p:nvGrpSpPr>
          <p:grpSpPr>
            <a:xfrm>
              <a:off x="8299042" y="395671"/>
              <a:ext cx="1014712" cy="904971"/>
              <a:chOff x="5254906" y="395671"/>
              <a:chExt cx="1014712" cy="904971"/>
            </a:xfrm>
          </p:grpSpPr>
          <p:sp>
            <p:nvSpPr>
              <p:cNvPr id="14" name="Line 24">
                <a:extLst>
                  <a:ext uri="{FF2B5EF4-FFF2-40B4-BE49-F238E27FC236}">
                    <a16:creationId xmlns:a16="http://schemas.microsoft.com/office/drawing/2014/main" id="{DB96DDCF-DAEE-14E4-5980-57B7981E3619}"/>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5" name="TextBox 14">
                <a:extLst>
                  <a:ext uri="{FF2B5EF4-FFF2-40B4-BE49-F238E27FC236}">
                    <a16:creationId xmlns:a16="http://schemas.microsoft.com/office/drawing/2014/main" id="{33D83861-987C-C990-E703-759CB67D492A}"/>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p:txBody>
          </p:sp>
        </p:grpSp>
        <p:sp>
          <p:nvSpPr>
            <p:cNvPr id="13" name="TextBox 12">
              <a:extLst>
                <a:ext uri="{FF2B5EF4-FFF2-40B4-BE49-F238E27FC236}">
                  <a16:creationId xmlns:a16="http://schemas.microsoft.com/office/drawing/2014/main" id="{68FD63E1-7FF1-4492-1D55-2FB2BFA95F77}"/>
                </a:ext>
              </a:extLst>
            </p:cNvPr>
            <p:cNvSpPr txBox="1"/>
            <p:nvPr/>
          </p:nvSpPr>
          <p:spPr>
            <a:xfrm>
              <a:off x="9313754" y="395670"/>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M</a:t>
              </a:r>
            </a:p>
          </p:txBody>
        </p:sp>
      </p:grpSp>
      <p:pic>
        <p:nvPicPr>
          <p:cNvPr id="2050" name="Picture 2" descr="Ken Thompson - Faces of Open Source">
            <a:extLst>
              <a:ext uri="{FF2B5EF4-FFF2-40B4-BE49-F238E27FC236}">
                <a16:creationId xmlns:a16="http://schemas.microsoft.com/office/drawing/2014/main" id="{E9DEC005-BF69-A484-4790-103A56A3A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0463" y="1609395"/>
            <a:ext cx="1809923" cy="181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857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0FA17836-D718-B104-A123-C0C731DEF875}"/>
              </a:ext>
            </a:extLst>
          </p:cNvPr>
          <p:cNvSpPr>
            <a:spLocks noGrp="1"/>
          </p:cNvSpPr>
          <p:nvPr>
            <p:ph type="ctrTitle"/>
          </p:nvPr>
        </p:nvSpPr>
        <p:spPr/>
        <p:txBody>
          <a:bodyPr/>
          <a:lstStyle/>
          <a:p>
            <a:r>
              <a:rPr lang="en-US" noProof="0" dirty="0"/>
              <a:t>ex</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Pronounced </a:t>
            </a:r>
            <a:r>
              <a:rPr lang="en-US" sz="1800" b="1" noProof="0" dirty="0">
                <a:solidFill>
                  <a:schemeClr val="tx1"/>
                </a:solidFill>
              </a:rPr>
              <a:t>ee</a:t>
            </a:r>
            <a:r>
              <a:rPr lang="en-US" sz="1800" noProof="0" dirty="0">
                <a:solidFill>
                  <a:schemeClr val="tx1"/>
                </a:solidFill>
              </a:rPr>
              <a:t> </a:t>
            </a:r>
            <a:r>
              <a:rPr lang="en-US" sz="1800" b="1" noProof="0" dirty="0">
                <a:solidFill>
                  <a:schemeClr val="tx1"/>
                </a:solidFill>
              </a:rPr>
              <a:t>ex</a:t>
            </a:r>
            <a:r>
              <a:rPr lang="en-US" sz="1800" noProof="0" dirty="0">
                <a:solidFill>
                  <a:schemeClr val="tx1"/>
                </a:solidFill>
              </a:rPr>
              <a:t> (the two letters)</a:t>
            </a:r>
          </a:p>
          <a:p>
            <a:pPr marL="285750" indent="-285750">
              <a:buFont typeface="Arial" panose="020B0604020202020204" pitchFamily="34" charset="0"/>
              <a:buChar char="•"/>
            </a:pPr>
            <a:r>
              <a:rPr lang="en-US" sz="1800" noProof="0" dirty="0">
                <a:solidFill>
                  <a:schemeClr val="tx1"/>
                </a:solidFill>
              </a:rPr>
              <a:t>Designed as an extended version of </a:t>
            </a: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ed</a:t>
            </a:r>
          </a:p>
          <a:p>
            <a:pPr marL="465746" lvl="1" indent="-285750"/>
            <a:r>
              <a:rPr lang="en-US" sz="1800" noProof="0" dirty="0"/>
              <a:t>With visual feedback</a:t>
            </a:r>
          </a:p>
          <a:p>
            <a:pPr marL="285750" indent="-285750">
              <a:buFont typeface="Arial" panose="020B0604020202020204" pitchFamily="34" charset="0"/>
              <a:buChar char="•"/>
            </a:pPr>
            <a:r>
              <a:rPr lang="en-US" sz="1800" noProof="0" dirty="0">
                <a:solidFill>
                  <a:schemeClr val="tx1"/>
                </a:solidFill>
              </a:rPr>
              <a:t>Less resource intensive than the intermediary editor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em</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5746" lvl="1" indent="-285750"/>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em</a:t>
            </a:r>
            <a:r>
              <a:rPr lang="en-US" sz="1800" noProof="0" dirty="0"/>
              <a:t> was written by </a:t>
            </a:r>
            <a:r>
              <a:rPr lang="en-US" sz="1800" b="1" noProof="0" dirty="0"/>
              <a:t>George </a:t>
            </a:r>
            <a:r>
              <a:rPr lang="en-US" sz="1800" b="1" noProof="0" dirty="0" err="1"/>
              <a:t>Coulouris</a:t>
            </a:r>
            <a:r>
              <a:rPr lang="en-US" sz="1800" b="1" noProof="0" dirty="0"/>
              <a:t> </a:t>
            </a:r>
            <a:r>
              <a:rPr lang="en-US" sz="1800" noProof="0" dirty="0"/>
              <a:t>at QMC, London</a:t>
            </a:r>
          </a:p>
          <a:p>
            <a:pPr marL="285750" indent="-285750">
              <a:buFont typeface="Arial" panose="020B0604020202020204" pitchFamily="34" charset="0"/>
              <a:buChar char="•"/>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ex</a:t>
            </a:r>
            <a:r>
              <a:rPr lang="en-US" sz="1800" noProof="0" dirty="0"/>
              <a:t> </a:t>
            </a:r>
            <a:r>
              <a:rPr lang="en-US" sz="1800" noProof="0" dirty="0">
                <a:solidFill>
                  <a:schemeClr val="tx1"/>
                </a:solidFill>
              </a:rPr>
              <a:t>created by </a:t>
            </a:r>
            <a:r>
              <a:rPr lang="en-US" sz="1800" b="1" noProof="0" dirty="0">
                <a:solidFill>
                  <a:schemeClr val="tx1"/>
                </a:solidFill>
              </a:rPr>
              <a:t>Bill joy </a:t>
            </a:r>
            <a:r>
              <a:rPr lang="en-US" sz="1800" noProof="0" dirty="0">
                <a:solidFill>
                  <a:schemeClr val="tx1"/>
                </a:solidFill>
              </a:rPr>
              <a:t>at Berkely, 1976</a:t>
            </a:r>
          </a:p>
          <a:p>
            <a:pPr marL="285750" indent="-285750">
              <a:buFont typeface="Arial" panose="020B0604020202020204" pitchFamily="34" charset="0"/>
              <a:buChar char="•"/>
            </a:pPr>
            <a:r>
              <a:rPr lang="en-US" sz="1800" noProof="0" dirty="0">
                <a:solidFill>
                  <a:schemeClr val="tx1"/>
                </a:solidFill>
              </a:rPr>
              <a:t>Was eventually given a full screen visual interface</a:t>
            </a:r>
          </a:p>
          <a:p>
            <a:pPr marL="465746" lvl="1" indent="-285750"/>
            <a:r>
              <a:rPr lang="en-US" sz="1800" noProof="0" dirty="0"/>
              <a:t>Instigated by the command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visual</a:t>
            </a:r>
          </a:p>
          <a:p>
            <a:pPr marL="465746" lvl="1" indent="-285750"/>
            <a:r>
              <a:rPr lang="en-US" sz="1800" noProof="0" dirty="0"/>
              <a:t>This evolved into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a:t>
            </a: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grpSp>
        <p:nvGrpSpPr>
          <p:cNvPr id="3" name="Group 2">
            <a:extLst>
              <a:ext uri="{FF2B5EF4-FFF2-40B4-BE49-F238E27FC236}">
                <a16:creationId xmlns:a16="http://schemas.microsoft.com/office/drawing/2014/main" id="{2C7789D9-8237-BB8A-2EFC-AA071EB2663F}"/>
              </a:ext>
            </a:extLst>
          </p:cNvPr>
          <p:cNvGrpSpPr/>
          <p:nvPr/>
        </p:nvGrpSpPr>
        <p:grpSpPr>
          <a:xfrm>
            <a:off x="7061630" y="5311653"/>
            <a:ext cx="4614432" cy="904972"/>
            <a:chOff x="5254906" y="395670"/>
            <a:chExt cx="4614432" cy="904972"/>
          </a:xfrm>
        </p:grpSpPr>
        <p:grpSp>
          <p:nvGrpSpPr>
            <p:cNvPr id="4" name="Group 3">
              <a:extLst>
                <a:ext uri="{FF2B5EF4-FFF2-40B4-BE49-F238E27FC236}">
                  <a16:creationId xmlns:a16="http://schemas.microsoft.com/office/drawing/2014/main" id="{0AC46AF1-28C5-0877-CBF9-7484BE08357F}"/>
                </a:ext>
              </a:extLst>
            </p:cNvPr>
            <p:cNvGrpSpPr/>
            <p:nvPr/>
          </p:nvGrpSpPr>
          <p:grpSpPr>
            <a:xfrm>
              <a:off x="5254906" y="395671"/>
              <a:ext cx="1014712" cy="904971"/>
              <a:chOff x="5254906" y="395671"/>
              <a:chExt cx="1014712" cy="904971"/>
            </a:xfrm>
          </p:grpSpPr>
          <p:sp>
            <p:nvSpPr>
              <p:cNvPr id="17" name="Line 24">
                <a:extLst>
                  <a:ext uri="{FF2B5EF4-FFF2-40B4-BE49-F238E27FC236}">
                    <a16:creationId xmlns:a16="http://schemas.microsoft.com/office/drawing/2014/main" id="{1F478EEF-01A3-7D52-8488-E87DCAD3D994}"/>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8" name="TextBox 17">
                <a:extLst>
                  <a:ext uri="{FF2B5EF4-FFF2-40B4-BE49-F238E27FC236}">
                    <a16:creationId xmlns:a16="http://schemas.microsoft.com/office/drawing/2014/main" id="{5E817291-09C0-D66A-0EC8-FE00FE9B6E3A}"/>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Q</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7" name="Group 6">
              <a:extLst>
                <a:ext uri="{FF2B5EF4-FFF2-40B4-BE49-F238E27FC236}">
                  <a16:creationId xmlns:a16="http://schemas.microsoft.com/office/drawing/2014/main" id="{84EC0EA4-4E7A-46FF-E07B-47B2AE346881}"/>
                </a:ext>
              </a:extLst>
            </p:cNvPr>
            <p:cNvGrpSpPr/>
            <p:nvPr/>
          </p:nvGrpSpPr>
          <p:grpSpPr>
            <a:xfrm>
              <a:off x="6269618" y="395671"/>
              <a:ext cx="1014712" cy="904971"/>
              <a:chOff x="5254906" y="395671"/>
              <a:chExt cx="1014712" cy="904971"/>
            </a:xfrm>
          </p:grpSpPr>
          <p:sp>
            <p:nvSpPr>
              <p:cNvPr id="15" name="Line 24">
                <a:extLst>
                  <a:ext uri="{FF2B5EF4-FFF2-40B4-BE49-F238E27FC236}">
                    <a16:creationId xmlns:a16="http://schemas.microsoft.com/office/drawing/2014/main" id="{B56FFBD5-36CA-409D-0D10-F48268BEED2A}"/>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6" name="TextBox 15">
                <a:extLst>
                  <a:ext uri="{FF2B5EF4-FFF2-40B4-BE49-F238E27FC236}">
                    <a16:creationId xmlns:a16="http://schemas.microsoft.com/office/drawing/2014/main" id="{6AB472EE-1512-F9A4-1AF3-6E8B69FCB1D7}"/>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endPar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8" name="Group 7">
              <a:extLst>
                <a:ext uri="{FF2B5EF4-FFF2-40B4-BE49-F238E27FC236}">
                  <a16:creationId xmlns:a16="http://schemas.microsoft.com/office/drawing/2014/main" id="{DE06213A-36DB-7252-446E-68121D078922}"/>
                </a:ext>
              </a:extLst>
            </p:cNvPr>
            <p:cNvGrpSpPr/>
            <p:nvPr/>
          </p:nvGrpSpPr>
          <p:grpSpPr>
            <a:xfrm>
              <a:off x="7284330" y="395671"/>
              <a:ext cx="1014712" cy="904971"/>
              <a:chOff x="5254906" y="395671"/>
              <a:chExt cx="1014712" cy="904971"/>
            </a:xfrm>
          </p:grpSpPr>
          <p:sp>
            <p:nvSpPr>
              <p:cNvPr id="13" name="Line 24">
                <a:extLst>
                  <a:ext uri="{FF2B5EF4-FFF2-40B4-BE49-F238E27FC236}">
                    <a16:creationId xmlns:a16="http://schemas.microsoft.com/office/drawing/2014/main" id="{9CB5B5E0-1847-3DD3-B510-6AD34FCAF7D9}"/>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4" name="TextBox 13">
                <a:extLst>
                  <a:ext uri="{FF2B5EF4-FFF2-40B4-BE49-F238E27FC236}">
                    <a16:creationId xmlns:a16="http://schemas.microsoft.com/office/drawing/2014/main" id="{22140C42-4A3D-1501-468B-D3A630457C95}"/>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X</a:t>
                </a:r>
              </a:p>
            </p:txBody>
          </p:sp>
        </p:grpSp>
        <p:grpSp>
          <p:nvGrpSpPr>
            <p:cNvPr id="9" name="Group 8">
              <a:extLst>
                <a:ext uri="{FF2B5EF4-FFF2-40B4-BE49-F238E27FC236}">
                  <a16:creationId xmlns:a16="http://schemas.microsoft.com/office/drawing/2014/main" id="{04F43CD5-510E-B74D-7064-FE124B3E16D8}"/>
                </a:ext>
              </a:extLst>
            </p:cNvPr>
            <p:cNvGrpSpPr/>
            <p:nvPr/>
          </p:nvGrpSpPr>
          <p:grpSpPr>
            <a:xfrm>
              <a:off x="8299042" y="395671"/>
              <a:ext cx="1014712" cy="904971"/>
              <a:chOff x="5254906" y="395671"/>
              <a:chExt cx="1014712" cy="904971"/>
            </a:xfrm>
          </p:grpSpPr>
          <p:sp>
            <p:nvSpPr>
              <p:cNvPr id="11" name="Line 24">
                <a:extLst>
                  <a:ext uri="{FF2B5EF4-FFF2-40B4-BE49-F238E27FC236}">
                    <a16:creationId xmlns:a16="http://schemas.microsoft.com/office/drawing/2014/main" id="{046CE9F6-F1E2-E8F7-70C9-2BCC240BB835}"/>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2" name="TextBox 11">
                <a:extLst>
                  <a:ext uri="{FF2B5EF4-FFF2-40B4-BE49-F238E27FC236}">
                    <a16:creationId xmlns:a16="http://schemas.microsoft.com/office/drawing/2014/main" id="{2F849BFD-BF2A-F8DF-3A77-5BB2827350A8}"/>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p:txBody>
          </p:sp>
        </p:grpSp>
        <p:sp>
          <p:nvSpPr>
            <p:cNvPr id="10" name="TextBox 9">
              <a:extLst>
                <a:ext uri="{FF2B5EF4-FFF2-40B4-BE49-F238E27FC236}">
                  <a16:creationId xmlns:a16="http://schemas.microsoft.com/office/drawing/2014/main" id="{D91C1BC1-E3DE-F757-2F8A-44553A1E6A94}"/>
                </a:ext>
              </a:extLst>
            </p:cNvPr>
            <p:cNvSpPr txBox="1"/>
            <p:nvPr/>
          </p:nvSpPr>
          <p:spPr>
            <a:xfrm>
              <a:off x="9313754" y="395670"/>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M</a:t>
              </a:r>
            </a:p>
          </p:txBody>
        </p:sp>
      </p:grpSp>
      <p:pic>
        <p:nvPicPr>
          <p:cNvPr id="3074" name="Picture 2" descr="Bill Joy | Speaker | TED">
            <a:extLst>
              <a:ext uri="{FF2B5EF4-FFF2-40B4-BE49-F238E27FC236}">
                <a16:creationId xmlns:a16="http://schemas.microsoft.com/office/drawing/2014/main" id="{2A368F3F-19FA-6391-E277-5E50CBD5E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0164" y="1609725"/>
            <a:ext cx="1819209" cy="1819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661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805C4642-BE74-2792-483C-154CE3144293}"/>
              </a:ext>
            </a:extLst>
          </p:cNvPr>
          <p:cNvSpPr>
            <a:spLocks noGrp="1"/>
          </p:cNvSpPr>
          <p:nvPr>
            <p:ph type="ctrTitle"/>
          </p:nvPr>
        </p:nvSpPr>
        <p:spPr/>
        <p:txBody>
          <a:bodyPr/>
          <a:lstStyle/>
          <a:p>
            <a:r>
              <a:rPr lang="en-US" noProof="0" dirty="0"/>
              <a:t>vi</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Pronounced </a:t>
            </a:r>
            <a:r>
              <a:rPr lang="en-US" sz="1800" b="1" noProof="0" dirty="0">
                <a:solidFill>
                  <a:schemeClr val="tx1"/>
                </a:solidFill>
              </a:rPr>
              <a:t>vee</a:t>
            </a:r>
            <a:r>
              <a:rPr lang="en-US" sz="1800" noProof="0" dirty="0">
                <a:solidFill>
                  <a:schemeClr val="tx1"/>
                </a:solidFill>
              </a:rPr>
              <a:t> </a:t>
            </a:r>
            <a:r>
              <a:rPr lang="en-US" sz="1800" b="1" noProof="0" dirty="0">
                <a:solidFill>
                  <a:schemeClr val="tx1"/>
                </a:solidFill>
              </a:rPr>
              <a:t>eye</a:t>
            </a:r>
            <a:r>
              <a:rPr lang="en-US" sz="1800" noProof="0" dirty="0">
                <a:solidFill>
                  <a:schemeClr val="tx1"/>
                </a:solidFill>
              </a:rPr>
              <a:t> (the two letters)</a:t>
            </a:r>
          </a:p>
          <a:p>
            <a:pPr marL="285750" indent="-285750">
              <a:buFont typeface="Arial" panose="020B0604020202020204" pitchFamily="34" charset="0"/>
              <a:buChar char="•"/>
            </a:pPr>
            <a:r>
              <a:rPr lang="en-US" sz="1800" noProof="0" dirty="0">
                <a:solidFill>
                  <a:schemeClr val="tx1"/>
                </a:solidFill>
              </a:rPr>
              <a:t>Named after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ex</a:t>
            </a:r>
            <a:r>
              <a:rPr lang="en-US" sz="1800" noProof="0" dirty="0"/>
              <a:t> </a:t>
            </a:r>
            <a:r>
              <a:rPr lang="en-US" sz="1800" noProof="0" dirty="0">
                <a:solidFill>
                  <a:schemeClr val="tx1"/>
                </a:solidFill>
              </a:rPr>
              <a:t>command</a:t>
            </a:r>
            <a:r>
              <a:rPr lang="en-US" sz="1800" noProof="0" dirty="0"/>
              <a:t> </a:t>
            </a:r>
            <a:r>
              <a:rPr lang="en-US" sz="1800" b="1" noProof="0" dirty="0">
                <a:solidFill>
                  <a:srgbClr val="FF0000"/>
                </a:solidFill>
                <a:latin typeface="Hack" panose="020B0609030202020204" pitchFamily="49" charset="0"/>
                <a:ea typeface="Hack" panose="020B0609030202020204" pitchFamily="49" charset="0"/>
                <a:cs typeface="Hack" panose="020B0609030202020204" pitchFamily="49" charset="0"/>
              </a:rPr>
              <a:t>vi</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sual</a:t>
            </a:r>
          </a:p>
          <a:p>
            <a:pPr marL="285750" indent="-285750">
              <a:buFont typeface="Arial" panose="020B0604020202020204" pitchFamily="34" charset="0"/>
              <a:buChar char="•"/>
            </a:pPr>
            <a:r>
              <a:rPr lang="en-US" sz="1800" noProof="0" dirty="0">
                <a:solidFill>
                  <a:schemeClr val="tx1"/>
                </a:solidFill>
              </a:rPr>
              <a:t>Written by </a:t>
            </a:r>
            <a:r>
              <a:rPr lang="en-US" sz="1800" b="1" noProof="0" dirty="0">
                <a:solidFill>
                  <a:schemeClr val="tx1"/>
                </a:solidFill>
              </a:rPr>
              <a:t>Bill joy </a:t>
            </a:r>
            <a:r>
              <a:rPr lang="en-US" sz="1800" noProof="0" dirty="0">
                <a:solidFill>
                  <a:schemeClr val="tx1"/>
                </a:solidFill>
              </a:rPr>
              <a:t>to enhance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ex</a:t>
            </a:r>
          </a:p>
          <a:p>
            <a:pPr marL="465746" lvl="1" indent="-285750"/>
            <a:r>
              <a:rPr lang="en-US" sz="1800" noProof="0" dirty="0"/>
              <a:t>Original code in 1976</a:t>
            </a:r>
          </a:p>
          <a:p>
            <a:pPr marL="465746" lvl="1" indent="-285750"/>
            <a:r>
              <a:rPr lang="en-US" sz="1800" noProof="0" dirty="0"/>
              <a:t>Released as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a:t>
            </a:r>
            <a:r>
              <a:rPr lang="en-US" sz="1800" noProof="0" dirty="0"/>
              <a:t> in 1979</a:t>
            </a:r>
          </a:p>
          <a:p>
            <a:pPr marL="285750" indent="-285750">
              <a:buFont typeface="Arial" panose="020B0604020202020204" pitchFamily="34" charset="0"/>
              <a:buChar char="•"/>
            </a:pPr>
            <a:r>
              <a:rPr lang="en-US" sz="1800" noProof="0" dirty="0">
                <a:solidFill>
                  <a:schemeClr val="tx1"/>
                </a:solidFill>
              </a:rPr>
              <a:t>Many clones exist</a:t>
            </a:r>
          </a:p>
          <a:p>
            <a:pPr marL="0" indent="0">
              <a:buNone/>
            </a:pPr>
            <a:endParaRPr lang="en-US" sz="32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grpSp>
        <p:nvGrpSpPr>
          <p:cNvPr id="3" name="Group 2">
            <a:extLst>
              <a:ext uri="{FF2B5EF4-FFF2-40B4-BE49-F238E27FC236}">
                <a16:creationId xmlns:a16="http://schemas.microsoft.com/office/drawing/2014/main" id="{9993A780-A498-DABC-70ED-E587AB74482E}"/>
              </a:ext>
            </a:extLst>
          </p:cNvPr>
          <p:cNvGrpSpPr/>
          <p:nvPr/>
        </p:nvGrpSpPr>
        <p:grpSpPr>
          <a:xfrm>
            <a:off x="7061061" y="5331973"/>
            <a:ext cx="4614432" cy="904972"/>
            <a:chOff x="5254906" y="395670"/>
            <a:chExt cx="4614432" cy="904972"/>
          </a:xfrm>
        </p:grpSpPr>
        <p:grpSp>
          <p:nvGrpSpPr>
            <p:cNvPr id="4" name="Group 3">
              <a:extLst>
                <a:ext uri="{FF2B5EF4-FFF2-40B4-BE49-F238E27FC236}">
                  <a16:creationId xmlns:a16="http://schemas.microsoft.com/office/drawing/2014/main" id="{FA373B87-E41A-4C91-EC2A-85CECDB48801}"/>
                </a:ext>
              </a:extLst>
            </p:cNvPr>
            <p:cNvGrpSpPr/>
            <p:nvPr/>
          </p:nvGrpSpPr>
          <p:grpSpPr>
            <a:xfrm>
              <a:off x="5254906" y="395671"/>
              <a:ext cx="1014712" cy="904971"/>
              <a:chOff x="5254906" y="395671"/>
              <a:chExt cx="1014712" cy="904971"/>
            </a:xfrm>
          </p:grpSpPr>
          <p:sp>
            <p:nvSpPr>
              <p:cNvPr id="17" name="Line 24">
                <a:extLst>
                  <a:ext uri="{FF2B5EF4-FFF2-40B4-BE49-F238E27FC236}">
                    <a16:creationId xmlns:a16="http://schemas.microsoft.com/office/drawing/2014/main" id="{81B7FC8E-24F7-63F8-B8A3-7A3DCFAA4C7D}"/>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8" name="TextBox 17">
                <a:extLst>
                  <a:ext uri="{FF2B5EF4-FFF2-40B4-BE49-F238E27FC236}">
                    <a16:creationId xmlns:a16="http://schemas.microsoft.com/office/drawing/2014/main" id="{46A5C315-3FF1-197B-B21D-735DFB3A1B5C}"/>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Q</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7" name="Group 6">
              <a:extLst>
                <a:ext uri="{FF2B5EF4-FFF2-40B4-BE49-F238E27FC236}">
                  <a16:creationId xmlns:a16="http://schemas.microsoft.com/office/drawing/2014/main" id="{99F0E597-0633-C396-08E4-66C6760F09B7}"/>
                </a:ext>
              </a:extLst>
            </p:cNvPr>
            <p:cNvGrpSpPr/>
            <p:nvPr/>
          </p:nvGrpSpPr>
          <p:grpSpPr>
            <a:xfrm>
              <a:off x="6269618" y="395671"/>
              <a:ext cx="1014712" cy="904971"/>
              <a:chOff x="5254906" y="395671"/>
              <a:chExt cx="1014712" cy="904971"/>
            </a:xfrm>
          </p:grpSpPr>
          <p:sp>
            <p:nvSpPr>
              <p:cNvPr id="15" name="Line 24">
                <a:extLst>
                  <a:ext uri="{FF2B5EF4-FFF2-40B4-BE49-F238E27FC236}">
                    <a16:creationId xmlns:a16="http://schemas.microsoft.com/office/drawing/2014/main" id="{41DE3AF4-9D8B-8031-8BB3-0DC8EA57E6FF}"/>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6" name="TextBox 15">
                <a:extLst>
                  <a:ext uri="{FF2B5EF4-FFF2-40B4-BE49-F238E27FC236}">
                    <a16:creationId xmlns:a16="http://schemas.microsoft.com/office/drawing/2014/main" id="{08C2B8A8-5CA7-848A-01AC-E20F317D2495}"/>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endPar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8" name="Group 7">
              <a:extLst>
                <a:ext uri="{FF2B5EF4-FFF2-40B4-BE49-F238E27FC236}">
                  <a16:creationId xmlns:a16="http://schemas.microsoft.com/office/drawing/2014/main" id="{D383480E-1DE2-F0C6-C0BB-F64A13847891}"/>
                </a:ext>
              </a:extLst>
            </p:cNvPr>
            <p:cNvGrpSpPr/>
            <p:nvPr/>
          </p:nvGrpSpPr>
          <p:grpSpPr>
            <a:xfrm>
              <a:off x="7284330" y="395671"/>
              <a:ext cx="1014712" cy="904971"/>
              <a:chOff x="5254906" y="395671"/>
              <a:chExt cx="1014712" cy="904971"/>
            </a:xfrm>
          </p:grpSpPr>
          <p:sp>
            <p:nvSpPr>
              <p:cNvPr id="13" name="Line 24">
                <a:extLst>
                  <a:ext uri="{FF2B5EF4-FFF2-40B4-BE49-F238E27FC236}">
                    <a16:creationId xmlns:a16="http://schemas.microsoft.com/office/drawing/2014/main" id="{FD428141-C8DF-1FEF-8819-35B05D7D4C56}"/>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4" name="TextBox 13">
                <a:extLst>
                  <a:ext uri="{FF2B5EF4-FFF2-40B4-BE49-F238E27FC236}">
                    <a16:creationId xmlns:a16="http://schemas.microsoft.com/office/drawing/2014/main" id="{AF08D584-C3C5-38EE-DA4A-12771EE2AA9D}"/>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X</a:t>
                </a:r>
              </a:p>
            </p:txBody>
          </p:sp>
        </p:grpSp>
        <p:grpSp>
          <p:nvGrpSpPr>
            <p:cNvPr id="9" name="Group 8">
              <a:extLst>
                <a:ext uri="{FF2B5EF4-FFF2-40B4-BE49-F238E27FC236}">
                  <a16:creationId xmlns:a16="http://schemas.microsoft.com/office/drawing/2014/main" id="{B72FBE1D-BF80-2E16-8CE3-2750A396E7A0}"/>
                </a:ext>
              </a:extLst>
            </p:cNvPr>
            <p:cNvGrpSpPr/>
            <p:nvPr/>
          </p:nvGrpSpPr>
          <p:grpSpPr>
            <a:xfrm>
              <a:off x="8299042" y="395671"/>
              <a:ext cx="1014712" cy="904971"/>
              <a:chOff x="5254906" y="395671"/>
              <a:chExt cx="1014712" cy="904971"/>
            </a:xfrm>
          </p:grpSpPr>
          <p:sp>
            <p:nvSpPr>
              <p:cNvPr id="11" name="Line 24">
                <a:extLst>
                  <a:ext uri="{FF2B5EF4-FFF2-40B4-BE49-F238E27FC236}">
                    <a16:creationId xmlns:a16="http://schemas.microsoft.com/office/drawing/2014/main" id="{B1698BB6-DF90-5E8D-A8E4-1F1A49692917}"/>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2" name="TextBox 11">
                <a:extLst>
                  <a:ext uri="{FF2B5EF4-FFF2-40B4-BE49-F238E27FC236}">
                    <a16:creationId xmlns:a16="http://schemas.microsoft.com/office/drawing/2014/main" id="{084B9D78-61B0-709C-E0CC-0412642A4704}"/>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I</a:t>
                </a:r>
              </a:p>
            </p:txBody>
          </p:sp>
        </p:grpSp>
        <p:sp>
          <p:nvSpPr>
            <p:cNvPr id="10" name="TextBox 9">
              <a:extLst>
                <a:ext uri="{FF2B5EF4-FFF2-40B4-BE49-F238E27FC236}">
                  <a16:creationId xmlns:a16="http://schemas.microsoft.com/office/drawing/2014/main" id="{DE1A6A10-C84B-AB2B-899C-1FF24E4B9DBE}"/>
                </a:ext>
              </a:extLst>
            </p:cNvPr>
            <p:cNvSpPr txBox="1"/>
            <p:nvPr/>
          </p:nvSpPr>
          <p:spPr>
            <a:xfrm>
              <a:off x="9313754" y="395670"/>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M</a:t>
              </a:r>
            </a:p>
          </p:txBody>
        </p:sp>
      </p:grpSp>
      <p:pic>
        <p:nvPicPr>
          <p:cNvPr id="3074" name="Picture 2" descr="Bill Joy | Speaker | TED">
            <a:extLst>
              <a:ext uri="{FF2B5EF4-FFF2-40B4-BE49-F238E27FC236}">
                <a16:creationId xmlns:a16="http://schemas.microsoft.com/office/drawing/2014/main" id="{2A368F3F-19FA-6391-E277-5E50CBD5E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0164" y="1609725"/>
            <a:ext cx="1819209" cy="1819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28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F4FDF1B6-5827-1524-5F7A-498D51391DB1}"/>
              </a:ext>
            </a:extLst>
          </p:cNvPr>
          <p:cNvSpPr>
            <a:spLocks noGrp="1"/>
          </p:cNvSpPr>
          <p:nvPr>
            <p:ph type="ctrTitle"/>
          </p:nvPr>
        </p:nvSpPr>
        <p:spPr/>
        <p:txBody>
          <a:bodyPr/>
          <a:lstStyle/>
          <a:p>
            <a:r>
              <a:rPr lang="en-US" noProof="0" dirty="0"/>
              <a:t>vim (</a:t>
            </a:r>
            <a:r>
              <a:rPr lang="en-US" sz="2800" noProof="0" dirty="0"/>
              <a:t>vi</a:t>
            </a:r>
            <a:r>
              <a:rPr lang="en-US" noProof="0" dirty="0"/>
              <a:t> clone)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A contraction of </a:t>
            </a:r>
            <a:r>
              <a:rPr lang="en-US" sz="1800" b="1" noProof="0" dirty="0">
                <a:solidFill>
                  <a:schemeClr val="tx1"/>
                </a:solidFill>
              </a:rPr>
              <a:t>V</a:t>
            </a:r>
            <a:r>
              <a:rPr lang="en-US" sz="1800" noProof="0" dirty="0">
                <a:solidFill>
                  <a:schemeClr val="tx1"/>
                </a:solidFill>
              </a:rPr>
              <a:t>i </a:t>
            </a:r>
            <a:r>
              <a:rPr lang="en-US" sz="1800" b="1" noProof="0" dirty="0" err="1">
                <a:solidFill>
                  <a:schemeClr val="tx1"/>
                </a:solidFill>
              </a:rPr>
              <a:t>IM</a:t>
            </a:r>
            <a:r>
              <a:rPr lang="en-US" sz="1800" noProof="0" dirty="0" err="1">
                <a:solidFill>
                  <a:schemeClr val="tx1"/>
                </a:solidFill>
              </a:rPr>
              <a:t>proved</a:t>
            </a:r>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Written by Bram Moolenaar (1991)</a:t>
            </a:r>
          </a:p>
          <a:p>
            <a:pPr marL="285750" indent="-285750">
              <a:buFont typeface="Arial" panose="020B0604020202020204" pitchFamily="34" charset="0"/>
              <a:buChar char="•"/>
            </a:pPr>
            <a:r>
              <a:rPr lang="en-US" sz="1800" noProof="0" dirty="0">
                <a:solidFill>
                  <a:schemeClr val="tx1"/>
                </a:solidFill>
              </a:rPr>
              <a:t>Derived for a port of the editor </a:t>
            </a:r>
            <a:r>
              <a:rPr lang="en-US" sz="1800" b="1" noProof="0" dirty="0" err="1">
                <a:solidFill>
                  <a:schemeClr val="tx1"/>
                </a:solidFill>
                <a:latin typeface="Hack" panose="020B0609030202020204" pitchFamily="49" charset="0"/>
                <a:ea typeface="Hack" panose="020B0609030202020204" pitchFamily="49" charset="0"/>
                <a:cs typeface="Hack" panose="020B0609030202020204" pitchFamily="49" charset="0"/>
              </a:rPr>
              <a:t>stevie</a:t>
            </a: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465746" lvl="1" indent="-285750"/>
            <a:r>
              <a:rPr lang="en-US" sz="1800" b="1" noProof="0" dirty="0"/>
              <a:t>ST</a:t>
            </a:r>
            <a:r>
              <a:rPr lang="en-US" sz="1800" noProof="0" dirty="0"/>
              <a:t> </a:t>
            </a:r>
            <a:r>
              <a:rPr lang="en-US" sz="1800" b="1" noProof="0" dirty="0"/>
              <a:t>E</a:t>
            </a:r>
            <a:r>
              <a:rPr lang="en-US" sz="1800" noProof="0" dirty="0"/>
              <a:t>ditor for </a:t>
            </a:r>
            <a:r>
              <a:rPr lang="en-US" sz="1800" b="1" noProof="0" dirty="0"/>
              <a:t>Vi</a:t>
            </a:r>
            <a:r>
              <a:rPr lang="en-US" sz="1800" noProof="0" dirty="0"/>
              <a:t> </a:t>
            </a:r>
            <a:r>
              <a:rPr lang="en-US" sz="1800" b="1" noProof="0" dirty="0"/>
              <a:t>E</a:t>
            </a:r>
            <a:r>
              <a:rPr lang="en-US" sz="1800" noProof="0" dirty="0"/>
              <a:t>nthusiast, Tim Thomson 1978</a:t>
            </a:r>
          </a:p>
          <a:p>
            <a:pPr marL="465746" lvl="1" indent="-285750"/>
            <a:r>
              <a:rPr lang="en-US" sz="1800" noProof="0" dirty="0"/>
              <a:t>Features added by Tony Andrews and ported to amiga</a:t>
            </a:r>
          </a:p>
          <a:p>
            <a:pPr marL="465746" lvl="1" indent="-285750"/>
            <a:r>
              <a:rPr lang="en-US" sz="1800" noProof="0" dirty="0"/>
              <a:t>This port was the starting point for VIM</a:t>
            </a:r>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grpSp>
        <p:nvGrpSpPr>
          <p:cNvPr id="3" name="Group 2">
            <a:extLst>
              <a:ext uri="{FF2B5EF4-FFF2-40B4-BE49-F238E27FC236}">
                <a16:creationId xmlns:a16="http://schemas.microsoft.com/office/drawing/2014/main" id="{D618DB7A-6531-B4DA-0C2C-14E5E72EE62F}"/>
              </a:ext>
            </a:extLst>
          </p:cNvPr>
          <p:cNvGrpSpPr/>
          <p:nvPr/>
        </p:nvGrpSpPr>
        <p:grpSpPr>
          <a:xfrm>
            <a:off x="7061061" y="5301493"/>
            <a:ext cx="4614432" cy="904972"/>
            <a:chOff x="5254906" y="395670"/>
            <a:chExt cx="4614432" cy="904972"/>
          </a:xfrm>
        </p:grpSpPr>
        <p:grpSp>
          <p:nvGrpSpPr>
            <p:cNvPr id="4" name="Group 3">
              <a:extLst>
                <a:ext uri="{FF2B5EF4-FFF2-40B4-BE49-F238E27FC236}">
                  <a16:creationId xmlns:a16="http://schemas.microsoft.com/office/drawing/2014/main" id="{0751F7F4-D760-0835-29A2-614AA5136019}"/>
                </a:ext>
              </a:extLst>
            </p:cNvPr>
            <p:cNvGrpSpPr/>
            <p:nvPr/>
          </p:nvGrpSpPr>
          <p:grpSpPr>
            <a:xfrm>
              <a:off x="5254906" y="395671"/>
              <a:ext cx="1014712" cy="904971"/>
              <a:chOff x="5254906" y="395671"/>
              <a:chExt cx="1014712" cy="904971"/>
            </a:xfrm>
          </p:grpSpPr>
          <p:sp>
            <p:nvSpPr>
              <p:cNvPr id="17" name="Line 24">
                <a:extLst>
                  <a:ext uri="{FF2B5EF4-FFF2-40B4-BE49-F238E27FC236}">
                    <a16:creationId xmlns:a16="http://schemas.microsoft.com/office/drawing/2014/main" id="{1C7B3E83-56B7-8E51-1F34-C49D7491B75B}"/>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8" name="TextBox 17">
                <a:extLst>
                  <a:ext uri="{FF2B5EF4-FFF2-40B4-BE49-F238E27FC236}">
                    <a16:creationId xmlns:a16="http://schemas.microsoft.com/office/drawing/2014/main" id="{0C6F9F06-A1A2-3EFC-766D-A985E4B541D2}"/>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Q</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7" name="Group 6">
              <a:extLst>
                <a:ext uri="{FF2B5EF4-FFF2-40B4-BE49-F238E27FC236}">
                  <a16:creationId xmlns:a16="http://schemas.microsoft.com/office/drawing/2014/main" id="{DF2E5A5B-0403-9FA7-56FC-444B0E467478}"/>
                </a:ext>
              </a:extLst>
            </p:cNvPr>
            <p:cNvGrpSpPr/>
            <p:nvPr/>
          </p:nvGrpSpPr>
          <p:grpSpPr>
            <a:xfrm>
              <a:off x="6269618" y="395671"/>
              <a:ext cx="1014712" cy="904971"/>
              <a:chOff x="5254906" y="395671"/>
              <a:chExt cx="1014712" cy="904971"/>
            </a:xfrm>
          </p:grpSpPr>
          <p:sp>
            <p:nvSpPr>
              <p:cNvPr id="15" name="Line 24">
                <a:extLst>
                  <a:ext uri="{FF2B5EF4-FFF2-40B4-BE49-F238E27FC236}">
                    <a16:creationId xmlns:a16="http://schemas.microsoft.com/office/drawing/2014/main" id="{7F4B2EE3-26FC-788F-B9FC-9C070AE4E0F8}"/>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6" name="TextBox 15">
                <a:extLst>
                  <a:ext uri="{FF2B5EF4-FFF2-40B4-BE49-F238E27FC236}">
                    <a16:creationId xmlns:a16="http://schemas.microsoft.com/office/drawing/2014/main" id="{F98E5C55-816C-5626-26E0-9897BF583188}"/>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endPar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D</a:t>
                </a:r>
              </a:p>
            </p:txBody>
          </p:sp>
        </p:grpSp>
        <p:grpSp>
          <p:nvGrpSpPr>
            <p:cNvPr id="8" name="Group 7">
              <a:extLst>
                <a:ext uri="{FF2B5EF4-FFF2-40B4-BE49-F238E27FC236}">
                  <a16:creationId xmlns:a16="http://schemas.microsoft.com/office/drawing/2014/main" id="{48915378-7044-FE7E-D95F-6892A4839220}"/>
                </a:ext>
              </a:extLst>
            </p:cNvPr>
            <p:cNvGrpSpPr/>
            <p:nvPr/>
          </p:nvGrpSpPr>
          <p:grpSpPr>
            <a:xfrm>
              <a:off x="7284330" y="395671"/>
              <a:ext cx="1014712" cy="904971"/>
              <a:chOff x="5254906" y="395671"/>
              <a:chExt cx="1014712" cy="904971"/>
            </a:xfrm>
          </p:grpSpPr>
          <p:sp>
            <p:nvSpPr>
              <p:cNvPr id="13" name="Line 24">
                <a:extLst>
                  <a:ext uri="{FF2B5EF4-FFF2-40B4-BE49-F238E27FC236}">
                    <a16:creationId xmlns:a16="http://schemas.microsoft.com/office/drawing/2014/main" id="{2D7A001D-2195-50CE-82E2-A6C1217FF3E1}"/>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4" name="TextBox 13">
                <a:extLst>
                  <a:ext uri="{FF2B5EF4-FFF2-40B4-BE49-F238E27FC236}">
                    <a16:creationId xmlns:a16="http://schemas.microsoft.com/office/drawing/2014/main" id="{A4D3B441-3914-A52A-F290-53C665F71FEA}"/>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E</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X</a:t>
                </a:r>
              </a:p>
            </p:txBody>
          </p:sp>
        </p:grpSp>
        <p:grpSp>
          <p:nvGrpSpPr>
            <p:cNvPr id="9" name="Group 8">
              <a:extLst>
                <a:ext uri="{FF2B5EF4-FFF2-40B4-BE49-F238E27FC236}">
                  <a16:creationId xmlns:a16="http://schemas.microsoft.com/office/drawing/2014/main" id="{21B6763A-9991-AA4E-6DE9-9AFECA449D7F}"/>
                </a:ext>
              </a:extLst>
            </p:cNvPr>
            <p:cNvGrpSpPr/>
            <p:nvPr/>
          </p:nvGrpSpPr>
          <p:grpSpPr>
            <a:xfrm>
              <a:off x="8299042" y="395671"/>
              <a:ext cx="1014712" cy="904971"/>
              <a:chOff x="5254906" y="395671"/>
              <a:chExt cx="1014712" cy="904971"/>
            </a:xfrm>
          </p:grpSpPr>
          <p:sp>
            <p:nvSpPr>
              <p:cNvPr id="11" name="Line 24">
                <a:extLst>
                  <a:ext uri="{FF2B5EF4-FFF2-40B4-BE49-F238E27FC236}">
                    <a16:creationId xmlns:a16="http://schemas.microsoft.com/office/drawing/2014/main" id="{13C97D83-E547-2BC5-06F0-777077D72C05}"/>
                  </a:ext>
                </a:extLst>
              </p:cNvPr>
              <p:cNvSpPr>
                <a:spLocks noChangeShapeType="1"/>
              </p:cNvSpPr>
              <p:nvPr/>
            </p:nvSpPr>
            <p:spPr bwMode="auto">
              <a:xfrm>
                <a:off x="5528839" y="833377"/>
                <a:ext cx="740779" cy="0"/>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2" name="TextBox 11">
                <a:extLst>
                  <a:ext uri="{FF2B5EF4-FFF2-40B4-BE49-F238E27FC236}">
                    <a16:creationId xmlns:a16="http://schemas.microsoft.com/office/drawing/2014/main" id="{D27802E5-D996-2D5E-484B-BCBF35BC7D13}"/>
                  </a:ext>
                </a:extLst>
              </p:cNvPr>
              <p:cNvSpPr txBox="1"/>
              <p:nvPr/>
            </p:nvSpPr>
            <p:spPr>
              <a:xfrm>
                <a:off x="5254906" y="395671"/>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I</a:t>
                </a:r>
              </a:p>
            </p:txBody>
          </p:sp>
        </p:grpSp>
        <p:sp>
          <p:nvSpPr>
            <p:cNvPr id="10" name="TextBox 9">
              <a:extLst>
                <a:ext uri="{FF2B5EF4-FFF2-40B4-BE49-F238E27FC236}">
                  <a16:creationId xmlns:a16="http://schemas.microsoft.com/office/drawing/2014/main" id="{DF404819-B344-8DBC-BF4F-AE1E6339EF58}"/>
                </a:ext>
              </a:extLst>
            </p:cNvPr>
            <p:cNvSpPr txBox="1"/>
            <p:nvPr/>
          </p:nvSpPr>
          <p:spPr>
            <a:xfrm>
              <a:off x="9313754" y="395670"/>
              <a:ext cx="555584" cy="904971"/>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V</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I</a:t>
              </a:r>
            </a:p>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M</a:t>
              </a:r>
            </a:p>
          </p:txBody>
        </p:sp>
      </p:grpSp>
      <p:pic>
        <p:nvPicPr>
          <p:cNvPr id="4098" name="Picture 2" descr="Bram Moolenaar Facts for Kids">
            <a:extLst>
              <a:ext uri="{FF2B5EF4-FFF2-40B4-BE49-F238E27FC236}">
                <a16:creationId xmlns:a16="http://schemas.microsoft.com/office/drawing/2014/main" id="{D15E3651-7492-0B54-598B-DE1228D41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0225" y="1578905"/>
            <a:ext cx="1818811" cy="1850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693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Using vi / vim</a:t>
            </a:r>
          </a:p>
        </p:txBody>
      </p:sp>
      <p:sp>
        <p:nvSpPr>
          <p:cNvPr id="2" name="Subtitle 1">
            <a:extLst>
              <a:ext uri="{FF2B5EF4-FFF2-40B4-BE49-F238E27FC236}">
                <a16:creationId xmlns:a16="http://schemas.microsoft.com/office/drawing/2014/main" id="{D068BD06-4256-911E-C2A9-70A0C706331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040744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76457F-1FFD-D5E8-21BF-6DB7F40BB86E}"/>
              </a:ext>
            </a:extLst>
          </p:cNvPr>
          <p:cNvSpPr>
            <a:spLocks noGrp="1"/>
          </p:cNvSpPr>
          <p:nvPr>
            <p:ph type="ctrTitle"/>
          </p:nvPr>
        </p:nvSpPr>
        <p:spPr/>
        <p:txBody>
          <a:bodyPr/>
          <a:lstStyle/>
          <a:p>
            <a:r>
              <a:rPr lang="en-US" noProof="0" dirty="0"/>
              <a:t>vi and vim</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a:t>
            </a:r>
            <a:r>
              <a:rPr lang="en-US" sz="1800" noProof="0" dirty="0"/>
              <a:t> </a:t>
            </a:r>
            <a:r>
              <a:rPr lang="en-US" sz="1800" noProof="0" dirty="0">
                <a:solidFill>
                  <a:schemeClr val="tx1"/>
                </a:solidFill>
              </a:rPr>
              <a:t>is a visual display-presentation editor.</a:t>
            </a:r>
          </a:p>
          <a:p>
            <a:pPr marL="465746" lvl="1" indent="-285750"/>
            <a:r>
              <a:rPr lang="en-US" sz="1800" noProof="0" dirty="0"/>
              <a:t>Based on an underlying editor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ex</a:t>
            </a:r>
          </a:p>
          <a:p>
            <a:pPr marL="285750" indent="-285750">
              <a:buFont typeface="Arial" panose="020B0604020202020204" pitchFamily="34" charset="0"/>
              <a:buChar char="•"/>
            </a:pPr>
            <a:r>
              <a:rPr lang="en-US" sz="1800" noProof="0" dirty="0">
                <a:solidFill>
                  <a:schemeClr val="tx1"/>
                </a:solidFill>
              </a:rPr>
              <a:t>Interface is </a:t>
            </a:r>
            <a:r>
              <a:rPr lang="en-US" sz="1800" b="1" noProof="0" dirty="0">
                <a:solidFill>
                  <a:schemeClr val="tx1"/>
                </a:solidFill>
              </a:rPr>
              <a:t>unusual </a:t>
            </a:r>
            <a:r>
              <a:rPr lang="en-US" sz="1800" noProof="0" dirty="0">
                <a:solidFill>
                  <a:schemeClr val="tx1"/>
                </a:solidFill>
              </a:rPr>
              <a:t>and difficult for newcomers.</a:t>
            </a:r>
          </a:p>
          <a:p>
            <a:pPr marL="285750" indent="-285750">
              <a:buFont typeface="Arial" panose="020B0604020202020204" pitchFamily="34" charset="0"/>
              <a:buChar char="•"/>
            </a:pPr>
            <a:endParaRPr lang="en-US" sz="1800" noProof="0" dirty="0"/>
          </a:p>
          <a:p>
            <a:pPr marL="285750" indent="-285750">
              <a:buFont typeface="Arial" panose="020B0604020202020204" pitchFamily="34" charset="0"/>
              <a:buChar char="•"/>
            </a:pPr>
            <a:endParaRPr lang="en-US" sz="1800" noProof="0" dirty="0"/>
          </a:p>
          <a:p>
            <a:pPr marL="285750" indent="-285750">
              <a:buFont typeface="Arial" panose="020B0604020202020204" pitchFamily="34" charset="0"/>
              <a:buChar char="•"/>
            </a:pPr>
            <a:endParaRPr lang="en-US" sz="1800" noProof="0" dirty="0"/>
          </a:p>
          <a:p>
            <a:pPr marL="285750" indent="-285750">
              <a:buFont typeface="Arial" panose="020B0604020202020204" pitchFamily="34" charset="0"/>
              <a:buChar char="•"/>
            </a:pPr>
            <a:endParaRPr lang="en-US" sz="1800" noProof="0" dirty="0"/>
          </a:p>
          <a:p>
            <a:pPr marL="285750" indent="-285750">
              <a:buFont typeface="Arial" panose="020B0604020202020204" pitchFamily="34" charset="0"/>
              <a:buChar char="•"/>
            </a:pPr>
            <a:endParaRPr lang="en-US" sz="1800" noProof="0" dirty="0"/>
          </a:p>
          <a:p>
            <a:pPr marL="285750" indent="-285750">
              <a:buFont typeface="Arial" panose="020B0604020202020204" pitchFamily="34" charset="0"/>
              <a:buChar char="•"/>
            </a:pPr>
            <a:r>
              <a:rPr lang="en-US" sz="1800" noProof="0" dirty="0">
                <a:solidFill>
                  <a:schemeClr val="tx1"/>
                </a:solidFill>
              </a:rPr>
              <a:t>The GPL version, provided on Linux, is called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vim</a:t>
            </a:r>
            <a:r>
              <a:rPr lang="en-US" noProof="0" dirty="0">
                <a:solidFill>
                  <a:schemeClr val="tx1"/>
                </a:solidFill>
              </a:rPr>
              <a:t>.</a:t>
            </a:r>
          </a:p>
          <a:p>
            <a:pPr marL="285750" indent="-285750">
              <a:buFont typeface="Arial" panose="020B0604020202020204" pitchFamily="34" charset="0"/>
              <a:buChar char="•"/>
            </a:pPr>
            <a:r>
              <a:rPr lang="en-US" noProof="0" dirty="0">
                <a:solidFill>
                  <a:schemeClr val="tx1"/>
                </a:solidFill>
              </a:rPr>
              <a:t>Typically invoked as:</a:t>
            </a:r>
          </a:p>
          <a:p>
            <a:pPr marL="465746"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a:t>
            </a:r>
            <a:r>
              <a:rPr lang="en-US" sz="1800" noProof="0" dirty="0"/>
              <a:t> </a:t>
            </a:r>
            <a:r>
              <a:rPr lang="en-US" sz="1800" i="1" noProof="0" dirty="0"/>
              <a:t>file</a:t>
            </a:r>
            <a:r>
              <a:rPr lang="en-US" sz="1800" noProof="0" dirty="0"/>
              <a:t> – fully functioning</a:t>
            </a:r>
          </a:p>
          <a:p>
            <a:pPr marL="465746"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view</a:t>
            </a:r>
            <a:r>
              <a:rPr lang="en-US" sz="1800" noProof="0" dirty="0"/>
              <a:t> </a:t>
            </a:r>
            <a:r>
              <a:rPr lang="en-US" sz="1800" i="1" noProof="0" dirty="0"/>
              <a:t>file</a:t>
            </a:r>
            <a:r>
              <a:rPr lang="en-US" sz="1800" noProof="0" dirty="0"/>
              <a:t> - read-only</a:t>
            </a: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7" name="Rectangle 3">
            <a:extLst>
              <a:ext uri="{FF2B5EF4-FFF2-40B4-BE49-F238E27FC236}">
                <a16:creationId xmlns:a16="http://schemas.microsoft.com/office/drawing/2014/main" id="{16FE4C2C-9D12-128D-F2DF-4EA15D5F0C7E}"/>
              </a:ext>
            </a:extLst>
          </p:cNvPr>
          <p:cNvSpPr>
            <a:spLocks noChangeArrowheads="1"/>
          </p:cNvSpPr>
          <p:nvPr/>
        </p:nvSpPr>
        <p:spPr bwMode="auto">
          <a:xfrm>
            <a:off x="6757394" y="5301594"/>
            <a:ext cx="3700458" cy="74892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a:spcBef>
                <a:spcPts val="41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vi</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afilename</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88741">
              <a:spcBef>
                <a:spcPts val="41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view</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afilename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4" name="Picture 3" descr="Text&#10;&#10;Description automatically generated">
            <a:extLst>
              <a:ext uri="{FF2B5EF4-FFF2-40B4-BE49-F238E27FC236}">
                <a16:creationId xmlns:a16="http://schemas.microsoft.com/office/drawing/2014/main" id="{B603D12C-33A5-DFD4-6F09-D951F5E737B7}"/>
              </a:ext>
            </a:extLst>
          </p:cNvPr>
          <p:cNvPicPr>
            <a:picLocks noChangeAspect="1"/>
          </p:cNvPicPr>
          <p:nvPr/>
        </p:nvPicPr>
        <p:blipFill>
          <a:blip r:embed="rId3"/>
          <a:stretch>
            <a:fillRect/>
          </a:stretch>
        </p:blipFill>
        <p:spPr>
          <a:xfrm>
            <a:off x="5844888" y="1520429"/>
            <a:ext cx="5902611" cy="2522654"/>
          </a:xfrm>
          <a:prstGeom prst="rect">
            <a:avLst/>
          </a:prstGeom>
        </p:spPr>
      </p:pic>
      <p:pic>
        <p:nvPicPr>
          <p:cNvPr id="11" name="Picture 10">
            <a:extLst>
              <a:ext uri="{FF2B5EF4-FFF2-40B4-BE49-F238E27FC236}">
                <a16:creationId xmlns:a16="http://schemas.microsoft.com/office/drawing/2014/main" id="{3329636B-5F4F-E5F7-DB53-0AB17D8C9291}"/>
              </a:ext>
            </a:extLst>
          </p:cNvPr>
          <p:cNvPicPr>
            <a:picLocks noChangeAspect="1"/>
          </p:cNvPicPr>
          <p:nvPr/>
        </p:nvPicPr>
        <p:blipFill>
          <a:blip r:embed="rId4"/>
          <a:stretch>
            <a:fillRect/>
          </a:stretch>
        </p:blipFill>
        <p:spPr>
          <a:xfrm>
            <a:off x="2005505" y="2829464"/>
            <a:ext cx="1814269" cy="1656375"/>
          </a:xfrm>
          <a:prstGeom prst="rect">
            <a:avLst/>
          </a:prstGeom>
        </p:spPr>
      </p:pic>
    </p:spTree>
    <p:extLst>
      <p:ext uri="{BB962C8B-B14F-4D97-AF65-F5344CB8AC3E}">
        <p14:creationId xmlns:p14="http://schemas.microsoft.com/office/powerpoint/2010/main" val="2668307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596164-E3A6-05BB-40FC-130979DECA54}"/>
              </a:ext>
            </a:extLst>
          </p:cNvPr>
          <p:cNvSpPr>
            <a:spLocks noGrp="1"/>
          </p:cNvSpPr>
          <p:nvPr>
            <p:ph type="ctrTitle"/>
          </p:nvPr>
        </p:nvSpPr>
        <p:spPr/>
        <p:txBody>
          <a:bodyPr/>
          <a:lstStyle/>
          <a:p>
            <a:r>
              <a:rPr lang="en-US" noProof="0" dirty="0"/>
              <a:t>Modes of operation</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sp>
        <p:nvSpPr>
          <p:cNvPr id="13" name="Line 24">
            <a:extLst>
              <a:ext uri="{FF2B5EF4-FFF2-40B4-BE49-F238E27FC236}">
                <a16:creationId xmlns:a16="http://schemas.microsoft.com/office/drawing/2014/main" id="{3C45E51E-EB7A-AFE4-331A-9C4C64859F3B}"/>
              </a:ext>
            </a:extLst>
          </p:cNvPr>
          <p:cNvSpPr>
            <a:spLocks noChangeShapeType="1"/>
          </p:cNvSpPr>
          <p:nvPr/>
        </p:nvSpPr>
        <p:spPr bwMode="auto">
          <a:xfrm flipV="1">
            <a:off x="7552715" y="1845284"/>
            <a:ext cx="1287038" cy="1489618"/>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5" name="Line 24">
            <a:extLst>
              <a:ext uri="{FF2B5EF4-FFF2-40B4-BE49-F238E27FC236}">
                <a16:creationId xmlns:a16="http://schemas.microsoft.com/office/drawing/2014/main" id="{35562357-8827-587F-CBE8-293BAC3AD201}"/>
              </a:ext>
            </a:extLst>
          </p:cNvPr>
          <p:cNvSpPr>
            <a:spLocks noChangeShapeType="1"/>
          </p:cNvSpPr>
          <p:nvPr/>
        </p:nvSpPr>
        <p:spPr bwMode="auto">
          <a:xfrm flipH="1" flipV="1">
            <a:off x="9388265" y="1798748"/>
            <a:ext cx="1" cy="3398774"/>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18" name="Freeform 23">
            <a:extLst>
              <a:ext uri="{FF2B5EF4-FFF2-40B4-BE49-F238E27FC236}">
                <a16:creationId xmlns:a16="http://schemas.microsoft.com/office/drawing/2014/main" id="{3A25726E-1906-3653-E7D2-67AB31789399}"/>
              </a:ext>
            </a:extLst>
          </p:cNvPr>
          <p:cNvSpPr>
            <a:spLocks/>
          </p:cNvSpPr>
          <p:nvPr/>
        </p:nvSpPr>
        <p:spPr bwMode="auto">
          <a:xfrm rot="10080000">
            <a:off x="3751510" y="3964107"/>
            <a:ext cx="1771499" cy="966533"/>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20" name="Freeform 23">
            <a:extLst>
              <a:ext uri="{FF2B5EF4-FFF2-40B4-BE49-F238E27FC236}">
                <a16:creationId xmlns:a16="http://schemas.microsoft.com/office/drawing/2014/main" id="{9E9AE942-249B-0604-2B54-F5B0DCC37F6E}"/>
              </a:ext>
            </a:extLst>
          </p:cNvPr>
          <p:cNvSpPr>
            <a:spLocks/>
          </p:cNvSpPr>
          <p:nvPr/>
        </p:nvSpPr>
        <p:spPr bwMode="auto">
          <a:xfrm rot="20860661">
            <a:off x="4415158" y="4463007"/>
            <a:ext cx="1515049" cy="1013755"/>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23" name="Freeform 23">
            <a:extLst>
              <a:ext uri="{FF2B5EF4-FFF2-40B4-BE49-F238E27FC236}">
                <a16:creationId xmlns:a16="http://schemas.microsoft.com/office/drawing/2014/main" id="{8ACCDB6E-A3AB-70D2-C196-5A41CDCC101E}"/>
              </a:ext>
            </a:extLst>
          </p:cNvPr>
          <p:cNvSpPr>
            <a:spLocks/>
          </p:cNvSpPr>
          <p:nvPr/>
        </p:nvSpPr>
        <p:spPr bwMode="auto">
          <a:xfrm rot="14793560">
            <a:off x="7298354" y="4173632"/>
            <a:ext cx="2185552" cy="741686"/>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4" name="TextBox 3">
            <a:extLst>
              <a:ext uri="{FF2B5EF4-FFF2-40B4-BE49-F238E27FC236}">
                <a16:creationId xmlns:a16="http://schemas.microsoft.com/office/drawing/2014/main" id="{06B9E308-C698-E451-C3A7-752FC61E1590}"/>
              </a:ext>
            </a:extLst>
          </p:cNvPr>
          <p:cNvSpPr txBox="1"/>
          <p:nvPr/>
        </p:nvSpPr>
        <p:spPr>
          <a:xfrm>
            <a:off x="3008415" y="5066242"/>
            <a:ext cx="1734930" cy="1242482"/>
          </a:xfrm>
          <a:prstGeom prst="rect">
            <a:avLst/>
          </a:prstGeom>
          <a:solidFill>
            <a:schemeClr val="tx1"/>
          </a:solidFill>
          <a:ln>
            <a:solidFill>
              <a:schemeClr val="tx1"/>
            </a:solidFill>
          </a:ln>
        </p:spPr>
        <p:txBody>
          <a:bodyPr vert="horz" wrap="square" lIns="0" tIns="0" rIns="0" bIns="0" rtlCol="0" anchor="t" anchorCtr="0">
            <a:normAutofit fontScale="85000" lnSpcReduction="10000"/>
          </a:bodyPr>
          <a:lstStyle/>
          <a:p>
            <a:pPr indent="168275" algn="ctr" defTabSz="720725" eaLnBrk="0" hangingPunct="0">
              <a:lnSpc>
                <a:spcPct val="110000"/>
              </a:lnSpc>
              <a:buClr>
                <a:srgbClr val="FF0000"/>
              </a:buClr>
              <a:buSzPct val="100000"/>
              <a:tabLst>
                <a:tab pos="571500" algn="l"/>
                <a:tab pos="1855788" algn="l"/>
              </a:tabLst>
              <a:defRPr/>
            </a:pPr>
            <a:endParaRPr lang="en-US" sz="1800" b="1" i="1" noProof="0" dirty="0">
              <a:solidFill>
                <a:schemeClr val="bg2"/>
              </a:solidFill>
            </a:endParaRPr>
          </a:p>
          <a:p>
            <a:pPr indent="168275" algn="ctr" defTabSz="720725" eaLnBrk="0" hangingPunct="0">
              <a:lnSpc>
                <a:spcPct val="110000"/>
              </a:lnSpc>
              <a:buClr>
                <a:srgbClr val="FF0000"/>
              </a:buClr>
              <a:buSzPct val="100000"/>
              <a:tabLst>
                <a:tab pos="571500" algn="l"/>
                <a:tab pos="1855788" algn="l"/>
              </a:tabLst>
              <a:defRPr/>
            </a:pPr>
            <a:r>
              <a:rPr lang="en-US" sz="1800" b="1" i="1" noProof="0" dirty="0">
                <a:solidFill>
                  <a:schemeClr val="bg2"/>
                </a:solidFill>
              </a:rPr>
              <a:t>Insert</a:t>
            </a:r>
          </a:p>
          <a:p>
            <a:pPr indent="168275" algn="ctr" defTabSz="720725" eaLnBrk="0" hangingPunct="0">
              <a:lnSpc>
                <a:spcPct val="110000"/>
              </a:lnSpc>
              <a:buClr>
                <a:srgbClr val="FF0000"/>
              </a:buClr>
              <a:buSzPct val="100000"/>
              <a:tabLst>
                <a:tab pos="571500" algn="l"/>
                <a:tab pos="1855788" algn="l"/>
              </a:tabLst>
              <a:defRPr/>
            </a:pPr>
            <a:r>
              <a:rPr lang="en-US" sz="1800" b="1" i="1" noProof="0" dirty="0">
                <a:solidFill>
                  <a:schemeClr val="bg2"/>
                </a:solidFill>
              </a:rPr>
              <a:t>Mode</a:t>
            </a:r>
          </a:p>
          <a:p>
            <a:pPr indent="168275" algn="ctr" defTabSz="720725" eaLnBrk="0" hangingPunct="0">
              <a:lnSpc>
                <a:spcPct val="110000"/>
              </a:lnSpc>
              <a:buClr>
                <a:srgbClr val="FF0000"/>
              </a:buClr>
              <a:buSzPct val="100000"/>
              <a:tabLst>
                <a:tab pos="571500" algn="l"/>
                <a:tab pos="1855788" algn="l"/>
              </a:tabLst>
              <a:defRPr/>
            </a:pPr>
            <a:endParaRPr lang="en-US" sz="1800" b="1" i="1" noProof="0" dirty="0">
              <a:solidFill>
                <a:schemeClr val="bg2"/>
              </a:solidFill>
            </a:endParaRPr>
          </a:p>
          <a:p>
            <a:pPr indent="168275" algn="ctr" defTabSz="720725" eaLnBrk="0" hangingPunct="0">
              <a:lnSpc>
                <a:spcPct val="110000"/>
              </a:lnSpc>
              <a:buClr>
                <a:srgbClr val="FF0000"/>
              </a:buClr>
              <a:buSzPct val="100000"/>
              <a:tabLst>
                <a:tab pos="571500" algn="l"/>
                <a:tab pos="1855788" algn="l"/>
              </a:tabLst>
              <a:defRPr/>
            </a:pPr>
            <a:r>
              <a:rPr lang="en-US" sz="1400" b="1" i="1" noProof="0" dirty="0">
                <a:solidFill>
                  <a:schemeClr val="bg2"/>
                </a:solidFill>
              </a:rPr>
              <a:t>(the keys type things)</a:t>
            </a:r>
          </a:p>
        </p:txBody>
      </p:sp>
      <p:sp>
        <p:nvSpPr>
          <p:cNvPr id="22" name="Freeform 23">
            <a:extLst>
              <a:ext uri="{FF2B5EF4-FFF2-40B4-BE49-F238E27FC236}">
                <a16:creationId xmlns:a16="http://schemas.microsoft.com/office/drawing/2014/main" id="{72DCB795-C85F-F083-7CE1-5435657DBFE4}"/>
              </a:ext>
            </a:extLst>
          </p:cNvPr>
          <p:cNvSpPr>
            <a:spLocks/>
          </p:cNvSpPr>
          <p:nvPr/>
        </p:nvSpPr>
        <p:spPr bwMode="auto">
          <a:xfrm rot="3541313">
            <a:off x="6468555" y="4763497"/>
            <a:ext cx="2022740" cy="710451"/>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12" name="Line 24">
            <a:extLst>
              <a:ext uri="{FF2B5EF4-FFF2-40B4-BE49-F238E27FC236}">
                <a16:creationId xmlns:a16="http://schemas.microsoft.com/office/drawing/2014/main" id="{CC13EBE6-3AA6-6AFD-8351-CCE8E4B14AE9}"/>
              </a:ext>
            </a:extLst>
          </p:cNvPr>
          <p:cNvSpPr>
            <a:spLocks noChangeShapeType="1"/>
          </p:cNvSpPr>
          <p:nvPr/>
        </p:nvSpPr>
        <p:spPr bwMode="auto">
          <a:xfrm flipH="1">
            <a:off x="6662007" y="1291078"/>
            <a:ext cx="1521987" cy="1368587"/>
          </a:xfrm>
          <a:prstGeom prst="line">
            <a:avLst/>
          </a:prstGeom>
          <a:ln w="73025" cmpd="dbl">
            <a:solidFill>
              <a:srgbClr val="134183"/>
            </a:solidFill>
            <a:tailEnd type="triangle"/>
          </a:ln>
        </p:spPr>
        <p:style>
          <a:lnRef idx="1">
            <a:schemeClr val="accent1"/>
          </a:lnRef>
          <a:fillRef idx="0">
            <a:schemeClr val="accent1"/>
          </a:fillRef>
          <a:effectRef idx="0">
            <a:schemeClr val="accent1"/>
          </a:effectRef>
          <a:fontRef idx="minor">
            <a:schemeClr val="tx1"/>
          </a:fontRef>
        </p:style>
        <p:txBody>
          <a:bodyPr/>
          <a:lstStyle/>
          <a:p>
            <a:endParaRPr lang="en-US" noProof="0" dirty="0"/>
          </a:p>
        </p:txBody>
      </p:sp>
      <p:sp>
        <p:nvSpPr>
          <p:cNvPr id="27" name="Rectangle 3">
            <a:extLst>
              <a:ext uri="{FF2B5EF4-FFF2-40B4-BE49-F238E27FC236}">
                <a16:creationId xmlns:a16="http://schemas.microsoft.com/office/drawing/2014/main" id="{90A24CE9-18EB-281F-C67B-3277AEDCD119}"/>
              </a:ext>
            </a:extLst>
          </p:cNvPr>
          <p:cNvSpPr>
            <a:spLocks noChangeArrowheads="1"/>
          </p:cNvSpPr>
          <p:nvPr/>
        </p:nvSpPr>
        <p:spPr bwMode="auto">
          <a:xfrm>
            <a:off x="8046098" y="1063928"/>
            <a:ext cx="2220686" cy="74892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a:spcBef>
                <a:spcPts val="41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vi</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afilename</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88741">
              <a:spcBef>
                <a:spcPts val="41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29" name="TextBox 28">
            <a:extLst>
              <a:ext uri="{FF2B5EF4-FFF2-40B4-BE49-F238E27FC236}">
                <a16:creationId xmlns:a16="http://schemas.microsoft.com/office/drawing/2014/main" id="{A98D585E-8B8C-250B-1095-0B7B4F5AD6B0}"/>
              </a:ext>
            </a:extLst>
          </p:cNvPr>
          <p:cNvSpPr txBox="1"/>
          <p:nvPr/>
        </p:nvSpPr>
        <p:spPr>
          <a:xfrm>
            <a:off x="7018235" y="5195355"/>
            <a:ext cx="656214"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a:t>
            </a:r>
          </a:p>
        </p:txBody>
      </p:sp>
      <p:sp>
        <p:nvSpPr>
          <p:cNvPr id="30" name="TextBox 29">
            <a:extLst>
              <a:ext uri="{FF2B5EF4-FFF2-40B4-BE49-F238E27FC236}">
                <a16:creationId xmlns:a16="http://schemas.microsoft.com/office/drawing/2014/main" id="{40738A18-25F3-32D2-AAC9-D7A626F65ABB}"/>
              </a:ext>
            </a:extLst>
          </p:cNvPr>
          <p:cNvSpPr txBox="1"/>
          <p:nvPr/>
        </p:nvSpPr>
        <p:spPr>
          <a:xfrm>
            <a:off x="2691175" y="4080386"/>
            <a:ext cx="2369410"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err="1">
                <a:latin typeface="Hack" panose="020B0609030202020204" pitchFamily="49" charset="0"/>
                <a:ea typeface="Hack" panose="020B0609030202020204" pitchFamily="49" charset="0"/>
                <a:cs typeface="Hack" panose="020B0609030202020204" pitchFamily="49" charset="0"/>
              </a:rPr>
              <a:t>i</a:t>
            </a:r>
            <a:r>
              <a:rPr lang="en-US" b="1" noProof="0" dirty="0">
                <a:latin typeface="Hack" panose="020B0609030202020204" pitchFamily="49" charset="0"/>
                <a:ea typeface="Hack" panose="020B0609030202020204" pitchFamily="49" charset="0"/>
                <a:cs typeface="Hack" panose="020B0609030202020204" pitchFamily="49" charset="0"/>
              </a:rPr>
              <a:t> I a </a:t>
            </a:r>
            <a:r>
              <a:rPr lang="en-US" b="1" noProof="0" dirty="0" err="1">
                <a:latin typeface="Hack" panose="020B0609030202020204" pitchFamily="49" charset="0"/>
                <a:ea typeface="Hack" panose="020B0609030202020204" pitchFamily="49" charset="0"/>
                <a:cs typeface="Hack" panose="020B0609030202020204" pitchFamily="49" charset="0"/>
              </a:rPr>
              <a:t>A</a:t>
            </a:r>
            <a:r>
              <a:rPr lang="en-US" b="1" noProof="0" dirty="0">
                <a:latin typeface="Hack" panose="020B0609030202020204" pitchFamily="49" charset="0"/>
                <a:ea typeface="Hack" panose="020B0609030202020204" pitchFamily="49" charset="0"/>
                <a:cs typeface="Hack" panose="020B0609030202020204" pitchFamily="49" charset="0"/>
              </a:rPr>
              <a:t> o </a:t>
            </a:r>
            <a:r>
              <a:rPr lang="en-US" b="1" noProof="0" dirty="0" err="1">
                <a:latin typeface="Hack" panose="020B0609030202020204" pitchFamily="49" charset="0"/>
                <a:ea typeface="Hack" panose="020B0609030202020204" pitchFamily="49" charset="0"/>
                <a:cs typeface="Hack" panose="020B0609030202020204" pitchFamily="49" charset="0"/>
              </a:rPr>
              <a:t>O</a:t>
            </a:r>
            <a:r>
              <a:rPr lang="en-US" b="1" noProof="0" dirty="0">
                <a:latin typeface="Hack" panose="020B0609030202020204" pitchFamily="49" charset="0"/>
                <a:ea typeface="Hack" panose="020B0609030202020204" pitchFamily="49" charset="0"/>
                <a:cs typeface="Hack" panose="020B0609030202020204" pitchFamily="49" charset="0"/>
              </a:rPr>
              <a:t> C</a:t>
            </a:r>
          </a:p>
        </p:txBody>
      </p:sp>
      <p:sp>
        <p:nvSpPr>
          <p:cNvPr id="31" name="TextBox 30">
            <a:extLst>
              <a:ext uri="{FF2B5EF4-FFF2-40B4-BE49-F238E27FC236}">
                <a16:creationId xmlns:a16="http://schemas.microsoft.com/office/drawing/2014/main" id="{E0F29AD0-5ECF-091A-336D-3EE2C9A41321}"/>
              </a:ext>
            </a:extLst>
          </p:cNvPr>
          <p:cNvSpPr txBox="1"/>
          <p:nvPr/>
        </p:nvSpPr>
        <p:spPr>
          <a:xfrm>
            <a:off x="8604376" y="3110409"/>
            <a:ext cx="1741766"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x q </a:t>
            </a:r>
            <a:r>
              <a:rPr lang="en-US" b="1" noProof="0" dirty="0" err="1">
                <a:latin typeface="Hack" panose="020B0609030202020204" pitchFamily="49" charset="0"/>
                <a:ea typeface="Hack" panose="020B0609030202020204" pitchFamily="49" charset="0"/>
                <a:cs typeface="Hack" panose="020B0609030202020204" pitchFamily="49" charset="0"/>
              </a:rPr>
              <a:t>wq</a:t>
            </a:r>
            <a:r>
              <a:rPr lang="en-US" b="1" noProof="0" dirty="0">
                <a:latin typeface="Hack" panose="020B0609030202020204" pitchFamily="49" charset="0"/>
                <a:ea typeface="Hack" panose="020B0609030202020204" pitchFamily="49" charset="0"/>
                <a:cs typeface="Hack" panose="020B0609030202020204" pitchFamily="49" charset="0"/>
              </a:rPr>
              <a:t> q!</a:t>
            </a:r>
          </a:p>
        </p:txBody>
      </p:sp>
      <p:sp>
        <p:nvSpPr>
          <p:cNvPr id="32" name="TextBox 31">
            <a:extLst>
              <a:ext uri="{FF2B5EF4-FFF2-40B4-BE49-F238E27FC236}">
                <a16:creationId xmlns:a16="http://schemas.microsoft.com/office/drawing/2014/main" id="{F0E082C1-108F-4991-F236-D2E34291AE25}"/>
              </a:ext>
            </a:extLst>
          </p:cNvPr>
          <p:cNvSpPr txBox="1"/>
          <p:nvPr/>
        </p:nvSpPr>
        <p:spPr>
          <a:xfrm>
            <a:off x="4914656" y="4863058"/>
            <a:ext cx="1506069"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&lt;esc&gt;</a:t>
            </a:r>
          </a:p>
        </p:txBody>
      </p:sp>
      <p:sp>
        <p:nvSpPr>
          <p:cNvPr id="33" name="TextBox 32">
            <a:extLst>
              <a:ext uri="{FF2B5EF4-FFF2-40B4-BE49-F238E27FC236}">
                <a16:creationId xmlns:a16="http://schemas.microsoft.com/office/drawing/2014/main" id="{B03DD153-E9D1-2C54-7FC2-0DCF43999BDF}"/>
              </a:ext>
            </a:extLst>
          </p:cNvPr>
          <p:cNvSpPr txBox="1"/>
          <p:nvPr/>
        </p:nvSpPr>
        <p:spPr>
          <a:xfrm>
            <a:off x="7964296" y="4205864"/>
            <a:ext cx="1280159"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&lt;</a:t>
            </a:r>
            <a:r>
              <a:rPr lang="en-US" b="1" noProof="0" dirty="0" err="1">
                <a:latin typeface="Hack" panose="020B0609030202020204" pitchFamily="49" charset="0"/>
                <a:ea typeface="Hack" panose="020B0609030202020204" pitchFamily="49" charset="0"/>
                <a:cs typeface="Hack" panose="020B0609030202020204" pitchFamily="49" charset="0"/>
              </a:rPr>
              <a:t>cr</a:t>
            </a:r>
            <a:r>
              <a:rPr lang="en-US" b="1" noProof="0" dirty="0">
                <a:latin typeface="Hack" panose="020B0609030202020204" pitchFamily="49" charset="0"/>
                <a:ea typeface="Hack" panose="020B0609030202020204" pitchFamily="49" charset="0"/>
                <a:cs typeface="Hack" panose="020B0609030202020204" pitchFamily="49" charset="0"/>
              </a:rPr>
              <a:t>&gt;</a:t>
            </a:r>
          </a:p>
        </p:txBody>
      </p:sp>
      <p:sp>
        <p:nvSpPr>
          <p:cNvPr id="34" name="TextBox 33">
            <a:extLst>
              <a:ext uri="{FF2B5EF4-FFF2-40B4-BE49-F238E27FC236}">
                <a16:creationId xmlns:a16="http://schemas.microsoft.com/office/drawing/2014/main" id="{A7F1E2F9-AB60-B711-E66A-940DF32C0826}"/>
              </a:ext>
            </a:extLst>
          </p:cNvPr>
          <p:cNvSpPr txBox="1"/>
          <p:nvPr/>
        </p:nvSpPr>
        <p:spPr>
          <a:xfrm>
            <a:off x="7805373" y="2271056"/>
            <a:ext cx="1095782"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ZZ</a:t>
            </a:r>
          </a:p>
        </p:txBody>
      </p:sp>
      <p:sp>
        <p:nvSpPr>
          <p:cNvPr id="7" name="Oval 17">
            <a:extLst>
              <a:ext uri="{FF2B5EF4-FFF2-40B4-BE49-F238E27FC236}">
                <a16:creationId xmlns:a16="http://schemas.microsoft.com/office/drawing/2014/main" id="{59158BB0-1A1F-0D56-048E-B1A6771FB8BC}"/>
              </a:ext>
            </a:extLst>
          </p:cNvPr>
          <p:cNvSpPr>
            <a:spLocks noChangeArrowheads="1"/>
          </p:cNvSpPr>
          <p:nvPr/>
        </p:nvSpPr>
        <p:spPr bwMode="auto">
          <a:xfrm>
            <a:off x="5282202" y="2660056"/>
            <a:ext cx="2353280" cy="1692984"/>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200" b="1" i="1" noProof="0" dirty="0"/>
              <a:t>(the keys do things)</a:t>
            </a:r>
          </a:p>
        </p:txBody>
      </p:sp>
      <p:sp>
        <p:nvSpPr>
          <p:cNvPr id="10" name="Oval 7">
            <a:extLst>
              <a:ext uri="{FF2B5EF4-FFF2-40B4-BE49-F238E27FC236}">
                <a16:creationId xmlns:a16="http://schemas.microsoft.com/office/drawing/2014/main" id="{856AFB29-839A-84A4-1983-2F0783B748CE}"/>
              </a:ext>
            </a:extLst>
          </p:cNvPr>
          <p:cNvSpPr>
            <a:spLocks noChangeArrowheads="1"/>
          </p:cNvSpPr>
          <p:nvPr/>
        </p:nvSpPr>
        <p:spPr bwMode="auto">
          <a:xfrm>
            <a:off x="8250060" y="4953362"/>
            <a:ext cx="2191015" cy="1317625"/>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1200" b="1" i="1" noProof="0" dirty="0"/>
              <a:t>(ex’s</a:t>
            </a:r>
          </a:p>
          <a:p>
            <a:pPr indent="168275" algn="ctr" defTabSz="720725" eaLnBrk="0" hangingPunct="0">
              <a:lnSpc>
                <a:spcPct val="110000"/>
              </a:lnSpc>
              <a:buClr>
                <a:srgbClr val="FF0000"/>
              </a:buClr>
              <a:buSzPct val="100000"/>
              <a:tabLst>
                <a:tab pos="571500" algn="l"/>
                <a:tab pos="1855788" algn="l"/>
              </a:tabLst>
              <a:defRPr/>
            </a:pPr>
            <a:r>
              <a:rPr lang="en-US" sz="1200" b="1" i="1" noProof="0" dirty="0"/>
              <a:t>line-editor commands)</a:t>
            </a:r>
          </a:p>
        </p:txBody>
      </p:sp>
      <p:pic>
        <p:nvPicPr>
          <p:cNvPr id="16" name="Picture 15">
            <a:extLst>
              <a:ext uri="{FF2B5EF4-FFF2-40B4-BE49-F238E27FC236}">
                <a16:creationId xmlns:a16="http://schemas.microsoft.com/office/drawing/2014/main" id="{69C8EA2C-BD0E-1E6B-16FC-F7F5F0ED93F8}"/>
              </a:ext>
            </a:extLst>
          </p:cNvPr>
          <p:cNvPicPr>
            <a:picLocks noChangeAspect="1"/>
          </p:cNvPicPr>
          <p:nvPr/>
        </p:nvPicPr>
        <p:blipFill>
          <a:blip r:embed="rId3"/>
          <a:stretch>
            <a:fillRect/>
          </a:stretch>
        </p:blipFill>
        <p:spPr>
          <a:xfrm>
            <a:off x="556784" y="4385681"/>
            <a:ext cx="1830448" cy="1596433"/>
          </a:xfrm>
          <a:prstGeom prst="rect">
            <a:avLst/>
          </a:prstGeom>
        </p:spPr>
      </p:pic>
    </p:spTree>
    <p:extLst>
      <p:ext uri="{BB962C8B-B14F-4D97-AF65-F5344CB8AC3E}">
        <p14:creationId xmlns:p14="http://schemas.microsoft.com/office/powerpoint/2010/main" val="1637637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CC1E74-B63C-6589-6B08-A4C6216FE5C1}"/>
              </a:ext>
            </a:extLst>
          </p:cNvPr>
          <p:cNvSpPr>
            <a:spLocks noGrp="1"/>
          </p:cNvSpPr>
          <p:nvPr>
            <p:ph type="ctrTitle"/>
          </p:nvPr>
        </p:nvSpPr>
        <p:spPr/>
        <p:txBody>
          <a:bodyPr/>
          <a:lstStyle/>
          <a:p>
            <a:r>
              <a:rPr lang="en-US" noProof="0" dirty="0"/>
              <a:t>Command mode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Default on entry</a:t>
            </a:r>
          </a:p>
          <a:p>
            <a:pPr marL="285750" indent="-285750">
              <a:buFont typeface="Arial" panose="020B0604020202020204" pitchFamily="34" charset="0"/>
              <a:buChar char="•"/>
            </a:pPr>
            <a:r>
              <a:rPr lang="en-US" sz="1800" noProof="0" dirty="0">
                <a:solidFill>
                  <a:schemeClr val="tx1"/>
                </a:solidFill>
              </a:rPr>
              <a:t>Basic vi command format</a:t>
            </a:r>
          </a:p>
          <a:p>
            <a:pPr marL="4171887" lvl="8" indent="-285750"/>
            <a:r>
              <a:rPr lang="en-US" b="1" noProof="0" dirty="0">
                <a:solidFill>
                  <a:srgbClr val="C00000"/>
                </a:solidFill>
              </a:rPr>
              <a:t>[Count]</a:t>
            </a:r>
            <a:r>
              <a:rPr lang="en-US" b="1" noProof="0" dirty="0">
                <a:solidFill>
                  <a:srgbClr val="00B050"/>
                </a:solidFill>
              </a:rPr>
              <a:t>Command</a:t>
            </a:r>
            <a:r>
              <a:rPr lang="en-US" b="1" noProof="0" dirty="0">
                <a:solidFill>
                  <a:srgbClr val="0070C0"/>
                </a:solidFill>
              </a:rPr>
              <a:t>[Scope]</a:t>
            </a:r>
          </a:p>
          <a:p>
            <a:pPr marL="465746" lvl="1" indent="-285750"/>
            <a:endParaRPr lang="en-US" sz="1800" b="1" noProof="0" dirty="0"/>
          </a:p>
          <a:p>
            <a:pPr marL="285750" indent="-285750">
              <a:buFont typeface="Arial" panose="020B0604020202020204" pitchFamily="34" charset="0"/>
              <a:buChar char="•"/>
            </a:pPr>
            <a:r>
              <a:rPr lang="en-US" sz="1800" noProof="0" dirty="0">
                <a:solidFill>
                  <a:schemeClr val="tx1"/>
                </a:solidFill>
              </a:rPr>
              <a:t>For example: </a:t>
            </a:r>
            <a:r>
              <a:rPr lang="en-US" sz="1800" b="1" noProof="0" dirty="0">
                <a:solidFill>
                  <a:schemeClr val="tx1"/>
                </a:solidFill>
              </a:rPr>
              <a:t>10dw </a:t>
            </a:r>
          </a:p>
          <a:p>
            <a:pPr marL="465746" lvl="1" indent="-285750"/>
            <a:r>
              <a:rPr lang="en-US" sz="1800" noProof="0" dirty="0"/>
              <a:t>Means delete 10 words (</a:t>
            </a:r>
            <a:r>
              <a:rPr lang="en-US" sz="1800" b="1" noProof="0" dirty="0"/>
              <a:t>10</a:t>
            </a:r>
            <a:r>
              <a:rPr lang="en-US" sz="1800" noProof="0" dirty="0"/>
              <a:t> * </a:t>
            </a:r>
            <a:r>
              <a:rPr lang="en-US" sz="1800" b="1" noProof="0" dirty="0"/>
              <a:t>delete</a:t>
            </a:r>
            <a:r>
              <a:rPr lang="en-US" sz="1800" noProof="0" dirty="0"/>
              <a:t> </a:t>
            </a:r>
            <a:r>
              <a:rPr lang="en-US" sz="1800" b="1" noProof="0" dirty="0"/>
              <a:t>w</a:t>
            </a:r>
            <a:r>
              <a:rPr lang="en-US" sz="1800" noProof="0" dirty="0"/>
              <a:t>ord)</a:t>
            </a:r>
          </a:p>
          <a:p>
            <a:pPr marL="465746" lvl="1" indent="-285750"/>
            <a:endParaRPr lang="en-US" sz="1800" noProof="0" dirty="0"/>
          </a:p>
          <a:p>
            <a:pPr marL="285750" indent="-285750">
              <a:buFont typeface="Arial" panose="020B0604020202020204" pitchFamily="34" charset="0"/>
              <a:buChar char="•"/>
            </a:pPr>
            <a:r>
              <a:rPr lang="en-US" sz="1800" noProof="0" dirty="0">
                <a:solidFill>
                  <a:schemeClr val="tx1"/>
                </a:solidFill>
              </a:rPr>
              <a:t>Some commands place vi into insert. </a:t>
            </a:r>
            <a:r>
              <a:rPr lang="en-US" sz="1800" noProof="0" dirty="0"/>
              <a:t>mode</a:t>
            </a:r>
          </a:p>
          <a:p>
            <a:pPr marL="465746" lvl="2" indent="-285750"/>
            <a:r>
              <a:rPr lang="en-US" sz="1800" noProof="0" dirty="0"/>
              <a:t>Press </a:t>
            </a:r>
            <a:r>
              <a:rPr lang="en-US" sz="1800" b="1" noProof="0" dirty="0">
                <a:solidFill>
                  <a:srgbClr val="002060"/>
                </a:solidFill>
              </a:rPr>
              <a:t>&lt;ESC&gt;</a:t>
            </a:r>
            <a:r>
              <a:rPr lang="en-US" sz="1800" noProof="0" dirty="0"/>
              <a:t>To return to command mode.</a:t>
            </a:r>
          </a:p>
          <a:p>
            <a:pPr marL="465746" lvl="2" indent="-285750"/>
            <a:endParaRPr lang="en-US" sz="1800" noProof="0" dirty="0"/>
          </a:p>
          <a:p>
            <a:pPr marL="285750" indent="-285750">
              <a:buFont typeface="Arial" panose="020B0604020202020204" pitchFamily="34" charset="0"/>
              <a:buChar char="•"/>
            </a:pPr>
            <a:r>
              <a:rPr lang="en-US" sz="1800" noProof="0" dirty="0">
                <a:solidFill>
                  <a:schemeClr val="tx1"/>
                </a:solidFill>
              </a:rPr>
              <a:t>When in ex mode you will need to enter.</a:t>
            </a:r>
            <a:endParaRPr lang="en-US" sz="1800" noProof="0" dirty="0"/>
          </a:p>
          <a:p>
            <a:pPr marL="465746" lvl="1" indent="-285750"/>
            <a:r>
              <a:rPr lang="en-US" sz="1800" noProof="0" dirty="0"/>
              <a:t>Press </a:t>
            </a:r>
            <a:r>
              <a:rPr lang="en-US" sz="1800" b="1" noProof="0" dirty="0">
                <a:solidFill>
                  <a:srgbClr val="002060"/>
                </a:solidFill>
              </a:rPr>
              <a:t>&lt;CR&gt; </a:t>
            </a:r>
            <a:r>
              <a:rPr lang="en-US" sz="1800" noProof="0" dirty="0"/>
              <a:t>to execute the command.</a:t>
            </a:r>
          </a:p>
          <a:p>
            <a:pPr marL="465746" lvl="1" indent="-285750"/>
            <a:r>
              <a:rPr lang="en-US" sz="1800" b="1" noProof="0" dirty="0">
                <a:solidFill>
                  <a:srgbClr val="002060"/>
                </a:solidFill>
              </a:rPr>
              <a:t>&lt;CR&gt; </a:t>
            </a:r>
            <a:r>
              <a:rPr lang="en-US" sz="1800" noProof="0" dirty="0"/>
              <a:t>on its own will simply return to command mode.</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10" name="Text Box 3">
            <a:extLst>
              <a:ext uri="{FF2B5EF4-FFF2-40B4-BE49-F238E27FC236}">
                <a16:creationId xmlns:a16="http://schemas.microsoft.com/office/drawing/2014/main" id="{BE571A36-40B3-ED70-00D1-26967255A2DA}"/>
              </a:ext>
            </a:extLst>
          </p:cNvPr>
          <p:cNvSpPr txBox="1">
            <a:spLocks noChangeArrowheads="1"/>
          </p:cNvSpPr>
          <p:nvPr/>
        </p:nvSpPr>
        <p:spPr bwMode="auto">
          <a:xfrm>
            <a:off x="5324585" y="3289443"/>
            <a:ext cx="1735270" cy="520700"/>
          </a:xfrm>
          <a:prstGeom prst="rect">
            <a:avLst/>
          </a:prstGeom>
          <a:noFill/>
          <a:ln w="9525">
            <a:noFill/>
            <a:round/>
            <a:headEnd/>
            <a:tailEnd/>
          </a:ln>
        </p:spPr>
        <p:txBody>
          <a:bodyPr lIns="90000" tIns="46800" rIns="90000" bIns="46800">
            <a:spAutoFit/>
          </a:bodyPr>
          <a:lstStyle/>
          <a:p>
            <a:pPr defTabSz="449263">
              <a:spcBef>
                <a:spcPts val="1750"/>
              </a:spcBef>
              <a:buClr>
                <a:srgbClr val="3333CC"/>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noProof="0" dirty="0">
                <a:solidFill>
                  <a:srgbClr val="FF0000"/>
                </a:solidFill>
              </a:rPr>
              <a:t>10</a:t>
            </a:r>
            <a:r>
              <a:rPr lang="en-US" sz="2800" b="1" noProof="0" dirty="0">
                <a:solidFill>
                  <a:srgbClr val="92D050"/>
                </a:solidFill>
              </a:rPr>
              <a:t>d</a:t>
            </a:r>
            <a:r>
              <a:rPr lang="en-US" sz="2800" b="1" noProof="0" dirty="0">
                <a:solidFill>
                  <a:srgbClr val="0070C0"/>
                </a:solidFill>
              </a:rPr>
              <a:t>w</a:t>
            </a:r>
          </a:p>
        </p:txBody>
      </p:sp>
      <p:sp>
        <p:nvSpPr>
          <p:cNvPr id="14" name="Line 7">
            <a:extLst>
              <a:ext uri="{FF2B5EF4-FFF2-40B4-BE49-F238E27FC236}">
                <a16:creationId xmlns:a16="http://schemas.microsoft.com/office/drawing/2014/main" id="{69E532E2-EADC-EB59-B4CE-94028B075604}"/>
              </a:ext>
            </a:extLst>
          </p:cNvPr>
          <p:cNvSpPr>
            <a:spLocks noChangeShapeType="1"/>
          </p:cNvSpPr>
          <p:nvPr/>
        </p:nvSpPr>
        <p:spPr bwMode="auto">
          <a:xfrm>
            <a:off x="4966065" y="2801795"/>
            <a:ext cx="358520" cy="650197"/>
          </a:xfrm>
          <a:prstGeom prst="line">
            <a:avLst/>
          </a:prstGeom>
          <a:noFill/>
          <a:ln w="25400">
            <a:solidFill>
              <a:srgbClr val="C80000"/>
            </a:solidFill>
            <a:miter lim="800000"/>
            <a:headEnd/>
            <a:tailEnd type="triangle" w="med" len="med"/>
          </a:ln>
        </p:spPr>
        <p:txBody>
          <a:bodyPr/>
          <a:lstStyle/>
          <a:p>
            <a:endParaRPr lang="en-US" noProof="0" dirty="0"/>
          </a:p>
        </p:txBody>
      </p:sp>
      <p:sp>
        <p:nvSpPr>
          <p:cNvPr id="15" name="Line 8">
            <a:extLst>
              <a:ext uri="{FF2B5EF4-FFF2-40B4-BE49-F238E27FC236}">
                <a16:creationId xmlns:a16="http://schemas.microsoft.com/office/drawing/2014/main" id="{FEB4F3C8-34AF-2E07-B731-4EA784959C68}"/>
              </a:ext>
            </a:extLst>
          </p:cNvPr>
          <p:cNvSpPr>
            <a:spLocks noChangeShapeType="1"/>
          </p:cNvSpPr>
          <p:nvPr/>
        </p:nvSpPr>
        <p:spPr bwMode="auto">
          <a:xfrm flipH="1">
            <a:off x="5923280" y="2906856"/>
            <a:ext cx="0" cy="414834"/>
          </a:xfrm>
          <a:prstGeom prst="line">
            <a:avLst/>
          </a:prstGeom>
          <a:noFill/>
          <a:ln w="25400">
            <a:solidFill>
              <a:srgbClr val="00B050"/>
            </a:solidFill>
            <a:miter lim="800000"/>
            <a:headEnd/>
            <a:tailEnd type="triangle" w="med" len="med"/>
          </a:ln>
        </p:spPr>
        <p:txBody>
          <a:bodyPr/>
          <a:lstStyle/>
          <a:p>
            <a:endParaRPr lang="en-US" noProof="0" dirty="0"/>
          </a:p>
        </p:txBody>
      </p:sp>
      <p:sp>
        <p:nvSpPr>
          <p:cNvPr id="16" name="Line 9">
            <a:extLst>
              <a:ext uri="{FF2B5EF4-FFF2-40B4-BE49-F238E27FC236}">
                <a16:creationId xmlns:a16="http://schemas.microsoft.com/office/drawing/2014/main" id="{822762E7-61FA-0B0F-A080-C0AE92D70B03}"/>
              </a:ext>
            </a:extLst>
          </p:cNvPr>
          <p:cNvSpPr>
            <a:spLocks noChangeShapeType="1"/>
          </p:cNvSpPr>
          <p:nvPr/>
        </p:nvSpPr>
        <p:spPr bwMode="auto">
          <a:xfrm flipH="1">
            <a:off x="6281801" y="2964344"/>
            <a:ext cx="767299" cy="650197"/>
          </a:xfrm>
          <a:prstGeom prst="line">
            <a:avLst/>
          </a:prstGeom>
          <a:noFill/>
          <a:ln w="25400">
            <a:solidFill>
              <a:srgbClr val="002060"/>
            </a:solidFill>
            <a:miter lim="800000"/>
            <a:headEnd/>
            <a:tailEnd type="triangle" w="med" len="med"/>
          </a:ln>
        </p:spPr>
        <p:txBody>
          <a:bodyPr/>
          <a:lstStyle/>
          <a:p>
            <a:endParaRPr lang="en-US" noProof="0" dirty="0"/>
          </a:p>
        </p:txBody>
      </p:sp>
      <p:sp>
        <p:nvSpPr>
          <p:cNvPr id="4" name="Oval 17">
            <a:extLst>
              <a:ext uri="{FF2B5EF4-FFF2-40B4-BE49-F238E27FC236}">
                <a16:creationId xmlns:a16="http://schemas.microsoft.com/office/drawing/2014/main" id="{DA05641C-07F3-5D52-A396-E5ABCF5A9EA2}"/>
              </a:ext>
            </a:extLst>
          </p:cNvPr>
          <p:cNvSpPr>
            <a:spLocks noChangeArrowheads="1"/>
          </p:cNvSpPr>
          <p:nvPr/>
        </p:nvSpPr>
        <p:spPr bwMode="auto">
          <a:xfrm>
            <a:off x="8278771" y="4042627"/>
            <a:ext cx="2353280" cy="1692984"/>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200" b="1" i="1" noProof="0" dirty="0"/>
              <a:t>(the keys do things)</a:t>
            </a:r>
          </a:p>
        </p:txBody>
      </p:sp>
      <p:pic>
        <p:nvPicPr>
          <p:cNvPr id="13" name="Picture 12">
            <a:extLst>
              <a:ext uri="{FF2B5EF4-FFF2-40B4-BE49-F238E27FC236}">
                <a16:creationId xmlns:a16="http://schemas.microsoft.com/office/drawing/2014/main" id="{42D0D3E4-2C2A-D5E6-3064-3A7BF614259D}"/>
              </a:ext>
            </a:extLst>
          </p:cNvPr>
          <p:cNvPicPr>
            <a:picLocks noChangeAspect="1"/>
          </p:cNvPicPr>
          <p:nvPr/>
        </p:nvPicPr>
        <p:blipFill>
          <a:blip r:embed="rId3"/>
          <a:stretch>
            <a:fillRect/>
          </a:stretch>
        </p:blipFill>
        <p:spPr>
          <a:xfrm>
            <a:off x="9816028" y="638979"/>
            <a:ext cx="1860033" cy="1884700"/>
          </a:xfrm>
          <a:prstGeom prst="rect">
            <a:avLst/>
          </a:prstGeom>
        </p:spPr>
      </p:pic>
    </p:spTree>
    <p:extLst>
      <p:ext uri="{BB962C8B-B14F-4D97-AF65-F5344CB8AC3E}">
        <p14:creationId xmlns:p14="http://schemas.microsoft.com/office/powerpoint/2010/main" val="2320680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C03145CB-C3C7-718C-F389-65BBA560C8F6}"/>
              </a:ext>
            </a:extLst>
          </p:cNvPr>
          <p:cNvSpPr>
            <a:spLocks noGrp="1"/>
          </p:cNvSpPr>
          <p:nvPr>
            <p:ph type="ctrTitle"/>
          </p:nvPr>
        </p:nvSpPr>
        <p:spPr/>
        <p:txBody>
          <a:bodyPr/>
          <a:lstStyle/>
          <a:p>
            <a:r>
              <a:rPr lang="en-US" noProof="0" dirty="0"/>
              <a:t>Moving the cursor a character</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Key combinations that move the cursor one character include: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grpSp>
        <p:nvGrpSpPr>
          <p:cNvPr id="7" name="Group 6">
            <a:extLst>
              <a:ext uri="{FF2B5EF4-FFF2-40B4-BE49-F238E27FC236}">
                <a16:creationId xmlns:a16="http://schemas.microsoft.com/office/drawing/2014/main" id="{3C458C62-BE0D-941F-45D5-4EAACDEE9499}"/>
              </a:ext>
            </a:extLst>
          </p:cNvPr>
          <p:cNvGrpSpPr/>
          <p:nvPr/>
        </p:nvGrpSpPr>
        <p:grpSpPr>
          <a:xfrm>
            <a:off x="5614065" y="3906157"/>
            <a:ext cx="2986060" cy="1842247"/>
            <a:chOff x="256952" y="2674928"/>
            <a:chExt cx="2986060" cy="1842247"/>
          </a:xfrm>
        </p:grpSpPr>
        <p:sp>
          <p:nvSpPr>
            <p:cNvPr id="6" name="object 31">
              <a:extLst>
                <a:ext uri="{FF2B5EF4-FFF2-40B4-BE49-F238E27FC236}">
                  <a16:creationId xmlns:a16="http://schemas.microsoft.com/office/drawing/2014/main" id="{7F32B405-A40D-4185-7365-358A2C3964DF}"/>
                </a:ext>
              </a:extLst>
            </p:cNvPr>
            <p:cNvSpPr txBox="1"/>
            <p:nvPr/>
          </p:nvSpPr>
          <p:spPr>
            <a:xfrm>
              <a:off x="1149657" y="3385102"/>
              <a:ext cx="1339408" cy="288461"/>
            </a:xfrm>
            <a:prstGeom prst="rect">
              <a:avLst/>
            </a:prstGeom>
          </p:spPr>
          <p:txBody>
            <a:bodyPr vert="horz" wrap="square" lIns="0" tIns="11351" rIns="0" bIns="0" rtlCol="0">
              <a:spAutoFit/>
            </a:bodyPr>
            <a:lstStyle/>
            <a:p>
              <a:pPr marL="10319">
                <a:spcBef>
                  <a:spcPts val="89"/>
                </a:spcBef>
                <a:tabLst>
                  <a:tab pos="398820" algn="l"/>
                  <a:tab pos="691356" algn="l"/>
                  <a:tab pos="1079857" algn="l"/>
                </a:tabLst>
              </a:pPr>
              <a:r>
                <a:rPr lang="en-US" b="1" spc="4" noProof="0" dirty="0">
                  <a:latin typeface="Hack" panose="020B0609030202020204" pitchFamily="49" charset="0"/>
                  <a:ea typeface="Hack" panose="020B0609030202020204" pitchFamily="49" charset="0"/>
                  <a:cs typeface="Hack" panose="020B0609030202020204" pitchFamily="49" charset="0"/>
                </a:rPr>
                <a:t>h	</a:t>
              </a:r>
              <a:r>
                <a:rPr lang="en-US" b="1" noProof="0" dirty="0">
                  <a:latin typeface="Hack" panose="020B0609030202020204" pitchFamily="49" charset="0"/>
                  <a:ea typeface="Hack" panose="020B0609030202020204" pitchFamily="49" charset="0"/>
                  <a:cs typeface="Hack" panose="020B0609030202020204" pitchFamily="49" charset="0"/>
                </a:rPr>
                <a:t>j	</a:t>
              </a:r>
              <a:r>
                <a:rPr lang="en-US" b="1" spc="4" noProof="0" dirty="0">
                  <a:latin typeface="Hack" panose="020B0609030202020204" pitchFamily="49" charset="0"/>
                  <a:ea typeface="Hack" panose="020B0609030202020204" pitchFamily="49" charset="0"/>
                  <a:cs typeface="Hack" panose="020B0609030202020204" pitchFamily="49" charset="0"/>
                </a:rPr>
                <a:t>k </a:t>
              </a:r>
              <a:r>
                <a:rPr lang="en-US" b="1" noProof="0" dirty="0">
                  <a:latin typeface="Hack" panose="020B0609030202020204" pitchFamily="49" charset="0"/>
                  <a:ea typeface="Hack" panose="020B0609030202020204" pitchFamily="49" charset="0"/>
                  <a:cs typeface="Hack" panose="020B0609030202020204" pitchFamily="49" charset="0"/>
                </a:rPr>
                <a:t>l</a:t>
              </a:r>
              <a:endParaRPr lang="en-US" noProof="0" dirty="0">
                <a:latin typeface="Hack" panose="020B0609030202020204" pitchFamily="49" charset="0"/>
                <a:ea typeface="Hack" panose="020B0609030202020204" pitchFamily="49" charset="0"/>
                <a:cs typeface="Hack" panose="020B0609030202020204" pitchFamily="49" charset="0"/>
              </a:endParaRPr>
            </a:p>
          </p:txBody>
        </p:sp>
        <p:grpSp>
          <p:nvGrpSpPr>
            <p:cNvPr id="8" name="object 32">
              <a:extLst>
                <a:ext uri="{FF2B5EF4-FFF2-40B4-BE49-F238E27FC236}">
                  <a16:creationId xmlns:a16="http://schemas.microsoft.com/office/drawing/2014/main" id="{C7BA925B-9B7B-05C4-C893-DA3B81E2DBDD}"/>
                </a:ext>
              </a:extLst>
            </p:cNvPr>
            <p:cNvGrpSpPr/>
            <p:nvPr/>
          </p:nvGrpSpPr>
          <p:grpSpPr>
            <a:xfrm>
              <a:off x="2379333" y="3453066"/>
              <a:ext cx="863679" cy="224433"/>
              <a:chOff x="9972185" y="2200801"/>
              <a:chExt cx="1062990" cy="276225"/>
            </a:xfrm>
          </p:grpSpPr>
          <p:sp>
            <p:nvSpPr>
              <p:cNvPr id="9" name="object 33">
                <a:extLst>
                  <a:ext uri="{FF2B5EF4-FFF2-40B4-BE49-F238E27FC236}">
                    <a16:creationId xmlns:a16="http://schemas.microsoft.com/office/drawing/2014/main" id="{AB2DEA24-780D-0581-1603-A71C05129C17}"/>
                  </a:ext>
                </a:extLst>
              </p:cNvPr>
              <p:cNvSpPr/>
              <p:nvPr/>
            </p:nvSpPr>
            <p:spPr>
              <a:xfrm>
                <a:off x="9976866" y="2205481"/>
                <a:ext cx="1053465" cy="266700"/>
              </a:xfrm>
              <a:custGeom>
                <a:avLst/>
                <a:gdLst/>
                <a:ahLst/>
                <a:cxnLst/>
                <a:rect l="l" t="t" r="r" b="b"/>
                <a:pathLst>
                  <a:path w="1053465" h="266700">
                    <a:moveTo>
                      <a:pt x="32905" y="66675"/>
                    </a:moveTo>
                    <a:lnTo>
                      <a:pt x="0" y="66675"/>
                    </a:lnTo>
                    <a:lnTo>
                      <a:pt x="0" y="200025"/>
                    </a:lnTo>
                    <a:lnTo>
                      <a:pt x="32905" y="200025"/>
                    </a:lnTo>
                    <a:lnTo>
                      <a:pt x="32905" y="66675"/>
                    </a:lnTo>
                    <a:close/>
                  </a:path>
                  <a:path w="1053465" h="266700">
                    <a:moveTo>
                      <a:pt x="131724" y="66675"/>
                    </a:moveTo>
                    <a:lnTo>
                      <a:pt x="65913" y="66675"/>
                    </a:lnTo>
                    <a:lnTo>
                      <a:pt x="65913" y="200025"/>
                    </a:lnTo>
                    <a:lnTo>
                      <a:pt x="131724" y="200025"/>
                    </a:lnTo>
                    <a:lnTo>
                      <a:pt x="131724" y="66675"/>
                    </a:lnTo>
                    <a:close/>
                  </a:path>
                  <a:path w="1053465" h="266700">
                    <a:moveTo>
                      <a:pt x="1053084" y="133350"/>
                    </a:moveTo>
                    <a:lnTo>
                      <a:pt x="789813" y="0"/>
                    </a:lnTo>
                    <a:lnTo>
                      <a:pt x="789813" y="66675"/>
                    </a:lnTo>
                    <a:lnTo>
                      <a:pt x="164592" y="66675"/>
                    </a:lnTo>
                    <a:lnTo>
                      <a:pt x="164592" y="200025"/>
                    </a:lnTo>
                    <a:lnTo>
                      <a:pt x="789813" y="200025"/>
                    </a:lnTo>
                    <a:lnTo>
                      <a:pt x="789813" y="266700"/>
                    </a:lnTo>
                    <a:lnTo>
                      <a:pt x="1053084" y="133350"/>
                    </a:lnTo>
                    <a:close/>
                  </a:path>
                </a:pathLst>
              </a:custGeom>
              <a:solidFill>
                <a:srgbClr val="B5D2EB"/>
              </a:solidFill>
            </p:spPr>
            <p:txBody>
              <a:bodyPr wrap="square" lIns="0" tIns="0" rIns="0" bIns="0" rtlCol="0"/>
              <a:lstStyle/>
              <a:p>
                <a:endParaRPr lang="en-US" sz="1463" noProof="0" dirty="0"/>
              </a:p>
            </p:txBody>
          </p:sp>
          <p:sp>
            <p:nvSpPr>
              <p:cNvPr id="10" name="object 34">
                <a:extLst>
                  <a:ext uri="{FF2B5EF4-FFF2-40B4-BE49-F238E27FC236}">
                    <a16:creationId xmlns:a16="http://schemas.microsoft.com/office/drawing/2014/main" id="{CC43CF82-42EC-F7B0-0A62-B7DC981EAA67}"/>
                  </a:ext>
                </a:extLst>
              </p:cNvPr>
              <p:cNvSpPr/>
              <p:nvPr/>
            </p:nvSpPr>
            <p:spPr>
              <a:xfrm>
                <a:off x="9976865" y="2205481"/>
                <a:ext cx="1053465" cy="266700"/>
              </a:xfrm>
              <a:custGeom>
                <a:avLst/>
                <a:gdLst/>
                <a:ahLst/>
                <a:cxnLst/>
                <a:rect l="l" t="t" r="r" b="b"/>
                <a:pathLst>
                  <a:path w="1053465" h="266700">
                    <a:moveTo>
                      <a:pt x="789812" y="0"/>
                    </a:moveTo>
                    <a:lnTo>
                      <a:pt x="789812" y="66675"/>
                    </a:lnTo>
                    <a:lnTo>
                      <a:pt x="164591" y="66675"/>
                    </a:lnTo>
                    <a:lnTo>
                      <a:pt x="164591" y="200025"/>
                    </a:lnTo>
                    <a:lnTo>
                      <a:pt x="789812" y="200025"/>
                    </a:lnTo>
                    <a:lnTo>
                      <a:pt x="789812" y="266700"/>
                    </a:lnTo>
                    <a:lnTo>
                      <a:pt x="1053083" y="133350"/>
                    </a:lnTo>
                    <a:lnTo>
                      <a:pt x="789812" y="0"/>
                    </a:lnTo>
                    <a:close/>
                  </a:path>
                  <a:path w="1053465" h="266700">
                    <a:moveTo>
                      <a:pt x="65912" y="200025"/>
                    </a:moveTo>
                    <a:lnTo>
                      <a:pt x="131728" y="200025"/>
                    </a:lnTo>
                    <a:lnTo>
                      <a:pt x="131728" y="66675"/>
                    </a:lnTo>
                    <a:lnTo>
                      <a:pt x="65912" y="66675"/>
                    </a:lnTo>
                    <a:lnTo>
                      <a:pt x="65912" y="200025"/>
                    </a:lnTo>
                    <a:close/>
                  </a:path>
                  <a:path w="1053465" h="266700">
                    <a:moveTo>
                      <a:pt x="0" y="200025"/>
                    </a:moveTo>
                    <a:lnTo>
                      <a:pt x="32906" y="200025"/>
                    </a:lnTo>
                    <a:lnTo>
                      <a:pt x="32906" y="66675"/>
                    </a:lnTo>
                    <a:lnTo>
                      <a:pt x="0" y="66675"/>
                    </a:lnTo>
                    <a:lnTo>
                      <a:pt x="0" y="200025"/>
                    </a:lnTo>
                    <a:close/>
                  </a:path>
                </a:pathLst>
              </a:custGeom>
              <a:ln w="9360">
                <a:solidFill>
                  <a:srgbClr val="2B6DA2"/>
                </a:solidFill>
              </a:ln>
            </p:spPr>
            <p:txBody>
              <a:bodyPr wrap="square" lIns="0" tIns="0" rIns="0" bIns="0" rtlCol="0"/>
              <a:lstStyle/>
              <a:p>
                <a:endParaRPr lang="en-US" sz="1463" noProof="0" dirty="0"/>
              </a:p>
            </p:txBody>
          </p:sp>
        </p:grpSp>
        <p:grpSp>
          <p:nvGrpSpPr>
            <p:cNvPr id="11" name="object 35">
              <a:extLst>
                <a:ext uri="{FF2B5EF4-FFF2-40B4-BE49-F238E27FC236}">
                  <a16:creationId xmlns:a16="http://schemas.microsoft.com/office/drawing/2014/main" id="{A5CDA2AD-E987-3F2A-4A3A-7AB18016A35B}"/>
                </a:ext>
              </a:extLst>
            </p:cNvPr>
            <p:cNvGrpSpPr/>
            <p:nvPr/>
          </p:nvGrpSpPr>
          <p:grpSpPr>
            <a:xfrm>
              <a:off x="256952" y="3452999"/>
              <a:ext cx="822920" cy="224433"/>
              <a:chOff x="7367669" y="2238901"/>
              <a:chExt cx="1012825" cy="276225"/>
            </a:xfrm>
          </p:grpSpPr>
          <p:sp>
            <p:nvSpPr>
              <p:cNvPr id="12" name="object 36">
                <a:extLst>
                  <a:ext uri="{FF2B5EF4-FFF2-40B4-BE49-F238E27FC236}">
                    <a16:creationId xmlns:a16="http://schemas.microsoft.com/office/drawing/2014/main" id="{5D0D52C9-3C35-C25F-7249-D82D1A78DADF}"/>
                  </a:ext>
                </a:extLst>
              </p:cNvPr>
              <p:cNvSpPr/>
              <p:nvPr/>
            </p:nvSpPr>
            <p:spPr>
              <a:xfrm>
                <a:off x="7372350" y="2243581"/>
                <a:ext cx="1003300" cy="266700"/>
              </a:xfrm>
              <a:custGeom>
                <a:avLst/>
                <a:gdLst/>
                <a:ahLst/>
                <a:cxnLst/>
                <a:rect l="l" t="t" r="r" b="b"/>
                <a:pathLst>
                  <a:path w="1003300" h="266700">
                    <a:moveTo>
                      <a:pt x="846582" y="66675"/>
                    </a:moveTo>
                    <a:lnTo>
                      <a:pt x="250825" y="66675"/>
                    </a:lnTo>
                    <a:lnTo>
                      <a:pt x="250825" y="0"/>
                    </a:lnTo>
                    <a:lnTo>
                      <a:pt x="0" y="133350"/>
                    </a:lnTo>
                    <a:lnTo>
                      <a:pt x="250825" y="266700"/>
                    </a:lnTo>
                    <a:lnTo>
                      <a:pt x="250825" y="200025"/>
                    </a:lnTo>
                    <a:lnTo>
                      <a:pt x="846582" y="200025"/>
                    </a:lnTo>
                    <a:lnTo>
                      <a:pt x="846582" y="66675"/>
                    </a:lnTo>
                    <a:close/>
                  </a:path>
                  <a:path w="1003300" h="266700">
                    <a:moveTo>
                      <a:pt x="940523" y="66675"/>
                    </a:moveTo>
                    <a:lnTo>
                      <a:pt x="877824" y="66675"/>
                    </a:lnTo>
                    <a:lnTo>
                      <a:pt x="877824" y="200025"/>
                    </a:lnTo>
                    <a:lnTo>
                      <a:pt x="940523" y="200025"/>
                    </a:lnTo>
                    <a:lnTo>
                      <a:pt x="940523" y="66675"/>
                    </a:lnTo>
                    <a:close/>
                  </a:path>
                  <a:path w="1003300" h="266700">
                    <a:moveTo>
                      <a:pt x="1003274" y="66675"/>
                    </a:moveTo>
                    <a:lnTo>
                      <a:pt x="971931" y="66675"/>
                    </a:lnTo>
                    <a:lnTo>
                      <a:pt x="971931" y="200025"/>
                    </a:lnTo>
                    <a:lnTo>
                      <a:pt x="1003274" y="200025"/>
                    </a:lnTo>
                    <a:lnTo>
                      <a:pt x="1003274" y="66675"/>
                    </a:lnTo>
                    <a:close/>
                  </a:path>
                </a:pathLst>
              </a:custGeom>
              <a:solidFill>
                <a:srgbClr val="B5D2EB"/>
              </a:solidFill>
            </p:spPr>
            <p:txBody>
              <a:bodyPr wrap="square" lIns="0" tIns="0" rIns="0" bIns="0" rtlCol="0"/>
              <a:lstStyle/>
              <a:p>
                <a:endParaRPr lang="en-US" sz="1463" noProof="0" dirty="0"/>
              </a:p>
            </p:txBody>
          </p:sp>
          <p:sp>
            <p:nvSpPr>
              <p:cNvPr id="13" name="object 37">
                <a:extLst>
                  <a:ext uri="{FF2B5EF4-FFF2-40B4-BE49-F238E27FC236}">
                    <a16:creationId xmlns:a16="http://schemas.microsoft.com/office/drawing/2014/main" id="{91FB2C62-9FC3-C403-B2F8-2ECE72297715}"/>
                  </a:ext>
                </a:extLst>
              </p:cNvPr>
              <p:cNvSpPr/>
              <p:nvPr/>
            </p:nvSpPr>
            <p:spPr>
              <a:xfrm>
                <a:off x="7372349" y="2243581"/>
                <a:ext cx="1003300" cy="266700"/>
              </a:xfrm>
              <a:custGeom>
                <a:avLst/>
                <a:gdLst/>
                <a:ahLst/>
                <a:cxnLst/>
                <a:rect l="l" t="t" r="r" b="b"/>
                <a:pathLst>
                  <a:path w="1003300" h="266700">
                    <a:moveTo>
                      <a:pt x="250825" y="266700"/>
                    </a:moveTo>
                    <a:lnTo>
                      <a:pt x="250825" y="200025"/>
                    </a:lnTo>
                    <a:lnTo>
                      <a:pt x="846581" y="200025"/>
                    </a:lnTo>
                    <a:lnTo>
                      <a:pt x="846581" y="66675"/>
                    </a:lnTo>
                    <a:lnTo>
                      <a:pt x="250825" y="66675"/>
                    </a:lnTo>
                    <a:lnTo>
                      <a:pt x="250825" y="0"/>
                    </a:lnTo>
                    <a:lnTo>
                      <a:pt x="0" y="133350"/>
                    </a:lnTo>
                    <a:lnTo>
                      <a:pt x="250825" y="266700"/>
                    </a:lnTo>
                    <a:close/>
                  </a:path>
                  <a:path w="1003300" h="266700">
                    <a:moveTo>
                      <a:pt x="877824" y="200025"/>
                    </a:moveTo>
                    <a:lnTo>
                      <a:pt x="940530" y="200025"/>
                    </a:lnTo>
                    <a:lnTo>
                      <a:pt x="940530" y="66675"/>
                    </a:lnTo>
                    <a:lnTo>
                      <a:pt x="877824" y="66675"/>
                    </a:lnTo>
                    <a:lnTo>
                      <a:pt x="877824" y="200025"/>
                    </a:lnTo>
                    <a:close/>
                  </a:path>
                  <a:path w="1003300" h="266700">
                    <a:moveTo>
                      <a:pt x="971930" y="200025"/>
                    </a:moveTo>
                    <a:lnTo>
                      <a:pt x="1003284" y="200025"/>
                    </a:lnTo>
                    <a:lnTo>
                      <a:pt x="1003284" y="66675"/>
                    </a:lnTo>
                    <a:lnTo>
                      <a:pt x="971930" y="66675"/>
                    </a:lnTo>
                    <a:lnTo>
                      <a:pt x="971930" y="200025"/>
                    </a:lnTo>
                    <a:close/>
                  </a:path>
                </a:pathLst>
              </a:custGeom>
              <a:ln w="9360">
                <a:solidFill>
                  <a:srgbClr val="2B6DA2"/>
                </a:solidFill>
              </a:ln>
            </p:spPr>
            <p:txBody>
              <a:bodyPr wrap="square" lIns="0" tIns="0" rIns="0" bIns="0" rtlCol="0"/>
              <a:lstStyle/>
              <a:p>
                <a:endParaRPr lang="en-US" sz="1463" noProof="0" dirty="0"/>
              </a:p>
            </p:txBody>
          </p:sp>
        </p:grpSp>
        <p:grpSp>
          <p:nvGrpSpPr>
            <p:cNvPr id="14" name="object 38">
              <a:extLst>
                <a:ext uri="{FF2B5EF4-FFF2-40B4-BE49-F238E27FC236}">
                  <a16:creationId xmlns:a16="http://schemas.microsoft.com/office/drawing/2014/main" id="{896DECF8-7764-69DF-5F0B-463721BE6247}"/>
                </a:ext>
              </a:extLst>
            </p:cNvPr>
            <p:cNvGrpSpPr/>
            <p:nvPr/>
          </p:nvGrpSpPr>
          <p:grpSpPr>
            <a:xfrm>
              <a:off x="1462718" y="3810341"/>
              <a:ext cx="238363" cy="706834"/>
              <a:chOff x="8844044" y="2640525"/>
              <a:chExt cx="293370" cy="869950"/>
            </a:xfrm>
          </p:grpSpPr>
          <p:sp>
            <p:nvSpPr>
              <p:cNvPr id="15" name="object 39">
                <a:extLst>
                  <a:ext uri="{FF2B5EF4-FFF2-40B4-BE49-F238E27FC236}">
                    <a16:creationId xmlns:a16="http://schemas.microsoft.com/office/drawing/2014/main" id="{6BC7946B-F149-B23D-37C6-A95CDAC6AF84}"/>
                  </a:ext>
                </a:extLst>
              </p:cNvPr>
              <p:cNvSpPr/>
              <p:nvPr/>
            </p:nvSpPr>
            <p:spPr>
              <a:xfrm>
                <a:off x="8848725" y="2645206"/>
                <a:ext cx="283845" cy="860425"/>
              </a:xfrm>
              <a:custGeom>
                <a:avLst/>
                <a:gdLst/>
                <a:ahLst/>
                <a:cxnLst/>
                <a:rect l="l" t="t" r="r" b="b"/>
                <a:pathLst>
                  <a:path w="283845" h="860425">
                    <a:moveTo>
                      <a:pt x="212686" y="53771"/>
                    </a:moveTo>
                    <a:lnTo>
                      <a:pt x="70866" y="53771"/>
                    </a:lnTo>
                    <a:lnTo>
                      <a:pt x="70866" y="107518"/>
                    </a:lnTo>
                    <a:lnTo>
                      <a:pt x="212686" y="107518"/>
                    </a:lnTo>
                    <a:lnTo>
                      <a:pt x="212686" y="53771"/>
                    </a:lnTo>
                    <a:close/>
                  </a:path>
                  <a:path w="283845" h="860425">
                    <a:moveTo>
                      <a:pt x="212686" y="0"/>
                    </a:moveTo>
                    <a:lnTo>
                      <a:pt x="70866" y="0"/>
                    </a:lnTo>
                    <a:lnTo>
                      <a:pt x="70866" y="26873"/>
                    </a:lnTo>
                    <a:lnTo>
                      <a:pt x="212686" y="26873"/>
                    </a:lnTo>
                    <a:lnTo>
                      <a:pt x="212686" y="0"/>
                    </a:lnTo>
                    <a:close/>
                  </a:path>
                  <a:path w="283845" h="860425">
                    <a:moveTo>
                      <a:pt x="283591" y="644982"/>
                    </a:moveTo>
                    <a:lnTo>
                      <a:pt x="212725" y="644982"/>
                    </a:lnTo>
                    <a:lnTo>
                      <a:pt x="212725" y="134442"/>
                    </a:lnTo>
                    <a:lnTo>
                      <a:pt x="70866" y="134442"/>
                    </a:lnTo>
                    <a:lnTo>
                      <a:pt x="70866" y="644982"/>
                    </a:lnTo>
                    <a:lnTo>
                      <a:pt x="0" y="644982"/>
                    </a:lnTo>
                    <a:lnTo>
                      <a:pt x="141859" y="859993"/>
                    </a:lnTo>
                    <a:lnTo>
                      <a:pt x="283591" y="644982"/>
                    </a:lnTo>
                    <a:close/>
                  </a:path>
                </a:pathLst>
              </a:custGeom>
              <a:solidFill>
                <a:srgbClr val="B5D2EB"/>
              </a:solidFill>
            </p:spPr>
            <p:txBody>
              <a:bodyPr wrap="square" lIns="0" tIns="0" rIns="0" bIns="0" rtlCol="0"/>
              <a:lstStyle/>
              <a:p>
                <a:endParaRPr lang="en-US" sz="1463" noProof="0" dirty="0"/>
              </a:p>
            </p:txBody>
          </p:sp>
          <p:sp>
            <p:nvSpPr>
              <p:cNvPr id="16" name="object 40">
                <a:extLst>
                  <a:ext uri="{FF2B5EF4-FFF2-40B4-BE49-F238E27FC236}">
                    <a16:creationId xmlns:a16="http://schemas.microsoft.com/office/drawing/2014/main" id="{07BD6F79-55FA-EFCA-59CE-46567B56BD7C}"/>
                  </a:ext>
                </a:extLst>
              </p:cNvPr>
              <p:cNvSpPr/>
              <p:nvPr/>
            </p:nvSpPr>
            <p:spPr>
              <a:xfrm>
                <a:off x="8848724" y="2645205"/>
                <a:ext cx="283845" cy="860425"/>
              </a:xfrm>
              <a:custGeom>
                <a:avLst/>
                <a:gdLst/>
                <a:ahLst/>
                <a:cxnLst/>
                <a:rect l="l" t="t" r="r" b="b"/>
                <a:pathLst>
                  <a:path w="283845" h="860425">
                    <a:moveTo>
                      <a:pt x="283591" y="644983"/>
                    </a:moveTo>
                    <a:lnTo>
                      <a:pt x="212725" y="644983"/>
                    </a:lnTo>
                    <a:lnTo>
                      <a:pt x="212725" y="134443"/>
                    </a:lnTo>
                    <a:lnTo>
                      <a:pt x="70866" y="134443"/>
                    </a:lnTo>
                    <a:lnTo>
                      <a:pt x="70866" y="644983"/>
                    </a:lnTo>
                    <a:lnTo>
                      <a:pt x="0" y="644983"/>
                    </a:lnTo>
                    <a:lnTo>
                      <a:pt x="141858" y="859994"/>
                    </a:lnTo>
                    <a:lnTo>
                      <a:pt x="283591" y="644983"/>
                    </a:lnTo>
                    <a:close/>
                  </a:path>
                  <a:path w="283845" h="860425">
                    <a:moveTo>
                      <a:pt x="70866" y="107519"/>
                    </a:moveTo>
                    <a:lnTo>
                      <a:pt x="212686" y="107519"/>
                    </a:lnTo>
                    <a:lnTo>
                      <a:pt x="212686" y="53770"/>
                    </a:lnTo>
                    <a:lnTo>
                      <a:pt x="70866" y="53770"/>
                    </a:lnTo>
                    <a:lnTo>
                      <a:pt x="70866" y="107519"/>
                    </a:lnTo>
                    <a:close/>
                  </a:path>
                  <a:path w="283845" h="860425">
                    <a:moveTo>
                      <a:pt x="70866" y="26874"/>
                    </a:moveTo>
                    <a:lnTo>
                      <a:pt x="212686" y="26874"/>
                    </a:lnTo>
                    <a:lnTo>
                      <a:pt x="212686" y="0"/>
                    </a:lnTo>
                    <a:lnTo>
                      <a:pt x="70866" y="0"/>
                    </a:lnTo>
                    <a:lnTo>
                      <a:pt x="70866" y="26874"/>
                    </a:lnTo>
                    <a:close/>
                  </a:path>
                </a:pathLst>
              </a:custGeom>
              <a:ln w="9360">
                <a:solidFill>
                  <a:srgbClr val="2B6DA2"/>
                </a:solidFill>
              </a:ln>
            </p:spPr>
            <p:txBody>
              <a:bodyPr wrap="square" lIns="0" tIns="0" rIns="0" bIns="0" rtlCol="0"/>
              <a:lstStyle/>
              <a:p>
                <a:endParaRPr lang="en-US" sz="1463" noProof="0" dirty="0"/>
              </a:p>
            </p:txBody>
          </p:sp>
        </p:grpSp>
        <p:grpSp>
          <p:nvGrpSpPr>
            <p:cNvPr id="17" name="object 41">
              <a:extLst>
                <a:ext uri="{FF2B5EF4-FFF2-40B4-BE49-F238E27FC236}">
                  <a16:creationId xmlns:a16="http://schemas.microsoft.com/office/drawing/2014/main" id="{848FDB95-DF5D-298E-E582-17D68394EF58}"/>
                </a:ext>
              </a:extLst>
            </p:cNvPr>
            <p:cNvGrpSpPr/>
            <p:nvPr/>
          </p:nvGrpSpPr>
          <p:grpSpPr>
            <a:xfrm>
              <a:off x="1780845" y="2674928"/>
              <a:ext cx="262612" cy="680006"/>
              <a:chOff x="9235585" y="1243094"/>
              <a:chExt cx="323215" cy="836930"/>
            </a:xfrm>
          </p:grpSpPr>
          <p:sp>
            <p:nvSpPr>
              <p:cNvPr id="18" name="object 42">
                <a:extLst>
                  <a:ext uri="{FF2B5EF4-FFF2-40B4-BE49-F238E27FC236}">
                    <a16:creationId xmlns:a16="http://schemas.microsoft.com/office/drawing/2014/main" id="{3547A9BC-9F6F-73E3-C849-9F063665893B}"/>
                  </a:ext>
                </a:extLst>
              </p:cNvPr>
              <p:cNvSpPr/>
              <p:nvPr/>
            </p:nvSpPr>
            <p:spPr>
              <a:xfrm>
                <a:off x="9240266" y="1247774"/>
                <a:ext cx="313690" cy="828040"/>
              </a:xfrm>
              <a:custGeom>
                <a:avLst/>
                <a:gdLst/>
                <a:ahLst/>
                <a:cxnLst/>
                <a:rect l="l" t="t" r="r" b="b"/>
                <a:pathLst>
                  <a:path w="313690" h="828039">
                    <a:moveTo>
                      <a:pt x="234988" y="801674"/>
                    </a:moveTo>
                    <a:lnTo>
                      <a:pt x="78359" y="801674"/>
                    </a:lnTo>
                    <a:lnTo>
                      <a:pt x="78359" y="827532"/>
                    </a:lnTo>
                    <a:lnTo>
                      <a:pt x="234988" y="827532"/>
                    </a:lnTo>
                    <a:lnTo>
                      <a:pt x="234988" y="801674"/>
                    </a:lnTo>
                    <a:close/>
                  </a:path>
                  <a:path w="313690" h="828039">
                    <a:moveTo>
                      <a:pt x="234988" y="724128"/>
                    </a:moveTo>
                    <a:lnTo>
                      <a:pt x="78359" y="724128"/>
                    </a:lnTo>
                    <a:lnTo>
                      <a:pt x="78359" y="775843"/>
                    </a:lnTo>
                    <a:lnTo>
                      <a:pt x="234988" y="775843"/>
                    </a:lnTo>
                    <a:lnTo>
                      <a:pt x="234988" y="724128"/>
                    </a:lnTo>
                    <a:close/>
                  </a:path>
                  <a:path w="313690" h="828039">
                    <a:moveTo>
                      <a:pt x="313309" y="206883"/>
                    </a:moveTo>
                    <a:lnTo>
                      <a:pt x="156718" y="0"/>
                    </a:lnTo>
                    <a:lnTo>
                      <a:pt x="0" y="206883"/>
                    </a:lnTo>
                    <a:lnTo>
                      <a:pt x="78359" y="206883"/>
                    </a:lnTo>
                    <a:lnTo>
                      <a:pt x="78359" y="698246"/>
                    </a:lnTo>
                    <a:lnTo>
                      <a:pt x="234950" y="698246"/>
                    </a:lnTo>
                    <a:lnTo>
                      <a:pt x="234950" y="206883"/>
                    </a:lnTo>
                    <a:lnTo>
                      <a:pt x="313309" y="206883"/>
                    </a:lnTo>
                    <a:close/>
                  </a:path>
                </a:pathLst>
              </a:custGeom>
              <a:solidFill>
                <a:srgbClr val="B5D2EB"/>
              </a:solidFill>
            </p:spPr>
            <p:txBody>
              <a:bodyPr wrap="square" lIns="0" tIns="0" rIns="0" bIns="0" rtlCol="0"/>
              <a:lstStyle/>
              <a:p>
                <a:endParaRPr lang="en-US" sz="1463" noProof="0" dirty="0"/>
              </a:p>
            </p:txBody>
          </p:sp>
          <p:sp>
            <p:nvSpPr>
              <p:cNvPr id="19" name="object 43">
                <a:extLst>
                  <a:ext uri="{FF2B5EF4-FFF2-40B4-BE49-F238E27FC236}">
                    <a16:creationId xmlns:a16="http://schemas.microsoft.com/office/drawing/2014/main" id="{7169F310-23E0-4823-227A-7F2220A21FB7}"/>
                  </a:ext>
                </a:extLst>
              </p:cNvPr>
              <p:cNvSpPr/>
              <p:nvPr/>
            </p:nvSpPr>
            <p:spPr>
              <a:xfrm>
                <a:off x="9240265" y="1247774"/>
                <a:ext cx="313690" cy="828040"/>
              </a:xfrm>
              <a:custGeom>
                <a:avLst/>
                <a:gdLst/>
                <a:ahLst/>
                <a:cxnLst/>
                <a:rect l="l" t="t" r="r" b="b"/>
                <a:pathLst>
                  <a:path w="313690" h="828039">
                    <a:moveTo>
                      <a:pt x="0" y="206883"/>
                    </a:moveTo>
                    <a:lnTo>
                      <a:pt x="78358" y="206883"/>
                    </a:lnTo>
                    <a:lnTo>
                      <a:pt x="78358" y="698246"/>
                    </a:lnTo>
                    <a:lnTo>
                      <a:pt x="234950" y="698246"/>
                    </a:lnTo>
                    <a:lnTo>
                      <a:pt x="234950" y="206883"/>
                    </a:lnTo>
                    <a:lnTo>
                      <a:pt x="313308" y="206883"/>
                    </a:lnTo>
                    <a:lnTo>
                      <a:pt x="156717" y="0"/>
                    </a:lnTo>
                    <a:lnTo>
                      <a:pt x="0" y="206883"/>
                    </a:lnTo>
                    <a:close/>
                  </a:path>
                  <a:path w="313690" h="828039">
                    <a:moveTo>
                      <a:pt x="78358" y="775842"/>
                    </a:moveTo>
                    <a:lnTo>
                      <a:pt x="234988" y="775842"/>
                    </a:lnTo>
                    <a:lnTo>
                      <a:pt x="234988" y="724122"/>
                    </a:lnTo>
                    <a:lnTo>
                      <a:pt x="78358" y="724122"/>
                    </a:lnTo>
                    <a:lnTo>
                      <a:pt x="78358" y="775842"/>
                    </a:lnTo>
                    <a:close/>
                  </a:path>
                  <a:path w="313690" h="828039">
                    <a:moveTo>
                      <a:pt x="78358" y="827532"/>
                    </a:moveTo>
                    <a:lnTo>
                      <a:pt x="234988" y="827532"/>
                    </a:lnTo>
                    <a:lnTo>
                      <a:pt x="234988" y="801672"/>
                    </a:lnTo>
                    <a:lnTo>
                      <a:pt x="78358" y="801672"/>
                    </a:lnTo>
                    <a:lnTo>
                      <a:pt x="78358" y="827532"/>
                    </a:lnTo>
                    <a:close/>
                  </a:path>
                </a:pathLst>
              </a:custGeom>
              <a:ln w="9360">
                <a:solidFill>
                  <a:srgbClr val="2B6DA2"/>
                </a:solidFill>
              </a:ln>
            </p:spPr>
            <p:txBody>
              <a:bodyPr wrap="square" lIns="0" tIns="0" rIns="0" bIns="0" rtlCol="0"/>
              <a:lstStyle/>
              <a:p>
                <a:endParaRPr lang="en-US" sz="1463" noProof="0" dirty="0"/>
              </a:p>
            </p:txBody>
          </p:sp>
        </p:grpSp>
      </p:grpSp>
      <p:sp>
        <p:nvSpPr>
          <p:cNvPr id="20" name="Oval 17">
            <a:extLst>
              <a:ext uri="{FF2B5EF4-FFF2-40B4-BE49-F238E27FC236}">
                <a16:creationId xmlns:a16="http://schemas.microsoft.com/office/drawing/2014/main" id="{EEA3FD13-0AB9-1C63-FEB5-B70FACA5AFD8}"/>
              </a:ext>
            </a:extLst>
          </p:cNvPr>
          <p:cNvSpPr>
            <a:spLocks noChangeArrowheads="1"/>
          </p:cNvSpPr>
          <p:nvPr/>
        </p:nvSpPr>
        <p:spPr bwMode="auto">
          <a:xfrm>
            <a:off x="9447992" y="4796378"/>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23" name="Picture 22">
            <a:extLst>
              <a:ext uri="{FF2B5EF4-FFF2-40B4-BE49-F238E27FC236}">
                <a16:creationId xmlns:a16="http://schemas.microsoft.com/office/drawing/2014/main" id="{42D0D3E4-2C2A-D5E6-3064-3A7BF614259D}"/>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3" name="Table 19">
            <a:extLst>
              <a:ext uri="{FF2B5EF4-FFF2-40B4-BE49-F238E27FC236}">
                <a16:creationId xmlns:a16="http://schemas.microsoft.com/office/drawing/2014/main" id="{E5196236-6CC0-1C7F-601E-54CFE38928A8}"/>
              </a:ext>
            </a:extLst>
          </p:cNvPr>
          <p:cNvGraphicFramePr>
            <a:graphicFrameLocks noGrp="1"/>
          </p:cNvGraphicFramePr>
          <p:nvPr>
            <p:extLst>
              <p:ext uri="{D42A27DB-BD31-4B8C-83A1-F6EECF244321}">
                <p14:modId xmlns:p14="http://schemas.microsoft.com/office/powerpoint/2010/main" val="2295970010"/>
              </p:ext>
            </p:extLst>
          </p:nvPr>
        </p:nvGraphicFramePr>
        <p:xfrm>
          <a:off x="443920" y="2239199"/>
          <a:ext cx="4432880" cy="1862966"/>
        </p:xfrm>
        <a:graphic>
          <a:graphicData uri="http://schemas.openxmlformats.org/drawingml/2006/table">
            <a:tbl>
              <a:tblPr firstRow="1" bandRow="1">
                <a:tableStyleId>{7DF18680-E054-41AD-8BC1-D1AEF772440D}</a:tableStyleId>
              </a:tblPr>
              <a:tblGrid>
                <a:gridCol w="1273120">
                  <a:extLst>
                    <a:ext uri="{9D8B030D-6E8A-4147-A177-3AD203B41FA5}">
                      <a16:colId xmlns:a16="http://schemas.microsoft.com/office/drawing/2014/main" val="1082218737"/>
                    </a:ext>
                  </a:extLst>
                </a:gridCol>
                <a:gridCol w="3159760">
                  <a:extLst>
                    <a:ext uri="{9D8B030D-6E8A-4147-A177-3AD203B41FA5}">
                      <a16:colId xmlns:a16="http://schemas.microsoft.com/office/drawing/2014/main" val="174019287"/>
                    </a:ext>
                  </a:extLst>
                </a:gridCol>
              </a:tblGrid>
              <a:tr h="39992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36054277"/>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h</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Left cursor move</a:t>
                      </a:r>
                    </a:p>
                  </a:txBody>
                  <a:tcPr/>
                </a:tc>
                <a:extLst>
                  <a:ext uri="{0D108BD9-81ED-4DB2-BD59-A6C34878D82A}">
                    <a16:rowId xmlns:a16="http://schemas.microsoft.com/office/drawing/2014/main" val="928027646"/>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l</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Right cursor move</a:t>
                      </a:r>
                    </a:p>
                  </a:txBody>
                  <a:tcPr/>
                </a:tc>
                <a:extLst>
                  <a:ext uri="{0D108BD9-81ED-4DB2-BD59-A6C34878D82A}">
                    <a16:rowId xmlns:a16="http://schemas.microsoft.com/office/drawing/2014/main" val="2020423711"/>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k</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Up cursor move</a:t>
                      </a:r>
                    </a:p>
                  </a:txBody>
                  <a:tcPr/>
                </a:tc>
                <a:extLst>
                  <a:ext uri="{0D108BD9-81ED-4DB2-BD59-A6C34878D82A}">
                    <a16:rowId xmlns:a16="http://schemas.microsoft.com/office/drawing/2014/main" val="728371441"/>
                  </a:ext>
                </a:extLst>
              </a:tr>
              <a:tr h="3615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j</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Down cursor move</a:t>
                      </a:r>
                    </a:p>
                  </a:txBody>
                  <a:tcPr/>
                </a:tc>
                <a:extLst>
                  <a:ext uri="{0D108BD9-81ED-4DB2-BD59-A6C34878D82A}">
                    <a16:rowId xmlns:a16="http://schemas.microsoft.com/office/drawing/2014/main" val="563213437"/>
                  </a:ext>
                </a:extLst>
              </a:tr>
            </a:tbl>
          </a:graphicData>
        </a:graphic>
      </p:graphicFrame>
    </p:spTree>
    <p:extLst>
      <p:ext uri="{BB962C8B-B14F-4D97-AF65-F5344CB8AC3E}">
        <p14:creationId xmlns:p14="http://schemas.microsoft.com/office/powerpoint/2010/main" val="1416166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1E7A43-1DFE-6FBE-1F10-108CFD6D81D9}"/>
              </a:ext>
            </a:extLst>
          </p:cNvPr>
          <p:cNvSpPr>
            <a:spLocks noGrp="1"/>
          </p:cNvSpPr>
          <p:nvPr>
            <p:ph type="ctrTitle"/>
          </p:nvPr>
        </p:nvSpPr>
        <p:spPr/>
        <p:txBody>
          <a:bodyPr/>
          <a:lstStyle/>
          <a:p>
            <a:r>
              <a:rPr lang="en-US" noProof="0" dirty="0"/>
              <a:t>Moving the cursor – Words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Key combinations that move the cursor by line include: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20" name="Oval 17">
            <a:extLst>
              <a:ext uri="{FF2B5EF4-FFF2-40B4-BE49-F238E27FC236}">
                <a16:creationId xmlns:a16="http://schemas.microsoft.com/office/drawing/2014/main" id="{A4A6013C-2A03-1DEC-C9BF-5098FCBD77EB}"/>
              </a:ext>
            </a:extLst>
          </p:cNvPr>
          <p:cNvSpPr>
            <a:spLocks noChangeArrowheads="1"/>
          </p:cNvSpPr>
          <p:nvPr/>
        </p:nvSpPr>
        <p:spPr bwMode="auto">
          <a:xfrm>
            <a:off x="9716279" y="4850478"/>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8" name="Picture 7">
            <a:extLst>
              <a:ext uri="{FF2B5EF4-FFF2-40B4-BE49-F238E27FC236}">
                <a16:creationId xmlns:a16="http://schemas.microsoft.com/office/drawing/2014/main" id="{42007411-00A1-C678-E800-E20B3682422F}"/>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7" name="Table 19">
            <a:extLst>
              <a:ext uri="{FF2B5EF4-FFF2-40B4-BE49-F238E27FC236}">
                <a16:creationId xmlns:a16="http://schemas.microsoft.com/office/drawing/2014/main" id="{75F1CE4F-E4C0-CA5F-460D-600C34C6F322}"/>
              </a:ext>
            </a:extLst>
          </p:cNvPr>
          <p:cNvGraphicFramePr>
            <a:graphicFrameLocks noGrp="1"/>
          </p:cNvGraphicFramePr>
          <p:nvPr>
            <p:extLst>
              <p:ext uri="{D42A27DB-BD31-4B8C-83A1-F6EECF244321}">
                <p14:modId xmlns:p14="http://schemas.microsoft.com/office/powerpoint/2010/main" val="2077240530"/>
              </p:ext>
            </p:extLst>
          </p:nvPr>
        </p:nvGraphicFramePr>
        <p:xfrm>
          <a:off x="443922" y="2269679"/>
          <a:ext cx="4849438" cy="1791145"/>
        </p:xfrm>
        <a:graphic>
          <a:graphicData uri="http://schemas.openxmlformats.org/drawingml/2006/table">
            <a:tbl>
              <a:tblPr firstRow="1" bandRow="1">
                <a:tableStyleId>{7DF18680-E054-41AD-8BC1-D1AEF772440D}</a:tableStyleId>
              </a:tblPr>
              <a:tblGrid>
                <a:gridCol w="1181678">
                  <a:extLst>
                    <a:ext uri="{9D8B030D-6E8A-4147-A177-3AD203B41FA5}">
                      <a16:colId xmlns:a16="http://schemas.microsoft.com/office/drawing/2014/main" val="1082218737"/>
                    </a:ext>
                  </a:extLst>
                </a:gridCol>
                <a:gridCol w="3667760">
                  <a:extLst>
                    <a:ext uri="{9D8B030D-6E8A-4147-A177-3AD203B41FA5}">
                      <a16:colId xmlns:a16="http://schemas.microsoft.com/office/drawing/2014/main" val="174019287"/>
                    </a:ext>
                  </a:extLst>
                </a:gridCol>
              </a:tblGrid>
              <a:tr h="44317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36054277"/>
                  </a:ext>
                </a:extLst>
              </a:tr>
              <a:tr h="44932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w</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Forward to start of next </a:t>
                      </a:r>
                      <a:r>
                        <a:rPr lang="en-US" sz="1800" b="1" noProof="0" dirty="0">
                          <a:solidFill>
                            <a:schemeClr val="tx1"/>
                          </a:solidFill>
                          <a:latin typeface="+mn-lt"/>
                        </a:rPr>
                        <a:t>w</a:t>
                      </a:r>
                      <a:r>
                        <a:rPr lang="en-US" sz="1800" noProof="0" dirty="0">
                          <a:solidFill>
                            <a:schemeClr val="tx1"/>
                          </a:solidFill>
                          <a:latin typeface="+mn-lt"/>
                        </a:rPr>
                        <a:t>ord </a:t>
                      </a:r>
                    </a:p>
                  </a:txBody>
                  <a:tcPr/>
                </a:tc>
                <a:extLst>
                  <a:ext uri="{0D108BD9-81ED-4DB2-BD59-A6C34878D82A}">
                    <a16:rowId xmlns:a16="http://schemas.microsoft.com/office/drawing/2014/main" val="360444285"/>
                  </a:ext>
                </a:extLst>
              </a:tr>
              <a:tr h="44932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b</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B</a:t>
                      </a:r>
                      <a:r>
                        <a:rPr lang="en-US" sz="1800" noProof="0" dirty="0">
                          <a:solidFill>
                            <a:schemeClr val="tx1"/>
                          </a:solidFill>
                          <a:latin typeface="+mn-lt"/>
                        </a:rPr>
                        <a:t>ackwards to start of word</a:t>
                      </a:r>
                    </a:p>
                  </a:txBody>
                  <a:tcPr/>
                </a:tc>
                <a:extLst>
                  <a:ext uri="{0D108BD9-81ED-4DB2-BD59-A6C34878D82A}">
                    <a16:rowId xmlns:a16="http://schemas.microsoft.com/office/drawing/2014/main" val="630450755"/>
                  </a:ext>
                </a:extLst>
              </a:tr>
              <a:tr h="44932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e</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Forward to </a:t>
                      </a:r>
                      <a:r>
                        <a:rPr lang="en-US" sz="1800" b="1" noProof="0" dirty="0">
                          <a:solidFill>
                            <a:schemeClr val="tx1"/>
                          </a:solidFill>
                          <a:latin typeface="+mn-lt"/>
                        </a:rPr>
                        <a:t>e</a:t>
                      </a:r>
                      <a:r>
                        <a:rPr lang="en-US" sz="1800" noProof="0" dirty="0">
                          <a:solidFill>
                            <a:schemeClr val="tx1"/>
                          </a:solidFill>
                          <a:latin typeface="+mn-lt"/>
                        </a:rPr>
                        <a:t>nd of word</a:t>
                      </a:r>
                    </a:p>
                  </a:txBody>
                  <a:tcPr/>
                </a:tc>
                <a:extLst>
                  <a:ext uri="{0D108BD9-81ED-4DB2-BD59-A6C34878D82A}">
                    <a16:rowId xmlns:a16="http://schemas.microsoft.com/office/drawing/2014/main" val="2041090467"/>
                  </a:ext>
                </a:extLst>
              </a:tr>
            </a:tbl>
          </a:graphicData>
        </a:graphic>
      </p:graphicFrame>
    </p:spTree>
    <p:extLst>
      <p:ext uri="{BB962C8B-B14F-4D97-AF65-F5344CB8AC3E}">
        <p14:creationId xmlns:p14="http://schemas.microsoft.com/office/powerpoint/2010/main" val="1475820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4DA545-F825-B1FC-8CE5-63A428A8FF11}"/>
              </a:ext>
            </a:extLst>
          </p:cNvPr>
          <p:cNvSpPr>
            <a:spLocks noGrp="1"/>
          </p:cNvSpPr>
          <p:nvPr>
            <p:ph type="ctrTitle"/>
          </p:nvPr>
        </p:nvSpPr>
        <p:spPr/>
        <p:txBody>
          <a:bodyPr/>
          <a:lstStyle/>
          <a:p>
            <a:r>
              <a:rPr lang="en-US" noProof="0" dirty="0"/>
              <a:t>Moving the cursor – Lines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Key combinations that move the cursor by line include: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sp>
        <p:nvSpPr>
          <p:cNvPr id="20" name="Oval 17">
            <a:extLst>
              <a:ext uri="{FF2B5EF4-FFF2-40B4-BE49-F238E27FC236}">
                <a16:creationId xmlns:a16="http://schemas.microsoft.com/office/drawing/2014/main" id="{80C6B120-1EF5-8ADB-CF11-123A037AA699}"/>
              </a:ext>
            </a:extLst>
          </p:cNvPr>
          <p:cNvSpPr>
            <a:spLocks noChangeArrowheads="1"/>
          </p:cNvSpPr>
          <p:nvPr/>
        </p:nvSpPr>
        <p:spPr bwMode="auto">
          <a:xfrm>
            <a:off x="9716279" y="4936021"/>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8" name="Picture 7">
            <a:extLst>
              <a:ext uri="{FF2B5EF4-FFF2-40B4-BE49-F238E27FC236}">
                <a16:creationId xmlns:a16="http://schemas.microsoft.com/office/drawing/2014/main" id="{3B87EE3C-9260-2934-9D58-522090CACA31}"/>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3" name="Table 2">
            <a:extLst>
              <a:ext uri="{FF2B5EF4-FFF2-40B4-BE49-F238E27FC236}">
                <a16:creationId xmlns:a16="http://schemas.microsoft.com/office/drawing/2014/main" id="{612228E6-9CA7-CB27-54DA-A25AB4654E22}"/>
              </a:ext>
            </a:extLst>
          </p:cNvPr>
          <p:cNvGraphicFramePr>
            <a:graphicFrameLocks noGrp="1"/>
          </p:cNvGraphicFramePr>
          <p:nvPr>
            <p:extLst>
              <p:ext uri="{D42A27DB-BD31-4B8C-83A1-F6EECF244321}">
                <p14:modId xmlns:p14="http://schemas.microsoft.com/office/powerpoint/2010/main" val="1465618069"/>
              </p:ext>
            </p:extLst>
          </p:nvPr>
        </p:nvGraphicFramePr>
        <p:xfrm>
          <a:off x="443922" y="2249359"/>
          <a:ext cx="4371918" cy="2926080"/>
        </p:xfrm>
        <a:graphic>
          <a:graphicData uri="http://schemas.openxmlformats.org/drawingml/2006/table">
            <a:tbl>
              <a:tblPr firstRow="1" bandRow="1">
                <a:tableStyleId>{7DF18680-E054-41AD-8BC1-D1AEF772440D}</a:tableStyleId>
              </a:tblPr>
              <a:tblGrid>
                <a:gridCol w="1080078">
                  <a:extLst>
                    <a:ext uri="{9D8B030D-6E8A-4147-A177-3AD203B41FA5}">
                      <a16:colId xmlns:a16="http://schemas.microsoft.com/office/drawing/2014/main" val="1640743491"/>
                    </a:ext>
                  </a:extLst>
                </a:gridCol>
                <a:gridCol w="3291840">
                  <a:extLst>
                    <a:ext uri="{9D8B030D-6E8A-4147-A177-3AD203B41FA5}">
                      <a16:colId xmlns:a16="http://schemas.microsoft.com/office/drawing/2014/main" val="891591229"/>
                    </a:ext>
                  </a:extLst>
                </a:gridCol>
              </a:tblGrid>
              <a:tr h="324650">
                <a:tc>
                  <a:txBody>
                    <a:bodyPr/>
                    <a:lstStyle/>
                    <a:p>
                      <a:r>
                        <a:rPr lang="en-US" sz="1800" noProof="0" dirty="0">
                          <a:solidFill>
                            <a:schemeClr val="tx1"/>
                          </a:solidFill>
                          <a:latin typeface="+mn-lt"/>
                        </a:rPr>
                        <a:t>Keys</a:t>
                      </a:r>
                    </a:p>
                  </a:txBody>
                  <a:tcPr/>
                </a:tc>
                <a:tc>
                  <a:txBody>
                    <a:bodyPr/>
                    <a:lstStyle/>
                    <a:p>
                      <a:r>
                        <a:rPr lang="en-US" sz="1800" noProof="0" dirty="0">
                          <a:solidFill>
                            <a:schemeClr val="tx1"/>
                          </a:solidFill>
                          <a:latin typeface="+mn-lt"/>
                        </a:rPr>
                        <a:t>Action</a:t>
                      </a:r>
                    </a:p>
                  </a:txBody>
                  <a:tcPr/>
                </a:tc>
                <a:extLst>
                  <a:ext uri="{0D108BD9-81ED-4DB2-BD59-A6C34878D82A}">
                    <a16:rowId xmlns:a16="http://schemas.microsoft.com/office/drawing/2014/main" val="2910346486"/>
                  </a:ext>
                </a:extLst>
              </a:tr>
              <a:tr h="344146">
                <a:tc>
                  <a:txBody>
                    <a:bodyPr/>
                    <a:lstStyle/>
                    <a:p>
                      <a:r>
                        <a:rPr lang="en-US" sz="1800" b="1" noProof="0" dirty="0">
                          <a:solidFill>
                            <a:schemeClr val="tx1"/>
                          </a:solidFill>
                          <a:latin typeface="Hack" panose="020B0609030202020204"/>
                        </a:rPr>
                        <a:t>0</a:t>
                      </a:r>
                      <a:endParaRPr lang="en-US" sz="1800" noProof="0" dirty="0">
                        <a:solidFill>
                          <a:schemeClr val="tx1"/>
                        </a:solidFill>
                        <a:latin typeface="Hack" panose="020B0609030202020204"/>
                      </a:endParaRPr>
                    </a:p>
                  </a:txBody>
                  <a:tcPr/>
                </a:tc>
                <a:tc>
                  <a:txBody>
                    <a:bodyPr/>
                    <a:lstStyle/>
                    <a:p>
                      <a:r>
                        <a:rPr lang="en-US" sz="1800" noProof="0" dirty="0">
                          <a:solidFill>
                            <a:schemeClr val="tx1"/>
                          </a:solidFill>
                          <a:latin typeface="+mn-lt"/>
                        </a:rPr>
                        <a:t>Start of this line</a:t>
                      </a:r>
                    </a:p>
                  </a:txBody>
                  <a:tcPr/>
                </a:tc>
                <a:extLst>
                  <a:ext uri="{0D108BD9-81ED-4DB2-BD59-A6C34878D82A}">
                    <a16:rowId xmlns:a16="http://schemas.microsoft.com/office/drawing/2014/main" val="3715812743"/>
                  </a:ext>
                </a:extLst>
              </a:tr>
              <a:tr h="344146">
                <a:tc>
                  <a:txBody>
                    <a:bodyPr/>
                    <a:lstStyle/>
                    <a:p>
                      <a:r>
                        <a:rPr lang="en-US" sz="1800" b="1" noProof="0" dirty="0">
                          <a:solidFill>
                            <a:schemeClr val="tx1"/>
                          </a:solidFill>
                          <a:latin typeface="Hack" panose="020B0609030202020204"/>
                        </a:rPr>
                        <a:t>$</a:t>
                      </a:r>
                      <a:endParaRPr lang="en-US" sz="1800" noProof="0" dirty="0">
                        <a:solidFill>
                          <a:schemeClr val="tx1"/>
                        </a:solidFill>
                        <a:latin typeface="Hack" panose="020B0609030202020204"/>
                      </a:endParaRPr>
                    </a:p>
                  </a:txBody>
                  <a:tcPr/>
                </a:tc>
                <a:tc>
                  <a:txBody>
                    <a:bodyPr/>
                    <a:lstStyle/>
                    <a:p>
                      <a:r>
                        <a:rPr lang="en-US" sz="1800" noProof="0" dirty="0">
                          <a:solidFill>
                            <a:schemeClr val="tx1"/>
                          </a:solidFill>
                          <a:latin typeface="+mn-lt"/>
                        </a:rPr>
                        <a:t>End of this line</a:t>
                      </a:r>
                    </a:p>
                  </a:txBody>
                  <a:tcPr/>
                </a:tc>
                <a:extLst>
                  <a:ext uri="{0D108BD9-81ED-4DB2-BD59-A6C34878D82A}">
                    <a16:rowId xmlns:a16="http://schemas.microsoft.com/office/drawing/2014/main" val="392250733"/>
                  </a:ext>
                </a:extLst>
              </a:tr>
              <a:tr h="344146">
                <a:tc>
                  <a:txBody>
                    <a:bodyPr/>
                    <a:lstStyle/>
                    <a:p>
                      <a:r>
                        <a:rPr lang="en-US" sz="1800" b="1" noProof="0" dirty="0" err="1">
                          <a:solidFill>
                            <a:schemeClr val="tx1"/>
                          </a:solidFill>
                          <a:latin typeface="Hack" panose="020B0609030202020204"/>
                        </a:rPr>
                        <a:t>nG</a:t>
                      </a:r>
                      <a:endParaRPr lang="en-US" sz="1800" noProof="0" dirty="0">
                        <a:solidFill>
                          <a:schemeClr val="tx1"/>
                        </a:solidFill>
                        <a:latin typeface="Hack" panose="020B0609030202020204"/>
                      </a:endParaRPr>
                    </a:p>
                  </a:txBody>
                  <a:tcPr/>
                </a:tc>
                <a:tc>
                  <a:txBody>
                    <a:bodyPr/>
                    <a:lstStyle/>
                    <a:p>
                      <a:r>
                        <a:rPr lang="en-US" sz="1800" b="1" noProof="0" dirty="0">
                          <a:solidFill>
                            <a:schemeClr val="tx1"/>
                          </a:solidFill>
                          <a:latin typeface="+mn-lt"/>
                        </a:rPr>
                        <a:t>G</a:t>
                      </a:r>
                      <a:r>
                        <a:rPr lang="en-US" sz="1800" noProof="0" dirty="0">
                          <a:solidFill>
                            <a:schemeClr val="tx1"/>
                          </a:solidFill>
                          <a:latin typeface="+mn-lt"/>
                        </a:rPr>
                        <a:t>o to line </a:t>
                      </a:r>
                      <a:r>
                        <a:rPr lang="en-US" sz="1800" b="1" noProof="0" dirty="0">
                          <a:solidFill>
                            <a:schemeClr val="tx1"/>
                          </a:solidFill>
                          <a:latin typeface="+mn-lt"/>
                        </a:rPr>
                        <a:t>n</a:t>
                      </a:r>
                    </a:p>
                  </a:txBody>
                  <a:tcPr/>
                </a:tc>
                <a:extLst>
                  <a:ext uri="{0D108BD9-81ED-4DB2-BD59-A6C34878D82A}">
                    <a16:rowId xmlns:a16="http://schemas.microsoft.com/office/drawing/2014/main" val="3212233761"/>
                  </a:ext>
                </a:extLst>
              </a:tr>
              <a:tr h="344146">
                <a:tc>
                  <a:txBody>
                    <a:bodyPr/>
                    <a:lstStyle/>
                    <a:p>
                      <a:r>
                        <a:rPr lang="en-US" sz="1800" b="1" noProof="0" dirty="0">
                          <a:solidFill>
                            <a:schemeClr val="tx1"/>
                          </a:solidFill>
                          <a:latin typeface="Hack" panose="020B0609030202020204"/>
                        </a:rPr>
                        <a:t>G</a:t>
                      </a:r>
                      <a:endParaRPr lang="en-US" sz="1800" noProof="0" dirty="0">
                        <a:solidFill>
                          <a:schemeClr val="tx1"/>
                        </a:solidFill>
                        <a:latin typeface="Hack" panose="020B0609030202020204"/>
                      </a:endParaRPr>
                    </a:p>
                  </a:txBody>
                  <a:tcPr/>
                </a:tc>
                <a:tc>
                  <a:txBody>
                    <a:bodyPr/>
                    <a:lstStyle/>
                    <a:p>
                      <a:r>
                        <a:rPr lang="en-US" sz="1800" b="1" noProof="0" dirty="0">
                          <a:solidFill>
                            <a:schemeClr val="tx1"/>
                          </a:solidFill>
                          <a:latin typeface="+mn-lt"/>
                        </a:rPr>
                        <a:t>G</a:t>
                      </a:r>
                      <a:r>
                        <a:rPr lang="en-US" sz="1800" noProof="0" dirty="0">
                          <a:solidFill>
                            <a:schemeClr val="tx1"/>
                          </a:solidFill>
                          <a:latin typeface="+mn-lt"/>
                        </a:rPr>
                        <a:t>o to last line</a:t>
                      </a:r>
                    </a:p>
                  </a:txBody>
                  <a:tcPr/>
                </a:tc>
                <a:extLst>
                  <a:ext uri="{0D108BD9-81ED-4DB2-BD59-A6C34878D82A}">
                    <a16:rowId xmlns:a16="http://schemas.microsoft.com/office/drawing/2014/main" val="1258256293"/>
                  </a:ext>
                </a:extLst>
              </a:tr>
              <a:tr h="344146">
                <a:tc>
                  <a:txBody>
                    <a:bodyPr/>
                    <a:lstStyle/>
                    <a:p>
                      <a:r>
                        <a:rPr lang="en-US" sz="1800" b="1" noProof="0" dirty="0">
                          <a:solidFill>
                            <a:schemeClr val="tx1"/>
                          </a:solidFill>
                          <a:latin typeface="Hack" panose="020B0609030202020204"/>
                        </a:rPr>
                        <a:t>gg</a:t>
                      </a:r>
                      <a:endParaRPr lang="en-US" sz="1800" noProof="0" dirty="0">
                        <a:solidFill>
                          <a:schemeClr val="tx1"/>
                        </a:solidFill>
                        <a:latin typeface="Hack" panose="020B0609030202020204"/>
                      </a:endParaRPr>
                    </a:p>
                  </a:txBody>
                  <a:tcPr/>
                </a:tc>
                <a:tc>
                  <a:txBody>
                    <a:bodyPr/>
                    <a:lstStyle/>
                    <a:p>
                      <a:r>
                        <a:rPr lang="en-US" sz="1800" b="1" noProof="0" dirty="0">
                          <a:solidFill>
                            <a:schemeClr val="tx1"/>
                          </a:solidFill>
                          <a:latin typeface="+mn-lt"/>
                        </a:rPr>
                        <a:t>G</a:t>
                      </a:r>
                      <a:r>
                        <a:rPr lang="en-US" sz="1800" noProof="0" dirty="0">
                          <a:solidFill>
                            <a:schemeClr val="tx1"/>
                          </a:solidFill>
                          <a:latin typeface="+mn-lt"/>
                        </a:rPr>
                        <a:t>o to first line</a:t>
                      </a:r>
                    </a:p>
                  </a:txBody>
                  <a:tcPr/>
                </a:tc>
                <a:extLst>
                  <a:ext uri="{0D108BD9-81ED-4DB2-BD59-A6C34878D82A}">
                    <a16:rowId xmlns:a16="http://schemas.microsoft.com/office/drawing/2014/main" val="2646984802"/>
                  </a:ext>
                </a:extLst>
              </a:tr>
              <a:tr h="344146">
                <a:tc>
                  <a:txBody>
                    <a:bodyPr/>
                    <a:lstStyle/>
                    <a:p>
                      <a:r>
                        <a:rPr lang="en-US" sz="1800" b="1" noProof="0" dirty="0">
                          <a:solidFill>
                            <a:schemeClr val="tx1"/>
                          </a:solidFill>
                          <a:latin typeface="Hack" panose="020B0609030202020204"/>
                        </a:rPr>
                        <a:t>}</a:t>
                      </a:r>
                      <a:endParaRPr lang="en-US" sz="1800" b="1"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End of paragraph</a:t>
                      </a:r>
                    </a:p>
                  </a:txBody>
                  <a:tcPr/>
                </a:tc>
                <a:extLst>
                  <a:ext uri="{0D108BD9-81ED-4DB2-BD59-A6C34878D82A}">
                    <a16:rowId xmlns:a16="http://schemas.microsoft.com/office/drawing/2014/main" val="2120356518"/>
                  </a:ext>
                </a:extLst>
              </a:tr>
              <a:tr h="344146">
                <a:tc>
                  <a:txBody>
                    <a:bodyPr/>
                    <a:lstStyle/>
                    <a:p>
                      <a:r>
                        <a:rPr lang="en-US" sz="1800" b="1" noProof="0" dirty="0">
                          <a:solidFill>
                            <a:schemeClr val="tx1"/>
                          </a:solidFill>
                          <a:latin typeface="Hack" panose="020B0609030202020204"/>
                        </a:rPr>
                        <a:t>{</a:t>
                      </a:r>
                      <a:endParaRPr lang="en-US" sz="1800" b="1"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Beginning of paragraph</a:t>
                      </a:r>
                    </a:p>
                  </a:txBody>
                  <a:tcPr/>
                </a:tc>
                <a:extLst>
                  <a:ext uri="{0D108BD9-81ED-4DB2-BD59-A6C34878D82A}">
                    <a16:rowId xmlns:a16="http://schemas.microsoft.com/office/drawing/2014/main" val="3611775872"/>
                  </a:ext>
                </a:extLst>
              </a:tr>
            </a:tbl>
          </a:graphicData>
        </a:graphic>
      </p:graphicFrame>
    </p:spTree>
    <p:extLst>
      <p:ext uri="{BB962C8B-B14F-4D97-AF65-F5344CB8AC3E}">
        <p14:creationId xmlns:p14="http://schemas.microsoft.com/office/powerpoint/2010/main" val="3975524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30FF20-913A-C806-2131-1E8606004434}"/>
              </a:ext>
            </a:extLst>
          </p:cNvPr>
          <p:cNvSpPr>
            <a:spLocks noGrp="1"/>
          </p:cNvSpPr>
          <p:nvPr>
            <p:ph type="ctrTitle"/>
          </p:nvPr>
        </p:nvSpPr>
        <p:spPr/>
        <p:txBody>
          <a:bodyPr/>
          <a:lstStyle/>
          <a:p>
            <a:r>
              <a:rPr lang="en-US" noProof="0" dirty="0"/>
              <a:t>Moving the cursor – Control (keys)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Control keys that effect vi display include:</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3" name="Oval 17">
            <a:extLst>
              <a:ext uri="{FF2B5EF4-FFF2-40B4-BE49-F238E27FC236}">
                <a16:creationId xmlns:a16="http://schemas.microsoft.com/office/drawing/2014/main" id="{8BA5390B-A3BE-C400-94D2-4FB28D749D1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8" name="Picture 7">
            <a:extLst>
              <a:ext uri="{FF2B5EF4-FFF2-40B4-BE49-F238E27FC236}">
                <a16:creationId xmlns:a16="http://schemas.microsoft.com/office/drawing/2014/main" id="{1C1009EB-8764-4CBC-E1EE-99547D76A39D}"/>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20">
            <a:extLst>
              <a:ext uri="{FF2B5EF4-FFF2-40B4-BE49-F238E27FC236}">
                <a16:creationId xmlns:a16="http://schemas.microsoft.com/office/drawing/2014/main" id="{C3573902-6193-BE5C-E35C-33D5ECDB0631}"/>
              </a:ext>
            </a:extLst>
          </p:cNvPr>
          <p:cNvGraphicFramePr>
            <a:graphicFrameLocks noGrp="1"/>
          </p:cNvGraphicFramePr>
          <p:nvPr>
            <p:extLst>
              <p:ext uri="{D42A27DB-BD31-4B8C-83A1-F6EECF244321}">
                <p14:modId xmlns:p14="http://schemas.microsoft.com/office/powerpoint/2010/main" val="3518594907"/>
              </p:ext>
            </p:extLst>
          </p:nvPr>
        </p:nvGraphicFramePr>
        <p:xfrm>
          <a:off x="443922" y="2344362"/>
          <a:ext cx="5580958" cy="2580640"/>
        </p:xfrm>
        <a:graphic>
          <a:graphicData uri="http://schemas.openxmlformats.org/drawingml/2006/table">
            <a:tbl>
              <a:tblPr firstRow="1" bandRow="1">
                <a:tableStyleId>{7DF18680-E054-41AD-8BC1-D1AEF772440D}</a:tableStyleId>
              </a:tblPr>
              <a:tblGrid>
                <a:gridCol w="818858">
                  <a:extLst>
                    <a:ext uri="{9D8B030D-6E8A-4147-A177-3AD203B41FA5}">
                      <a16:colId xmlns:a16="http://schemas.microsoft.com/office/drawing/2014/main" val="3047155951"/>
                    </a:ext>
                  </a:extLst>
                </a:gridCol>
                <a:gridCol w="4762100">
                  <a:extLst>
                    <a:ext uri="{9D8B030D-6E8A-4147-A177-3AD203B41FA5}">
                      <a16:colId xmlns:a16="http://schemas.microsoft.com/office/drawing/2014/main" val="687507750"/>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10882722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^F</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F</a:t>
                      </a:r>
                      <a:r>
                        <a:rPr lang="en-US" sz="1800" noProof="0" dirty="0">
                          <a:solidFill>
                            <a:schemeClr val="tx1"/>
                          </a:solidFill>
                          <a:latin typeface="+mn-lt"/>
                        </a:rPr>
                        <a:t>orward one screen</a:t>
                      </a:r>
                    </a:p>
                  </a:txBody>
                  <a:tcPr/>
                </a:tc>
                <a:extLst>
                  <a:ext uri="{0D108BD9-81ED-4DB2-BD59-A6C34878D82A}">
                    <a16:rowId xmlns:a16="http://schemas.microsoft.com/office/drawing/2014/main" val="117405700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^B</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B</a:t>
                      </a:r>
                      <a:r>
                        <a:rPr lang="en-US" sz="1800" noProof="0" dirty="0">
                          <a:solidFill>
                            <a:schemeClr val="tx1"/>
                          </a:solidFill>
                          <a:latin typeface="+mn-lt"/>
                        </a:rPr>
                        <a:t>ack one screen</a:t>
                      </a:r>
                    </a:p>
                  </a:txBody>
                  <a:tcPr/>
                </a:tc>
                <a:extLst>
                  <a:ext uri="{0D108BD9-81ED-4DB2-BD59-A6C34878D82A}">
                    <a16:rowId xmlns:a16="http://schemas.microsoft.com/office/drawing/2014/main" val="20498164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^D</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D</a:t>
                      </a:r>
                      <a:r>
                        <a:rPr lang="en-US" sz="1800" noProof="0" dirty="0">
                          <a:solidFill>
                            <a:schemeClr val="tx1"/>
                          </a:solidFill>
                          <a:latin typeface="+mn-lt"/>
                        </a:rPr>
                        <a:t>own half a screen</a:t>
                      </a:r>
                    </a:p>
                  </a:txBody>
                  <a:tcPr/>
                </a:tc>
                <a:extLst>
                  <a:ext uri="{0D108BD9-81ED-4DB2-BD59-A6C34878D82A}">
                    <a16:rowId xmlns:a16="http://schemas.microsoft.com/office/drawing/2014/main" val="45592070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^U</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U</a:t>
                      </a:r>
                      <a:r>
                        <a:rPr lang="en-US" sz="1800" noProof="0" dirty="0">
                          <a:solidFill>
                            <a:schemeClr val="tx1"/>
                          </a:solidFill>
                          <a:latin typeface="+mn-lt"/>
                        </a:rPr>
                        <a:t>p half a screen</a:t>
                      </a:r>
                    </a:p>
                  </a:txBody>
                  <a:tcPr/>
                </a:tc>
                <a:extLst>
                  <a:ext uri="{0D108BD9-81ED-4DB2-BD59-A6C34878D82A}">
                    <a16:rowId xmlns:a16="http://schemas.microsoft.com/office/drawing/2014/main" val="2521168707"/>
                  </a:ext>
                </a:extLst>
              </a:tr>
              <a:tr h="1854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^G</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Print line number and other status info</a:t>
                      </a:r>
                    </a:p>
                  </a:txBody>
                  <a:tcPr/>
                </a:tc>
                <a:extLst>
                  <a:ext uri="{0D108BD9-81ED-4DB2-BD59-A6C34878D82A}">
                    <a16:rowId xmlns:a16="http://schemas.microsoft.com/office/drawing/2014/main" val="501432150"/>
                  </a:ext>
                </a:extLst>
              </a:tr>
              <a:tr h="1854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^L</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Redraw the screen</a:t>
                      </a:r>
                    </a:p>
                  </a:txBody>
                  <a:tcPr/>
                </a:tc>
                <a:extLst>
                  <a:ext uri="{0D108BD9-81ED-4DB2-BD59-A6C34878D82A}">
                    <a16:rowId xmlns:a16="http://schemas.microsoft.com/office/drawing/2014/main" val="2423750234"/>
                  </a:ext>
                </a:extLst>
              </a:tr>
            </a:tbl>
          </a:graphicData>
        </a:graphic>
      </p:graphicFrame>
    </p:spTree>
    <p:extLst>
      <p:ext uri="{BB962C8B-B14F-4D97-AF65-F5344CB8AC3E}">
        <p14:creationId xmlns:p14="http://schemas.microsoft.com/office/powerpoint/2010/main" val="343238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F85AE6-0E3E-CDD0-7C11-9F07698B88C7}"/>
              </a:ext>
            </a:extLst>
          </p:cNvPr>
          <p:cNvSpPr>
            <a:spLocks noGrp="1"/>
          </p:cNvSpPr>
          <p:nvPr>
            <p:ph type="ctrTitle"/>
          </p:nvPr>
        </p:nvSpPr>
        <p:spPr/>
        <p:txBody>
          <a:bodyPr/>
          <a:lstStyle/>
          <a:p>
            <a:r>
              <a:rPr lang="en-US" noProof="0" dirty="0"/>
              <a:t>Inserting new text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789612"/>
          </a:xfrm>
        </p:spPr>
        <p:txBody>
          <a:bodyPr>
            <a:normAutofit fontScale="92500" lnSpcReduction="10000"/>
          </a:bodyPr>
          <a:lstStyle/>
          <a:p>
            <a:pPr marL="285750" indent="-285750">
              <a:buFont typeface="Arial" panose="020B0604020202020204" pitchFamily="34" charset="0"/>
              <a:buChar char="•"/>
            </a:pPr>
            <a:r>
              <a:rPr lang="en-US" sz="1800" noProof="0" dirty="0">
                <a:solidFill>
                  <a:schemeClr val="tx1"/>
                </a:solidFill>
              </a:rPr>
              <a:t>Each of these commands puts vi into insert mode;</a:t>
            </a:r>
          </a:p>
          <a:p>
            <a:pPr marL="465746" lvl="1" indent="-285750"/>
            <a:r>
              <a:rPr lang="en-US" sz="1800" noProof="0" dirty="0"/>
              <a:t>Text is inserted into the file until </a:t>
            </a:r>
            <a:r>
              <a:rPr lang="en-US" sz="1800" b="1" noProof="0" dirty="0">
                <a:solidFill>
                  <a:srgbClr val="002060"/>
                </a:solidFill>
                <a:latin typeface="Hack" panose="020B0609030202020204" pitchFamily="49" charset="0"/>
                <a:ea typeface="Hack" panose="020B0609030202020204" pitchFamily="49" charset="0"/>
                <a:cs typeface="Hack" panose="020B0609030202020204" pitchFamily="49" charset="0"/>
              </a:rPr>
              <a:t>&lt;ESC&gt; </a:t>
            </a:r>
            <a:r>
              <a:rPr lang="en-US" sz="1800" noProof="0" dirty="0"/>
              <a:t>is pressed (or </a:t>
            </a: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sz="1800" noProof="0" dirty="0"/>
              <a:t>), returns it to command mode.</a:t>
            </a:r>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lvl="1" indent="0">
              <a:buNone/>
            </a:pPr>
            <a:endParaRPr lang="en-US" sz="1800" noProof="0" dirty="0"/>
          </a:p>
          <a:p>
            <a:pPr marL="285750" indent="-285750"/>
            <a:r>
              <a:rPr lang="en-US" sz="1800" noProof="0" dirty="0">
                <a:solidFill>
                  <a:schemeClr val="tx1"/>
                </a:solidFill>
              </a:rPr>
              <a:t>Within insert mode the backspace and delete keys work.</a:t>
            </a:r>
          </a:p>
          <a:p>
            <a:pPr marL="285750" indent="-285750"/>
            <a:r>
              <a:rPr lang="en-US" sz="1800" noProof="0" dirty="0">
                <a:solidFill>
                  <a:schemeClr val="tx1"/>
                </a:solidFill>
              </a:rPr>
              <a:t>To ensure vi shows which mode you: </a:t>
            </a:r>
            <a:r>
              <a:rPr lang="en-US" sz="1800" noProof="0" dirty="0"/>
              <a:t>are in</a:t>
            </a:r>
          </a:p>
          <a:p>
            <a:pPr marL="742950"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:set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showmode</a:t>
            </a:r>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graphicFrame>
        <p:nvGraphicFramePr>
          <p:cNvPr id="3" name="Table 7">
            <a:extLst>
              <a:ext uri="{FF2B5EF4-FFF2-40B4-BE49-F238E27FC236}">
                <a16:creationId xmlns:a16="http://schemas.microsoft.com/office/drawing/2014/main" id="{F8E59F2B-EE1C-16F1-E9DF-C77C1C550EB8}"/>
              </a:ext>
            </a:extLst>
          </p:cNvPr>
          <p:cNvGraphicFramePr>
            <a:graphicFrameLocks noGrp="1"/>
          </p:cNvGraphicFramePr>
          <p:nvPr>
            <p:extLst>
              <p:ext uri="{D42A27DB-BD31-4B8C-83A1-F6EECF244321}">
                <p14:modId xmlns:p14="http://schemas.microsoft.com/office/powerpoint/2010/main" val="1624399628"/>
              </p:ext>
            </p:extLst>
          </p:nvPr>
        </p:nvGraphicFramePr>
        <p:xfrm>
          <a:off x="1257234" y="2414018"/>
          <a:ext cx="6353454" cy="2560320"/>
        </p:xfrm>
        <a:graphic>
          <a:graphicData uri="http://schemas.openxmlformats.org/drawingml/2006/table">
            <a:tbl>
              <a:tblPr firstRow="1" bandRow="1">
                <a:tableStyleId>{7DF18680-E054-41AD-8BC1-D1AEF772440D}</a:tableStyleId>
              </a:tblPr>
              <a:tblGrid>
                <a:gridCol w="895717">
                  <a:extLst>
                    <a:ext uri="{9D8B030D-6E8A-4147-A177-3AD203B41FA5}">
                      <a16:colId xmlns:a16="http://schemas.microsoft.com/office/drawing/2014/main" val="3642817644"/>
                    </a:ext>
                  </a:extLst>
                </a:gridCol>
                <a:gridCol w="5457737">
                  <a:extLst>
                    <a:ext uri="{9D8B030D-6E8A-4147-A177-3AD203B41FA5}">
                      <a16:colId xmlns:a16="http://schemas.microsoft.com/office/drawing/2014/main" val="2335216656"/>
                    </a:ext>
                  </a:extLst>
                </a:gridCol>
              </a:tblGrid>
              <a:tr h="31210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383928961"/>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err="1">
                          <a:solidFill>
                            <a:schemeClr val="tx1"/>
                          </a:solidFill>
                          <a:latin typeface="Hack" panose="020B0609030202020204"/>
                        </a:rPr>
                        <a:t>i</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I</a:t>
                      </a:r>
                      <a:r>
                        <a:rPr lang="en-US" sz="1800" noProof="0" dirty="0">
                          <a:solidFill>
                            <a:schemeClr val="tx1"/>
                          </a:solidFill>
                          <a:latin typeface="+mn-lt"/>
                        </a:rPr>
                        <a:t>nsert before cursor</a:t>
                      </a:r>
                    </a:p>
                  </a:txBody>
                  <a:tcPr/>
                </a:tc>
                <a:extLst>
                  <a:ext uri="{0D108BD9-81ED-4DB2-BD59-A6C34878D82A}">
                    <a16:rowId xmlns:a16="http://schemas.microsoft.com/office/drawing/2014/main" val="2377183140"/>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a</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A</a:t>
                      </a:r>
                      <a:r>
                        <a:rPr lang="en-US" sz="1800" noProof="0" dirty="0">
                          <a:solidFill>
                            <a:schemeClr val="tx1"/>
                          </a:solidFill>
                          <a:latin typeface="+mn-lt"/>
                        </a:rPr>
                        <a:t>ppend after cursor</a:t>
                      </a:r>
                    </a:p>
                  </a:txBody>
                  <a:tcPr/>
                </a:tc>
                <a:extLst>
                  <a:ext uri="{0D108BD9-81ED-4DB2-BD59-A6C34878D82A}">
                    <a16:rowId xmlns:a16="http://schemas.microsoft.com/office/drawing/2014/main" val="2436635471"/>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I</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I</a:t>
                      </a:r>
                      <a:r>
                        <a:rPr lang="en-US" sz="1800" noProof="0" dirty="0">
                          <a:solidFill>
                            <a:schemeClr val="tx1"/>
                          </a:solidFill>
                          <a:latin typeface="+mn-lt"/>
                        </a:rPr>
                        <a:t>nsert at start of line</a:t>
                      </a:r>
                    </a:p>
                  </a:txBody>
                  <a:tcPr/>
                </a:tc>
                <a:extLst>
                  <a:ext uri="{0D108BD9-81ED-4DB2-BD59-A6C34878D82A}">
                    <a16:rowId xmlns:a16="http://schemas.microsoft.com/office/drawing/2014/main" val="1507317714"/>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A</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A</a:t>
                      </a:r>
                      <a:r>
                        <a:rPr lang="en-US" sz="1800" noProof="0" dirty="0">
                          <a:solidFill>
                            <a:schemeClr val="tx1"/>
                          </a:solidFill>
                          <a:latin typeface="+mn-lt"/>
                        </a:rPr>
                        <a:t>ppend at end of line</a:t>
                      </a:r>
                    </a:p>
                  </a:txBody>
                  <a:tcPr/>
                </a:tc>
                <a:extLst>
                  <a:ext uri="{0D108BD9-81ED-4DB2-BD59-A6C34878D82A}">
                    <a16:rowId xmlns:a16="http://schemas.microsoft.com/office/drawing/2014/main" val="2268532361"/>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o</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O</a:t>
                      </a:r>
                      <a:r>
                        <a:rPr lang="en-US" sz="1800" noProof="0" dirty="0">
                          <a:solidFill>
                            <a:schemeClr val="tx1"/>
                          </a:solidFill>
                          <a:latin typeface="+mn-lt"/>
                        </a:rPr>
                        <a:t>pen new line below this one</a:t>
                      </a:r>
                    </a:p>
                  </a:txBody>
                  <a:tcPr/>
                </a:tc>
                <a:extLst>
                  <a:ext uri="{0D108BD9-81ED-4DB2-BD59-A6C34878D82A}">
                    <a16:rowId xmlns:a16="http://schemas.microsoft.com/office/drawing/2014/main" val="2356509480"/>
                  </a:ext>
                </a:extLst>
              </a:tr>
              <a:tr h="312106">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o</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O</a:t>
                      </a:r>
                      <a:r>
                        <a:rPr lang="en-US" sz="1800" noProof="0" dirty="0">
                          <a:solidFill>
                            <a:schemeClr val="tx1"/>
                          </a:solidFill>
                          <a:latin typeface="+mn-lt"/>
                        </a:rPr>
                        <a:t>pen new line below this one</a:t>
                      </a:r>
                    </a:p>
                  </a:txBody>
                  <a:tcPr/>
                </a:tc>
                <a:extLst>
                  <a:ext uri="{0D108BD9-81ED-4DB2-BD59-A6C34878D82A}">
                    <a16:rowId xmlns:a16="http://schemas.microsoft.com/office/drawing/2014/main" val="985615824"/>
                  </a:ext>
                </a:extLst>
              </a:tr>
            </a:tbl>
          </a:graphicData>
        </a:graphic>
      </p:graphicFrame>
      <p:grpSp>
        <p:nvGrpSpPr>
          <p:cNvPr id="12" name="Group 11">
            <a:extLst>
              <a:ext uri="{FF2B5EF4-FFF2-40B4-BE49-F238E27FC236}">
                <a16:creationId xmlns:a16="http://schemas.microsoft.com/office/drawing/2014/main" id="{F1767CA4-2AA9-48C4-BB47-4B84872B9E8F}"/>
              </a:ext>
            </a:extLst>
          </p:cNvPr>
          <p:cNvGrpSpPr/>
          <p:nvPr/>
        </p:nvGrpSpPr>
        <p:grpSpPr>
          <a:xfrm>
            <a:off x="8578021" y="4104401"/>
            <a:ext cx="3098041" cy="2196244"/>
            <a:chOff x="4684815" y="3049666"/>
            <a:chExt cx="4932154" cy="3648668"/>
          </a:xfrm>
        </p:grpSpPr>
        <p:sp>
          <p:nvSpPr>
            <p:cNvPr id="6" name="Freeform 23">
              <a:extLst>
                <a:ext uri="{FF2B5EF4-FFF2-40B4-BE49-F238E27FC236}">
                  <a16:creationId xmlns:a16="http://schemas.microsoft.com/office/drawing/2014/main" id="{5AA42BAD-6006-5322-3BA6-1104AAF92C59}"/>
                </a:ext>
              </a:extLst>
            </p:cNvPr>
            <p:cNvSpPr>
              <a:spLocks/>
            </p:cNvSpPr>
            <p:nvPr/>
          </p:nvSpPr>
          <p:spPr bwMode="auto">
            <a:xfrm rot="10080000">
              <a:off x="5427910" y="4353717"/>
              <a:ext cx="1771499" cy="966533"/>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8" name="Freeform 23">
              <a:extLst>
                <a:ext uri="{FF2B5EF4-FFF2-40B4-BE49-F238E27FC236}">
                  <a16:creationId xmlns:a16="http://schemas.microsoft.com/office/drawing/2014/main" id="{67A3C429-445A-61AD-DEA3-8A7C3929FBE1}"/>
                </a:ext>
              </a:extLst>
            </p:cNvPr>
            <p:cNvSpPr>
              <a:spLocks/>
            </p:cNvSpPr>
            <p:nvPr/>
          </p:nvSpPr>
          <p:spPr bwMode="auto">
            <a:xfrm rot="20860661">
              <a:off x="6091558" y="4852617"/>
              <a:ext cx="1515049" cy="1013755"/>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9" name="TextBox 8">
              <a:extLst>
                <a:ext uri="{FF2B5EF4-FFF2-40B4-BE49-F238E27FC236}">
                  <a16:creationId xmlns:a16="http://schemas.microsoft.com/office/drawing/2014/main" id="{3F503943-E2A4-2A86-730D-5794C7C23CB2}"/>
                </a:ext>
              </a:extLst>
            </p:cNvPr>
            <p:cNvSpPr txBox="1"/>
            <p:nvPr/>
          </p:nvSpPr>
          <p:spPr>
            <a:xfrm>
              <a:off x="4684815" y="5455852"/>
              <a:ext cx="1734930" cy="1242482"/>
            </a:xfrm>
            <a:prstGeom prst="rect">
              <a:avLst/>
            </a:prstGeom>
            <a:solidFill>
              <a:schemeClr val="tx1"/>
            </a:solidFill>
            <a:ln>
              <a:solidFill>
                <a:schemeClr val="tx1"/>
              </a:solidFill>
            </a:ln>
          </p:spPr>
          <p:txBody>
            <a:bodyPr vert="horz" wrap="square" lIns="0" tIns="0" rIns="0" bIns="0" rtlCol="0" anchor="t" anchorCtr="0">
              <a:noAutofit/>
            </a:bodyP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solidFill>
                    <a:schemeClr val="bg2"/>
                  </a:solidFill>
                </a:rPr>
                <a:t>Insert</a:t>
              </a:r>
            </a:p>
            <a:p>
              <a:pPr indent="168275" algn="ctr" defTabSz="720725" eaLnBrk="0" hangingPunct="0">
                <a:lnSpc>
                  <a:spcPct val="110000"/>
                </a:lnSpc>
                <a:buClr>
                  <a:srgbClr val="FF0000"/>
                </a:buClr>
                <a:buSzPct val="100000"/>
                <a:tabLst>
                  <a:tab pos="571500" algn="l"/>
                  <a:tab pos="1855788" algn="l"/>
                </a:tabLst>
                <a:defRPr/>
              </a:pPr>
              <a:r>
                <a:rPr lang="en-US" sz="1200" b="1" i="1" noProof="0" dirty="0">
                  <a:solidFill>
                    <a:schemeClr val="bg2"/>
                  </a:solidFill>
                </a:rPr>
                <a:t>Mode</a:t>
              </a:r>
            </a:p>
            <a:p>
              <a:pPr indent="168275" algn="ctr" defTabSz="720725" eaLnBrk="0" hangingPunct="0">
                <a:lnSpc>
                  <a:spcPct val="110000"/>
                </a:lnSpc>
                <a:buClr>
                  <a:srgbClr val="FF0000"/>
                </a:buClr>
                <a:buSzPct val="100000"/>
                <a:tabLst>
                  <a:tab pos="571500" algn="l"/>
                  <a:tab pos="1855788" algn="l"/>
                </a:tabLst>
                <a:defRPr/>
              </a:pPr>
              <a:r>
                <a:rPr lang="en-US" sz="1000" b="1" i="1" noProof="0" dirty="0">
                  <a:solidFill>
                    <a:schemeClr val="bg2"/>
                  </a:solidFill>
                </a:rPr>
                <a:t>(the keys type things)</a:t>
              </a:r>
            </a:p>
          </p:txBody>
        </p:sp>
        <p:sp>
          <p:nvSpPr>
            <p:cNvPr id="10" name="TextBox 9">
              <a:extLst>
                <a:ext uri="{FF2B5EF4-FFF2-40B4-BE49-F238E27FC236}">
                  <a16:creationId xmlns:a16="http://schemas.microsoft.com/office/drawing/2014/main" id="{148DDD5C-83EC-D25F-B7C6-C1FBB7379D80}"/>
                </a:ext>
              </a:extLst>
            </p:cNvPr>
            <p:cNvSpPr txBox="1"/>
            <p:nvPr/>
          </p:nvSpPr>
          <p:spPr>
            <a:xfrm>
              <a:off x="6591056" y="5252668"/>
              <a:ext cx="1506069"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fontScale="92500" lnSpcReduction="10000"/>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&lt;esc&gt;</a:t>
              </a:r>
            </a:p>
          </p:txBody>
        </p:sp>
        <p:sp>
          <p:nvSpPr>
            <p:cNvPr id="11" name="Oval 17">
              <a:extLst>
                <a:ext uri="{FF2B5EF4-FFF2-40B4-BE49-F238E27FC236}">
                  <a16:creationId xmlns:a16="http://schemas.microsoft.com/office/drawing/2014/main" id="{506D6320-61F4-B068-DB0E-2E25FA82CCDC}"/>
                </a:ext>
              </a:extLst>
            </p:cNvPr>
            <p:cNvSpPr>
              <a:spLocks noChangeArrowheads="1"/>
            </p:cNvSpPr>
            <p:nvPr/>
          </p:nvSpPr>
          <p:spPr bwMode="auto">
            <a:xfrm>
              <a:off x="6958602" y="3049666"/>
              <a:ext cx="2658367" cy="169298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2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900" b="1" i="1" noProof="0" dirty="0"/>
                <a:t>(the keys do things</a:t>
              </a:r>
              <a:r>
                <a:rPr lang="en-US" sz="1000" b="1" i="1" noProof="0" dirty="0"/>
                <a:t>)</a:t>
              </a:r>
            </a:p>
          </p:txBody>
        </p:sp>
      </p:grpSp>
      <p:grpSp>
        <p:nvGrpSpPr>
          <p:cNvPr id="14" name="object 32">
            <a:extLst>
              <a:ext uri="{FF2B5EF4-FFF2-40B4-BE49-F238E27FC236}">
                <a16:creationId xmlns:a16="http://schemas.microsoft.com/office/drawing/2014/main" id="{448F5F0C-9253-2BAA-A81C-2FA03AE70E51}"/>
              </a:ext>
            </a:extLst>
          </p:cNvPr>
          <p:cNvGrpSpPr/>
          <p:nvPr/>
        </p:nvGrpSpPr>
        <p:grpSpPr>
          <a:xfrm>
            <a:off x="4621112" y="3981010"/>
            <a:ext cx="863679" cy="224433"/>
            <a:chOff x="9972185" y="2200801"/>
            <a:chExt cx="1062990" cy="276225"/>
          </a:xfrm>
        </p:grpSpPr>
        <p:sp>
          <p:nvSpPr>
            <p:cNvPr id="24" name="object 33">
              <a:extLst>
                <a:ext uri="{FF2B5EF4-FFF2-40B4-BE49-F238E27FC236}">
                  <a16:creationId xmlns:a16="http://schemas.microsoft.com/office/drawing/2014/main" id="{3D501FBB-C2EF-E331-44FA-757DF6511689}"/>
                </a:ext>
              </a:extLst>
            </p:cNvPr>
            <p:cNvSpPr/>
            <p:nvPr/>
          </p:nvSpPr>
          <p:spPr>
            <a:xfrm>
              <a:off x="9976866" y="2205481"/>
              <a:ext cx="1053465" cy="266700"/>
            </a:xfrm>
            <a:custGeom>
              <a:avLst/>
              <a:gdLst/>
              <a:ahLst/>
              <a:cxnLst/>
              <a:rect l="l" t="t" r="r" b="b"/>
              <a:pathLst>
                <a:path w="1053465" h="266700">
                  <a:moveTo>
                    <a:pt x="32905" y="66675"/>
                  </a:moveTo>
                  <a:lnTo>
                    <a:pt x="0" y="66675"/>
                  </a:lnTo>
                  <a:lnTo>
                    <a:pt x="0" y="200025"/>
                  </a:lnTo>
                  <a:lnTo>
                    <a:pt x="32905" y="200025"/>
                  </a:lnTo>
                  <a:lnTo>
                    <a:pt x="32905" y="66675"/>
                  </a:lnTo>
                  <a:close/>
                </a:path>
                <a:path w="1053465" h="266700">
                  <a:moveTo>
                    <a:pt x="131724" y="66675"/>
                  </a:moveTo>
                  <a:lnTo>
                    <a:pt x="65913" y="66675"/>
                  </a:lnTo>
                  <a:lnTo>
                    <a:pt x="65913" y="200025"/>
                  </a:lnTo>
                  <a:lnTo>
                    <a:pt x="131724" y="200025"/>
                  </a:lnTo>
                  <a:lnTo>
                    <a:pt x="131724" y="66675"/>
                  </a:lnTo>
                  <a:close/>
                </a:path>
                <a:path w="1053465" h="266700">
                  <a:moveTo>
                    <a:pt x="1053084" y="133350"/>
                  </a:moveTo>
                  <a:lnTo>
                    <a:pt x="789813" y="0"/>
                  </a:lnTo>
                  <a:lnTo>
                    <a:pt x="789813" y="66675"/>
                  </a:lnTo>
                  <a:lnTo>
                    <a:pt x="164592" y="66675"/>
                  </a:lnTo>
                  <a:lnTo>
                    <a:pt x="164592" y="200025"/>
                  </a:lnTo>
                  <a:lnTo>
                    <a:pt x="789813" y="200025"/>
                  </a:lnTo>
                  <a:lnTo>
                    <a:pt x="789813" y="266700"/>
                  </a:lnTo>
                  <a:lnTo>
                    <a:pt x="1053084" y="133350"/>
                  </a:lnTo>
                  <a:close/>
                </a:path>
              </a:pathLst>
            </a:custGeom>
            <a:solidFill>
              <a:srgbClr val="B5D2EB"/>
            </a:solidFill>
          </p:spPr>
          <p:txBody>
            <a:bodyPr wrap="square" lIns="0" tIns="0" rIns="0" bIns="0" rtlCol="0"/>
            <a:lstStyle/>
            <a:p>
              <a:endParaRPr lang="en-US" sz="1463" noProof="0" dirty="0"/>
            </a:p>
          </p:txBody>
        </p:sp>
        <p:sp>
          <p:nvSpPr>
            <p:cNvPr id="25" name="object 34">
              <a:extLst>
                <a:ext uri="{FF2B5EF4-FFF2-40B4-BE49-F238E27FC236}">
                  <a16:creationId xmlns:a16="http://schemas.microsoft.com/office/drawing/2014/main" id="{5207698D-754E-6535-8390-0EF13817CDB0}"/>
                </a:ext>
              </a:extLst>
            </p:cNvPr>
            <p:cNvSpPr/>
            <p:nvPr/>
          </p:nvSpPr>
          <p:spPr>
            <a:xfrm>
              <a:off x="9976865" y="2205481"/>
              <a:ext cx="1053465" cy="266700"/>
            </a:xfrm>
            <a:custGeom>
              <a:avLst/>
              <a:gdLst/>
              <a:ahLst/>
              <a:cxnLst/>
              <a:rect l="l" t="t" r="r" b="b"/>
              <a:pathLst>
                <a:path w="1053465" h="266700">
                  <a:moveTo>
                    <a:pt x="789812" y="0"/>
                  </a:moveTo>
                  <a:lnTo>
                    <a:pt x="789812" y="66675"/>
                  </a:lnTo>
                  <a:lnTo>
                    <a:pt x="164591" y="66675"/>
                  </a:lnTo>
                  <a:lnTo>
                    <a:pt x="164591" y="200025"/>
                  </a:lnTo>
                  <a:lnTo>
                    <a:pt x="789812" y="200025"/>
                  </a:lnTo>
                  <a:lnTo>
                    <a:pt x="789812" y="266700"/>
                  </a:lnTo>
                  <a:lnTo>
                    <a:pt x="1053083" y="133350"/>
                  </a:lnTo>
                  <a:lnTo>
                    <a:pt x="789812" y="0"/>
                  </a:lnTo>
                  <a:close/>
                </a:path>
                <a:path w="1053465" h="266700">
                  <a:moveTo>
                    <a:pt x="65912" y="200025"/>
                  </a:moveTo>
                  <a:lnTo>
                    <a:pt x="131728" y="200025"/>
                  </a:lnTo>
                  <a:lnTo>
                    <a:pt x="131728" y="66675"/>
                  </a:lnTo>
                  <a:lnTo>
                    <a:pt x="65912" y="66675"/>
                  </a:lnTo>
                  <a:lnTo>
                    <a:pt x="65912" y="200025"/>
                  </a:lnTo>
                  <a:close/>
                </a:path>
                <a:path w="1053465" h="266700">
                  <a:moveTo>
                    <a:pt x="0" y="200025"/>
                  </a:moveTo>
                  <a:lnTo>
                    <a:pt x="32906" y="200025"/>
                  </a:lnTo>
                  <a:lnTo>
                    <a:pt x="32906" y="66675"/>
                  </a:lnTo>
                  <a:lnTo>
                    <a:pt x="0" y="66675"/>
                  </a:lnTo>
                  <a:lnTo>
                    <a:pt x="0" y="200025"/>
                  </a:lnTo>
                  <a:close/>
                </a:path>
              </a:pathLst>
            </a:custGeom>
            <a:ln w="9360">
              <a:solidFill>
                <a:srgbClr val="2B6DA2"/>
              </a:solidFill>
            </a:ln>
          </p:spPr>
          <p:txBody>
            <a:bodyPr wrap="square" lIns="0" tIns="0" rIns="0" bIns="0" rtlCol="0"/>
            <a:lstStyle/>
            <a:p>
              <a:endParaRPr lang="en-US" sz="1463" noProof="0" dirty="0"/>
            </a:p>
          </p:txBody>
        </p:sp>
      </p:grpSp>
      <p:grpSp>
        <p:nvGrpSpPr>
          <p:cNvPr id="15" name="object 35">
            <a:extLst>
              <a:ext uri="{FF2B5EF4-FFF2-40B4-BE49-F238E27FC236}">
                <a16:creationId xmlns:a16="http://schemas.microsoft.com/office/drawing/2014/main" id="{0CE2D4CE-3611-B019-5DE3-7BB4356B2B28}"/>
              </a:ext>
            </a:extLst>
          </p:cNvPr>
          <p:cNvGrpSpPr/>
          <p:nvPr/>
        </p:nvGrpSpPr>
        <p:grpSpPr>
          <a:xfrm>
            <a:off x="4617310" y="3643033"/>
            <a:ext cx="822920" cy="224433"/>
            <a:chOff x="7367669" y="2238901"/>
            <a:chExt cx="1012825" cy="276225"/>
          </a:xfrm>
        </p:grpSpPr>
        <p:sp>
          <p:nvSpPr>
            <p:cNvPr id="22" name="object 36">
              <a:extLst>
                <a:ext uri="{FF2B5EF4-FFF2-40B4-BE49-F238E27FC236}">
                  <a16:creationId xmlns:a16="http://schemas.microsoft.com/office/drawing/2014/main" id="{168B0456-2CEB-8968-9018-C9B42C2D10D5}"/>
                </a:ext>
              </a:extLst>
            </p:cNvPr>
            <p:cNvSpPr/>
            <p:nvPr/>
          </p:nvSpPr>
          <p:spPr>
            <a:xfrm>
              <a:off x="7372350" y="2243581"/>
              <a:ext cx="1003300" cy="266700"/>
            </a:xfrm>
            <a:custGeom>
              <a:avLst/>
              <a:gdLst/>
              <a:ahLst/>
              <a:cxnLst/>
              <a:rect l="l" t="t" r="r" b="b"/>
              <a:pathLst>
                <a:path w="1003300" h="266700">
                  <a:moveTo>
                    <a:pt x="846582" y="66675"/>
                  </a:moveTo>
                  <a:lnTo>
                    <a:pt x="250825" y="66675"/>
                  </a:lnTo>
                  <a:lnTo>
                    <a:pt x="250825" y="0"/>
                  </a:lnTo>
                  <a:lnTo>
                    <a:pt x="0" y="133350"/>
                  </a:lnTo>
                  <a:lnTo>
                    <a:pt x="250825" y="266700"/>
                  </a:lnTo>
                  <a:lnTo>
                    <a:pt x="250825" y="200025"/>
                  </a:lnTo>
                  <a:lnTo>
                    <a:pt x="846582" y="200025"/>
                  </a:lnTo>
                  <a:lnTo>
                    <a:pt x="846582" y="66675"/>
                  </a:lnTo>
                  <a:close/>
                </a:path>
                <a:path w="1003300" h="266700">
                  <a:moveTo>
                    <a:pt x="940523" y="66675"/>
                  </a:moveTo>
                  <a:lnTo>
                    <a:pt x="877824" y="66675"/>
                  </a:lnTo>
                  <a:lnTo>
                    <a:pt x="877824" y="200025"/>
                  </a:lnTo>
                  <a:lnTo>
                    <a:pt x="940523" y="200025"/>
                  </a:lnTo>
                  <a:lnTo>
                    <a:pt x="940523" y="66675"/>
                  </a:lnTo>
                  <a:close/>
                </a:path>
                <a:path w="1003300" h="266700">
                  <a:moveTo>
                    <a:pt x="1003274" y="66675"/>
                  </a:moveTo>
                  <a:lnTo>
                    <a:pt x="971931" y="66675"/>
                  </a:lnTo>
                  <a:lnTo>
                    <a:pt x="971931" y="200025"/>
                  </a:lnTo>
                  <a:lnTo>
                    <a:pt x="1003274" y="200025"/>
                  </a:lnTo>
                  <a:lnTo>
                    <a:pt x="1003274" y="66675"/>
                  </a:lnTo>
                  <a:close/>
                </a:path>
              </a:pathLst>
            </a:custGeom>
            <a:solidFill>
              <a:srgbClr val="B5D2EB"/>
            </a:solidFill>
          </p:spPr>
          <p:txBody>
            <a:bodyPr wrap="square" lIns="0" tIns="0" rIns="0" bIns="0" rtlCol="0"/>
            <a:lstStyle/>
            <a:p>
              <a:endParaRPr lang="en-US" sz="1463" noProof="0" dirty="0"/>
            </a:p>
          </p:txBody>
        </p:sp>
        <p:sp>
          <p:nvSpPr>
            <p:cNvPr id="23" name="object 37">
              <a:extLst>
                <a:ext uri="{FF2B5EF4-FFF2-40B4-BE49-F238E27FC236}">
                  <a16:creationId xmlns:a16="http://schemas.microsoft.com/office/drawing/2014/main" id="{934BD0A8-E2B1-DE44-97D4-98A49569D15E}"/>
                </a:ext>
              </a:extLst>
            </p:cNvPr>
            <p:cNvSpPr/>
            <p:nvPr/>
          </p:nvSpPr>
          <p:spPr>
            <a:xfrm>
              <a:off x="7372349" y="2243581"/>
              <a:ext cx="1003300" cy="266700"/>
            </a:xfrm>
            <a:custGeom>
              <a:avLst/>
              <a:gdLst/>
              <a:ahLst/>
              <a:cxnLst/>
              <a:rect l="l" t="t" r="r" b="b"/>
              <a:pathLst>
                <a:path w="1003300" h="266700">
                  <a:moveTo>
                    <a:pt x="250825" y="266700"/>
                  </a:moveTo>
                  <a:lnTo>
                    <a:pt x="250825" y="200025"/>
                  </a:lnTo>
                  <a:lnTo>
                    <a:pt x="846581" y="200025"/>
                  </a:lnTo>
                  <a:lnTo>
                    <a:pt x="846581" y="66675"/>
                  </a:lnTo>
                  <a:lnTo>
                    <a:pt x="250825" y="66675"/>
                  </a:lnTo>
                  <a:lnTo>
                    <a:pt x="250825" y="0"/>
                  </a:lnTo>
                  <a:lnTo>
                    <a:pt x="0" y="133350"/>
                  </a:lnTo>
                  <a:lnTo>
                    <a:pt x="250825" y="266700"/>
                  </a:lnTo>
                  <a:close/>
                </a:path>
                <a:path w="1003300" h="266700">
                  <a:moveTo>
                    <a:pt x="877824" y="200025"/>
                  </a:moveTo>
                  <a:lnTo>
                    <a:pt x="940530" y="200025"/>
                  </a:lnTo>
                  <a:lnTo>
                    <a:pt x="940530" y="66675"/>
                  </a:lnTo>
                  <a:lnTo>
                    <a:pt x="877824" y="66675"/>
                  </a:lnTo>
                  <a:lnTo>
                    <a:pt x="877824" y="200025"/>
                  </a:lnTo>
                  <a:close/>
                </a:path>
                <a:path w="1003300" h="266700">
                  <a:moveTo>
                    <a:pt x="971930" y="200025"/>
                  </a:moveTo>
                  <a:lnTo>
                    <a:pt x="1003284" y="200025"/>
                  </a:lnTo>
                  <a:lnTo>
                    <a:pt x="1003284" y="66675"/>
                  </a:lnTo>
                  <a:lnTo>
                    <a:pt x="971930" y="66675"/>
                  </a:lnTo>
                  <a:lnTo>
                    <a:pt x="971930" y="200025"/>
                  </a:lnTo>
                  <a:close/>
                </a:path>
              </a:pathLst>
            </a:custGeom>
            <a:ln w="9360">
              <a:solidFill>
                <a:srgbClr val="2B6DA2"/>
              </a:solidFill>
            </a:ln>
          </p:spPr>
          <p:txBody>
            <a:bodyPr wrap="square" lIns="0" tIns="0" rIns="0" bIns="0" rtlCol="0"/>
            <a:lstStyle/>
            <a:p>
              <a:endParaRPr lang="en-US" sz="1463" noProof="0" dirty="0"/>
            </a:p>
          </p:txBody>
        </p:sp>
      </p:grpSp>
      <p:grpSp>
        <p:nvGrpSpPr>
          <p:cNvPr id="16" name="object 38">
            <a:extLst>
              <a:ext uri="{FF2B5EF4-FFF2-40B4-BE49-F238E27FC236}">
                <a16:creationId xmlns:a16="http://schemas.microsoft.com/office/drawing/2014/main" id="{B2839642-2AD3-1613-4A79-0267842D9F1A}"/>
              </a:ext>
            </a:extLst>
          </p:cNvPr>
          <p:cNvGrpSpPr/>
          <p:nvPr/>
        </p:nvGrpSpPr>
        <p:grpSpPr>
          <a:xfrm>
            <a:off x="5991731" y="4289700"/>
            <a:ext cx="232914" cy="246878"/>
            <a:chOff x="8844044" y="2640525"/>
            <a:chExt cx="293370" cy="869950"/>
          </a:xfrm>
        </p:grpSpPr>
        <p:sp>
          <p:nvSpPr>
            <p:cNvPr id="20" name="object 39">
              <a:extLst>
                <a:ext uri="{FF2B5EF4-FFF2-40B4-BE49-F238E27FC236}">
                  <a16:creationId xmlns:a16="http://schemas.microsoft.com/office/drawing/2014/main" id="{A4E95AC1-06EC-CB10-C48E-E2B3F05D001C}"/>
                </a:ext>
              </a:extLst>
            </p:cNvPr>
            <p:cNvSpPr/>
            <p:nvPr/>
          </p:nvSpPr>
          <p:spPr>
            <a:xfrm>
              <a:off x="8848725" y="2645206"/>
              <a:ext cx="283845" cy="860425"/>
            </a:xfrm>
            <a:custGeom>
              <a:avLst/>
              <a:gdLst/>
              <a:ahLst/>
              <a:cxnLst/>
              <a:rect l="l" t="t" r="r" b="b"/>
              <a:pathLst>
                <a:path w="283845" h="860425">
                  <a:moveTo>
                    <a:pt x="212686" y="53771"/>
                  </a:moveTo>
                  <a:lnTo>
                    <a:pt x="70866" y="53771"/>
                  </a:lnTo>
                  <a:lnTo>
                    <a:pt x="70866" y="107518"/>
                  </a:lnTo>
                  <a:lnTo>
                    <a:pt x="212686" y="107518"/>
                  </a:lnTo>
                  <a:lnTo>
                    <a:pt x="212686" y="53771"/>
                  </a:lnTo>
                  <a:close/>
                </a:path>
                <a:path w="283845" h="860425">
                  <a:moveTo>
                    <a:pt x="212686" y="0"/>
                  </a:moveTo>
                  <a:lnTo>
                    <a:pt x="70866" y="0"/>
                  </a:lnTo>
                  <a:lnTo>
                    <a:pt x="70866" y="26873"/>
                  </a:lnTo>
                  <a:lnTo>
                    <a:pt x="212686" y="26873"/>
                  </a:lnTo>
                  <a:lnTo>
                    <a:pt x="212686" y="0"/>
                  </a:lnTo>
                  <a:close/>
                </a:path>
                <a:path w="283845" h="860425">
                  <a:moveTo>
                    <a:pt x="283591" y="644982"/>
                  </a:moveTo>
                  <a:lnTo>
                    <a:pt x="212725" y="644982"/>
                  </a:lnTo>
                  <a:lnTo>
                    <a:pt x="212725" y="134442"/>
                  </a:lnTo>
                  <a:lnTo>
                    <a:pt x="70866" y="134442"/>
                  </a:lnTo>
                  <a:lnTo>
                    <a:pt x="70866" y="644982"/>
                  </a:lnTo>
                  <a:lnTo>
                    <a:pt x="0" y="644982"/>
                  </a:lnTo>
                  <a:lnTo>
                    <a:pt x="141859" y="859993"/>
                  </a:lnTo>
                  <a:lnTo>
                    <a:pt x="283591" y="644982"/>
                  </a:lnTo>
                  <a:close/>
                </a:path>
              </a:pathLst>
            </a:custGeom>
            <a:solidFill>
              <a:srgbClr val="B5D2EB"/>
            </a:solidFill>
          </p:spPr>
          <p:txBody>
            <a:bodyPr wrap="square" lIns="0" tIns="0" rIns="0" bIns="0" rtlCol="0"/>
            <a:lstStyle/>
            <a:p>
              <a:endParaRPr lang="en-US" sz="1463" noProof="0" dirty="0"/>
            </a:p>
          </p:txBody>
        </p:sp>
        <p:sp>
          <p:nvSpPr>
            <p:cNvPr id="21" name="object 40">
              <a:extLst>
                <a:ext uri="{FF2B5EF4-FFF2-40B4-BE49-F238E27FC236}">
                  <a16:creationId xmlns:a16="http://schemas.microsoft.com/office/drawing/2014/main" id="{F6F06987-FDD0-DCA6-DB7E-80D578098183}"/>
                </a:ext>
              </a:extLst>
            </p:cNvPr>
            <p:cNvSpPr/>
            <p:nvPr/>
          </p:nvSpPr>
          <p:spPr>
            <a:xfrm>
              <a:off x="8848724" y="2645205"/>
              <a:ext cx="283845" cy="860425"/>
            </a:xfrm>
            <a:custGeom>
              <a:avLst/>
              <a:gdLst/>
              <a:ahLst/>
              <a:cxnLst/>
              <a:rect l="l" t="t" r="r" b="b"/>
              <a:pathLst>
                <a:path w="283845" h="860425">
                  <a:moveTo>
                    <a:pt x="283591" y="644983"/>
                  </a:moveTo>
                  <a:lnTo>
                    <a:pt x="212725" y="644983"/>
                  </a:lnTo>
                  <a:lnTo>
                    <a:pt x="212725" y="134443"/>
                  </a:lnTo>
                  <a:lnTo>
                    <a:pt x="70866" y="134443"/>
                  </a:lnTo>
                  <a:lnTo>
                    <a:pt x="70866" y="644983"/>
                  </a:lnTo>
                  <a:lnTo>
                    <a:pt x="0" y="644983"/>
                  </a:lnTo>
                  <a:lnTo>
                    <a:pt x="141858" y="859994"/>
                  </a:lnTo>
                  <a:lnTo>
                    <a:pt x="283591" y="644983"/>
                  </a:lnTo>
                  <a:close/>
                </a:path>
                <a:path w="283845" h="860425">
                  <a:moveTo>
                    <a:pt x="70866" y="107519"/>
                  </a:moveTo>
                  <a:lnTo>
                    <a:pt x="212686" y="107519"/>
                  </a:lnTo>
                  <a:lnTo>
                    <a:pt x="212686" y="53770"/>
                  </a:lnTo>
                  <a:lnTo>
                    <a:pt x="70866" y="53770"/>
                  </a:lnTo>
                  <a:lnTo>
                    <a:pt x="70866" y="107519"/>
                  </a:lnTo>
                  <a:close/>
                </a:path>
                <a:path w="283845" h="860425">
                  <a:moveTo>
                    <a:pt x="70866" y="26874"/>
                  </a:moveTo>
                  <a:lnTo>
                    <a:pt x="212686" y="26874"/>
                  </a:lnTo>
                  <a:lnTo>
                    <a:pt x="212686" y="0"/>
                  </a:lnTo>
                  <a:lnTo>
                    <a:pt x="70866" y="0"/>
                  </a:lnTo>
                  <a:lnTo>
                    <a:pt x="70866" y="26874"/>
                  </a:lnTo>
                  <a:close/>
                </a:path>
              </a:pathLst>
            </a:custGeom>
            <a:ln w="9360">
              <a:solidFill>
                <a:srgbClr val="2B6DA2"/>
              </a:solidFill>
            </a:ln>
          </p:spPr>
          <p:txBody>
            <a:bodyPr wrap="square" lIns="0" tIns="0" rIns="0" bIns="0" rtlCol="0"/>
            <a:lstStyle/>
            <a:p>
              <a:endParaRPr lang="en-US" sz="1463" noProof="0" dirty="0"/>
            </a:p>
          </p:txBody>
        </p:sp>
      </p:grpSp>
      <p:grpSp>
        <p:nvGrpSpPr>
          <p:cNvPr id="17" name="object 41">
            <a:extLst>
              <a:ext uri="{FF2B5EF4-FFF2-40B4-BE49-F238E27FC236}">
                <a16:creationId xmlns:a16="http://schemas.microsoft.com/office/drawing/2014/main" id="{27CE521E-C10E-B972-CAD4-72097539288C}"/>
              </a:ext>
            </a:extLst>
          </p:cNvPr>
          <p:cNvGrpSpPr/>
          <p:nvPr/>
        </p:nvGrpSpPr>
        <p:grpSpPr>
          <a:xfrm>
            <a:off x="6002942" y="4569716"/>
            <a:ext cx="225352" cy="244175"/>
            <a:chOff x="9235585" y="1243094"/>
            <a:chExt cx="323215" cy="836930"/>
          </a:xfrm>
        </p:grpSpPr>
        <p:sp>
          <p:nvSpPr>
            <p:cNvPr id="18" name="object 42">
              <a:extLst>
                <a:ext uri="{FF2B5EF4-FFF2-40B4-BE49-F238E27FC236}">
                  <a16:creationId xmlns:a16="http://schemas.microsoft.com/office/drawing/2014/main" id="{63723107-1E74-74C9-DCE3-496511125C2D}"/>
                </a:ext>
              </a:extLst>
            </p:cNvPr>
            <p:cNvSpPr/>
            <p:nvPr/>
          </p:nvSpPr>
          <p:spPr>
            <a:xfrm>
              <a:off x="9240266" y="1247774"/>
              <a:ext cx="313690" cy="828040"/>
            </a:xfrm>
            <a:custGeom>
              <a:avLst/>
              <a:gdLst/>
              <a:ahLst/>
              <a:cxnLst/>
              <a:rect l="l" t="t" r="r" b="b"/>
              <a:pathLst>
                <a:path w="313690" h="828039">
                  <a:moveTo>
                    <a:pt x="234988" y="801674"/>
                  </a:moveTo>
                  <a:lnTo>
                    <a:pt x="78359" y="801674"/>
                  </a:lnTo>
                  <a:lnTo>
                    <a:pt x="78359" y="827532"/>
                  </a:lnTo>
                  <a:lnTo>
                    <a:pt x="234988" y="827532"/>
                  </a:lnTo>
                  <a:lnTo>
                    <a:pt x="234988" y="801674"/>
                  </a:lnTo>
                  <a:close/>
                </a:path>
                <a:path w="313690" h="828039">
                  <a:moveTo>
                    <a:pt x="234988" y="724128"/>
                  </a:moveTo>
                  <a:lnTo>
                    <a:pt x="78359" y="724128"/>
                  </a:lnTo>
                  <a:lnTo>
                    <a:pt x="78359" y="775843"/>
                  </a:lnTo>
                  <a:lnTo>
                    <a:pt x="234988" y="775843"/>
                  </a:lnTo>
                  <a:lnTo>
                    <a:pt x="234988" y="724128"/>
                  </a:lnTo>
                  <a:close/>
                </a:path>
                <a:path w="313690" h="828039">
                  <a:moveTo>
                    <a:pt x="313309" y="206883"/>
                  </a:moveTo>
                  <a:lnTo>
                    <a:pt x="156718" y="0"/>
                  </a:lnTo>
                  <a:lnTo>
                    <a:pt x="0" y="206883"/>
                  </a:lnTo>
                  <a:lnTo>
                    <a:pt x="78359" y="206883"/>
                  </a:lnTo>
                  <a:lnTo>
                    <a:pt x="78359" y="698246"/>
                  </a:lnTo>
                  <a:lnTo>
                    <a:pt x="234950" y="698246"/>
                  </a:lnTo>
                  <a:lnTo>
                    <a:pt x="234950" y="206883"/>
                  </a:lnTo>
                  <a:lnTo>
                    <a:pt x="313309" y="206883"/>
                  </a:lnTo>
                  <a:close/>
                </a:path>
              </a:pathLst>
            </a:custGeom>
            <a:solidFill>
              <a:srgbClr val="B5D2EB"/>
            </a:solidFill>
          </p:spPr>
          <p:txBody>
            <a:bodyPr wrap="square" lIns="0" tIns="0" rIns="0" bIns="0" rtlCol="0"/>
            <a:lstStyle/>
            <a:p>
              <a:endParaRPr lang="en-US" sz="1463" noProof="0" dirty="0"/>
            </a:p>
          </p:txBody>
        </p:sp>
        <p:sp>
          <p:nvSpPr>
            <p:cNvPr id="19" name="object 43">
              <a:extLst>
                <a:ext uri="{FF2B5EF4-FFF2-40B4-BE49-F238E27FC236}">
                  <a16:creationId xmlns:a16="http://schemas.microsoft.com/office/drawing/2014/main" id="{F6C06F7A-18C5-C4CB-AF85-BD19D78DEFE7}"/>
                </a:ext>
              </a:extLst>
            </p:cNvPr>
            <p:cNvSpPr/>
            <p:nvPr/>
          </p:nvSpPr>
          <p:spPr>
            <a:xfrm>
              <a:off x="9240265" y="1247774"/>
              <a:ext cx="313690" cy="828040"/>
            </a:xfrm>
            <a:custGeom>
              <a:avLst/>
              <a:gdLst/>
              <a:ahLst/>
              <a:cxnLst/>
              <a:rect l="l" t="t" r="r" b="b"/>
              <a:pathLst>
                <a:path w="313690" h="828039">
                  <a:moveTo>
                    <a:pt x="0" y="206883"/>
                  </a:moveTo>
                  <a:lnTo>
                    <a:pt x="78358" y="206883"/>
                  </a:lnTo>
                  <a:lnTo>
                    <a:pt x="78358" y="698246"/>
                  </a:lnTo>
                  <a:lnTo>
                    <a:pt x="234950" y="698246"/>
                  </a:lnTo>
                  <a:lnTo>
                    <a:pt x="234950" y="206883"/>
                  </a:lnTo>
                  <a:lnTo>
                    <a:pt x="313308" y="206883"/>
                  </a:lnTo>
                  <a:lnTo>
                    <a:pt x="156717" y="0"/>
                  </a:lnTo>
                  <a:lnTo>
                    <a:pt x="0" y="206883"/>
                  </a:lnTo>
                  <a:close/>
                </a:path>
                <a:path w="313690" h="828039">
                  <a:moveTo>
                    <a:pt x="78358" y="775842"/>
                  </a:moveTo>
                  <a:lnTo>
                    <a:pt x="234988" y="775842"/>
                  </a:lnTo>
                  <a:lnTo>
                    <a:pt x="234988" y="724122"/>
                  </a:lnTo>
                  <a:lnTo>
                    <a:pt x="78358" y="724122"/>
                  </a:lnTo>
                  <a:lnTo>
                    <a:pt x="78358" y="775842"/>
                  </a:lnTo>
                  <a:close/>
                </a:path>
                <a:path w="313690" h="828039">
                  <a:moveTo>
                    <a:pt x="78358" y="827532"/>
                  </a:moveTo>
                  <a:lnTo>
                    <a:pt x="234988" y="827532"/>
                  </a:lnTo>
                  <a:lnTo>
                    <a:pt x="234988" y="801672"/>
                  </a:lnTo>
                  <a:lnTo>
                    <a:pt x="78358" y="801672"/>
                  </a:lnTo>
                  <a:lnTo>
                    <a:pt x="78358" y="827532"/>
                  </a:lnTo>
                  <a:close/>
                </a:path>
              </a:pathLst>
            </a:custGeom>
            <a:ln w="9360">
              <a:solidFill>
                <a:srgbClr val="2B6DA2"/>
              </a:solidFill>
            </a:ln>
          </p:spPr>
          <p:txBody>
            <a:bodyPr wrap="square" lIns="0" tIns="0" rIns="0" bIns="0" rtlCol="0"/>
            <a:lstStyle/>
            <a:p>
              <a:endParaRPr lang="en-US" sz="1463" noProof="0" dirty="0"/>
            </a:p>
          </p:txBody>
        </p:sp>
      </p:grpSp>
      <p:pic>
        <p:nvPicPr>
          <p:cNvPr id="26" name="Picture 25">
            <a:extLst>
              <a:ext uri="{FF2B5EF4-FFF2-40B4-BE49-F238E27FC236}">
                <a16:creationId xmlns:a16="http://schemas.microsoft.com/office/drawing/2014/main" id="{F9EE0203-CAEB-A6B3-0986-7D8E178517FC}"/>
              </a:ext>
            </a:extLst>
          </p:cNvPr>
          <p:cNvPicPr>
            <a:picLocks noChangeAspect="1"/>
          </p:cNvPicPr>
          <p:nvPr/>
        </p:nvPicPr>
        <p:blipFill>
          <a:blip r:embed="rId3"/>
          <a:stretch>
            <a:fillRect/>
          </a:stretch>
        </p:blipFill>
        <p:spPr>
          <a:xfrm>
            <a:off x="9816028" y="638979"/>
            <a:ext cx="1860033" cy="1884700"/>
          </a:xfrm>
          <a:prstGeom prst="rect">
            <a:avLst/>
          </a:prstGeom>
        </p:spPr>
      </p:pic>
    </p:spTree>
    <p:extLst>
      <p:ext uri="{BB962C8B-B14F-4D97-AF65-F5344CB8AC3E}">
        <p14:creationId xmlns:p14="http://schemas.microsoft.com/office/powerpoint/2010/main" val="2672206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673546-9207-1FA4-01EB-EC02FFF9F945}"/>
              </a:ext>
            </a:extLst>
          </p:cNvPr>
          <p:cNvSpPr>
            <a:spLocks noGrp="1"/>
          </p:cNvSpPr>
          <p:nvPr>
            <p:ph type="ctrTitle"/>
          </p:nvPr>
        </p:nvSpPr>
        <p:spPr/>
        <p:txBody>
          <a:bodyPr/>
          <a:lstStyle/>
          <a:p>
            <a:r>
              <a:rPr lang="en-US" noProof="0" dirty="0"/>
              <a:t>Replacing text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18</a:t>
            </a:fld>
            <a:endParaRPr lang="en-US" noProof="0" dirty="0"/>
          </a:p>
        </p:txBody>
      </p:sp>
      <p:sp>
        <p:nvSpPr>
          <p:cNvPr id="7" name="Oval 17">
            <a:extLst>
              <a:ext uri="{FF2B5EF4-FFF2-40B4-BE49-F238E27FC236}">
                <a16:creationId xmlns:a16="http://schemas.microsoft.com/office/drawing/2014/main" id="{8BA5390B-A3BE-C400-94D2-4FB28D749D1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10" name="Picture 9">
            <a:extLst>
              <a:ext uri="{FF2B5EF4-FFF2-40B4-BE49-F238E27FC236}">
                <a16:creationId xmlns:a16="http://schemas.microsoft.com/office/drawing/2014/main" id="{5540D900-FC9C-7BBC-4E3A-274F25D76AC2}"/>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6">
            <a:extLst>
              <a:ext uri="{FF2B5EF4-FFF2-40B4-BE49-F238E27FC236}">
                <a16:creationId xmlns:a16="http://schemas.microsoft.com/office/drawing/2014/main" id="{D9FD56F7-67FD-8F5E-501F-99D7498BF13F}"/>
              </a:ext>
            </a:extLst>
          </p:cNvPr>
          <p:cNvGraphicFramePr>
            <a:graphicFrameLocks noGrp="1"/>
          </p:cNvGraphicFramePr>
          <p:nvPr>
            <p:extLst>
              <p:ext uri="{D42A27DB-BD31-4B8C-83A1-F6EECF244321}">
                <p14:modId xmlns:p14="http://schemas.microsoft.com/office/powerpoint/2010/main" val="2208703671"/>
              </p:ext>
            </p:extLst>
          </p:nvPr>
        </p:nvGraphicFramePr>
        <p:xfrm>
          <a:off x="443922" y="1963799"/>
          <a:ext cx="6850405" cy="1479360"/>
        </p:xfrm>
        <a:graphic>
          <a:graphicData uri="http://schemas.openxmlformats.org/drawingml/2006/table">
            <a:tbl>
              <a:tblPr firstRow="1" bandRow="1">
                <a:tableStyleId>{7DF18680-E054-41AD-8BC1-D1AEF772440D}</a:tableStyleId>
              </a:tblPr>
              <a:tblGrid>
                <a:gridCol w="1009467">
                  <a:extLst>
                    <a:ext uri="{9D8B030D-6E8A-4147-A177-3AD203B41FA5}">
                      <a16:colId xmlns:a16="http://schemas.microsoft.com/office/drawing/2014/main" val="486271511"/>
                    </a:ext>
                  </a:extLst>
                </a:gridCol>
                <a:gridCol w="5840938">
                  <a:extLst>
                    <a:ext uri="{9D8B030D-6E8A-4147-A177-3AD203B41FA5}">
                      <a16:colId xmlns:a16="http://schemas.microsoft.com/office/drawing/2014/main" val="2434936820"/>
                    </a:ext>
                  </a:extLst>
                </a:gridCol>
              </a:tblGrid>
              <a:tr h="49312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Hack" panose="020B0609030202020204"/>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929909580"/>
                  </a:ext>
                </a:extLst>
              </a:tr>
              <a:tr h="4931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r</a:t>
                      </a:r>
                      <a:endParaRPr lang="en-US" sz="1800" noProof="0" dirty="0">
                        <a:solidFill>
                          <a:schemeClr val="tx1"/>
                        </a:solidFill>
                        <a:latin typeface="Hack" panose="020B0609030202020204"/>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mn-lt"/>
                        </a:rPr>
                        <a:t>R</a:t>
                      </a:r>
                      <a:r>
                        <a:rPr lang="en-US" sz="1800" noProof="0" dirty="0">
                          <a:solidFill>
                            <a:schemeClr val="tx1"/>
                          </a:solidFill>
                          <a:latin typeface="+mn-lt"/>
                        </a:rPr>
                        <a:t>eplace character under cursor (type character after r) </a:t>
                      </a:r>
                    </a:p>
                  </a:txBody>
                  <a:tcPr/>
                </a:tc>
                <a:extLst>
                  <a:ext uri="{0D108BD9-81ED-4DB2-BD59-A6C34878D82A}">
                    <a16:rowId xmlns:a16="http://schemas.microsoft.com/office/drawing/2014/main" val="3969326946"/>
                  </a:ext>
                </a:extLst>
              </a:tr>
              <a:tr h="49312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panose="020B0609030202020204"/>
                        </a:rPr>
                        <a:t>R</a:t>
                      </a:r>
                      <a:r>
                        <a:rPr lang="en-US" sz="1800" noProof="0" dirty="0">
                          <a:solidFill>
                            <a:schemeClr val="tx1"/>
                          </a:solidFill>
                          <a:latin typeface="Hack" panose="020B0609030202020204"/>
                        </a:rPr>
                        <a:t> </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Enter </a:t>
                      </a:r>
                      <a:r>
                        <a:rPr lang="en-US" sz="1800" b="1" noProof="0" dirty="0">
                          <a:solidFill>
                            <a:schemeClr val="tx1"/>
                          </a:solidFill>
                          <a:latin typeface="+mn-lt"/>
                        </a:rPr>
                        <a:t>r</a:t>
                      </a:r>
                      <a:r>
                        <a:rPr lang="en-US" sz="1800" noProof="0" dirty="0">
                          <a:solidFill>
                            <a:schemeClr val="tx1"/>
                          </a:solidFill>
                          <a:latin typeface="+mn-lt"/>
                        </a:rPr>
                        <a:t>eplace mode (overstrike)</a:t>
                      </a:r>
                    </a:p>
                  </a:txBody>
                  <a:tcPr/>
                </a:tc>
                <a:extLst>
                  <a:ext uri="{0D108BD9-81ED-4DB2-BD59-A6C34878D82A}">
                    <a16:rowId xmlns:a16="http://schemas.microsoft.com/office/drawing/2014/main" val="826807348"/>
                  </a:ext>
                </a:extLst>
              </a:tr>
            </a:tbl>
          </a:graphicData>
        </a:graphic>
      </p:graphicFrame>
    </p:spTree>
    <p:extLst>
      <p:ext uri="{BB962C8B-B14F-4D97-AF65-F5344CB8AC3E}">
        <p14:creationId xmlns:p14="http://schemas.microsoft.com/office/powerpoint/2010/main" val="1929171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3DEFD0-3428-728E-6C89-D986C952870D}"/>
              </a:ext>
            </a:extLst>
          </p:cNvPr>
          <p:cNvSpPr>
            <a:spLocks noGrp="1"/>
          </p:cNvSpPr>
          <p:nvPr>
            <p:ph type="ctrTitle"/>
          </p:nvPr>
        </p:nvSpPr>
        <p:spPr/>
        <p:txBody>
          <a:bodyPr/>
          <a:lstStyle/>
          <a:p>
            <a:r>
              <a:rPr lang="en-US" noProof="0" dirty="0"/>
              <a:t>Delete / cut character</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7" name="Oval 17">
            <a:extLst>
              <a:ext uri="{FF2B5EF4-FFF2-40B4-BE49-F238E27FC236}">
                <a16:creationId xmlns:a16="http://schemas.microsoft.com/office/drawing/2014/main" id="{8BA5390B-A3BE-C400-94D2-4FB28D749D1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8" name="Picture 7">
            <a:extLst>
              <a:ext uri="{FF2B5EF4-FFF2-40B4-BE49-F238E27FC236}">
                <a16:creationId xmlns:a16="http://schemas.microsoft.com/office/drawing/2014/main" id="{2E32F1CA-5191-0A95-B249-63DDB69F4EAA}"/>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5">
            <a:extLst>
              <a:ext uri="{FF2B5EF4-FFF2-40B4-BE49-F238E27FC236}">
                <a16:creationId xmlns:a16="http://schemas.microsoft.com/office/drawing/2014/main" id="{EBBE5096-E761-49BA-974F-72028FFE4210}"/>
              </a:ext>
            </a:extLst>
          </p:cNvPr>
          <p:cNvGraphicFramePr>
            <a:graphicFrameLocks noGrp="1"/>
          </p:cNvGraphicFramePr>
          <p:nvPr>
            <p:extLst>
              <p:ext uri="{D42A27DB-BD31-4B8C-83A1-F6EECF244321}">
                <p14:modId xmlns:p14="http://schemas.microsoft.com/office/powerpoint/2010/main" val="4292125111"/>
              </p:ext>
            </p:extLst>
          </p:nvPr>
        </p:nvGraphicFramePr>
        <p:xfrm>
          <a:off x="443922" y="2217857"/>
          <a:ext cx="6678238" cy="1102360"/>
        </p:xfrm>
        <a:graphic>
          <a:graphicData uri="http://schemas.openxmlformats.org/drawingml/2006/table">
            <a:tbl>
              <a:tblPr firstRow="1" bandRow="1">
                <a:tableStyleId>{7DF18680-E054-41AD-8BC1-D1AEF772440D}</a:tableStyleId>
              </a:tblPr>
              <a:tblGrid>
                <a:gridCol w="861843">
                  <a:extLst>
                    <a:ext uri="{9D8B030D-6E8A-4147-A177-3AD203B41FA5}">
                      <a16:colId xmlns:a16="http://schemas.microsoft.com/office/drawing/2014/main" val="1663231481"/>
                    </a:ext>
                  </a:extLst>
                </a:gridCol>
                <a:gridCol w="5816395">
                  <a:extLst>
                    <a:ext uri="{9D8B030D-6E8A-4147-A177-3AD203B41FA5}">
                      <a16:colId xmlns:a16="http://schemas.microsoft.com/office/drawing/2014/main" val="348825091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847172565"/>
                  </a:ext>
                </a:extLst>
              </a:tr>
              <a:tr h="32214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x</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Delete character under cursor (delete)</a:t>
                      </a:r>
                    </a:p>
                  </a:txBody>
                  <a:tcPr/>
                </a:tc>
                <a:extLst>
                  <a:ext uri="{0D108BD9-81ED-4DB2-BD59-A6C34878D82A}">
                    <a16:rowId xmlns:a16="http://schemas.microsoft.com/office/drawing/2014/main" val="408678749"/>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chemeClr val="tx1"/>
                          </a:solidFill>
                          <a:latin typeface="Hack"/>
                        </a:rPr>
                        <a:t>X</a:t>
                      </a:r>
                      <a:endParaRPr lang="en-US" sz="1800" noProof="0" dirty="0">
                        <a:solidFill>
                          <a:schemeClr val="tx1"/>
                        </a:solidFill>
                        <a:latin typeface="Hack"/>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Delete character to left of cursor (backspace)</a:t>
                      </a:r>
                    </a:p>
                  </a:txBody>
                  <a:tcPr/>
                </a:tc>
                <a:extLst>
                  <a:ext uri="{0D108BD9-81ED-4DB2-BD59-A6C34878D82A}">
                    <a16:rowId xmlns:a16="http://schemas.microsoft.com/office/drawing/2014/main" val="1244673226"/>
                  </a:ext>
                </a:extLst>
              </a:tr>
            </a:tbl>
          </a:graphicData>
        </a:graphic>
      </p:graphicFrame>
    </p:spTree>
    <p:extLst>
      <p:ext uri="{BB962C8B-B14F-4D97-AF65-F5344CB8AC3E}">
        <p14:creationId xmlns:p14="http://schemas.microsoft.com/office/powerpoint/2010/main" val="368253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40FB08-8EB5-E217-E91C-401A5AA86916}"/>
              </a:ext>
            </a:extLst>
          </p:cNvPr>
          <p:cNvSpPr>
            <a:spLocks noGrp="1"/>
          </p:cNvSpPr>
          <p:nvPr>
            <p:ph type="ctrTitle"/>
          </p:nvPr>
        </p:nvSpPr>
        <p:spPr/>
        <p:txBody>
          <a:bodyPr/>
          <a:lstStyle/>
          <a:p>
            <a:r>
              <a:rPr lang="en-US" noProof="0" dirty="0"/>
              <a:t>Changing text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7" name="Oval 17">
            <a:extLst>
              <a:ext uri="{FF2B5EF4-FFF2-40B4-BE49-F238E27FC236}">
                <a16:creationId xmlns:a16="http://schemas.microsoft.com/office/drawing/2014/main" id="{8BA5390B-A3BE-C400-94D2-4FB28D749D1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9" name="Picture 8">
            <a:extLst>
              <a:ext uri="{FF2B5EF4-FFF2-40B4-BE49-F238E27FC236}">
                <a16:creationId xmlns:a16="http://schemas.microsoft.com/office/drawing/2014/main" id="{18BA3333-FAB3-0484-7A65-52296B2E5151}"/>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6">
            <a:extLst>
              <a:ext uri="{FF2B5EF4-FFF2-40B4-BE49-F238E27FC236}">
                <a16:creationId xmlns:a16="http://schemas.microsoft.com/office/drawing/2014/main" id="{76EDC389-3376-D6DE-EA08-095892BD0937}"/>
              </a:ext>
            </a:extLst>
          </p:cNvPr>
          <p:cNvGraphicFramePr>
            <a:graphicFrameLocks noGrp="1"/>
          </p:cNvGraphicFramePr>
          <p:nvPr>
            <p:extLst>
              <p:ext uri="{D42A27DB-BD31-4B8C-83A1-F6EECF244321}">
                <p14:modId xmlns:p14="http://schemas.microsoft.com/office/powerpoint/2010/main" val="117290687"/>
              </p:ext>
            </p:extLst>
          </p:nvPr>
        </p:nvGraphicFramePr>
        <p:xfrm>
          <a:off x="443922" y="1581329"/>
          <a:ext cx="7224457" cy="4079240"/>
        </p:xfrm>
        <a:graphic>
          <a:graphicData uri="http://schemas.openxmlformats.org/drawingml/2006/table">
            <a:tbl>
              <a:tblPr firstRow="1" bandRow="1">
                <a:tableStyleId>{7DF18680-E054-41AD-8BC1-D1AEF772440D}</a:tableStyleId>
              </a:tblPr>
              <a:tblGrid>
                <a:gridCol w="1760170">
                  <a:extLst>
                    <a:ext uri="{9D8B030D-6E8A-4147-A177-3AD203B41FA5}">
                      <a16:colId xmlns:a16="http://schemas.microsoft.com/office/drawing/2014/main" val="486271511"/>
                    </a:ext>
                  </a:extLst>
                </a:gridCol>
                <a:gridCol w="5464287">
                  <a:extLst>
                    <a:ext uri="{9D8B030D-6E8A-4147-A177-3AD203B41FA5}">
                      <a16:colId xmlns:a16="http://schemas.microsoft.com/office/drawing/2014/main" val="243493682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929909580"/>
                  </a:ext>
                </a:extLst>
              </a:tr>
              <a:tr h="370840">
                <a:tc>
                  <a:txBody>
                    <a:bodyPr/>
                    <a:lstStyle/>
                    <a:p>
                      <a:r>
                        <a:rPr lang="en-US" sz="1800" b="1" noProof="0" dirty="0">
                          <a:solidFill>
                            <a:schemeClr val="tx1"/>
                          </a:solidFill>
                          <a:latin typeface="Hack"/>
                        </a:rPr>
                        <a:t>c&lt;scope&gt;</a:t>
                      </a:r>
                      <a:endParaRPr lang="en-US" sz="1800" i="1"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mn-lt"/>
                        </a:rPr>
                        <a:t>C</a:t>
                      </a:r>
                      <a:r>
                        <a:rPr lang="en-US" sz="1800" noProof="0" dirty="0">
                          <a:solidFill>
                            <a:schemeClr val="tx1"/>
                          </a:solidFill>
                          <a:latin typeface="+mn-lt"/>
                        </a:rPr>
                        <a:t>hange text, specifying size (scope) of change</a:t>
                      </a:r>
                    </a:p>
                  </a:txBody>
                  <a:tcPr/>
                </a:tc>
                <a:extLst>
                  <a:ext uri="{0D108BD9-81ED-4DB2-BD59-A6C34878D82A}">
                    <a16:rowId xmlns:a16="http://schemas.microsoft.com/office/drawing/2014/main" val="1961971483"/>
                  </a:ext>
                </a:extLst>
              </a:tr>
              <a:tr h="370840">
                <a:tc>
                  <a:txBody>
                    <a:bodyPr/>
                    <a:lstStyle/>
                    <a:p>
                      <a:r>
                        <a:rPr lang="en-US" sz="1800" b="1" noProof="0" dirty="0" err="1">
                          <a:solidFill>
                            <a:schemeClr val="tx1"/>
                          </a:solidFill>
                          <a:latin typeface="Hack"/>
                        </a:rPr>
                        <a:t>cw</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end of word</a:t>
                      </a:r>
                    </a:p>
                  </a:txBody>
                  <a:tcPr/>
                </a:tc>
                <a:extLst>
                  <a:ext uri="{0D108BD9-81ED-4DB2-BD59-A6C34878D82A}">
                    <a16:rowId xmlns:a16="http://schemas.microsoft.com/office/drawing/2014/main" val="3237119252"/>
                  </a:ext>
                </a:extLst>
              </a:tr>
              <a:tr h="370840">
                <a:tc>
                  <a:txBody>
                    <a:bodyPr/>
                    <a:lstStyle/>
                    <a:p>
                      <a:r>
                        <a:rPr lang="en-US" sz="1800" b="1" noProof="0" dirty="0" err="1">
                          <a:solidFill>
                            <a:schemeClr val="tx1"/>
                          </a:solidFill>
                          <a:latin typeface="Hack"/>
                        </a:rPr>
                        <a:t>ncw</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end of nth word</a:t>
                      </a:r>
                    </a:p>
                  </a:txBody>
                  <a:tcPr/>
                </a:tc>
                <a:extLst>
                  <a:ext uri="{0D108BD9-81ED-4DB2-BD59-A6C34878D82A}">
                    <a16:rowId xmlns:a16="http://schemas.microsoft.com/office/drawing/2014/main" val="1540397052"/>
                  </a:ext>
                </a:extLst>
              </a:tr>
              <a:tr h="370840">
                <a:tc>
                  <a:txBody>
                    <a:bodyPr/>
                    <a:lstStyle/>
                    <a:p>
                      <a:r>
                        <a:rPr lang="en-US" sz="1800" b="1" noProof="0" dirty="0">
                          <a:solidFill>
                            <a:schemeClr val="tx1"/>
                          </a:solidFill>
                          <a:latin typeface="Hack"/>
                        </a:rPr>
                        <a:t>c3l</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the next three characters</a:t>
                      </a:r>
                    </a:p>
                  </a:txBody>
                  <a:tcPr/>
                </a:tc>
                <a:extLst>
                  <a:ext uri="{0D108BD9-81ED-4DB2-BD59-A6C34878D82A}">
                    <a16:rowId xmlns:a16="http://schemas.microsoft.com/office/drawing/2014/main" val="2762095098"/>
                  </a:ext>
                </a:extLst>
              </a:tr>
              <a:tr h="370840">
                <a:tc>
                  <a:txBody>
                    <a:bodyPr/>
                    <a:lstStyle/>
                    <a:p>
                      <a:r>
                        <a:rPr lang="en-US" sz="1800" b="1" noProof="0" dirty="0">
                          <a:solidFill>
                            <a:schemeClr val="tx1"/>
                          </a:solidFill>
                          <a:latin typeface="Hack"/>
                        </a:rPr>
                        <a:t>c0</a:t>
                      </a:r>
                      <a:endParaRPr lang="en-US" sz="1800" noProof="0" dirty="0">
                        <a:solidFill>
                          <a:schemeClr val="tx1"/>
                        </a:solidFill>
                        <a:latin typeface="Hack"/>
                      </a:endParaRPr>
                    </a:p>
                  </a:txBody>
                  <a:tcPr/>
                </a:tc>
                <a:tc>
                  <a:txBody>
                    <a:bodyPr/>
                    <a:lstStyle/>
                    <a:p>
                      <a:r>
                        <a:rPr lang="en-US" sz="1800" noProof="0" dirty="0">
                          <a:solidFill>
                            <a:schemeClr val="tx1"/>
                          </a:solidFill>
                          <a:latin typeface="+mn-lt"/>
                        </a:rPr>
                        <a:t>Change to the beginning of the line</a:t>
                      </a:r>
                    </a:p>
                  </a:txBody>
                  <a:tcPr/>
                </a:tc>
                <a:extLst>
                  <a:ext uri="{0D108BD9-81ED-4DB2-BD59-A6C34878D82A}">
                    <a16:rowId xmlns:a16="http://schemas.microsoft.com/office/drawing/2014/main" val="1373484478"/>
                  </a:ext>
                </a:extLst>
              </a:tr>
              <a:tr h="370840">
                <a:tc>
                  <a:txBody>
                    <a:bodyPr/>
                    <a:lstStyle/>
                    <a:p>
                      <a:r>
                        <a:rPr lang="en-US" sz="1800" b="1" noProof="0" dirty="0">
                          <a:solidFill>
                            <a:schemeClr val="tx1"/>
                          </a:solidFill>
                          <a:latin typeface="Hack"/>
                        </a:rPr>
                        <a:t>c$ or C</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end of the line</a:t>
                      </a:r>
                    </a:p>
                  </a:txBody>
                  <a:tcPr/>
                </a:tc>
                <a:extLst>
                  <a:ext uri="{0D108BD9-81ED-4DB2-BD59-A6C34878D82A}">
                    <a16:rowId xmlns:a16="http://schemas.microsoft.com/office/drawing/2014/main" val="2321212625"/>
                  </a:ext>
                </a:extLst>
              </a:tr>
              <a:tr h="370840">
                <a:tc>
                  <a:txBody>
                    <a:bodyPr/>
                    <a:lstStyle/>
                    <a:p>
                      <a:r>
                        <a:rPr lang="en-US" sz="1800" b="1" noProof="0" dirty="0">
                          <a:solidFill>
                            <a:schemeClr val="tx1"/>
                          </a:solidFill>
                          <a:latin typeface="Hack"/>
                        </a:rPr>
                        <a:t>c1G or </a:t>
                      </a:r>
                      <a:r>
                        <a:rPr lang="en-US" sz="1800" b="1" noProof="0" dirty="0" err="1">
                          <a:solidFill>
                            <a:schemeClr val="tx1"/>
                          </a:solidFill>
                          <a:latin typeface="Hack"/>
                        </a:rPr>
                        <a:t>cgg</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the beginning of the file</a:t>
                      </a:r>
                    </a:p>
                  </a:txBody>
                  <a:tcPr/>
                </a:tc>
                <a:extLst>
                  <a:ext uri="{0D108BD9-81ED-4DB2-BD59-A6C34878D82A}">
                    <a16:rowId xmlns:a16="http://schemas.microsoft.com/office/drawing/2014/main" val="240832991"/>
                  </a:ext>
                </a:extLst>
              </a:tr>
              <a:tr h="370840">
                <a:tc>
                  <a:txBody>
                    <a:bodyPr/>
                    <a:lstStyle/>
                    <a:p>
                      <a:r>
                        <a:rPr lang="en-US" sz="1800" b="1" noProof="0" dirty="0" err="1">
                          <a:solidFill>
                            <a:schemeClr val="tx1"/>
                          </a:solidFill>
                          <a:latin typeface="Hack"/>
                        </a:rPr>
                        <a:t>cG</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to end of the file</a:t>
                      </a:r>
                    </a:p>
                  </a:txBody>
                  <a:tcPr/>
                </a:tc>
                <a:extLst>
                  <a:ext uri="{0D108BD9-81ED-4DB2-BD59-A6C34878D82A}">
                    <a16:rowId xmlns:a16="http://schemas.microsoft.com/office/drawing/2014/main" val="3890765304"/>
                  </a:ext>
                </a:extLst>
              </a:tr>
              <a:tr h="370840">
                <a:tc>
                  <a:txBody>
                    <a:bodyPr/>
                    <a:lstStyle/>
                    <a:p>
                      <a:r>
                        <a:rPr lang="en-US" sz="1800" b="1" noProof="0" dirty="0">
                          <a:solidFill>
                            <a:schemeClr val="tx1"/>
                          </a:solidFill>
                          <a:latin typeface="Hack"/>
                        </a:rPr>
                        <a:t>cc</a:t>
                      </a:r>
                      <a:endParaRPr lang="en-US" sz="1800" noProof="0" dirty="0">
                        <a:solidFill>
                          <a:schemeClr val="tx1"/>
                        </a:solidFill>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Change current line</a:t>
                      </a:r>
                    </a:p>
                  </a:txBody>
                  <a:tcPr/>
                </a:tc>
                <a:extLst>
                  <a:ext uri="{0D108BD9-81ED-4DB2-BD59-A6C34878D82A}">
                    <a16:rowId xmlns:a16="http://schemas.microsoft.com/office/drawing/2014/main" val="2063402434"/>
                  </a:ext>
                </a:extLst>
              </a:tr>
              <a:tr h="370840">
                <a:tc>
                  <a:txBody>
                    <a:bodyPr/>
                    <a:lstStyle/>
                    <a:p>
                      <a:r>
                        <a:rPr lang="en-US" sz="1800" b="1" noProof="0" dirty="0" err="1">
                          <a:solidFill>
                            <a:schemeClr val="tx1"/>
                          </a:solidFill>
                          <a:latin typeface="Hack"/>
                        </a:rPr>
                        <a:t>ncc</a:t>
                      </a:r>
                      <a:endParaRPr lang="en-US" sz="1800" noProof="0" dirty="0">
                        <a:solidFill>
                          <a:schemeClr val="tx1"/>
                        </a:solidFill>
                        <a:latin typeface="Hack"/>
                      </a:endParaRPr>
                    </a:p>
                  </a:txBody>
                  <a:tcPr/>
                </a:tc>
                <a:tc>
                  <a:txBody>
                    <a:bodyPr/>
                    <a:lstStyle/>
                    <a:p>
                      <a:r>
                        <a:rPr lang="en-US" sz="1800" noProof="0" dirty="0">
                          <a:solidFill>
                            <a:schemeClr val="tx1"/>
                          </a:solidFill>
                          <a:latin typeface="+mn-lt"/>
                        </a:rPr>
                        <a:t>Change n lines</a:t>
                      </a:r>
                    </a:p>
                  </a:txBody>
                  <a:tcPr/>
                </a:tc>
                <a:extLst>
                  <a:ext uri="{0D108BD9-81ED-4DB2-BD59-A6C34878D82A}">
                    <a16:rowId xmlns:a16="http://schemas.microsoft.com/office/drawing/2014/main" val="1077954161"/>
                  </a:ext>
                </a:extLst>
              </a:tr>
            </a:tbl>
          </a:graphicData>
        </a:graphic>
      </p:graphicFrame>
    </p:spTree>
    <p:extLst>
      <p:ext uri="{BB962C8B-B14F-4D97-AF65-F5344CB8AC3E}">
        <p14:creationId xmlns:p14="http://schemas.microsoft.com/office/powerpoint/2010/main" val="1256996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435418-2A86-3643-C26D-FA2F92E06BC0}"/>
              </a:ext>
            </a:extLst>
          </p:cNvPr>
          <p:cNvSpPr>
            <a:spLocks noGrp="1"/>
          </p:cNvSpPr>
          <p:nvPr>
            <p:ph type="ctrTitle"/>
          </p:nvPr>
        </p:nvSpPr>
        <p:spPr/>
        <p:txBody>
          <a:bodyPr/>
          <a:lstStyle/>
          <a:p>
            <a:r>
              <a:rPr lang="en-US" noProof="0" dirty="0"/>
              <a:t>Delete / cut text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7" name="Oval 17">
            <a:extLst>
              <a:ext uri="{FF2B5EF4-FFF2-40B4-BE49-F238E27FC236}">
                <a16:creationId xmlns:a16="http://schemas.microsoft.com/office/drawing/2014/main" id="{90B15789-B3B6-4872-2742-AB23AAFDA6E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5" name="Picture 4">
            <a:extLst>
              <a:ext uri="{FF2B5EF4-FFF2-40B4-BE49-F238E27FC236}">
                <a16:creationId xmlns:a16="http://schemas.microsoft.com/office/drawing/2014/main" id="{FFA197EF-F5DF-4852-B4E5-D65412A52C84}"/>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5">
            <a:extLst>
              <a:ext uri="{FF2B5EF4-FFF2-40B4-BE49-F238E27FC236}">
                <a16:creationId xmlns:a16="http://schemas.microsoft.com/office/drawing/2014/main" id="{4AC8918B-6B55-039D-5732-DB2A4A4ADA14}"/>
              </a:ext>
            </a:extLst>
          </p:cNvPr>
          <p:cNvGraphicFramePr>
            <a:graphicFrameLocks noGrp="1"/>
          </p:cNvGraphicFramePr>
          <p:nvPr>
            <p:extLst>
              <p:ext uri="{D42A27DB-BD31-4B8C-83A1-F6EECF244321}">
                <p14:modId xmlns:p14="http://schemas.microsoft.com/office/powerpoint/2010/main" val="2325468085"/>
              </p:ext>
            </p:extLst>
          </p:nvPr>
        </p:nvGraphicFramePr>
        <p:xfrm>
          <a:off x="443922" y="1581329"/>
          <a:ext cx="7745038" cy="4074160"/>
        </p:xfrm>
        <a:graphic>
          <a:graphicData uri="http://schemas.openxmlformats.org/drawingml/2006/table">
            <a:tbl>
              <a:tblPr firstRow="1" bandRow="1">
                <a:tableStyleId>{7DF18680-E054-41AD-8BC1-D1AEF772440D}</a:tableStyleId>
              </a:tblPr>
              <a:tblGrid>
                <a:gridCol w="1884611">
                  <a:extLst>
                    <a:ext uri="{9D8B030D-6E8A-4147-A177-3AD203B41FA5}">
                      <a16:colId xmlns:a16="http://schemas.microsoft.com/office/drawing/2014/main" val="1663231481"/>
                    </a:ext>
                  </a:extLst>
                </a:gridCol>
                <a:gridCol w="5860427">
                  <a:extLst>
                    <a:ext uri="{9D8B030D-6E8A-4147-A177-3AD203B41FA5}">
                      <a16:colId xmlns:a16="http://schemas.microsoft.com/office/drawing/2014/main" val="348825091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847172565"/>
                  </a:ext>
                </a:extLst>
              </a:tr>
              <a:tr h="370840">
                <a:tc>
                  <a:txBody>
                    <a:bodyPr/>
                    <a:lstStyle/>
                    <a:p>
                      <a:r>
                        <a:rPr lang="en-US" sz="1800" b="1" noProof="0" dirty="0">
                          <a:latin typeface="Hack"/>
                        </a:rPr>
                        <a:t>d</a:t>
                      </a:r>
                      <a:r>
                        <a:rPr lang="en-US" sz="1800" b="1" noProof="0" dirty="0">
                          <a:solidFill>
                            <a:srgbClr val="FF0000"/>
                          </a:solidFill>
                          <a:latin typeface="Hack"/>
                        </a:rPr>
                        <a:t>&lt;scope&gt;</a:t>
                      </a:r>
                      <a:endParaRPr lang="en-US" sz="1800" noProof="0" dirty="0">
                        <a:latin typeface="Hack"/>
                      </a:endParaRPr>
                    </a:p>
                  </a:txBody>
                  <a:tcPr/>
                </a:tc>
                <a:tc>
                  <a:txBody>
                    <a:bodyPr/>
                    <a:lstStyle/>
                    <a:p>
                      <a:r>
                        <a:rPr lang="en-US" sz="1800" b="1" noProof="0" dirty="0">
                          <a:latin typeface="+mn-lt"/>
                        </a:rPr>
                        <a:t>D</a:t>
                      </a:r>
                      <a:r>
                        <a:rPr lang="en-US" sz="1800" b="0" noProof="0" dirty="0">
                          <a:latin typeface="+mn-lt"/>
                        </a:rPr>
                        <a:t>elete</a:t>
                      </a:r>
                      <a:r>
                        <a:rPr lang="en-US" sz="1800" noProof="0" dirty="0">
                          <a:latin typeface="+mn-lt"/>
                        </a:rPr>
                        <a:t>/cut to buffer specifying size (</a:t>
                      </a:r>
                      <a:r>
                        <a:rPr lang="en-US" sz="1800" noProof="0" dirty="0">
                          <a:solidFill>
                            <a:srgbClr val="FF0000"/>
                          </a:solidFill>
                          <a:latin typeface="+mn-lt"/>
                        </a:rPr>
                        <a:t>scope</a:t>
                      </a:r>
                      <a:r>
                        <a:rPr lang="en-US" sz="1800" noProof="0" dirty="0">
                          <a:latin typeface="+mn-lt"/>
                        </a:rPr>
                        <a:t>) of change</a:t>
                      </a:r>
                      <a:endParaRPr lang="en-US" sz="1800" i="1" noProof="0" dirty="0">
                        <a:solidFill>
                          <a:srgbClr val="FF0000"/>
                        </a:solidFill>
                        <a:latin typeface="+mn-lt"/>
                      </a:endParaRPr>
                    </a:p>
                  </a:txBody>
                  <a:tcPr/>
                </a:tc>
                <a:extLst>
                  <a:ext uri="{0D108BD9-81ED-4DB2-BD59-A6C34878D82A}">
                    <a16:rowId xmlns:a16="http://schemas.microsoft.com/office/drawing/2014/main" val="109840362"/>
                  </a:ext>
                </a:extLst>
              </a:tr>
              <a:tr h="370840">
                <a:tc>
                  <a:txBody>
                    <a:bodyPr/>
                    <a:lstStyle/>
                    <a:p>
                      <a:r>
                        <a:rPr lang="en-US" sz="1800" b="1" noProof="0" dirty="0" err="1">
                          <a:latin typeface="Hack"/>
                        </a:rPr>
                        <a:t>dw</a:t>
                      </a:r>
                      <a:endParaRPr lang="en-US" sz="1800" noProof="0" dirty="0">
                        <a:latin typeface="Hack"/>
                      </a:endParaRPr>
                    </a:p>
                  </a:txBody>
                  <a:tcPr/>
                </a:tc>
                <a:tc>
                  <a:txBody>
                    <a:bodyPr/>
                    <a:lstStyle/>
                    <a:p>
                      <a:r>
                        <a:rPr lang="en-US" sz="1800" noProof="0" dirty="0">
                          <a:latin typeface="+mn-lt"/>
                        </a:rPr>
                        <a:t>Delete to end of word</a:t>
                      </a:r>
                    </a:p>
                  </a:txBody>
                  <a:tcPr/>
                </a:tc>
                <a:extLst>
                  <a:ext uri="{0D108BD9-81ED-4DB2-BD59-A6C34878D82A}">
                    <a16:rowId xmlns:a16="http://schemas.microsoft.com/office/drawing/2014/main" val="3254915924"/>
                  </a:ext>
                </a:extLst>
              </a:tr>
              <a:tr h="370840">
                <a:tc>
                  <a:txBody>
                    <a:bodyPr/>
                    <a:lstStyle/>
                    <a:p>
                      <a:r>
                        <a:rPr lang="en-US" sz="1800" b="1" noProof="0" dirty="0" err="1">
                          <a:latin typeface="Hack"/>
                        </a:rPr>
                        <a:t>ndw</a:t>
                      </a:r>
                      <a:endParaRPr lang="en-US" sz="1800" noProof="0" dirty="0">
                        <a:latin typeface="Hack"/>
                      </a:endParaRPr>
                    </a:p>
                  </a:txBody>
                  <a:tcPr/>
                </a:tc>
                <a:tc>
                  <a:txBody>
                    <a:bodyPr/>
                    <a:lstStyle/>
                    <a:p>
                      <a:r>
                        <a:rPr lang="en-US" sz="1800" noProof="0" dirty="0">
                          <a:latin typeface="+mn-lt"/>
                        </a:rPr>
                        <a:t>Delete to end of nth word</a:t>
                      </a:r>
                      <a:endParaRPr lang="en-US" sz="1800" i="1" noProof="0" dirty="0">
                        <a:solidFill>
                          <a:srgbClr val="FF0000"/>
                        </a:solidFill>
                        <a:latin typeface="+mn-lt"/>
                      </a:endParaRPr>
                    </a:p>
                  </a:txBody>
                  <a:tcPr/>
                </a:tc>
                <a:extLst>
                  <a:ext uri="{0D108BD9-81ED-4DB2-BD59-A6C34878D82A}">
                    <a16:rowId xmlns:a16="http://schemas.microsoft.com/office/drawing/2014/main" val="4112350784"/>
                  </a:ext>
                </a:extLst>
              </a:tr>
              <a:tr h="370840">
                <a:tc>
                  <a:txBody>
                    <a:bodyPr/>
                    <a:lstStyle/>
                    <a:p>
                      <a:r>
                        <a:rPr lang="en-US" sz="1800" b="1" noProof="0" dirty="0">
                          <a:latin typeface="Hack"/>
                        </a:rPr>
                        <a:t>d3l</a:t>
                      </a:r>
                      <a:endParaRPr lang="en-US" sz="1800" noProof="0" dirty="0">
                        <a:latin typeface="Hack"/>
                      </a:endParaRPr>
                    </a:p>
                  </a:txBody>
                  <a:tcPr/>
                </a:tc>
                <a:tc>
                  <a:txBody>
                    <a:bodyPr/>
                    <a:lstStyle/>
                    <a:p>
                      <a:r>
                        <a:rPr lang="en-US" sz="1800" noProof="0" dirty="0">
                          <a:latin typeface="+mn-lt"/>
                        </a:rPr>
                        <a:t>Delete the next three characters	</a:t>
                      </a:r>
                      <a:endParaRPr lang="en-US" sz="1800" i="1" noProof="0" dirty="0">
                        <a:solidFill>
                          <a:srgbClr val="FF0000"/>
                        </a:solidFill>
                        <a:latin typeface="+mn-lt"/>
                      </a:endParaRPr>
                    </a:p>
                  </a:txBody>
                  <a:tcPr/>
                </a:tc>
                <a:extLst>
                  <a:ext uri="{0D108BD9-81ED-4DB2-BD59-A6C34878D82A}">
                    <a16:rowId xmlns:a16="http://schemas.microsoft.com/office/drawing/2014/main" val="1901031025"/>
                  </a:ext>
                </a:extLst>
              </a:tr>
              <a:tr h="370840">
                <a:tc>
                  <a:txBody>
                    <a:bodyPr/>
                    <a:lstStyle/>
                    <a:p>
                      <a:r>
                        <a:rPr lang="en-US" sz="1800" b="1" noProof="0" dirty="0">
                          <a:latin typeface="Hack"/>
                        </a:rPr>
                        <a:t>d0</a:t>
                      </a:r>
                      <a:endParaRPr lang="en-US" sz="1800" noProof="0" dirty="0">
                        <a:latin typeface="Hack"/>
                      </a:endParaRPr>
                    </a:p>
                  </a:txBody>
                  <a:tcPr/>
                </a:tc>
                <a:tc>
                  <a:txBody>
                    <a:bodyPr/>
                    <a:lstStyle/>
                    <a:p>
                      <a:r>
                        <a:rPr lang="en-US" sz="1800" noProof="0" dirty="0">
                          <a:latin typeface="+mn-lt"/>
                        </a:rPr>
                        <a:t>Delete to the beginning of the line</a:t>
                      </a:r>
                    </a:p>
                  </a:txBody>
                  <a:tcPr/>
                </a:tc>
                <a:extLst>
                  <a:ext uri="{0D108BD9-81ED-4DB2-BD59-A6C34878D82A}">
                    <a16:rowId xmlns:a16="http://schemas.microsoft.com/office/drawing/2014/main" val="3474111839"/>
                  </a:ext>
                </a:extLst>
              </a:tr>
              <a:tr h="370840">
                <a:tc>
                  <a:txBody>
                    <a:bodyPr/>
                    <a:lstStyle/>
                    <a:p>
                      <a:r>
                        <a:rPr lang="en-US" sz="1800" b="1" noProof="0" dirty="0">
                          <a:latin typeface="Hack"/>
                        </a:rPr>
                        <a:t>d$ </a:t>
                      </a:r>
                      <a:r>
                        <a:rPr lang="en-US" sz="1800" b="0" noProof="0" dirty="0">
                          <a:latin typeface="Hack"/>
                        </a:rPr>
                        <a:t>or</a:t>
                      </a:r>
                      <a:r>
                        <a:rPr lang="en-US" sz="1800" b="1" noProof="0" dirty="0">
                          <a:latin typeface="Hack"/>
                        </a:rPr>
                        <a:t> D</a:t>
                      </a:r>
                      <a:endParaRPr lang="en-US" sz="1800" noProof="0" dirty="0">
                        <a:latin typeface="Hack"/>
                      </a:endParaRPr>
                    </a:p>
                  </a:txBody>
                  <a:tcPr/>
                </a:tc>
                <a:tc>
                  <a:txBody>
                    <a:bodyPr/>
                    <a:lstStyle/>
                    <a:p>
                      <a:r>
                        <a:rPr lang="en-US" sz="1800" noProof="0" dirty="0">
                          <a:latin typeface="+mn-lt"/>
                        </a:rPr>
                        <a:t>Delete to end of the line</a:t>
                      </a:r>
                      <a:endParaRPr lang="en-US" sz="1800" i="1" noProof="0" dirty="0">
                        <a:solidFill>
                          <a:srgbClr val="FF0000"/>
                        </a:solidFill>
                        <a:latin typeface="+mn-lt"/>
                      </a:endParaRPr>
                    </a:p>
                  </a:txBody>
                  <a:tcPr/>
                </a:tc>
                <a:extLst>
                  <a:ext uri="{0D108BD9-81ED-4DB2-BD59-A6C34878D82A}">
                    <a16:rowId xmlns:a16="http://schemas.microsoft.com/office/drawing/2014/main" val="1807802062"/>
                  </a:ext>
                </a:extLst>
              </a:tr>
              <a:tr h="370840">
                <a:tc>
                  <a:txBody>
                    <a:bodyPr/>
                    <a:lstStyle/>
                    <a:p>
                      <a:r>
                        <a:rPr lang="en-US" sz="1800" b="1" noProof="0" dirty="0">
                          <a:latin typeface="Hack"/>
                        </a:rPr>
                        <a:t>d1G </a:t>
                      </a:r>
                      <a:r>
                        <a:rPr lang="en-US" sz="1800" b="0" noProof="0" dirty="0">
                          <a:latin typeface="Hack"/>
                        </a:rPr>
                        <a:t>or</a:t>
                      </a:r>
                      <a:r>
                        <a:rPr lang="en-US" sz="1800" b="1" noProof="0" dirty="0">
                          <a:latin typeface="Hack"/>
                        </a:rPr>
                        <a:t> </a:t>
                      </a:r>
                      <a:r>
                        <a:rPr lang="en-US" sz="1800" b="1" noProof="0" dirty="0" err="1">
                          <a:latin typeface="Hack"/>
                        </a:rPr>
                        <a:t>dgg</a:t>
                      </a:r>
                      <a:endParaRPr lang="en-US" sz="1800" noProof="0" dirty="0">
                        <a:latin typeface="Hack"/>
                      </a:endParaRPr>
                    </a:p>
                  </a:txBody>
                  <a:tcPr/>
                </a:tc>
                <a:tc>
                  <a:txBody>
                    <a:bodyPr/>
                    <a:lstStyle/>
                    <a:p>
                      <a:r>
                        <a:rPr lang="en-US" sz="1800" noProof="0" dirty="0">
                          <a:latin typeface="+mn-lt"/>
                        </a:rPr>
                        <a:t>Delete to the beginning of the file</a:t>
                      </a:r>
                    </a:p>
                  </a:txBody>
                  <a:tcPr/>
                </a:tc>
                <a:extLst>
                  <a:ext uri="{0D108BD9-81ED-4DB2-BD59-A6C34878D82A}">
                    <a16:rowId xmlns:a16="http://schemas.microsoft.com/office/drawing/2014/main" val="1960058151"/>
                  </a:ext>
                </a:extLst>
              </a:tr>
              <a:tr h="370840">
                <a:tc>
                  <a:txBody>
                    <a:bodyPr/>
                    <a:lstStyle/>
                    <a:p>
                      <a:r>
                        <a:rPr lang="en-US" sz="1800" b="1" noProof="0" dirty="0" err="1">
                          <a:latin typeface="Hack"/>
                        </a:rPr>
                        <a:t>dG</a:t>
                      </a:r>
                      <a:endParaRPr lang="en-US" sz="1800" noProof="0" dirty="0">
                        <a:latin typeface="Hack"/>
                      </a:endParaRPr>
                    </a:p>
                  </a:txBody>
                  <a:tcPr/>
                </a:tc>
                <a:tc>
                  <a:txBody>
                    <a:bodyPr/>
                    <a:lstStyle/>
                    <a:p>
                      <a:r>
                        <a:rPr lang="en-US" sz="1800" noProof="0" dirty="0">
                          <a:latin typeface="+mn-lt"/>
                        </a:rPr>
                        <a:t>Delete to end of the file</a:t>
                      </a:r>
                      <a:endParaRPr lang="en-US" sz="1800" i="1" noProof="0" dirty="0">
                        <a:solidFill>
                          <a:srgbClr val="FF0000"/>
                        </a:solidFill>
                        <a:latin typeface="+mn-lt"/>
                      </a:endParaRPr>
                    </a:p>
                  </a:txBody>
                  <a:tcPr/>
                </a:tc>
                <a:extLst>
                  <a:ext uri="{0D108BD9-81ED-4DB2-BD59-A6C34878D82A}">
                    <a16:rowId xmlns:a16="http://schemas.microsoft.com/office/drawing/2014/main" val="3183526663"/>
                  </a:ext>
                </a:extLst>
              </a:tr>
              <a:tr h="370840">
                <a:tc>
                  <a:txBody>
                    <a:bodyPr/>
                    <a:lstStyle/>
                    <a:p>
                      <a:r>
                        <a:rPr lang="en-US" sz="1800" b="1" noProof="0" dirty="0">
                          <a:latin typeface="Hack"/>
                        </a:rPr>
                        <a:t>dd</a:t>
                      </a:r>
                      <a:endParaRPr lang="en-US" sz="1800" noProof="0" dirty="0">
                        <a:latin typeface="Hack"/>
                      </a:endParaRPr>
                    </a:p>
                  </a:txBody>
                  <a:tcPr/>
                </a:tc>
                <a:tc>
                  <a:txBody>
                    <a:bodyPr/>
                    <a:lstStyle/>
                    <a:p>
                      <a:r>
                        <a:rPr lang="en-US" sz="1800" noProof="0" dirty="0">
                          <a:latin typeface="+mn-lt"/>
                        </a:rPr>
                        <a:t>Delete current line into buffer</a:t>
                      </a:r>
                    </a:p>
                  </a:txBody>
                  <a:tcPr/>
                </a:tc>
                <a:extLst>
                  <a:ext uri="{0D108BD9-81ED-4DB2-BD59-A6C34878D82A}">
                    <a16:rowId xmlns:a16="http://schemas.microsoft.com/office/drawing/2014/main" val="154976542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err="1">
                          <a:latin typeface="Hack"/>
                        </a:rPr>
                        <a:t>ndd</a:t>
                      </a:r>
                      <a:endParaRPr lang="en-US" sz="1800" noProof="0" dirty="0">
                        <a:latin typeface="Hack"/>
                      </a:endParaRPr>
                    </a:p>
                  </a:txBody>
                  <a:tcPr/>
                </a:tc>
                <a:tc>
                  <a:txBody>
                    <a:bodyPr/>
                    <a:lstStyle/>
                    <a:p>
                      <a:r>
                        <a:rPr lang="en-US" sz="1800" noProof="0" dirty="0">
                          <a:latin typeface="+mn-lt"/>
                        </a:rPr>
                        <a:t>Delete n lines into buffer</a:t>
                      </a:r>
                    </a:p>
                  </a:txBody>
                  <a:tcPr/>
                </a:tc>
                <a:extLst>
                  <a:ext uri="{0D108BD9-81ED-4DB2-BD59-A6C34878D82A}">
                    <a16:rowId xmlns:a16="http://schemas.microsoft.com/office/drawing/2014/main" val="1870190349"/>
                  </a:ext>
                </a:extLst>
              </a:tr>
            </a:tbl>
          </a:graphicData>
        </a:graphic>
      </p:graphicFrame>
    </p:spTree>
    <p:extLst>
      <p:ext uri="{BB962C8B-B14F-4D97-AF65-F5344CB8AC3E}">
        <p14:creationId xmlns:p14="http://schemas.microsoft.com/office/powerpoint/2010/main" val="3170812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F50889-D135-FF2E-B358-E4DE1A1F95FD}"/>
              </a:ext>
            </a:extLst>
          </p:cNvPr>
          <p:cNvSpPr>
            <a:spLocks noGrp="1"/>
          </p:cNvSpPr>
          <p:nvPr>
            <p:ph type="ctrTitle"/>
          </p:nvPr>
        </p:nvSpPr>
        <p:spPr/>
        <p:txBody>
          <a:bodyPr/>
          <a:lstStyle/>
          <a:p>
            <a:r>
              <a:rPr lang="en-US" noProof="0" dirty="0"/>
              <a:t>Yanking (copying) and pasting text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7" name="Oval 17">
            <a:extLst>
              <a:ext uri="{FF2B5EF4-FFF2-40B4-BE49-F238E27FC236}">
                <a16:creationId xmlns:a16="http://schemas.microsoft.com/office/drawing/2014/main" id="{90B15789-B3B6-4872-2742-AB23AAFDA6E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8" name="Picture 7">
            <a:extLst>
              <a:ext uri="{FF2B5EF4-FFF2-40B4-BE49-F238E27FC236}">
                <a16:creationId xmlns:a16="http://schemas.microsoft.com/office/drawing/2014/main" id="{581C1C5E-2365-AFFE-F609-5C42E3506A96}"/>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5">
            <a:extLst>
              <a:ext uri="{FF2B5EF4-FFF2-40B4-BE49-F238E27FC236}">
                <a16:creationId xmlns:a16="http://schemas.microsoft.com/office/drawing/2014/main" id="{3107BC7A-57D4-7490-19C5-8EFD5CFDC589}"/>
              </a:ext>
            </a:extLst>
          </p:cNvPr>
          <p:cNvGraphicFramePr>
            <a:graphicFrameLocks noGrp="1"/>
          </p:cNvGraphicFramePr>
          <p:nvPr>
            <p:extLst>
              <p:ext uri="{D42A27DB-BD31-4B8C-83A1-F6EECF244321}">
                <p14:modId xmlns:p14="http://schemas.microsoft.com/office/powerpoint/2010/main" val="3777890696"/>
              </p:ext>
            </p:extLst>
          </p:nvPr>
        </p:nvGraphicFramePr>
        <p:xfrm>
          <a:off x="443922" y="1359179"/>
          <a:ext cx="7955279" cy="4754880"/>
        </p:xfrm>
        <a:graphic>
          <a:graphicData uri="http://schemas.openxmlformats.org/drawingml/2006/table">
            <a:tbl>
              <a:tblPr firstRow="1" bandRow="1">
                <a:tableStyleId>{7DF18680-E054-41AD-8BC1-D1AEF772440D}</a:tableStyleId>
              </a:tblPr>
              <a:tblGrid>
                <a:gridCol w="1910080">
                  <a:extLst>
                    <a:ext uri="{9D8B030D-6E8A-4147-A177-3AD203B41FA5}">
                      <a16:colId xmlns:a16="http://schemas.microsoft.com/office/drawing/2014/main" val="1663231481"/>
                    </a:ext>
                  </a:extLst>
                </a:gridCol>
                <a:gridCol w="6045199">
                  <a:extLst>
                    <a:ext uri="{9D8B030D-6E8A-4147-A177-3AD203B41FA5}">
                      <a16:colId xmlns:a16="http://schemas.microsoft.com/office/drawing/2014/main" val="3488250917"/>
                    </a:ext>
                  </a:extLst>
                </a:gridCol>
              </a:tblGrid>
              <a:tr h="33028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847172565"/>
                  </a:ext>
                </a:extLst>
              </a:tr>
              <a:tr h="334869">
                <a:tc>
                  <a:txBody>
                    <a:bodyPr/>
                    <a:lstStyle/>
                    <a:p>
                      <a:r>
                        <a:rPr lang="en-US" sz="1800" b="1" noProof="0" dirty="0">
                          <a:latin typeface="Hack"/>
                        </a:rPr>
                        <a:t>y</a:t>
                      </a:r>
                      <a:r>
                        <a:rPr lang="en-US" sz="1800" b="1" noProof="0" dirty="0">
                          <a:solidFill>
                            <a:srgbClr val="FF0000"/>
                          </a:solidFill>
                          <a:latin typeface="Hack"/>
                        </a:rPr>
                        <a:t>&lt;scope&gt;</a:t>
                      </a:r>
                      <a:endParaRPr lang="en-US" sz="1800" noProof="0" dirty="0">
                        <a:latin typeface="Hack"/>
                      </a:endParaRPr>
                    </a:p>
                  </a:txBody>
                  <a:tcPr/>
                </a:tc>
                <a:tc>
                  <a:txBody>
                    <a:bodyPr/>
                    <a:lstStyle/>
                    <a:p>
                      <a:r>
                        <a:rPr lang="en-US" sz="1800" b="1" noProof="0" dirty="0">
                          <a:latin typeface="+mn-lt"/>
                        </a:rPr>
                        <a:t>Y</a:t>
                      </a:r>
                      <a:r>
                        <a:rPr lang="en-US" sz="1800" b="0" noProof="0" dirty="0">
                          <a:latin typeface="+mn-lt"/>
                        </a:rPr>
                        <a:t>ank</a:t>
                      </a:r>
                      <a:r>
                        <a:rPr lang="en-US" sz="1800" noProof="0" dirty="0">
                          <a:latin typeface="+mn-lt"/>
                        </a:rPr>
                        <a:t>/copy to buffer specifying size (</a:t>
                      </a:r>
                      <a:r>
                        <a:rPr lang="en-US" sz="1800" noProof="0" dirty="0">
                          <a:solidFill>
                            <a:srgbClr val="FF0000"/>
                          </a:solidFill>
                          <a:latin typeface="+mn-lt"/>
                        </a:rPr>
                        <a:t>scope</a:t>
                      </a:r>
                      <a:r>
                        <a:rPr lang="en-US" sz="1800" noProof="0" dirty="0">
                          <a:latin typeface="+mn-lt"/>
                        </a:rPr>
                        <a:t>) of change</a:t>
                      </a:r>
                      <a:endParaRPr lang="en-US" sz="1800" i="1" noProof="0" dirty="0">
                        <a:solidFill>
                          <a:srgbClr val="FF0000"/>
                        </a:solidFill>
                        <a:latin typeface="+mn-lt"/>
                      </a:endParaRPr>
                    </a:p>
                  </a:txBody>
                  <a:tcPr/>
                </a:tc>
                <a:extLst>
                  <a:ext uri="{0D108BD9-81ED-4DB2-BD59-A6C34878D82A}">
                    <a16:rowId xmlns:a16="http://schemas.microsoft.com/office/drawing/2014/main" val="408678749"/>
                  </a:ext>
                </a:extLst>
              </a:tr>
              <a:tr h="334869">
                <a:tc>
                  <a:txBody>
                    <a:bodyPr/>
                    <a:lstStyle/>
                    <a:p>
                      <a:r>
                        <a:rPr lang="en-US" sz="1800" b="1" noProof="0" dirty="0" err="1">
                          <a:latin typeface="Hack"/>
                        </a:rPr>
                        <a:t>yw</a:t>
                      </a:r>
                      <a:endParaRPr lang="en-US" sz="1800" noProof="0" dirty="0">
                        <a:latin typeface="Hack"/>
                      </a:endParaRPr>
                    </a:p>
                  </a:txBody>
                  <a:tcPr/>
                </a:tc>
                <a:tc>
                  <a:txBody>
                    <a:bodyPr/>
                    <a:lstStyle/>
                    <a:p>
                      <a:r>
                        <a:rPr lang="en-US" sz="1800" noProof="0" dirty="0">
                          <a:latin typeface="+mn-lt"/>
                        </a:rPr>
                        <a:t>Yank to end of word</a:t>
                      </a:r>
                    </a:p>
                  </a:txBody>
                  <a:tcPr/>
                </a:tc>
                <a:extLst>
                  <a:ext uri="{0D108BD9-81ED-4DB2-BD59-A6C34878D82A}">
                    <a16:rowId xmlns:a16="http://schemas.microsoft.com/office/drawing/2014/main" val="1244673226"/>
                  </a:ext>
                </a:extLst>
              </a:tr>
              <a:tr h="334869">
                <a:tc>
                  <a:txBody>
                    <a:bodyPr/>
                    <a:lstStyle/>
                    <a:p>
                      <a:r>
                        <a:rPr lang="en-US" sz="1800" b="1" noProof="0" dirty="0" err="1">
                          <a:latin typeface="Hack"/>
                        </a:rPr>
                        <a:t>nyw</a:t>
                      </a:r>
                      <a:endParaRPr lang="en-US" sz="1800" noProof="0" dirty="0">
                        <a:latin typeface="Hack"/>
                      </a:endParaRPr>
                    </a:p>
                  </a:txBody>
                  <a:tcPr/>
                </a:tc>
                <a:tc>
                  <a:txBody>
                    <a:bodyPr/>
                    <a:lstStyle/>
                    <a:p>
                      <a:r>
                        <a:rPr lang="en-US" sz="1800" noProof="0" dirty="0">
                          <a:latin typeface="+mn-lt"/>
                        </a:rPr>
                        <a:t>Yank to end of nth word</a:t>
                      </a:r>
                      <a:endParaRPr lang="en-US" sz="1800" i="1" noProof="0" dirty="0">
                        <a:solidFill>
                          <a:srgbClr val="FF0000"/>
                        </a:solidFill>
                        <a:latin typeface="+mn-lt"/>
                      </a:endParaRPr>
                    </a:p>
                  </a:txBody>
                  <a:tcPr/>
                </a:tc>
                <a:extLst>
                  <a:ext uri="{0D108BD9-81ED-4DB2-BD59-A6C34878D82A}">
                    <a16:rowId xmlns:a16="http://schemas.microsoft.com/office/drawing/2014/main" val="109840362"/>
                  </a:ext>
                </a:extLst>
              </a:tr>
              <a:tr h="334869">
                <a:tc>
                  <a:txBody>
                    <a:bodyPr/>
                    <a:lstStyle/>
                    <a:p>
                      <a:r>
                        <a:rPr lang="en-US" sz="1800" b="1" noProof="0" dirty="0">
                          <a:latin typeface="Hack"/>
                        </a:rPr>
                        <a:t>y3l</a:t>
                      </a:r>
                      <a:endParaRPr lang="en-US" sz="1800" noProof="0" dirty="0">
                        <a:latin typeface="Hack"/>
                      </a:endParaRPr>
                    </a:p>
                  </a:txBody>
                  <a:tcPr/>
                </a:tc>
                <a:tc>
                  <a:txBody>
                    <a:bodyPr/>
                    <a:lstStyle/>
                    <a:p>
                      <a:r>
                        <a:rPr lang="en-US" sz="1800" noProof="0" dirty="0">
                          <a:latin typeface="+mn-lt"/>
                        </a:rPr>
                        <a:t>Yank the next three characters	</a:t>
                      </a:r>
                      <a:endParaRPr lang="en-US" sz="1800" i="1" noProof="0" dirty="0">
                        <a:solidFill>
                          <a:srgbClr val="FF0000"/>
                        </a:solidFill>
                        <a:latin typeface="+mn-lt"/>
                      </a:endParaRPr>
                    </a:p>
                  </a:txBody>
                  <a:tcPr/>
                </a:tc>
                <a:extLst>
                  <a:ext uri="{0D108BD9-81ED-4DB2-BD59-A6C34878D82A}">
                    <a16:rowId xmlns:a16="http://schemas.microsoft.com/office/drawing/2014/main" val="3254915924"/>
                  </a:ext>
                </a:extLst>
              </a:tr>
              <a:tr h="334869">
                <a:tc>
                  <a:txBody>
                    <a:bodyPr/>
                    <a:lstStyle/>
                    <a:p>
                      <a:r>
                        <a:rPr lang="en-US" sz="1800" b="1" noProof="0" dirty="0">
                          <a:latin typeface="Hack"/>
                        </a:rPr>
                        <a:t>y0</a:t>
                      </a:r>
                      <a:endParaRPr lang="en-US" sz="1800" noProof="0" dirty="0">
                        <a:latin typeface="Hack"/>
                      </a:endParaRPr>
                    </a:p>
                  </a:txBody>
                  <a:tcPr/>
                </a:tc>
                <a:tc>
                  <a:txBody>
                    <a:bodyPr/>
                    <a:lstStyle/>
                    <a:p>
                      <a:r>
                        <a:rPr lang="en-US" sz="1800" noProof="0" dirty="0">
                          <a:latin typeface="+mn-lt"/>
                        </a:rPr>
                        <a:t>Yank to the beginning of the line</a:t>
                      </a:r>
                    </a:p>
                  </a:txBody>
                  <a:tcPr/>
                </a:tc>
                <a:extLst>
                  <a:ext uri="{0D108BD9-81ED-4DB2-BD59-A6C34878D82A}">
                    <a16:rowId xmlns:a16="http://schemas.microsoft.com/office/drawing/2014/main" val="4112350784"/>
                  </a:ext>
                </a:extLst>
              </a:tr>
              <a:tr h="334869">
                <a:tc>
                  <a:txBody>
                    <a:bodyPr/>
                    <a:lstStyle/>
                    <a:p>
                      <a:r>
                        <a:rPr lang="en-US" sz="1800" b="1" noProof="0" dirty="0">
                          <a:latin typeface="Hack"/>
                        </a:rPr>
                        <a:t>y$</a:t>
                      </a:r>
                      <a:endParaRPr lang="en-US" sz="1800" noProof="0" dirty="0">
                        <a:latin typeface="Hack"/>
                      </a:endParaRPr>
                    </a:p>
                  </a:txBody>
                  <a:tcPr/>
                </a:tc>
                <a:tc>
                  <a:txBody>
                    <a:bodyPr/>
                    <a:lstStyle/>
                    <a:p>
                      <a:r>
                        <a:rPr lang="en-US" sz="1800" noProof="0" dirty="0">
                          <a:latin typeface="+mn-lt"/>
                        </a:rPr>
                        <a:t>Yank to end of the line</a:t>
                      </a:r>
                      <a:endParaRPr lang="en-US" sz="1800" i="1" noProof="0" dirty="0">
                        <a:solidFill>
                          <a:srgbClr val="FF0000"/>
                        </a:solidFill>
                        <a:latin typeface="+mn-lt"/>
                      </a:endParaRPr>
                    </a:p>
                  </a:txBody>
                  <a:tcPr/>
                </a:tc>
                <a:extLst>
                  <a:ext uri="{0D108BD9-81ED-4DB2-BD59-A6C34878D82A}">
                    <a16:rowId xmlns:a16="http://schemas.microsoft.com/office/drawing/2014/main" val="1901031025"/>
                  </a:ext>
                </a:extLst>
              </a:tr>
              <a:tr h="334869">
                <a:tc>
                  <a:txBody>
                    <a:bodyPr/>
                    <a:lstStyle/>
                    <a:p>
                      <a:r>
                        <a:rPr lang="en-US" sz="1800" b="1" noProof="0" dirty="0">
                          <a:latin typeface="Hack"/>
                        </a:rPr>
                        <a:t>y1G </a:t>
                      </a:r>
                      <a:r>
                        <a:rPr lang="en-US" sz="1800" b="0" noProof="0" dirty="0">
                          <a:latin typeface="Hack"/>
                        </a:rPr>
                        <a:t>or</a:t>
                      </a:r>
                      <a:r>
                        <a:rPr lang="en-US" sz="1800" b="1" noProof="0" dirty="0">
                          <a:latin typeface="Hack"/>
                        </a:rPr>
                        <a:t> </a:t>
                      </a:r>
                      <a:r>
                        <a:rPr lang="en-US" sz="1800" b="1" noProof="0" dirty="0" err="1">
                          <a:latin typeface="Hack"/>
                        </a:rPr>
                        <a:t>ygg</a:t>
                      </a:r>
                      <a:endParaRPr lang="en-US" sz="1800" noProof="0" dirty="0">
                        <a:latin typeface="Hack"/>
                      </a:endParaRPr>
                    </a:p>
                  </a:txBody>
                  <a:tcPr/>
                </a:tc>
                <a:tc>
                  <a:txBody>
                    <a:bodyPr/>
                    <a:lstStyle/>
                    <a:p>
                      <a:r>
                        <a:rPr lang="en-US" sz="1800" noProof="0" dirty="0">
                          <a:latin typeface="+mn-lt"/>
                        </a:rPr>
                        <a:t>Yank to the beginning of the file</a:t>
                      </a:r>
                    </a:p>
                  </a:txBody>
                  <a:tcPr/>
                </a:tc>
                <a:extLst>
                  <a:ext uri="{0D108BD9-81ED-4DB2-BD59-A6C34878D82A}">
                    <a16:rowId xmlns:a16="http://schemas.microsoft.com/office/drawing/2014/main" val="3474111839"/>
                  </a:ext>
                </a:extLst>
              </a:tr>
              <a:tr h="334869">
                <a:tc>
                  <a:txBody>
                    <a:bodyPr/>
                    <a:lstStyle/>
                    <a:p>
                      <a:r>
                        <a:rPr lang="en-US" sz="1800" b="1" noProof="0" dirty="0" err="1">
                          <a:latin typeface="Hack"/>
                        </a:rPr>
                        <a:t>yG</a:t>
                      </a:r>
                      <a:endParaRPr lang="en-US" sz="1800" noProof="0" dirty="0">
                        <a:latin typeface="Hack"/>
                      </a:endParaRPr>
                    </a:p>
                  </a:txBody>
                  <a:tcPr/>
                </a:tc>
                <a:tc>
                  <a:txBody>
                    <a:bodyPr/>
                    <a:lstStyle/>
                    <a:p>
                      <a:r>
                        <a:rPr lang="en-US" sz="1800" noProof="0" dirty="0">
                          <a:latin typeface="+mn-lt"/>
                        </a:rPr>
                        <a:t>Yank to end of the file</a:t>
                      </a:r>
                      <a:endParaRPr lang="en-US" sz="1800" i="1" noProof="0" dirty="0">
                        <a:solidFill>
                          <a:srgbClr val="FF0000"/>
                        </a:solidFill>
                        <a:latin typeface="+mn-lt"/>
                      </a:endParaRPr>
                    </a:p>
                  </a:txBody>
                  <a:tcPr/>
                </a:tc>
                <a:extLst>
                  <a:ext uri="{0D108BD9-81ED-4DB2-BD59-A6C34878D82A}">
                    <a16:rowId xmlns:a16="http://schemas.microsoft.com/office/drawing/2014/main" val="1807802062"/>
                  </a:ext>
                </a:extLst>
              </a:tr>
              <a:tr h="334869">
                <a:tc>
                  <a:txBody>
                    <a:bodyPr/>
                    <a:lstStyle/>
                    <a:p>
                      <a:r>
                        <a:rPr lang="en-US" sz="1800" b="1" noProof="0" dirty="0" err="1">
                          <a:latin typeface="Hack"/>
                        </a:rPr>
                        <a:t>yy</a:t>
                      </a:r>
                      <a:endParaRPr lang="en-US" sz="1800" noProof="0" dirty="0">
                        <a:latin typeface="Hack"/>
                      </a:endParaRPr>
                    </a:p>
                  </a:txBody>
                  <a:tcPr/>
                </a:tc>
                <a:tc>
                  <a:txBody>
                    <a:bodyPr/>
                    <a:lstStyle/>
                    <a:p>
                      <a:r>
                        <a:rPr lang="en-US" sz="1800" noProof="0" dirty="0">
                          <a:latin typeface="+mn-lt"/>
                        </a:rPr>
                        <a:t>Yank current line into buffer</a:t>
                      </a:r>
                    </a:p>
                  </a:txBody>
                  <a:tcPr/>
                </a:tc>
                <a:extLst>
                  <a:ext uri="{0D108BD9-81ED-4DB2-BD59-A6C34878D82A}">
                    <a16:rowId xmlns:a16="http://schemas.microsoft.com/office/drawing/2014/main" val="1960058151"/>
                  </a:ext>
                </a:extLst>
              </a:tr>
              <a:tr h="33486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err="1">
                          <a:latin typeface="Hack"/>
                        </a:rPr>
                        <a:t>nyy</a:t>
                      </a:r>
                      <a:endParaRPr lang="en-US" sz="1800" noProof="0" dirty="0">
                        <a:latin typeface="Hack"/>
                      </a:endParaRPr>
                    </a:p>
                  </a:txBody>
                  <a:tcPr/>
                </a:tc>
                <a:tc>
                  <a:txBody>
                    <a:bodyPr/>
                    <a:lstStyle/>
                    <a:p>
                      <a:r>
                        <a:rPr lang="en-US" sz="1800" noProof="0" dirty="0">
                          <a:latin typeface="+mn-lt"/>
                        </a:rPr>
                        <a:t>Yank n lines into buffer</a:t>
                      </a:r>
                    </a:p>
                  </a:txBody>
                  <a:tcPr/>
                </a:tc>
                <a:extLst>
                  <a:ext uri="{0D108BD9-81ED-4DB2-BD59-A6C34878D82A}">
                    <a16:rowId xmlns:a16="http://schemas.microsoft.com/office/drawing/2014/main" val="3183526663"/>
                  </a:ext>
                </a:extLst>
              </a:tr>
              <a:tr h="334869">
                <a:tc>
                  <a:txBody>
                    <a:bodyPr/>
                    <a:lstStyle/>
                    <a:p>
                      <a:r>
                        <a:rPr lang="en-US" sz="1800" b="1" noProof="0" dirty="0">
                          <a:latin typeface="Hack"/>
                        </a:rPr>
                        <a:t>p</a:t>
                      </a:r>
                      <a:endParaRPr lang="en-US" sz="1800" noProof="0" dirty="0">
                        <a:latin typeface="Hack"/>
                      </a:endParaRPr>
                    </a:p>
                  </a:txBody>
                  <a:tcPr/>
                </a:tc>
                <a:tc>
                  <a:txBody>
                    <a:bodyPr/>
                    <a:lstStyle/>
                    <a:p>
                      <a:r>
                        <a:rPr lang="en-US" sz="1800" b="1" noProof="0" dirty="0">
                          <a:latin typeface="+mn-lt"/>
                        </a:rPr>
                        <a:t>P</a:t>
                      </a:r>
                      <a:r>
                        <a:rPr lang="en-US" sz="1800" noProof="0" dirty="0">
                          <a:latin typeface="+mn-lt"/>
                        </a:rPr>
                        <a:t>aste current buffer after current position</a:t>
                      </a:r>
                      <a:endParaRPr lang="en-US" sz="1800" b="1" noProof="0" dirty="0">
                        <a:latin typeface="+mn-lt"/>
                      </a:endParaRPr>
                    </a:p>
                  </a:txBody>
                  <a:tcPr/>
                </a:tc>
                <a:extLst>
                  <a:ext uri="{0D108BD9-81ED-4DB2-BD59-A6C34878D82A}">
                    <a16:rowId xmlns:a16="http://schemas.microsoft.com/office/drawing/2014/main" val="1549765420"/>
                  </a:ext>
                </a:extLst>
              </a:tr>
              <a:tr h="334869">
                <a:tc>
                  <a:txBody>
                    <a:bodyPr/>
                    <a:lstStyle/>
                    <a:p>
                      <a:r>
                        <a:rPr lang="en-US" sz="1800" b="1" noProof="0" dirty="0">
                          <a:latin typeface="Hack"/>
                        </a:rPr>
                        <a:t>P</a:t>
                      </a:r>
                      <a:endParaRPr lang="en-US" sz="1800" noProof="0" dirty="0">
                        <a:latin typeface="Hack"/>
                      </a:endParaRPr>
                    </a:p>
                  </a:txBody>
                  <a:tcPr/>
                </a:tc>
                <a:tc>
                  <a:txBody>
                    <a:bodyPr/>
                    <a:lstStyle/>
                    <a:p>
                      <a:r>
                        <a:rPr lang="en-US" sz="1800" b="1" noProof="0" dirty="0">
                          <a:latin typeface="+mn-lt"/>
                        </a:rPr>
                        <a:t>P</a:t>
                      </a:r>
                      <a:r>
                        <a:rPr lang="en-US" sz="1800" noProof="0" dirty="0">
                          <a:latin typeface="+mn-lt"/>
                        </a:rPr>
                        <a:t>aste current buffer before current position</a:t>
                      </a:r>
                    </a:p>
                  </a:txBody>
                  <a:tcPr/>
                </a:tc>
                <a:extLst>
                  <a:ext uri="{0D108BD9-81ED-4DB2-BD59-A6C34878D82A}">
                    <a16:rowId xmlns:a16="http://schemas.microsoft.com/office/drawing/2014/main" val="1870190349"/>
                  </a:ext>
                </a:extLst>
              </a:tr>
            </a:tbl>
          </a:graphicData>
        </a:graphic>
      </p:graphicFrame>
    </p:spTree>
    <p:extLst>
      <p:ext uri="{BB962C8B-B14F-4D97-AF65-F5344CB8AC3E}">
        <p14:creationId xmlns:p14="http://schemas.microsoft.com/office/powerpoint/2010/main" val="2814956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EEF8D47-51AA-7306-A4EC-DCBC6F523AFD}"/>
              </a:ext>
            </a:extLst>
          </p:cNvPr>
          <p:cNvSpPr>
            <a:spLocks noGrp="1"/>
          </p:cNvSpPr>
          <p:nvPr>
            <p:ph type="ctrTitle"/>
          </p:nvPr>
        </p:nvSpPr>
        <p:spPr/>
        <p:txBody>
          <a:bodyPr/>
          <a:lstStyle/>
          <a:p>
            <a:r>
              <a:rPr lang="en-US" noProof="0" dirty="0"/>
              <a:t>Search for text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pic>
        <p:nvPicPr>
          <p:cNvPr id="3" name="Picture 4">
            <a:extLst>
              <a:ext uri="{FF2B5EF4-FFF2-40B4-BE49-F238E27FC236}">
                <a16:creationId xmlns:a16="http://schemas.microsoft.com/office/drawing/2014/main" id="{191B3295-32A4-CD80-63CB-60A60A75CE23}"/>
              </a:ext>
            </a:extLst>
          </p:cNvPr>
          <p:cNvPicPr>
            <a:picLocks noChangeAspect="1" noChangeArrowheads="1"/>
          </p:cNvPicPr>
          <p:nvPr/>
        </p:nvPicPr>
        <p:blipFill>
          <a:blip r:embed="rId3" cstate="print"/>
          <a:srcRect/>
          <a:stretch>
            <a:fillRect/>
          </a:stretch>
        </p:blipFill>
        <p:spPr bwMode="auto">
          <a:xfrm>
            <a:off x="3334835" y="4619091"/>
            <a:ext cx="1819454" cy="1558513"/>
          </a:xfrm>
          <a:prstGeom prst="rect">
            <a:avLst/>
          </a:prstGeom>
          <a:noFill/>
          <a:ln w="9525">
            <a:noFill/>
            <a:round/>
            <a:headEnd/>
            <a:tailEnd/>
          </a:ln>
        </p:spPr>
      </p:pic>
      <p:sp>
        <p:nvSpPr>
          <p:cNvPr id="9" name="Oval 17">
            <a:extLst>
              <a:ext uri="{FF2B5EF4-FFF2-40B4-BE49-F238E27FC236}">
                <a16:creationId xmlns:a16="http://schemas.microsoft.com/office/drawing/2014/main" id="{90B15789-B3B6-4872-2742-AB23AAFDA6E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10" name="Picture 9">
            <a:extLst>
              <a:ext uri="{FF2B5EF4-FFF2-40B4-BE49-F238E27FC236}">
                <a16:creationId xmlns:a16="http://schemas.microsoft.com/office/drawing/2014/main" id="{1ABCBB67-F435-0212-E844-DE0447C32879}"/>
              </a:ext>
            </a:extLst>
          </p:cNvPr>
          <p:cNvPicPr>
            <a:picLocks noChangeAspect="1"/>
          </p:cNvPicPr>
          <p:nvPr/>
        </p:nvPicPr>
        <p:blipFill>
          <a:blip r:embed="rId4"/>
          <a:stretch>
            <a:fillRect/>
          </a:stretch>
        </p:blipFill>
        <p:spPr>
          <a:xfrm>
            <a:off x="9816028" y="638979"/>
            <a:ext cx="1860033" cy="1884700"/>
          </a:xfrm>
          <a:prstGeom prst="rect">
            <a:avLst/>
          </a:prstGeom>
        </p:spPr>
      </p:pic>
      <p:graphicFrame>
        <p:nvGraphicFramePr>
          <p:cNvPr id="6" name="Table 5">
            <a:extLst>
              <a:ext uri="{FF2B5EF4-FFF2-40B4-BE49-F238E27FC236}">
                <a16:creationId xmlns:a16="http://schemas.microsoft.com/office/drawing/2014/main" id="{67F6488E-F190-61DE-6B77-674AD7C35419}"/>
              </a:ext>
            </a:extLst>
          </p:cNvPr>
          <p:cNvGraphicFramePr>
            <a:graphicFrameLocks noGrp="1"/>
          </p:cNvGraphicFramePr>
          <p:nvPr>
            <p:extLst>
              <p:ext uri="{D42A27DB-BD31-4B8C-83A1-F6EECF244321}">
                <p14:modId xmlns:p14="http://schemas.microsoft.com/office/powerpoint/2010/main" val="2794173675"/>
              </p:ext>
            </p:extLst>
          </p:nvPr>
        </p:nvGraphicFramePr>
        <p:xfrm>
          <a:off x="443922" y="1541545"/>
          <a:ext cx="7775518" cy="2590800"/>
        </p:xfrm>
        <a:graphic>
          <a:graphicData uri="http://schemas.openxmlformats.org/drawingml/2006/table">
            <a:tbl>
              <a:tblPr firstRow="1" bandRow="1">
                <a:tableStyleId>{7DF18680-E054-41AD-8BC1-D1AEF772440D}</a:tableStyleId>
              </a:tblPr>
              <a:tblGrid>
                <a:gridCol w="1639592">
                  <a:extLst>
                    <a:ext uri="{9D8B030D-6E8A-4147-A177-3AD203B41FA5}">
                      <a16:colId xmlns:a16="http://schemas.microsoft.com/office/drawing/2014/main" val="982864294"/>
                    </a:ext>
                  </a:extLst>
                </a:gridCol>
                <a:gridCol w="6135926">
                  <a:extLst>
                    <a:ext uri="{9D8B030D-6E8A-4147-A177-3AD203B41FA5}">
                      <a16:colId xmlns:a16="http://schemas.microsoft.com/office/drawing/2014/main" val="1764922706"/>
                    </a:ext>
                  </a:extLst>
                </a:gridCol>
              </a:tblGrid>
              <a:tr h="327403">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846131210"/>
                  </a:ext>
                </a:extLst>
              </a:tr>
              <a:tr h="370840">
                <a:tc>
                  <a:txBody>
                    <a:bodyPr/>
                    <a:lstStyle/>
                    <a:p>
                      <a:r>
                        <a:rPr lang="en-US" sz="1800" b="1" noProof="0" dirty="0">
                          <a:latin typeface="Hack" panose="020B0609030202020204"/>
                        </a:rPr>
                        <a:t>/</a:t>
                      </a:r>
                      <a:r>
                        <a:rPr lang="en-US" sz="1800" b="1" noProof="0" dirty="0">
                          <a:solidFill>
                            <a:srgbClr val="FF0000"/>
                          </a:solidFill>
                          <a:latin typeface="Hack" panose="020B0609030202020204"/>
                        </a:rPr>
                        <a:t>pattern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Search forward for pattern (regular expression)</a:t>
                      </a:r>
                      <a:endParaRPr lang="en-US" sz="1800" i="1" noProof="0" dirty="0">
                        <a:latin typeface="+mn-lt"/>
                      </a:endParaRPr>
                    </a:p>
                  </a:txBody>
                  <a:tcPr/>
                </a:tc>
                <a:extLst>
                  <a:ext uri="{0D108BD9-81ED-4DB2-BD59-A6C34878D82A}">
                    <a16:rowId xmlns:a16="http://schemas.microsoft.com/office/drawing/2014/main" val="1064658431"/>
                  </a:ext>
                </a:extLst>
              </a:tr>
              <a:tr h="370840">
                <a:tc>
                  <a:txBody>
                    <a:bodyPr/>
                    <a:lstStyle/>
                    <a:p>
                      <a:r>
                        <a:rPr lang="en-US" sz="1800" b="1" noProof="0" dirty="0">
                          <a:latin typeface="Hack" panose="020B0609030202020204"/>
                        </a:rPr>
                        <a:t>?</a:t>
                      </a:r>
                      <a:r>
                        <a:rPr lang="en-US" sz="1800" b="1" noProof="0" dirty="0">
                          <a:solidFill>
                            <a:srgbClr val="FF0000"/>
                          </a:solidFill>
                          <a:latin typeface="Hack" panose="020B0609030202020204"/>
                        </a:rPr>
                        <a:t>pattern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Search backwards (regular expression)</a:t>
                      </a:r>
                      <a:endParaRPr lang="en-US" sz="1800" i="1" noProof="0" dirty="0">
                        <a:latin typeface="+mn-lt"/>
                      </a:endParaRPr>
                    </a:p>
                  </a:txBody>
                  <a:tcPr/>
                </a:tc>
                <a:extLst>
                  <a:ext uri="{0D108BD9-81ED-4DB2-BD59-A6C34878D82A}">
                    <a16:rowId xmlns:a16="http://schemas.microsoft.com/office/drawing/2014/main" val="2938640569"/>
                  </a:ext>
                </a:extLst>
              </a:tr>
              <a:tr h="370840">
                <a:tc>
                  <a:txBody>
                    <a:bodyPr/>
                    <a:lstStyle/>
                    <a:p>
                      <a:r>
                        <a:rPr lang="en-US" sz="1800" b="1" noProof="0" dirty="0">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forwards</a:t>
                      </a:r>
                    </a:p>
                  </a:txBody>
                  <a:tcPr/>
                </a:tc>
                <a:extLst>
                  <a:ext uri="{0D108BD9-81ED-4DB2-BD59-A6C34878D82A}">
                    <a16:rowId xmlns:a16="http://schemas.microsoft.com/office/drawing/2014/main" val="710823796"/>
                  </a:ext>
                </a:extLst>
              </a:tr>
              <a:tr h="370840">
                <a:tc>
                  <a:txBody>
                    <a:bodyPr/>
                    <a:lstStyle/>
                    <a:p>
                      <a:r>
                        <a:rPr lang="en-US" sz="1800" b="1" noProof="0" dirty="0">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backwards</a:t>
                      </a:r>
                    </a:p>
                  </a:txBody>
                  <a:tcPr/>
                </a:tc>
                <a:extLst>
                  <a:ext uri="{0D108BD9-81ED-4DB2-BD59-A6C34878D82A}">
                    <a16:rowId xmlns:a16="http://schemas.microsoft.com/office/drawing/2014/main" val="4028028797"/>
                  </a:ext>
                </a:extLst>
              </a:tr>
              <a:tr h="370840">
                <a:tc>
                  <a:txBody>
                    <a:bodyPr/>
                    <a:lstStyle/>
                    <a:p>
                      <a:r>
                        <a:rPr lang="en-US" sz="1800" b="1" noProof="0" dirty="0">
                          <a:latin typeface="Hack" panose="020B0609030202020204"/>
                        </a:rPr>
                        <a:t>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in same direction (</a:t>
                      </a:r>
                      <a:r>
                        <a:rPr lang="en-US" sz="1800" b="1" noProof="0" dirty="0">
                          <a:latin typeface="+mn-lt"/>
                        </a:rPr>
                        <a:t>n</a:t>
                      </a:r>
                      <a:r>
                        <a:rPr lang="en-US" sz="1800" noProof="0" dirty="0">
                          <a:latin typeface="+mn-lt"/>
                        </a:rPr>
                        <a:t>ext)</a:t>
                      </a:r>
                    </a:p>
                  </a:txBody>
                  <a:tcPr/>
                </a:tc>
                <a:extLst>
                  <a:ext uri="{0D108BD9-81ED-4DB2-BD59-A6C34878D82A}">
                    <a16:rowId xmlns:a16="http://schemas.microsoft.com/office/drawing/2014/main" val="2317707533"/>
                  </a:ext>
                </a:extLst>
              </a:tr>
              <a:tr h="370840">
                <a:tc>
                  <a:txBody>
                    <a:bodyPr/>
                    <a:lstStyle/>
                    <a:p>
                      <a:r>
                        <a:rPr lang="en-US" sz="1800" b="1" noProof="0" dirty="0">
                          <a:latin typeface="Hack" panose="020B0609030202020204"/>
                        </a:rPr>
                        <a:t>N</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search in opposite direction (</a:t>
                      </a:r>
                      <a:r>
                        <a:rPr lang="en-US" sz="1800" b="1" noProof="0" dirty="0">
                          <a:latin typeface="+mn-lt"/>
                        </a:rPr>
                        <a:t>n</a:t>
                      </a:r>
                      <a:r>
                        <a:rPr lang="en-US" sz="1800" noProof="0" dirty="0">
                          <a:latin typeface="+mn-lt"/>
                        </a:rPr>
                        <a:t>ext)</a:t>
                      </a:r>
                    </a:p>
                  </a:txBody>
                  <a:tcPr/>
                </a:tc>
                <a:extLst>
                  <a:ext uri="{0D108BD9-81ED-4DB2-BD59-A6C34878D82A}">
                    <a16:rowId xmlns:a16="http://schemas.microsoft.com/office/drawing/2014/main" val="2629419762"/>
                  </a:ext>
                </a:extLst>
              </a:tr>
            </a:tbl>
          </a:graphicData>
        </a:graphic>
      </p:graphicFrame>
    </p:spTree>
    <p:extLst>
      <p:ext uri="{BB962C8B-B14F-4D97-AF65-F5344CB8AC3E}">
        <p14:creationId xmlns:p14="http://schemas.microsoft.com/office/powerpoint/2010/main" val="234810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E6EAF3-7585-07C7-67C3-8AE702CAC6DC}"/>
              </a:ext>
            </a:extLst>
          </p:cNvPr>
          <p:cNvSpPr>
            <a:spLocks noGrp="1"/>
          </p:cNvSpPr>
          <p:nvPr>
            <p:ph type="ctrTitle"/>
          </p:nvPr>
        </p:nvSpPr>
        <p:spPr/>
        <p:txBody>
          <a:bodyPr/>
          <a:lstStyle/>
          <a:p>
            <a:r>
              <a:rPr lang="en-US" noProof="0" dirty="0"/>
              <a:t>Tagging lines</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9" name="Oval 17">
            <a:extLst>
              <a:ext uri="{FF2B5EF4-FFF2-40B4-BE49-F238E27FC236}">
                <a16:creationId xmlns:a16="http://schemas.microsoft.com/office/drawing/2014/main" id="{90B15789-B3B6-4872-2742-AB23AAFDA6E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10" name="Picture 9">
            <a:extLst>
              <a:ext uri="{FF2B5EF4-FFF2-40B4-BE49-F238E27FC236}">
                <a16:creationId xmlns:a16="http://schemas.microsoft.com/office/drawing/2014/main" id="{1ABCBB67-F435-0212-E844-DE0447C32879}"/>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7" name="Table 6">
            <a:extLst>
              <a:ext uri="{FF2B5EF4-FFF2-40B4-BE49-F238E27FC236}">
                <a16:creationId xmlns:a16="http://schemas.microsoft.com/office/drawing/2014/main" id="{C191BC27-BCE2-DBB2-2D51-B20EBF7C248C}"/>
              </a:ext>
            </a:extLst>
          </p:cNvPr>
          <p:cNvGraphicFramePr>
            <a:graphicFrameLocks noGrp="1"/>
          </p:cNvGraphicFramePr>
          <p:nvPr>
            <p:extLst>
              <p:ext uri="{D42A27DB-BD31-4B8C-83A1-F6EECF244321}">
                <p14:modId xmlns:p14="http://schemas.microsoft.com/office/powerpoint/2010/main" val="673283289"/>
              </p:ext>
            </p:extLst>
          </p:nvPr>
        </p:nvGraphicFramePr>
        <p:xfrm>
          <a:off x="443922" y="1757680"/>
          <a:ext cx="8120958" cy="1849120"/>
        </p:xfrm>
        <a:graphic>
          <a:graphicData uri="http://schemas.openxmlformats.org/drawingml/2006/table">
            <a:tbl>
              <a:tblPr firstRow="1" bandRow="1">
                <a:tableStyleId>{7DF18680-E054-41AD-8BC1-D1AEF772440D}</a:tableStyleId>
              </a:tblPr>
              <a:tblGrid>
                <a:gridCol w="1770958">
                  <a:extLst>
                    <a:ext uri="{9D8B030D-6E8A-4147-A177-3AD203B41FA5}">
                      <a16:colId xmlns:a16="http://schemas.microsoft.com/office/drawing/2014/main" val="3907761723"/>
                    </a:ext>
                  </a:extLst>
                </a:gridCol>
                <a:gridCol w="6350000">
                  <a:extLst>
                    <a:ext uri="{9D8B030D-6E8A-4147-A177-3AD203B41FA5}">
                      <a16:colId xmlns:a16="http://schemas.microsoft.com/office/drawing/2014/main" val="2077337563"/>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626613293"/>
                  </a:ext>
                </a:extLst>
              </a:tr>
              <a:tr h="370840">
                <a:tc>
                  <a:txBody>
                    <a:bodyPr/>
                    <a:lstStyle/>
                    <a:p>
                      <a:r>
                        <a:rPr lang="en-US" sz="1800" b="1" noProof="0" dirty="0">
                          <a:latin typeface="Hack" panose="020B0609030202020204"/>
                        </a:rPr>
                        <a:t>m</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Mark this line (case sensitive)</a:t>
                      </a:r>
                    </a:p>
                  </a:txBody>
                  <a:tcPr/>
                </a:tc>
                <a:extLst>
                  <a:ext uri="{0D108BD9-81ED-4DB2-BD59-A6C34878D82A}">
                    <a16:rowId xmlns:a16="http://schemas.microsoft.com/office/drawing/2014/main" val="748638838"/>
                  </a:ext>
                </a:extLst>
              </a:tr>
              <a:tr h="370840">
                <a:tc>
                  <a:txBody>
                    <a:bodyPr/>
                    <a:lstStyle/>
                    <a:p>
                      <a:r>
                        <a:rPr lang="en-US" sz="1800" b="1" noProof="0" dirty="0">
                          <a:latin typeface="Hack" panose="020B0609030202020204"/>
                        </a:rPr>
                        <a:t>‘</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Go to the beginning of the line marked with this letter</a:t>
                      </a:r>
                    </a:p>
                  </a:txBody>
                  <a:tcPr/>
                </a:tc>
                <a:extLst>
                  <a:ext uri="{0D108BD9-81ED-4DB2-BD59-A6C34878D82A}">
                    <a16:rowId xmlns:a16="http://schemas.microsoft.com/office/drawing/2014/main" val="1804541751"/>
                  </a:ext>
                </a:extLst>
              </a:tr>
              <a:tr h="370840">
                <a:tc>
                  <a:txBody>
                    <a:bodyPr/>
                    <a:lstStyle/>
                    <a:p>
                      <a:r>
                        <a:rPr lang="en-US" sz="1800" b="1" noProof="0" dirty="0">
                          <a:latin typeface="Hack" panose="020B0609030202020204"/>
                        </a:rPr>
                        <a:t>d’</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Delete to the beginning of the line marked with this letter</a:t>
                      </a:r>
                    </a:p>
                  </a:txBody>
                  <a:tcPr/>
                </a:tc>
                <a:extLst>
                  <a:ext uri="{0D108BD9-81ED-4DB2-BD59-A6C34878D82A}">
                    <a16:rowId xmlns:a16="http://schemas.microsoft.com/office/drawing/2014/main" val="2441073864"/>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latin typeface="Hack" panose="020B0609030202020204"/>
                        </a:rPr>
                        <a:t>y’</a:t>
                      </a:r>
                      <a:r>
                        <a:rPr lang="en-US" sz="1800" b="1" noProof="0" dirty="0">
                          <a:solidFill>
                            <a:srgbClr val="FF0000"/>
                          </a:solidFill>
                          <a:latin typeface="Hack" panose="020B0609030202020204"/>
                        </a:rPr>
                        <a:t>&lt;letter&gt;</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Yank to the beginning of the line marked with this letter</a:t>
                      </a:r>
                    </a:p>
                  </a:txBody>
                  <a:tcPr/>
                </a:tc>
                <a:extLst>
                  <a:ext uri="{0D108BD9-81ED-4DB2-BD59-A6C34878D82A}">
                    <a16:rowId xmlns:a16="http://schemas.microsoft.com/office/drawing/2014/main" val="879342897"/>
                  </a:ext>
                </a:extLst>
              </a:tr>
            </a:tbl>
          </a:graphicData>
        </a:graphic>
      </p:graphicFrame>
    </p:spTree>
    <p:extLst>
      <p:ext uri="{BB962C8B-B14F-4D97-AF65-F5344CB8AC3E}">
        <p14:creationId xmlns:p14="http://schemas.microsoft.com/office/powerpoint/2010/main" val="68401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7DD1C5-B307-98BF-841D-A953A5D8E910}"/>
              </a:ext>
            </a:extLst>
          </p:cNvPr>
          <p:cNvSpPr>
            <a:spLocks noGrp="1"/>
          </p:cNvSpPr>
          <p:nvPr>
            <p:ph type="ctrTitle"/>
          </p:nvPr>
        </p:nvSpPr>
        <p:spPr/>
        <p:txBody>
          <a:bodyPr/>
          <a:lstStyle/>
          <a:p>
            <a:r>
              <a:rPr lang="en-US" noProof="0" dirty="0"/>
              <a:t>Miscellaneous</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sp>
        <p:nvSpPr>
          <p:cNvPr id="9" name="Oval 17">
            <a:extLst>
              <a:ext uri="{FF2B5EF4-FFF2-40B4-BE49-F238E27FC236}">
                <a16:creationId xmlns:a16="http://schemas.microsoft.com/office/drawing/2014/main" id="{90B15789-B3B6-4872-2742-AB23AAFDA6E2}"/>
              </a:ext>
            </a:extLst>
          </p:cNvPr>
          <p:cNvSpPr>
            <a:spLocks noChangeArrowheads="1"/>
          </p:cNvSpPr>
          <p:nvPr/>
        </p:nvSpPr>
        <p:spPr bwMode="auto">
          <a:xfrm>
            <a:off x="9715139" y="4900683"/>
            <a:ext cx="1959783" cy="1372703"/>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6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6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100" b="1" i="1" noProof="0" dirty="0"/>
              <a:t>(the keys do things)</a:t>
            </a:r>
          </a:p>
        </p:txBody>
      </p:sp>
      <p:pic>
        <p:nvPicPr>
          <p:cNvPr id="7" name="Picture 6">
            <a:extLst>
              <a:ext uri="{FF2B5EF4-FFF2-40B4-BE49-F238E27FC236}">
                <a16:creationId xmlns:a16="http://schemas.microsoft.com/office/drawing/2014/main" id="{CF16454B-53A0-D518-C9F4-651918D05543}"/>
              </a:ext>
            </a:extLst>
          </p:cNvPr>
          <p:cNvPicPr>
            <a:picLocks noChangeAspect="1"/>
          </p:cNvPicPr>
          <p:nvPr/>
        </p:nvPicPr>
        <p:blipFill>
          <a:blip r:embed="rId3"/>
          <a:stretch>
            <a:fillRect/>
          </a:stretch>
        </p:blipFill>
        <p:spPr>
          <a:xfrm>
            <a:off x="9816028" y="638979"/>
            <a:ext cx="1860033" cy="1884700"/>
          </a:xfrm>
          <a:prstGeom prst="rect">
            <a:avLst/>
          </a:prstGeom>
        </p:spPr>
      </p:pic>
      <p:graphicFrame>
        <p:nvGraphicFramePr>
          <p:cNvPr id="6" name="Table 6">
            <a:extLst>
              <a:ext uri="{FF2B5EF4-FFF2-40B4-BE49-F238E27FC236}">
                <a16:creationId xmlns:a16="http://schemas.microsoft.com/office/drawing/2014/main" id="{131EE048-4BA9-7FDB-BAFA-1C47F49F5F01}"/>
              </a:ext>
            </a:extLst>
          </p:cNvPr>
          <p:cNvGraphicFramePr>
            <a:graphicFrameLocks noGrp="1"/>
          </p:cNvGraphicFramePr>
          <p:nvPr>
            <p:extLst>
              <p:ext uri="{D42A27DB-BD31-4B8C-83A1-F6EECF244321}">
                <p14:modId xmlns:p14="http://schemas.microsoft.com/office/powerpoint/2010/main" val="83592732"/>
              </p:ext>
            </p:extLst>
          </p:nvPr>
        </p:nvGraphicFramePr>
        <p:xfrm>
          <a:off x="443922" y="1568202"/>
          <a:ext cx="7379278" cy="3582919"/>
        </p:xfrm>
        <a:graphic>
          <a:graphicData uri="http://schemas.openxmlformats.org/drawingml/2006/table">
            <a:tbl>
              <a:tblPr firstRow="1" bandRow="1">
                <a:tableStyleId>{7DF18680-E054-41AD-8BC1-D1AEF772440D}</a:tableStyleId>
              </a:tblPr>
              <a:tblGrid>
                <a:gridCol w="2023132">
                  <a:extLst>
                    <a:ext uri="{9D8B030D-6E8A-4147-A177-3AD203B41FA5}">
                      <a16:colId xmlns:a16="http://schemas.microsoft.com/office/drawing/2014/main" val="3330466420"/>
                    </a:ext>
                  </a:extLst>
                </a:gridCol>
                <a:gridCol w="5356146">
                  <a:extLst>
                    <a:ext uri="{9D8B030D-6E8A-4147-A177-3AD203B41FA5}">
                      <a16:colId xmlns:a16="http://schemas.microsoft.com/office/drawing/2014/main" val="2710135698"/>
                    </a:ext>
                  </a:extLst>
                </a:gridCol>
              </a:tblGrid>
              <a:tr h="39324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Keys</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52731549"/>
                  </a:ext>
                </a:extLst>
              </a:tr>
              <a:tr h="398709">
                <a:tc>
                  <a:txBody>
                    <a:bodyPr/>
                    <a:lstStyle/>
                    <a:p>
                      <a:r>
                        <a:rPr lang="en-US" sz="1800" b="1" noProof="0" dirty="0">
                          <a:solidFill>
                            <a:schemeClr val="tx1"/>
                          </a:solidFill>
                          <a:latin typeface="Hack" panose="020B0609030202020204"/>
                        </a:rPr>
                        <a: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Repeat last edit command</a:t>
                      </a:r>
                    </a:p>
                  </a:txBody>
                  <a:tcPr/>
                </a:tc>
                <a:extLst>
                  <a:ext uri="{0D108BD9-81ED-4DB2-BD59-A6C34878D82A}">
                    <a16:rowId xmlns:a16="http://schemas.microsoft.com/office/drawing/2014/main" val="2637912825"/>
                  </a:ext>
                </a:extLst>
              </a:tr>
              <a:tr h="398709">
                <a:tc>
                  <a:txBody>
                    <a:bodyPr/>
                    <a:lstStyle/>
                    <a:p>
                      <a:r>
                        <a:rPr lang="en-US" sz="1800" b="1" noProof="0" dirty="0">
                          <a:solidFill>
                            <a:schemeClr val="tx1"/>
                          </a:solidFill>
                          <a:latin typeface="Hack" panose="020B0609030202020204"/>
                        </a:rPr>
                        <a:t>u</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chemeClr val="tx1"/>
                          </a:solidFill>
                          <a:latin typeface="+mn-lt"/>
                        </a:rPr>
                        <a:t>U</a:t>
                      </a:r>
                      <a:r>
                        <a:rPr lang="en-US" sz="1800" noProof="0" dirty="0">
                          <a:solidFill>
                            <a:schemeClr val="tx1"/>
                          </a:solidFill>
                          <a:latin typeface="+mn-lt"/>
                        </a:rPr>
                        <a:t>ndo last edit command</a:t>
                      </a:r>
                    </a:p>
                  </a:txBody>
                  <a:tcPr/>
                </a:tc>
                <a:extLst>
                  <a:ext uri="{0D108BD9-81ED-4DB2-BD59-A6C34878D82A}">
                    <a16:rowId xmlns:a16="http://schemas.microsoft.com/office/drawing/2014/main" val="3017760156"/>
                  </a:ext>
                </a:extLst>
              </a:tr>
              <a:tr h="398709">
                <a:tc>
                  <a:txBody>
                    <a:bodyPr/>
                    <a:lstStyle/>
                    <a:p>
                      <a:r>
                        <a:rPr lang="en-US" sz="1800" b="1" noProof="0" dirty="0">
                          <a:solidFill>
                            <a:schemeClr val="tx1"/>
                          </a:solidFill>
                          <a:latin typeface="Hack" panose="020B0609030202020204"/>
                        </a:rPr>
                        <a:t>U</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chemeClr val="tx1"/>
                          </a:solidFill>
                          <a:latin typeface="+mn-lt"/>
                        </a:rPr>
                        <a:t>U</a:t>
                      </a:r>
                      <a:r>
                        <a:rPr lang="en-US" sz="1800" noProof="0" dirty="0">
                          <a:solidFill>
                            <a:schemeClr val="tx1"/>
                          </a:solidFill>
                          <a:latin typeface="+mn-lt"/>
                        </a:rPr>
                        <a:t>ndo all changes to current line</a:t>
                      </a:r>
                    </a:p>
                  </a:txBody>
                  <a:tcPr/>
                </a:tc>
                <a:extLst>
                  <a:ext uri="{0D108BD9-81ED-4DB2-BD59-A6C34878D82A}">
                    <a16:rowId xmlns:a16="http://schemas.microsoft.com/office/drawing/2014/main" val="3384889707"/>
                  </a:ext>
                </a:extLst>
              </a:tr>
              <a:tr h="398709">
                <a:tc>
                  <a:txBody>
                    <a:bodyPr/>
                    <a:lstStyle/>
                    <a:p>
                      <a:r>
                        <a:rPr lang="en-US" sz="1800" b="1" noProof="0" dirty="0">
                          <a:solidFill>
                            <a:schemeClr val="tx1"/>
                          </a:solidFill>
                          <a:latin typeface="Hack" panose="020B0609030202020204"/>
                        </a:rPr>
                        <a:t>J</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chemeClr val="tx1"/>
                          </a:solidFill>
                          <a:latin typeface="+mn-lt"/>
                        </a:rPr>
                        <a:t>J</a:t>
                      </a:r>
                      <a:r>
                        <a:rPr lang="en-US" sz="1800" noProof="0" dirty="0">
                          <a:solidFill>
                            <a:schemeClr val="tx1"/>
                          </a:solidFill>
                          <a:latin typeface="+mn-lt"/>
                        </a:rPr>
                        <a:t>oin the next line onto the end of this one</a:t>
                      </a:r>
                    </a:p>
                  </a:txBody>
                  <a:tcPr/>
                </a:tc>
                <a:extLst>
                  <a:ext uri="{0D108BD9-81ED-4DB2-BD59-A6C34878D82A}">
                    <a16:rowId xmlns:a16="http://schemas.microsoft.com/office/drawing/2014/main" val="1409722484"/>
                  </a:ext>
                </a:extLst>
              </a:tr>
              <a:tr h="398709">
                <a:tc>
                  <a:txBody>
                    <a:bodyPr/>
                    <a:lstStyle/>
                    <a:p>
                      <a:r>
                        <a:rPr lang="en-US" sz="1800" b="1" noProof="0" dirty="0">
                          <a:solidFill>
                            <a:schemeClr val="tx1"/>
                          </a:solidFill>
                          <a:latin typeface="Hack" panose="020B0609030202020204"/>
                        </a:rPr>
                        <a: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Invert case and move right</a:t>
                      </a:r>
                    </a:p>
                  </a:txBody>
                  <a:tcPr/>
                </a:tc>
                <a:extLst>
                  <a:ext uri="{0D108BD9-81ED-4DB2-BD59-A6C34878D82A}">
                    <a16:rowId xmlns:a16="http://schemas.microsoft.com/office/drawing/2014/main" val="309855484"/>
                  </a:ext>
                </a:extLst>
              </a:tr>
              <a:tr h="398709">
                <a:tc>
                  <a:txBody>
                    <a:bodyPr/>
                    <a:lstStyle/>
                    <a:p>
                      <a:r>
                        <a:rPr lang="en-US" sz="1800" b="1" noProof="0" dirty="0" err="1">
                          <a:solidFill>
                            <a:schemeClr val="tx1"/>
                          </a:solidFill>
                          <a:latin typeface="Hack" panose="020B0609030202020204"/>
                        </a:rPr>
                        <a:t>yyp</a:t>
                      </a:r>
                      <a:r>
                        <a:rPr lang="en-US" sz="1800" b="1" noProof="0" dirty="0">
                          <a:solidFill>
                            <a:schemeClr val="tx1"/>
                          </a:solidFill>
                          <a:latin typeface="Hack" panose="020B0609030202020204"/>
                        </a:rPr>
                        <a:t> or </a:t>
                      </a:r>
                      <a:r>
                        <a:rPr lang="en-US" sz="1800" b="1" noProof="0" dirty="0" err="1">
                          <a:solidFill>
                            <a:schemeClr val="tx1"/>
                          </a:solidFill>
                          <a:latin typeface="Hack" panose="020B0609030202020204"/>
                        </a:rPr>
                        <a:t>yyP</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Duplicate this line</a:t>
                      </a:r>
                    </a:p>
                  </a:txBody>
                  <a:tcPr/>
                </a:tc>
                <a:extLst>
                  <a:ext uri="{0D108BD9-81ED-4DB2-BD59-A6C34878D82A}">
                    <a16:rowId xmlns:a16="http://schemas.microsoft.com/office/drawing/2014/main" val="975863363"/>
                  </a:ext>
                </a:extLst>
              </a:tr>
              <a:tr h="398709">
                <a:tc>
                  <a:txBody>
                    <a:bodyPr/>
                    <a:lstStyle/>
                    <a:p>
                      <a:r>
                        <a:rPr lang="en-US" sz="1800" b="1" noProof="0" dirty="0" err="1">
                          <a:solidFill>
                            <a:schemeClr val="tx1"/>
                          </a:solidFill>
                          <a:latin typeface="Hack" panose="020B0609030202020204"/>
                        </a:rPr>
                        <a:t>xp</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latin typeface="+mn-lt"/>
                        </a:rPr>
                        <a:t>Swap this and the next character around</a:t>
                      </a:r>
                    </a:p>
                  </a:txBody>
                  <a:tcPr/>
                </a:tc>
                <a:extLst>
                  <a:ext uri="{0D108BD9-81ED-4DB2-BD59-A6C34878D82A}">
                    <a16:rowId xmlns:a16="http://schemas.microsoft.com/office/drawing/2014/main" val="4165499709"/>
                  </a:ext>
                </a:extLst>
              </a:tr>
              <a:tr h="39870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chemeClr val="tx1"/>
                          </a:solidFill>
                          <a:latin typeface="Hack" panose="020B0609030202020204"/>
                        </a:rPr>
                        <a:t>ZZ</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solidFill>
                            <a:schemeClr val="tx1"/>
                          </a:solidFill>
                          <a:latin typeface="+mn-lt"/>
                        </a:rPr>
                        <a:t>Save and exit file</a:t>
                      </a:r>
                    </a:p>
                  </a:txBody>
                  <a:tcPr/>
                </a:tc>
                <a:extLst>
                  <a:ext uri="{0D108BD9-81ED-4DB2-BD59-A6C34878D82A}">
                    <a16:rowId xmlns:a16="http://schemas.microsoft.com/office/drawing/2014/main" val="2739976254"/>
                  </a:ext>
                </a:extLst>
              </a:tr>
            </a:tbl>
          </a:graphicData>
        </a:graphic>
      </p:graphicFrame>
    </p:spTree>
    <p:extLst>
      <p:ext uri="{BB962C8B-B14F-4D97-AF65-F5344CB8AC3E}">
        <p14:creationId xmlns:p14="http://schemas.microsoft.com/office/powerpoint/2010/main" val="3034569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25E87D6-90DB-5EEC-D1D6-CE57A533E774}"/>
              </a:ext>
            </a:extLst>
          </p:cNvPr>
          <p:cNvSpPr>
            <a:spLocks noGrp="1"/>
          </p:cNvSpPr>
          <p:nvPr>
            <p:ph type="ctrTitle"/>
          </p:nvPr>
        </p:nvSpPr>
        <p:spPr/>
        <p:txBody>
          <a:bodyPr/>
          <a:lstStyle/>
          <a:p>
            <a:r>
              <a:rPr lang="en-US" noProof="0" dirty="0"/>
              <a:t>ex mode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lnSpc>
                <a:spcPct val="100000"/>
              </a:lnSpc>
              <a:buFont typeface="Arial" panose="020B0604020202020204" pitchFamily="34" charset="0"/>
              <a:buChar char="•"/>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ex</a:t>
            </a:r>
            <a:r>
              <a:rPr lang="en-US" sz="1800" noProof="0" dirty="0"/>
              <a:t> </a:t>
            </a:r>
            <a:r>
              <a:rPr lang="en-US" sz="1800" noProof="0" dirty="0">
                <a:solidFill>
                  <a:schemeClr val="tx1"/>
                </a:solidFill>
              </a:rPr>
              <a:t>is a line editor</a:t>
            </a:r>
          </a:p>
          <a:p>
            <a:pPr marL="285750" indent="-285750">
              <a:lnSpc>
                <a:spcPct val="100000"/>
              </a:lnSpc>
              <a:buFont typeface="Arial" panose="020B0604020202020204" pitchFamily="34" charset="0"/>
              <a:buChar char="•"/>
            </a:pPr>
            <a:r>
              <a:rPr lang="en-US" sz="1800" noProof="0" dirty="0">
                <a:solidFill>
                  <a:schemeClr val="tx1"/>
                </a:solidFill>
              </a:rPr>
              <a:t>In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vi</a:t>
            </a:r>
            <a:r>
              <a:rPr lang="en-US" sz="1800" noProof="0" dirty="0"/>
              <a:t> </a:t>
            </a:r>
            <a:r>
              <a:rPr lang="en-US" sz="1800" noProof="0" dirty="0">
                <a:solidFill>
                  <a:schemeClr val="tx1"/>
                </a:solidFill>
              </a:rPr>
              <a:t>the ex-commands start with a</a:t>
            </a: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a:t>
            </a:r>
          </a:p>
          <a:p>
            <a:pPr marL="465746" lvl="1" indent="-285750">
              <a:lnSpc>
                <a:spcPct val="100000"/>
              </a:lnSpc>
              <a:spcBef>
                <a:spcPts val="1000"/>
              </a:spcBef>
            </a:pPr>
            <a:r>
              <a:rPr lang="en-US" sz="1800" noProof="0" dirty="0"/>
              <a:t>Cursor moves to bottom left</a:t>
            </a:r>
          </a:p>
          <a:p>
            <a:pPr marL="285750" indent="-285750">
              <a:lnSpc>
                <a:spcPct val="100000"/>
              </a:lnSpc>
              <a:buFont typeface="Arial" panose="020B0604020202020204" pitchFamily="34" charset="0"/>
              <a:buChar char="•"/>
            </a:pPr>
            <a:r>
              <a:rPr lang="en-US" sz="1800" noProof="0" dirty="0">
                <a:solidFill>
                  <a:schemeClr val="tx1"/>
                </a:solidFill>
              </a:rPr>
              <a:t>Acts on current line</a:t>
            </a:r>
          </a:p>
          <a:p>
            <a:pPr marL="465746" lvl="1" indent="-285750">
              <a:lnSpc>
                <a:spcPct val="100000"/>
              </a:lnSpc>
              <a:spcBef>
                <a:spcPts val="1000"/>
              </a:spcBef>
            </a:pPr>
            <a:r>
              <a:rPr lang="en-US" sz="1800" noProof="0" dirty="0"/>
              <a:t>Unless command syntax specifies line(s) to act upon </a:t>
            </a:r>
          </a:p>
          <a:p>
            <a:pPr marL="285750" indent="-285750">
              <a:lnSpc>
                <a:spcPct val="100000"/>
              </a:lnSpc>
              <a:buFont typeface="Arial" panose="020B0604020202020204" pitchFamily="34" charset="0"/>
              <a:buChar char="•"/>
            </a:pPr>
            <a:r>
              <a:rPr lang="en-US" sz="1800" noProof="0" dirty="0">
                <a:solidFill>
                  <a:schemeClr val="tx1"/>
                </a:solidFill>
              </a:rPr>
              <a:t>Also used to set vi options</a:t>
            </a:r>
          </a:p>
          <a:p>
            <a:pPr marL="285750" indent="-285750">
              <a:lnSpc>
                <a:spcPct val="100000"/>
              </a:lnSpc>
              <a:buFont typeface="Arial" panose="020B0604020202020204" pitchFamily="34" charset="0"/>
              <a:buChar char="•"/>
            </a:pP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&lt;CR&gt; </a:t>
            </a:r>
            <a:r>
              <a:rPr lang="en-US" sz="1800" noProof="0" dirty="0">
                <a:solidFill>
                  <a:schemeClr val="tx1"/>
                </a:solidFill>
              </a:rPr>
              <a:t>returns to command mode</a:t>
            </a:r>
          </a:p>
          <a:p>
            <a:pPr marL="465746" lvl="1" indent="-285750">
              <a:lnSpc>
                <a:spcPct val="100000"/>
              </a:lnSpc>
              <a:spcBef>
                <a:spcPts val="1000"/>
              </a:spcBef>
            </a:pPr>
            <a:r>
              <a:rPr lang="en-US" sz="1800" noProof="0" dirty="0"/>
              <a:t>Immediately after the colon</a:t>
            </a:r>
          </a:p>
          <a:p>
            <a:pPr marL="0" algn="l" rtl="0" eaLnBrk="1" fontAlgn="t" latinLnBrk="0" hangingPunct="1">
              <a:lnSpc>
                <a:spcPct val="100000"/>
              </a:lnSpc>
              <a:spcAft>
                <a:spcPts val="0"/>
              </a:spcAft>
            </a:pPr>
            <a:r>
              <a:rPr lang="en-US" sz="1800" noProof="0" dirty="0">
                <a:solidFill>
                  <a:schemeClr val="tx1"/>
                </a:solidFill>
              </a:rPr>
              <a:t>At the end of the command line, after command has completed</a:t>
            </a:r>
            <a:r>
              <a:rPr lang="en-US" sz="1800" noProof="0" dirty="0"/>
              <a:t>/aborted.</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grpSp>
        <p:nvGrpSpPr>
          <p:cNvPr id="11" name="Group 10">
            <a:extLst>
              <a:ext uri="{FF2B5EF4-FFF2-40B4-BE49-F238E27FC236}">
                <a16:creationId xmlns:a16="http://schemas.microsoft.com/office/drawing/2014/main" id="{6B325134-DEF8-91E9-45FE-59AE4455080E}"/>
              </a:ext>
            </a:extLst>
          </p:cNvPr>
          <p:cNvGrpSpPr/>
          <p:nvPr/>
        </p:nvGrpSpPr>
        <p:grpSpPr>
          <a:xfrm>
            <a:off x="7690717" y="3736819"/>
            <a:ext cx="3984205" cy="2481543"/>
            <a:chOff x="6958602" y="3049666"/>
            <a:chExt cx="5158873" cy="3610931"/>
          </a:xfrm>
        </p:grpSpPr>
        <p:sp>
          <p:nvSpPr>
            <p:cNvPr id="3" name="Freeform 23">
              <a:extLst>
                <a:ext uri="{FF2B5EF4-FFF2-40B4-BE49-F238E27FC236}">
                  <a16:creationId xmlns:a16="http://schemas.microsoft.com/office/drawing/2014/main" id="{28B387C5-604D-FB47-E83C-52D1C9FEA8A1}"/>
                </a:ext>
              </a:extLst>
            </p:cNvPr>
            <p:cNvSpPr>
              <a:spLocks/>
            </p:cNvSpPr>
            <p:nvPr/>
          </p:nvSpPr>
          <p:spPr bwMode="auto">
            <a:xfrm rot="14793560">
              <a:off x="8974754" y="4563242"/>
              <a:ext cx="2185552" cy="741686"/>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4" name="Freeform 23">
              <a:extLst>
                <a:ext uri="{FF2B5EF4-FFF2-40B4-BE49-F238E27FC236}">
                  <a16:creationId xmlns:a16="http://schemas.microsoft.com/office/drawing/2014/main" id="{14B3BBA4-4823-EE2E-61BF-7409CD12986F}"/>
                </a:ext>
              </a:extLst>
            </p:cNvPr>
            <p:cNvSpPr>
              <a:spLocks/>
            </p:cNvSpPr>
            <p:nvPr/>
          </p:nvSpPr>
          <p:spPr bwMode="auto">
            <a:xfrm rot="3541313">
              <a:off x="8144955" y="5153107"/>
              <a:ext cx="2022740" cy="710451"/>
            </a:xfrm>
            <a:custGeom>
              <a:avLst/>
              <a:gdLst>
                <a:gd name="T0" fmla="*/ 0 w 1418"/>
                <a:gd name="T1" fmla="*/ 2147483647 h 740"/>
                <a:gd name="T2" fmla="*/ 2147483647 w 1418"/>
                <a:gd name="T3" fmla="*/ 2147483647 h 740"/>
                <a:gd name="T4" fmla="*/ 2147483647 w 1418"/>
                <a:gd name="T5" fmla="*/ 2147483647 h 740"/>
                <a:gd name="T6" fmla="*/ 2147483647 w 1418"/>
                <a:gd name="T7" fmla="*/ 0 h 740"/>
                <a:gd name="T8" fmla="*/ 0 60000 65536"/>
                <a:gd name="T9" fmla="*/ 0 60000 65536"/>
                <a:gd name="T10" fmla="*/ 0 60000 65536"/>
                <a:gd name="T11" fmla="*/ 0 60000 65536"/>
                <a:gd name="T12" fmla="*/ 0 w 1418"/>
                <a:gd name="T13" fmla="*/ 0 h 740"/>
                <a:gd name="T14" fmla="*/ 1418 w 1418"/>
                <a:gd name="T15" fmla="*/ 740 h 740"/>
              </a:gdLst>
              <a:ahLst/>
              <a:cxnLst>
                <a:cxn ang="T8">
                  <a:pos x="T0" y="T1"/>
                </a:cxn>
                <a:cxn ang="T9">
                  <a:pos x="T2" y="T3"/>
                </a:cxn>
                <a:cxn ang="T10">
                  <a:pos x="T4" y="T5"/>
                </a:cxn>
                <a:cxn ang="T11">
                  <a:pos x="T6" y="T7"/>
                </a:cxn>
              </a:cxnLst>
              <a:rect l="T12" t="T13" r="T14" b="T15"/>
              <a:pathLst>
                <a:path w="1418" h="740">
                  <a:moveTo>
                    <a:pt x="0" y="665"/>
                  </a:moveTo>
                  <a:cubicBezTo>
                    <a:pt x="108" y="672"/>
                    <a:pt x="457" y="740"/>
                    <a:pt x="647" y="709"/>
                  </a:cubicBezTo>
                  <a:cubicBezTo>
                    <a:pt x="837" y="678"/>
                    <a:pt x="1015" y="597"/>
                    <a:pt x="1143" y="479"/>
                  </a:cubicBezTo>
                  <a:cubicBezTo>
                    <a:pt x="1271" y="361"/>
                    <a:pt x="1361" y="100"/>
                    <a:pt x="1418" y="0"/>
                  </a:cubicBezTo>
                </a:path>
              </a:pathLst>
            </a:custGeom>
            <a:noFill/>
            <a:ln w="73025" cmpd="dbl">
              <a:solidFill>
                <a:srgbClr val="000066"/>
              </a:solidFill>
              <a:round/>
              <a:headEnd/>
              <a:tailEnd type="triangle" w="med" len="med"/>
            </a:ln>
          </p:spPr>
          <p:txBody>
            <a:bodyPr wrap="none" anchor="ctr"/>
            <a:lstStyle/>
            <a:p>
              <a:endParaRPr lang="en-US" noProof="0" dirty="0"/>
            </a:p>
          </p:txBody>
        </p:sp>
        <p:sp>
          <p:nvSpPr>
            <p:cNvPr id="7" name="TextBox 6">
              <a:extLst>
                <a:ext uri="{FF2B5EF4-FFF2-40B4-BE49-F238E27FC236}">
                  <a16:creationId xmlns:a16="http://schemas.microsoft.com/office/drawing/2014/main" id="{AD69B40A-E427-5AD8-656A-B2E76BE2EBBD}"/>
                </a:ext>
              </a:extLst>
            </p:cNvPr>
            <p:cNvSpPr txBox="1"/>
            <p:nvPr/>
          </p:nvSpPr>
          <p:spPr>
            <a:xfrm>
              <a:off x="8694635" y="5584965"/>
              <a:ext cx="656214"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lnSpcReduction="10000"/>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a:t>
              </a:r>
            </a:p>
          </p:txBody>
        </p:sp>
        <p:sp>
          <p:nvSpPr>
            <p:cNvPr id="8" name="TextBox 7">
              <a:extLst>
                <a:ext uri="{FF2B5EF4-FFF2-40B4-BE49-F238E27FC236}">
                  <a16:creationId xmlns:a16="http://schemas.microsoft.com/office/drawing/2014/main" id="{2E8AD78D-BBF5-FD52-B22E-9ED65CA98825}"/>
                </a:ext>
              </a:extLst>
            </p:cNvPr>
            <p:cNvSpPr txBox="1"/>
            <p:nvPr/>
          </p:nvSpPr>
          <p:spPr>
            <a:xfrm>
              <a:off x="9640696" y="4595474"/>
              <a:ext cx="1280159" cy="392996"/>
            </a:xfrm>
            <a:prstGeom prst="rect">
              <a:avLst/>
            </a:prstGeom>
            <a:solidFill>
              <a:schemeClr val="tx1">
                <a:lumMod val="10000"/>
                <a:lumOff val="90000"/>
              </a:schemeClr>
            </a:solidFill>
            <a:ln>
              <a:solidFill>
                <a:schemeClr val="tx1"/>
              </a:solidFill>
            </a:ln>
          </p:spPr>
          <p:txBody>
            <a:bodyPr vert="horz" wrap="square" lIns="0" tIns="0" rIns="0" bIns="0" rtlCol="0" anchor="t" anchorCtr="0">
              <a:normAutofit lnSpcReduction="10000"/>
            </a:bodyPr>
            <a:lstStyle/>
            <a:p>
              <a:pPr algn="ctr" defTabSz="720725">
                <a:buClr>
                  <a:srgbClr val="000066"/>
                </a:buClr>
                <a:buSzPct val="100000"/>
                <a:tabLst>
                  <a:tab pos="1431925" algn="l"/>
                  <a:tab pos="3489325" algn="l"/>
                  <a:tab pos="7050088" algn="r"/>
                </a:tabLst>
                <a:defRPr/>
              </a:pPr>
              <a:r>
                <a:rPr lang="en-US" b="1" noProof="0" dirty="0">
                  <a:latin typeface="Hack" panose="020B0609030202020204" pitchFamily="49" charset="0"/>
                  <a:ea typeface="Hack" panose="020B0609030202020204" pitchFamily="49" charset="0"/>
                  <a:cs typeface="Hack" panose="020B0609030202020204" pitchFamily="49" charset="0"/>
                </a:rPr>
                <a:t>&lt;</a:t>
              </a:r>
              <a:r>
                <a:rPr lang="en-US" b="1" noProof="0" dirty="0" err="1">
                  <a:latin typeface="Hack" panose="020B0609030202020204" pitchFamily="49" charset="0"/>
                  <a:ea typeface="Hack" panose="020B0609030202020204" pitchFamily="49" charset="0"/>
                  <a:cs typeface="Hack" panose="020B0609030202020204" pitchFamily="49" charset="0"/>
                </a:rPr>
                <a:t>cr</a:t>
              </a:r>
              <a:r>
                <a:rPr lang="en-US" b="1" noProof="0" dirty="0">
                  <a:latin typeface="Hack" panose="020B0609030202020204" pitchFamily="49" charset="0"/>
                  <a:ea typeface="Hack" panose="020B0609030202020204" pitchFamily="49" charset="0"/>
                  <a:cs typeface="Hack" panose="020B0609030202020204" pitchFamily="49" charset="0"/>
                </a:rPr>
                <a:t>&gt;</a:t>
              </a:r>
            </a:p>
          </p:txBody>
        </p:sp>
        <p:sp>
          <p:nvSpPr>
            <p:cNvPr id="9" name="Oval 17">
              <a:extLst>
                <a:ext uri="{FF2B5EF4-FFF2-40B4-BE49-F238E27FC236}">
                  <a16:creationId xmlns:a16="http://schemas.microsoft.com/office/drawing/2014/main" id="{0E3360BB-DABA-754C-8419-996E2FB854D0}"/>
                </a:ext>
              </a:extLst>
            </p:cNvPr>
            <p:cNvSpPr>
              <a:spLocks noChangeArrowheads="1"/>
            </p:cNvSpPr>
            <p:nvPr/>
          </p:nvSpPr>
          <p:spPr bwMode="auto">
            <a:xfrm>
              <a:off x="6958602" y="3049666"/>
              <a:ext cx="2353280" cy="1692984"/>
            </a:xfrm>
            <a:prstGeom prst="ellipse">
              <a:avLst/>
            </a:prstGeom>
            <a:gradFill>
              <a:gsLst>
                <a:gs pos="0">
                  <a:srgbClr val="8488C4"/>
                </a:gs>
                <a:gs pos="53000">
                  <a:srgbClr val="D4DEFF"/>
                </a:gs>
                <a:gs pos="83000">
                  <a:srgbClr val="D4DEFF"/>
                </a:gs>
                <a:gs pos="100000">
                  <a:srgbClr val="96AB94"/>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Command</a:t>
              </a:r>
            </a:p>
            <a:p>
              <a:pPr indent="168275" algn="ctr" defTabSz="720725" eaLnBrk="0" hangingPunct="0">
                <a:lnSpc>
                  <a:spcPct val="110000"/>
                </a:lnSpc>
                <a:buClr>
                  <a:srgbClr val="FF0000"/>
                </a:buClr>
                <a:buSzPct val="100000"/>
                <a:tabLst>
                  <a:tab pos="571500" algn="l"/>
                  <a:tab pos="1855788" algn="l"/>
                </a:tabLst>
                <a:defRPr/>
              </a:pPr>
              <a:r>
                <a:rPr lang="en-US" sz="1200" b="1" i="1" noProof="0" dirty="0"/>
                <a:t>Mode</a:t>
              </a:r>
            </a:p>
            <a:p>
              <a:pPr indent="168275" algn="ctr" defTabSz="720725" eaLnBrk="0" hangingPunct="0">
                <a:lnSpc>
                  <a:spcPct val="110000"/>
                </a:lnSpc>
                <a:buClr>
                  <a:srgbClr val="FF0000"/>
                </a:buClr>
                <a:buSzPct val="100000"/>
                <a:tabLst>
                  <a:tab pos="571500" algn="l"/>
                  <a:tab pos="1855788" algn="l"/>
                </a:tabLst>
                <a:defRPr/>
              </a:pPr>
              <a:r>
                <a:rPr lang="en-US" sz="1000" b="1" i="1" noProof="0" dirty="0"/>
                <a:t>(the keys do things)</a:t>
              </a:r>
            </a:p>
          </p:txBody>
        </p:sp>
        <p:sp>
          <p:nvSpPr>
            <p:cNvPr id="10" name="Oval 7">
              <a:extLst>
                <a:ext uri="{FF2B5EF4-FFF2-40B4-BE49-F238E27FC236}">
                  <a16:creationId xmlns:a16="http://schemas.microsoft.com/office/drawing/2014/main" id="{203C5B25-6AAD-C920-00DA-ABFB0372AC9B}"/>
                </a:ext>
              </a:extLst>
            </p:cNvPr>
            <p:cNvSpPr>
              <a:spLocks noChangeArrowheads="1"/>
            </p:cNvSpPr>
            <p:nvPr/>
          </p:nvSpPr>
          <p:spPr bwMode="auto">
            <a:xfrm>
              <a:off x="9845151" y="5342973"/>
              <a:ext cx="2272324" cy="1317624"/>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700" b="1" i="1" noProof="0" dirty="0"/>
                <a:t>(ex’s line-editor commands)</a:t>
              </a:r>
            </a:p>
          </p:txBody>
        </p:sp>
      </p:grpSp>
      <p:pic>
        <p:nvPicPr>
          <p:cNvPr id="6" name="Picture 5">
            <a:extLst>
              <a:ext uri="{FF2B5EF4-FFF2-40B4-BE49-F238E27FC236}">
                <a16:creationId xmlns:a16="http://schemas.microsoft.com/office/drawing/2014/main" id="{A7DFE778-61A7-D749-B5BD-6B93D12095CF}"/>
              </a:ext>
            </a:extLst>
          </p:cNvPr>
          <p:cNvPicPr>
            <a:picLocks noChangeAspect="1"/>
          </p:cNvPicPr>
          <p:nvPr/>
        </p:nvPicPr>
        <p:blipFill>
          <a:blip r:embed="rId3"/>
          <a:stretch>
            <a:fillRect/>
          </a:stretch>
        </p:blipFill>
        <p:spPr>
          <a:xfrm>
            <a:off x="9724438" y="671344"/>
            <a:ext cx="1886537" cy="1806106"/>
          </a:xfrm>
          <a:prstGeom prst="rect">
            <a:avLst/>
          </a:prstGeom>
        </p:spPr>
      </p:pic>
    </p:spTree>
    <p:extLst>
      <p:ext uri="{BB962C8B-B14F-4D97-AF65-F5344CB8AC3E}">
        <p14:creationId xmlns:p14="http://schemas.microsoft.com/office/powerpoint/2010/main" val="505310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9C2E53-780C-AE6B-CAB7-7153E4290A61}"/>
              </a:ext>
            </a:extLst>
          </p:cNvPr>
          <p:cNvSpPr>
            <a:spLocks noGrp="1"/>
          </p:cNvSpPr>
          <p:nvPr>
            <p:ph type="ctrTitle"/>
          </p:nvPr>
        </p:nvSpPr>
        <p:spPr/>
        <p:txBody>
          <a:bodyPr/>
          <a:lstStyle/>
          <a:p>
            <a:r>
              <a:rPr lang="en-US" noProof="0" dirty="0"/>
              <a:t>Setting options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pic>
        <p:nvPicPr>
          <p:cNvPr id="4" name="Picture 3" descr="A screenshot of a computer&#10;&#10;Description automatically generated with medium confidence">
            <a:extLst>
              <a:ext uri="{FF2B5EF4-FFF2-40B4-BE49-F238E27FC236}">
                <a16:creationId xmlns:a16="http://schemas.microsoft.com/office/drawing/2014/main" id="{456E3F4B-2FC5-3D31-212A-099441AEDCDB}"/>
              </a:ext>
            </a:extLst>
          </p:cNvPr>
          <p:cNvPicPr>
            <a:picLocks noChangeAspect="1"/>
          </p:cNvPicPr>
          <p:nvPr/>
        </p:nvPicPr>
        <p:blipFill>
          <a:blip r:embed="rId3"/>
          <a:stretch>
            <a:fillRect/>
          </a:stretch>
        </p:blipFill>
        <p:spPr>
          <a:xfrm>
            <a:off x="635516" y="1570935"/>
            <a:ext cx="4808562" cy="2894280"/>
          </a:xfrm>
          <a:prstGeom prst="rect">
            <a:avLst/>
          </a:prstGeom>
        </p:spPr>
      </p:pic>
      <p:sp>
        <p:nvSpPr>
          <p:cNvPr id="8" name="Oval 7">
            <a:extLst>
              <a:ext uri="{FF2B5EF4-FFF2-40B4-BE49-F238E27FC236}">
                <a16:creationId xmlns:a16="http://schemas.microsoft.com/office/drawing/2014/main" id="{6CBFE599-CDFE-6D25-589E-89505F6A3047}"/>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13" name="Picture 12">
            <a:extLst>
              <a:ext uri="{FF2B5EF4-FFF2-40B4-BE49-F238E27FC236}">
                <a16:creationId xmlns:a16="http://schemas.microsoft.com/office/drawing/2014/main" id="{A7DFE778-61A7-D749-B5BD-6B93D12095CF}"/>
              </a:ext>
            </a:extLst>
          </p:cNvPr>
          <p:cNvPicPr>
            <a:picLocks noChangeAspect="1"/>
          </p:cNvPicPr>
          <p:nvPr/>
        </p:nvPicPr>
        <p:blipFill>
          <a:blip r:embed="rId4"/>
          <a:stretch>
            <a:fillRect/>
          </a:stretch>
        </p:blipFill>
        <p:spPr>
          <a:xfrm>
            <a:off x="9537586" y="512633"/>
            <a:ext cx="1886537" cy="1806106"/>
          </a:xfrm>
          <a:prstGeom prst="rect">
            <a:avLst/>
          </a:prstGeom>
        </p:spPr>
      </p:pic>
      <p:graphicFrame>
        <p:nvGraphicFramePr>
          <p:cNvPr id="6" name="Table 7">
            <a:extLst>
              <a:ext uri="{FF2B5EF4-FFF2-40B4-BE49-F238E27FC236}">
                <a16:creationId xmlns:a16="http://schemas.microsoft.com/office/drawing/2014/main" id="{F2277554-031C-CB3B-F0D4-F09BF6EF1683}"/>
              </a:ext>
            </a:extLst>
          </p:cNvPr>
          <p:cNvGraphicFramePr>
            <a:graphicFrameLocks noGrp="1"/>
          </p:cNvGraphicFramePr>
          <p:nvPr>
            <p:extLst>
              <p:ext uri="{D42A27DB-BD31-4B8C-83A1-F6EECF244321}">
                <p14:modId xmlns:p14="http://schemas.microsoft.com/office/powerpoint/2010/main" val="3225685504"/>
              </p:ext>
            </p:extLst>
          </p:nvPr>
        </p:nvGraphicFramePr>
        <p:xfrm>
          <a:off x="5635672" y="2420491"/>
          <a:ext cx="5788451" cy="2494280"/>
        </p:xfrm>
        <a:graphic>
          <a:graphicData uri="http://schemas.openxmlformats.org/drawingml/2006/table">
            <a:tbl>
              <a:tblPr firstRow="1" bandRow="1">
                <a:tableStyleId>{7DF18680-E054-41AD-8BC1-D1AEF772440D}</a:tableStyleId>
              </a:tblPr>
              <a:tblGrid>
                <a:gridCol w="1982216">
                  <a:extLst>
                    <a:ext uri="{9D8B030D-6E8A-4147-A177-3AD203B41FA5}">
                      <a16:colId xmlns:a16="http://schemas.microsoft.com/office/drawing/2014/main" val="933050691"/>
                    </a:ext>
                  </a:extLst>
                </a:gridCol>
                <a:gridCol w="3806235">
                  <a:extLst>
                    <a:ext uri="{9D8B030D-6E8A-4147-A177-3AD203B41FA5}">
                      <a16:colId xmlns:a16="http://schemas.microsoft.com/office/drawing/2014/main" val="710989049"/>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31303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Hack" panose="020B0609030202020204"/>
                        </a:rPr>
                        <a:t>:set all</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Shows all options (paginated), q to exit</a:t>
                      </a:r>
                    </a:p>
                  </a:txBody>
                  <a:tcPr/>
                </a:tc>
                <a:extLst>
                  <a:ext uri="{0D108BD9-81ED-4DB2-BD59-A6C34878D82A}">
                    <a16:rowId xmlns:a16="http://schemas.microsoft.com/office/drawing/2014/main" val="4101725966"/>
                  </a:ext>
                </a:extLst>
              </a:tr>
              <a:tr h="370840">
                <a:tc>
                  <a:txBody>
                    <a:bodyPr/>
                    <a:lstStyle/>
                    <a:p>
                      <a:pPr marL="0" indent="0">
                        <a:buFont typeface="Arial" panose="020B0604020202020204" pitchFamily="34" charset="0"/>
                        <a:buNone/>
                      </a:pPr>
                      <a:r>
                        <a:rPr lang="en-US" sz="1800" noProof="0" dirty="0">
                          <a:latin typeface="Hack" panose="020B0609030202020204"/>
                        </a:rPr>
                        <a:t>:set </a:t>
                      </a:r>
                      <a:r>
                        <a:rPr lang="en-US" sz="1800" noProof="0" dirty="0">
                          <a:solidFill>
                            <a:srgbClr val="FF0000"/>
                          </a:solidFill>
                          <a:latin typeface="Hack" panose="020B0609030202020204"/>
                        </a:rPr>
                        <a:t>option</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Switches option on</a:t>
                      </a:r>
                    </a:p>
                  </a:txBody>
                  <a:tcPr/>
                </a:tc>
                <a:extLst>
                  <a:ext uri="{0D108BD9-81ED-4DB2-BD59-A6C34878D82A}">
                    <a16:rowId xmlns:a16="http://schemas.microsoft.com/office/drawing/2014/main" val="3945440434"/>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Hack" panose="020B0609030202020204"/>
                        </a:rPr>
                        <a:t>:set </a:t>
                      </a:r>
                      <a:r>
                        <a:rPr lang="en-US" sz="1800" noProof="0" dirty="0" err="1">
                          <a:solidFill>
                            <a:srgbClr val="0070C0"/>
                          </a:solidFill>
                          <a:latin typeface="Hack" panose="020B0609030202020204"/>
                        </a:rPr>
                        <a:t>no</a:t>
                      </a:r>
                      <a:r>
                        <a:rPr lang="en-US" sz="1800" noProof="0" dirty="0" err="1">
                          <a:solidFill>
                            <a:srgbClr val="FF0000"/>
                          </a:solidFill>
                          <a:latin typeface="Hack" panose="020B0609030202020204"/>
                        </a:rPr>
                        <a:t>option</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Switches option off</a:t>
                      </a:r>
                    </a:p>
                  </a:txBody>
                  <a:tcPr/>
                </a:tc>
                <a:extLst>
                  <a:ext uri="{0D108BD9-81ED-4DB2-BD59-A6C34878D82A}">
                    <a16:rowId xmlns:a16="http://schemas.microsoft.com/office/drawing/2014/main" val="3868070628"/>
                  </a:ext>
                </a:extLst>
              </a:tr>
              <a:tr h="370840">
                <a:tc>
                  <a:txBody>
                    <a:bodyPr/>
                    <a:lstStyle/>
                    <a:p>
                      <a:pPr marL="0" indent="0">
                        <a:buFont typeface="Arial" panose="020B0604020202020204" pitchFamily="34" charset="0"/>
                        <a:buNone/>
                      </a:pPr>
                      <a:r>
                        <a:rPr lang="en-US" sz="1800" noProof="0" dirty="0">
                          <a:latin typeface="Hack" panose="020B0609030202020204"/>
                        </a:rPr>
                        <a:t>:set </a:t>
                      </a:r>
                      <a:r>
                        <a:rPr lang="en-US" sz="1800" noProof="0" dirty="0">
                          <a:solidFill>
                            <a:srgbClr val="FF0000"/>
                          </a:solidFill>
                          <a:latin typeface="Hack" panose="020B0609030202020204"/>
                        </a:rPr>
                        <a:t>number</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Switches line-numbers on</a:t>
                      </a:r>
                    </a:p>
                  </a:txBody>
                  <a:tcPr/>
                </a:tc>
                <a:extLst>
                  <a:ext uri="{0D108BD9-81ED-4DB2-BD59-A6C34878D82A}">
                    <a16:rowId xmlns:a16="http://schemas.microsoft.com/office/drawing/2014/main" val="2676931458"/>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Hack" panose="020B0609030202020204"/>
                        </a:rPr>
                        <a:t>:set </a:t>
                      </a:r>
                      <a:r>
                        <a:rPr lang="en-US" sz="1800" noProof="0" dirty="0" err="1">
                          <a:solidFill>
                            <a:srgbClr val="0070C0"/>
                          </a:solidFill>
                          <a:latin typeface="Hack" panose="020B0609030202020204"/>
                        </a:rPr>
                        <a:t>no</a:t>
                      </a:r>
                      <a:r>
                        <a:rPr lang="en-US" sz="1800" noProof="0" dirty="0" err="1">
                          <a:solidFill>
                            <a:srgbClr val="FF0000"/>
                          </a:solidFill>
                          <a:latin typeface="Hack" panose="020B0609030202020204"/>
                        </a:rPr>
                        <a:t>number</a:t>
                      </a:r>
                      <a:endParaRPr lang="en-US" sz="1800" noProof="0" dirty="0">
                        <a:solidFill>
                          <a:srgbClr val="FF000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Switches line-numbers off</a:t>
                      </a:r>
                    </a:p>
                  </a:txBody>
                  <a:tcPr/>
                </a:tc>
                <a:extLst>
                  <a:ext uri="{0D108BD9-81ED-4DB2-BD59-A6C34878D82A}">
                    <a16:rowId xmlns:a16="http://schemas.microsoft.com/office/drawing/2014/main" val="2882581932"/>
                  </a:ext>
                </a:extLst>
              </a:tr>
            </a:tbl>
          </a:graphicData>
        </a:graphic>
      </p:graphicFrame>
    </p:spTree>
    <p:extLst>
      <p:ext uri="{BB962C8B-B14F-4D97-AF65-F5344CB8AC3E}">
        <p14:creationId xmlns:p14="http://schemas.microsoft.com/office/powerpoint/2010/main" val="922571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8946749-ED42-7D8E-19A1-39388A3549C5}"/>
              </a:ext>
            </a:extLst>
          </p:cNvPr>
          <p:cNvSpPr>
            <a:spLocks noGrp="1"/>
          </p:cNvSpPr>
          <p:nvPr>
            <p:ph type="ctrTitle"/>
          </p:nvPr>
        </p:nvSpPr>
        <p:spPr/>
        <p:txBody>
          <a:bodyPr/>
          <a:lstStyle/>
          <a:p>
            <a:r>
              <a:rPr lang="en-US" noProof="0" dirty="0"/>
              <a:t>Specifying the line(s) commands act upon</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r>
              <a:rPr lang="en-US" b="1" noProof="0" dirty="0">
                <a:solidFill>
                  <a:schemeClr val="tx1"/>
                </a:solidFill>
              </a:rPr>
              <a:t>Single line</a:t>
            </a:r>
          </a:p>
          <a:p>
            <a:endParaRPr lang="en-US" b="1" noProof="0" dirty="0">
              <a:solidFill>
                <a:schemeClr val="tx1"/>
              </a:solidFill>
            </a:endParaRPr>
          </a:p>
          <a:p>
            <a:endParaRPr lang="en-US" b="1" noProof="0" dirty="0">
              <a:solidFill>
                <a:schemeClr val="tx1"/>
              </a:solidFill>
            </a:endParaRPr>
          </a:p>
          <a:p>
            <a:endParaRPr lang="en-US" b="1" noProof="0" dirty="0">
              <a:solidFill>
                <a:schemeClr val="tx1"/>
              </a:solidFill>
            </a:endParaRPr>
          </a:p>
          <a:p>
            <a:endParaRPr lang="en-US" b="1" noProof="0" dirty="0">
              <a:solidFill>
                <a:schemeClr val="tx1"/>
              </a:solidFill>
            </a:endParaRPr>
          </a:p>
          <a:p>
            <a:endParaRPr lang="en-US" b="1" noProof="0" dirty="0">
              <a:solidFill>
                <a:schemeClr val="tx1"/>
              </a:solidFill>
            </a:endParaRPr>
          </a:p>
          <a:p>
            <a:r>
              <a:rPr lang="en-US" b="1" noProof="0" dirty="0">
                <a:solidFill>
                  <a:schemeClr val="tx1"/>
                </a:solidFill>
              </a:rPr>
              <a:t>Ranges</a:t>
            </a:r>
          </a:p>
          <a:p>
            <a:endParaRPr lang="en-US" noProof="0" dirty="0"/>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28</a:t>
            </a:fld>
            <a:endParaRPr lang="en-US" noProof="0" dirty="0"/>
          </a:p>
        </p:txBody>
      </p:sp>
      <p:sp>
        <p:nvSpPr>
          <p:cNvPr id="7" name="Oval 7">
            <a:extLst>
              <a:ext uri="{FF2B5EF4-FFF2-40B4-BE49-F238E27FC236}">
                <a16:creationId xmlns:a16="http://schemas.microsoft.com/office/drawing/2014/main" id="{6CBFE599-CDFE-6D25-589E-89505F6A3047}"/>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9" name="Picture 8">
            <a:extLst>
              <a:ext uri="{FF2B5EF4-FFF2-40B4-BE49-F238E27FC236}">
                <a16:creationId xmlns:a16="http://schemas.microsoft.com/office/drawing/2014/main" id="{380C4454-A6D7-B27C-D8CD-2B321A2A9F7E}"/>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10" name="Table 5">
            <a:extLst>
              <a:ext uri="{FF2B5EF4-FFF2-40B4-BE49-F238E27FC236}">
                <a16:creationId xmlns:a16="http://schemas.microsoft.com/office/drawing/2014/main" id="{CECD7FBD-60F3-5E28-8B98-6ECA11601874}"/>
              </a:ext>
            </a:extLst>
          </p:cNvPr>
          <p:cNvGraphicFramePr>
            <a:graphicFrameLocks noGrp="1"/>
          </p:cNvGraphicFramePr>
          <p:nvPr>
            <p:extLst>
              <p:ext uri="{D42A27DB-BD31-4B8C-83A1-F6EECF244321}">
                <p14:modId xmlns:p14="http://schemas.microsoft.com/office/powerpoint/2010/main" val="5352148"/>
              </p:ext>
            </p:extLst>
          </p:nvPr>
        </p:nvGraphicFramePr>
        <p:xfrm>
          <a:off x="826125" y="2162419"/>
          <a:ext cx="8145155" cy="1478280"/>
        </p:xfrm>
        <a:graphic>
          <a:graphicData uri="http://schemas.openxmlformats.org/drawingml/2006/table">
            <a:tbl>
              <a:tblPr firstRow="1" bandRow="1">
                <a:tableStyleId>{7DF18680-E054-41AD-8BC1-D1AEF772440D}</a:tableStyleId>
              </a:tblPr>
              <a:tblGrid>
                <a:gridCol w="2790835">
                  <a:extLst>
                    <a:ext uri="{9D8B030D-6E8A-4147-A177-3AD203B41FA5}">
                      <a16:colId xmlns:a16="http://schemas.microsoft.com/office/drawing/2014/main" val="2183185518"/>
                    </a:ext>
                  </a:extLst>
                </a:gridCol>
                <a:gridCol w="5354320">
                  <a:extLst>
                    <a:ext uri="{9D8B030D-6E8A-4147-A177-3AD203B41FA5}">
                      <a16:colId xmlns:a16="http://schemas.microsoft.com/office/drawing/2014/main" val="2073615317"/>
                    </a:ext>
                  </a:extLst>
                </a:gridCol>
              </a:tblGrid>
              <a:tr h="19777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242857144"/>
                  </a:ext>
                </a:extLst>
              </a:tr>
              <a:tr h="370840">
                <a:tc>
                  <a:txBody>
                    <a:bodyPr/>
                    <a:lstStyle/>
                    <a:p>
                      <a:r>
                        <a:rPr lang="en-US" sz="1800" b="1" noProof="0" dirty="0">
                          <a:latin typeface="Hack" panose="020B0609030202020204"/>
                        </a:rPr>
                        <a:t>:</a:t>
                      </a:r>
                      <a:r>
                        <a:rPr lang="en-US" sz="1800" b="1" noProof="0" dirty="0" err="1">
                          <a:latin typeface="Hack" panose="020B0609030202020204"/>
                        </a:rPr>
                        <a:t>n</a:t>
                      </a:r>
                      <a:r>
                        <a:rPr lang="en-US" sz="1800" b="1" noProof="0" dirty="0" err="1">
                          <a:solidFill>
                            <a:srgbClr val="FF0000"/>
                          </a:solidFill>
                          <a:latin typeface="Hack" panose="020B0609030202020204"/>
                        </a:rPr>
                        <a:t>command</a:t>
                      </a:r>
                      <a:endParaRPr lang="en-US" sz="1800" b="1" noProof="0" dirty="0">
                        <a:latin typeface="Hack" panose="020B0609030202020204"/>
                      </a:endParaRPr>
                    </a:p>
                  </a:txBody>
                  <a:tcPr/>
                </a:tc>
                <a:tc>
                  <a:txBody>
                    <a:bodyPr/>
                    <a:lstStyle/>
                    <a:p>
                      <a:r>
                        <a:rPr lang="en-US" sz="1800" noProof="0" dirty="0">
                          <a:latin typeface="+mn-lt"/>
                        </a:rPr>
                        <a:t>Execute command on line </a:t>
                      </a:r>
                      <a:r>
                        <a:rPr lang="en-US" sz="1800" b="1" noProof="0" dirty="0">
                          <a:latin typeface="+mn-lt"/>
                        </a:rPr>
                        <a:t>n</a:t>
                      </a:r>
                    </a:p>
                  </a:txBody>
                  <a:tcPr/>
                </a:tc>
                <a:extLst>
                  <a:ext uri="{0D108BD9-81ED-4DB2-BD59-A6C34878D82A}">
                    <a16:rowId xmlns:a16="http://schemas.microsoft.com/office/drawing/2014/main" val="3729469966"/>
                  </a:ext>
                </a:extLst>
              </a:tr>
              <a:tr h="370840">
                <a:tc>
                  <a:txBody>
                    <a:bodyPr/>
                    <a:lstStyle/>
                    <a:p>
                      <a:r>
                        <a:rPr lang="en-US" sz="1800" b="1" noProof="0" dirty="0">
                          <a:latin typeface="Hack" panose="020B0609030202020204"/>
                        </a:rPr>
                        <a:t>:1</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command on the first line</a:t>
                      </a:r>
                    </a:p>
                  </a:txBody>
                  <a:tcPr/>
                </a:tc>
                <a:extLst>
                  <a:ext uri="{0D108BD9-81ED-4DB2-BD59-A6C34878D82A}">
                    <a16:rowId xmlns:a16="http://schemas.microsoft.com/office/drawing/2014/main" val="186150260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latin typeface="Hack" panose="020B0609030202020204"/>
                        </a:rPr>
                        <a:t>:$</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command on the last line</a:t>
                      </a:r>
                    </a:p>
                  </a:txBody>
                  <a:tcPr/>
                </a:tc>
                <a:extLst>
                  <a:ext uri="{0D108BD9-81ED-4DB2-BD59-A6C34878D82A}">
                    <a16:rowId xmlns:a16="http://schemas.microsoft.com/office/drawing/2014/main" val="446752320"/>
                  </a:ext>
                </a:extLst>
              </a:tr>
            </a:tbl>
          </a:graphicData>
        </a:graphic>
      </p:graphicFrame>
      <p:graphicFrame>
        <p:nvGraphicFramePr>
          <p:cNvPr id="11" name="Table 10">
            <a:extLst>
              <a:ext uri="{FF2B5EF4-FFF2-40B4-BE49-F238E27FC236}">
                <a16:creationId xmlns:a16="http://schemas.microsoft.com/office/drawing/2014/main" id="{1AA23AA9-B31B-97E2-9AC9-F8F5D65296CA}"/>
              </a:ext>
            </a:extLst>
          </p:cNvPr>
          <p:cNvGraphicFramePr>
            <a:graphicFrameLocks noGrp="1"/>
          </p:cNvGraphicFramePr>
          <p:nvPr>
            <p:extLst>
              <p:ext uri="{D42A27DB-BD31-4B8C-83A1-F6EECF244321}">
                <p14:modId xmlns:p14="http://schemas.microsoft.com/office/powerpoint/2010/main" val="3661501184"/>
              </p:ext>
            </p:extLst>
          </p:nvPr>
        </p:nvGraphicFramePr>
        <p:xfrm>
          <a:off x="826124" y="4394873"/>
          <a:ext cx="8145156" cy="1747520"/>
        </p:xfrm>
        <a:graphic>
          <a:graphicData uri="http://schemas.openxmlformats.org/drawingml/2006/table">
            <a:tbl>
              <a:tblPr firstRow="1" bandRow="1">
                <a:tableStyleId>{7DF18680-E054-41AD-8BC1-D1AEF772440D}</a:tableStyleId>
              </a:tblPr>
              <a:tblGrid>
                <a:gridCol w="2821316">
                  <a:extLst>
                    <a:ext uri="{9D8B030D-6E8A-4147-A177-3AD203B41FA5}">
                      <a16:colId xmlns:a16="http://schemas.microsoft.com/office/drawing/2014/main" val="2183185518"/>
                    </a:ext>
                  </a:extLst>
                </a:gridCol>
                <a:gridCol w="5323840">
                  <a:extLst>
                    <a:ext uri="{9D8B030D-6E8A-4147-A177-3AD203B41FA5}">
                      <a16:colId xmlns:a16="http://schemas.microsoft.com/office/drawing/2014/main" val="2073615317"/>
                    </a:ext>
                  </a:extLst>
                </a:gridCol>
              </a:tblGrid>
              <a:tr h="22188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2242857144"/>
                  </a:ext>
                </a:extLst>
              </a:tr>
              <a:tr h="370840">
                <a:tc>
                  <a:txBody>
                    <a:bodyPr/>
                    <a:lstStyle/>
                    <a:p>
                      <a:r>
                        <a:rPr lang="en-US" sz="1800" b="1" noProof="0" dirty="0">
                          <a:latin typeface="Hack" panose="020B0609030202020204"/>
                        </a:rPr>
                        <a:t>:</a:t>
                      </a:r>
                      <a:r>
                        <a:rPr lang="en-US" sz="1800" b="1" noProof="0" dirty="0" err="1">
                          <a:latin typeface="Hack" panose="020B0609030202020204"/>
                        </a:rPr>
                        <a:t>n,m</a:t>
                      </a:r>
                      <a:r>
                        <a:rPr lang="en-US" sz="1800" b="1" noProof="0" dirty="0" err="1">
                          <a:solidFill>
                            <a:srgbClr val="FF0000"/>
                          </a:solidFill>
                          <a:latin typeface="Hack" panose="020B0609030202020204"/>
                        </a:rPr>
                        <a:t>command</a:t>
                      </a:r>
                      <a:endParaRPr lang="en-US" sz="1800" b="1" noProof="0" dirty="0">
                        <a:latin typeface="Hack" panose="020B0609030202020204"/>
                      </a:endParaRPr>
                    </a:p>
                  </a:txBody>
                  <a:tcPr/>
                </a:tc>
                <a:tc>
                  <a:txBody>
                    <a:bodyPr/>
                    <a:lstStyle/>
                    <a:p>
                      <a:r>
                        <a:rPr lang="en-US" sz="1800" noProof="0" dirty="0">
                          <a:latin typeface="+mn-lt"/>
                        </a:rPr>
                        <a:t>Execute command on lines </a:t>
                      </a:r>
                      <a:r>
                        <a:rPr lang="en-US" sz="1800" b="1" noProof="0" dirty="0">
                          <a:latin typeface="+mn-lt"/>
                        </a:rPr>
                        <a:t>n</a:t>
                      </a:r>
                      <a:r>
                        <a:rPr lang="en-US" sz="1800" noProof="0" dirty="0">
                          <a:latin typeface="+mn-lt"/>
                        </a:rPr>
                        <a:t> to </a:t>
                      </a:r>
                      <a:r>
                        <a:rPr lang="en-US" sz="1800" b="1" noProof="0" dirty="0">
                          <a:latin typeface="+mn-lt"/>
                        </a:rPr>
                        <a:t>m</a:t>
                      </a:r>
                      <a:r>
                        <a:rPr lang="en-US" sz="1800" noProof="0" dirty="0">
                          <a:latin typeface="+mn-lt"/>
                        </a:rPr>
                        <a:t> (inclusively)</a:t>
                      </a:r>
                    </a:p>
                  </a:txBody>
                  <a:tcPr/>
                </a:tc>
                <a:extLst>
                  <a:ext uri="{0D108BD9-81ED-4DB2-BD59-A6C34878D82A}">
                    <a16:rowId xmlns:a16="http://schemas.microsoft.com/office/drawing/2014/main" val="3729469966"/>
                  </a:ext>
                </a:extLst>
              </a:tr>
              <a:tr h="370840">
                <a:tc>
                  <a:txBody>
                    <a:bodyPr/>
                    <a:lstStyle/>
                    <a:p>
                      <a:r>
                        <a:rPr lang="en-US" sz="1800" b="1" noProof="0" dirty="0">
                          <a:latin typeface="Hack" panose="020B0609030202020204"/>
                        </a:rPr>
                        <a:t>:1,$</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command on all lines</a:t>
                      </a:r>
                    </a:p>
                  </a:txBody>
                  <a:tcPr/>
                </a:tc>
                <a:extLst>
                  <a:ext uri="{0D108BD9-81ED-4DB2-BD59-A6C34878D82A}">
                    <a16:rowId xmlns:a16="http://schemas.microsoft.com/office/drawing/2014/main" val="186150260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latin typeface="Hack" panose="020B0609030202020204"/>
                        </a:rPr>
                        <a:t>:/RE1/,/RE2/</a:t>
                      </a:r>
                      <a:r>
                        <a:rPr lang="en-US" sz="1800" b="1" noProof="0" dirty="0">
                          <a:solidFill>
                            <a:srgbClr val="FF0000"/>
                          </a:solidFill>
                          <a:latin typeface="Hack" panose="020B0609030202020204"/>
                        </a:rPr>
                        <a:t>command</a:t>
                      </a:r>
                      <a:endParaRPr lang="en-US" sz="1800" noProof="0" dirty="0">
                        <a:latin typeface="Hack" panose="020B0609030202020204"/>
                      </a:endParaRPr>
                    </a:p>
                  </a:txBody>
                  <a:tcPr/>
                </a:tc>
                <a:tc>
                  <a:txBody>
                    <a:bodyPr/>
                    <a:lstStyle/>
                    <a:p>
                      <a:r>
                        <a:rPr lang="en-US" sz="1800" noProof="0" dirty="0">
                          <a:latin typeface="+mn-lt"/>
                        </a:rPr>
                        <a:t>Execute command starting with the line matching </a:t>
                      </a:r>
                      <a:r>
                        <a:rPr lang="en-US" sz="1800" b="1" noProof="0" dirty="0">
                          <a:latin typeface="+mn-lt"/>
                        </a:rPr>
                        <a:t>RE1</a:t>
                      </a:r>
                      <a:r>
                        <a:rPr lang="en-US" sz="1800" noProof="0" dirty="0">
                          <a:latin typeface="+mn-lt"/>
                        </a:rPr>
                        <a:t> to the line matching </a:t>
                      </a:r>
                      <a:r>
                        <a:rPr lang="en-US" sz="1800" b="1" noProof="0" dirty="0">
                          <a:latin typeface="+mn-lt"/>
                        </a:rPr>
                        <a:t>RE2</a:t>
                      </a:r>
                      <a:r>
                        <a:rPr lang="en-US" sz="1800" noProof="0" dirty="0">
                          <a:latin typeface="+mn-lt"/>
                        </a:rPr>
                        <a:t> (inclusively) </a:t>
                      </a:r>
                      <a:endParaRPr lang="en-US" sz="1800" i="1" noProof="0" dirty="0">
                        <a:latin typeface="+mn-lt"/>
                      </a:endParaRPr>
                    </a:p>
                  </a:txBody>
                  <a:tcPr/>
                </a:tc>
                <a:extLst>
                  <a:ext uri="{0D108BD9-81ED-4DB2-BD59-A6C34878D82A}">
                    <a16:rowId xmlns:a16="http://schemas.microsoft.com/office/drawing/2014/main" val="446752320"/>
                  </a:ext>
                </a:extLst>
              </a:tr>
            </a:tbl>
          </a:graphicData>
        </a:graphic>
      </p:graphicFrame>
    </p:spTree>
    <p:extLst>
      <p:ext uri="{BB962C8B-B14F-4D97-AF65-F5344CB8AC3E}">
        <p14:creationId xmlns:p14="http://schemas.microsoft.com/office/powerpoint/2010/main" val="1040356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0B6FDC-0E33-67E3-504E-95D1850665D3}"/>
              </a:ext>
            </a:extLst>
          </p:cNvPr>
          <p:cNvSpPr>
            <a:spLocks noGrp="1"/>
          </p:cNvSpPr>
          <p:nvPr>
            <p:ph type="ctrTitle"/>
          </p:nvPr>
        </p:nvSpPr>
        <p:spPr/>
        <p:txBody>
          <a:bodyPr/>
          <a:lstStyle/>
          <a:p>
            <a:r>
              <a:rPr lang="en-US" noProof="0" dirty="0"/>
              <a:t>Replace text (one line)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noProof="0" dirty="0">
                <a:solidFill>
                  <a:schemeClr val="tx1"/>
                </a:solidFill>
              </a:rPr>
              <a:t>ex mode replace</a:t>
            </a:r>
          </a:p>
          <a:p>
            <a:r>
              <a:rPr lang="en-US" noProof="0" dirty="0">
                <a:solidFill>
                  <a:schemeClr val="tx1"/>
                </a:solidFill>
              </a:rPr>
              <a:t>(RE = Regular expression </a:t>
            </a:r>
            <a:r>
              <a:rPr lang="en-US" noProof="0" dirty="0">
                <a:solidFill>
                  <a:srgbClr val="7030A0"/>
                </a:solidFill>
              </a:rPr>
              <a:t>–&gt; a pattern</a:t>
            </a:r>
            <a:r>
              <a:rPr lang="en-US" noProof="0" dirty="0">
                <a:solidFill>
                  <a:schemeClr val="tx1"/>
                </a:solidFill>
              </a:rPr>
              <a:t>)</a:t>
            </a:r>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29</a:t>
            </a:fld>
            <a:endParaRPr lang="en-US" noProof="0" dirty="0"/>
          </a:p>
        </p:txBody>
      </p:sp>
      <p:sp>
        <p:nvSpPr>
          <p:cNvPr id="8" name="Oval 7">
            <a:extLst>
              <a:ext uri="{FF2B5EF4-FFF2-40B4-BE49-F238E27FC236}">
                <a16:creationId xmlns:a16="http://schemas.microsoft.com/office/drawing/2014/main" id="{A999269D-05A7-71AF-3A2F-8A68ABCC643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6" name="Picture 5">
            <a:extLst>
              <a:ext uri="{FF2B5EF4-FFF2-40B4-BE49-F238E27FC236}">
                <a16:creationId xmlns:a16="http://schemas.microsoft.com/office/drawing/2014/main" id="{931E9644-3DC9-ABD0-9269-A5D2F4B59B0E}"/>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9" name="Table 5">
            <a:extLst>
              <a:ext uri="{FF2B5EF4-FFF2-40B4-BE49-F238E27FC236}">
                <a16:creationId xmlns:a16="http://schemas.microsoft.com/office/drawing/2014/main" id="{CD75CFB4-49E9-1F55-4C7C-C8471874063C}"/>
              </a:ext>
            </a:extLst>
          </p:cNvPr>
          <p:cNvGraphicFramePr>
            <a:graphicFrameLocks noGrp="1"/>
          </p:cNvGraphicFramePr>
          <p:nvPr>
            <p:extLst>
              <p:ext uri="{D42A27DB-BD31-4B8C-83A1-F6EECF244321}">
                <p14:modId xmlns:p14="http://schemas.microsoft.com/office/powerpoint/2010/main" val="3387682888"/>
              </p:ext>
            </p:extLst>
          </p:nvPr>
        </p:nvGraphicFramePr>
        <p:xfrm>
          <a:off x="438061" y="2898162"/>
          <a:ext cx="8738427" cy="2425677"/>
        </p:xfrm>
        <a:graphic>
          <a:graphicData uri="http://schemas.openxmlformats.org/drawingml/2006/table">
            <a:tbl>
              <a:tblPr firstRow="1" bandRow="1">
                <a:tableStyleId>{7DF18680-E054-41AD-8BC1-D1AEF772440D}</a:tableStyleId>
              </a:tblPr>
              <a:tblGrid>
                <a:gridCol w="2332183">
                  <a:extLst>
                    <a:ext uri="{9D8B030D-6E8A-4147-A177-3AD203B41FA5}">
                      <a16:colId xmlns:a16="http://schemas.microsoft.com/office/drawing/2014/main" val="574467707"/>
                    </a:ext>
                  </a:extLst>
                </a:gridCol>
                <a:gridCol w="6406244">
                  <a:extLst>
                    <a:ext uri="{9D8B030D-6E8A-4147-A177-3AD203B41FA5}">
                      <a16:colId xmlns:a16="http://schemas.microsoft.com/office/drawing/2014/main" val="1543793797"/>
                    </a:ext>
                  </a:extLst>
                </a:gridCol>
              </a:tblGrid>
              <a:tr h="418822">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24639">
                <a:tc>
                  <a:txBody>
                    <a:bodyPr/>
                    <a:lstStyle/>
                    <a:p>
                      <a:r>
                        <a:rPr lang="en-US" sz="1800" b="1" noProof="0" dirty="0">
                          <a:solidFill>
                            <a:srgbClr val="7030A0"/>
                          </a:solidFill>
                          <a:latin typeface="Hack"/>
                        </a:rPr>
                        <a:t>:s/RE/new/</a:t>
                      </a:r>
                      <a:endParaRPr lang="en-US" sz="1800" noProof="0" dirty="0">
                        <a:latin typeface="Hack"/>
                      </a:endParaRPr>
                    </a:p>
                  </a:txBody>
                  <a:tcPr/>
                </a:tc>
                <a:tc>
                  <a:txBody>
                    <a:bodyPr/>
                    <a:lstStyle/>
                    <a:p>
                      <a:r>
                        <a:rPr lang="en-US" sz="1800" noProof="0" dirty="0">
                          <a:latin typeface="+mn-lt"/>
                        </a:rPr>
                        <a:t>Replace first occurrence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this line</a:t>
                      </a:r>
                    </a:p>
                  </a:txBody>
                  <a:tcPr/>
                </a:tc>
                <a:extLst>
                  <a:ext uri="{0D108BD9-81ED-4DB2-BD59-A6C34878D82A}">
                    <a16:rowId xmlns:a16="http://schemas.microsoft.com/office/drawing/2014/main" val="3687238724"/>
                  </a:ext>
                </a:extLst>
              </a:tr>
              <a:tr h="424639">
                <a:tc>
                  <a:txBody>
                    <a:bodyPr/>
                    <a:lstStyle/>
                    <a:p>
                      <a:r>
                        <a:rPr lang="en-US" sz="1800" b="1" noProof="0" dirty="0">
                          <a:solidFill>
                            <a:srgbClr val="7030A0"/>
                          </a:solidFill>
                          <a:latin typeface="Hack"/>
                        </a:rPr>
                        <a:t>:5s/RE/new/</a:t>
                      </a:r>
                      <a:endParaRPr lang="en-US" sz="1800" noProof="0" dirty="0">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Replace first occurrence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line 5</a:t>
                      </a:r>
                    </a:p>
                  </a:txBody>
                  <a:tcPr/>
                </a:tc>
                <a:extLst>
                  <a:ext uri="{0D108BD9-81ED-4DB2-BD59-A6C34878D82A}">
                    <a16:rowId xmlns:a16="http://schemas.microsoft.com/office/drawing/2014/main" val="3903260496"/>
                  </a:ext>
                </a:extLst>
              </a:tr>
              <a:tr h="424639">
                <a:tc>
                  <a:txBody>
                    <a:bodyPr/>
                    <a:lstStyle/>
                    <a:p>
                      <a:r>
                        <a:rPr lang="en-US" sz="1800" b="1" noProof="0" dirty="0">
                          <a:solidFill>
                            <a:srgbClr val="7030A0"/>
                          </a:solidFill>
                          <a:latin typeface="Hack"/>
                        </a:rPr>
                        <a:t>:50s/RE/new/g</a:t>
                      </a:r>
                      <a:endParaRPr lang="en-US" sz="1800" noProof="0" dirty="0">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Replace all occurrences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line 50</a:t>
                      </a:r>
                    </a:p>
                  </a:txBody>
                  <a:tcPr/>
                </a:tc>
                <a:extLst>
                  <a:ext uri="{0D108BD9-81ED-4DB2-BD59-A6C34878D82A}">
                    <a16:rowId xmlns:a16="http://schemas.microsoft.com/office/drawing/2014/main" val="3751613463"/>
                  </a:ext>
                </a:extLst>
              </a:tr>
              <a:tr h="732938">
                <a:tc>
                  <a:txBody>
                    <a:bodyPr/>
                    <a:lstStyle/>
                    <a:p>
                      <a:r>
                        <a:rPr lang="en-US" sz="1800" b="1" noProof="0" dirty="0">
                          <a:solidFill>
                            <a:srgbClr val="7030A0"/>
                          </a:solidFill>
                          <a:latin typeface="Hack"/>
                        </a:rPr>
                        <a:t>:20s/RE/new/</a:t>
                      </a:r>
                      <a:r>
                        <a:rPr lang="en-US" sz="1800" b="1" noProof="0" dirty="0" err="1">
                          <a:solidFill>
                            <a:srgbClr val="7030A0"/>
                          </a:solidFill>
                          <a:latin typeface="Hack"/>
                        </a:rPr>
                        <a:t>gc</a:t>
                      </a:r>
                      <a:endParaRPr lang="en-US" sz="1800" noProof="0" dirty="0">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Replace all occurrences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line 50 confirming each change</a:t>
                      </a:r>
                    </a:p>
                  </a:txBody>
                  <a:tcPr/>
                </a:tc>
                <a:extLst>
                  <a:ext uri="{0D108BD9-81ED-4DB2-BD59-A6C34878D82A}">
                    <a16:rowId xmlns:a16="http://schemas.microsoft.com/office/drawing/2014/main" val="3936310487"/>
                  </a:ext>
                </a:extLst>
              </a:tr>
            </a:tbl>
          </a:graphicData>
        </a:graphic>
      </p:graphicFrame>
    </p:spTree>
    <p:extLst>
      <p:ext uri="{BB962C8B-B14F-4D97-AF65-F5344CB8AC3E}">
        <p14:creationId xmlns:p14="http://schemas.microsoft.com/office/powerpoint/2010/main" val="3496031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8C5A1E-436F-BBC7-904D-52E2C3BB5A04}"/>
              </a:ext>
            </a:extLst>
          </p:cNvPr>
          <p:cNvSpPr>
            <a:spLocks noGrp="1"/>
          </p:cNvSpPr>
          <p:nvPr>
            <p:ph type="ctrTitle"/>
          </p:nvPr>
        </p:nvSpPr>
        <p:spPr/>
        <p:txBody>
          <a:bodyPr/>
          <a:lstStyle/>
          <a:p>
            <a:r>
              <a:rPr lang="en-US" noProof="0" dirty="0"/>
              <a:t>Replace text (all lines)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ex mode replace</a:t>
            </a:r>
          </a:p>
          <a:p>
            <a:endParaRPr lang="en-US" sz="1800" b="1" noProof="0" dirty="0">
              <a:solidFill>
                <a:schemeClr val="tx1"/>
              </a:solidFill>
            </a:endParaRPr>
          </a:p>
          <a:p>
            <a:endParaRPr lang="en-US" sz="1800" b="1" noProof="0" dirty="0">
              <a:solidFill>
                <a:schemeClr val="tx1"/>
              </a:solidFill>
            </a:endParaRPr>
          </a:p>
          <a:p>
            <a:endParaRPr lang="en-US" sz="1800" b="1" noProof="0" dirty="0">
              <a:solidFill>
                <a:schemeClr val="tx1"/>
              </a:solidFill>
            </a:endParaRPr>
          </a:p>
          <a:p>
            <a:endParaRPr lang="en-US" sz="1800" b="1" noProof="0" dirty="0">
              <a:solidFill>
                <a:schemeClr val="tx1"/>
              </a:solidFill>
            </a:endParaRPr>
          </a:p>
          <a:p>
            <a:endParaRPr lang="en-US" sz="1800" b="1" noProof="0" dirty="0">
              <a:solidFill>
                <a:schemeClr val="tx1"/>
              </a:solidFill>
            </a:endParaRPr>
          </a:p>
          <a:p>
            <a:endParaRPr lang="en-US" sz="1800" b="1" noProof="0" dirty="0">
              <a:solidFill>
                <a:schemeClr val="tx1"/>
              </a:solidFill>
            </a:endParaRPr>
          </a:p>
          <a:p>
            <a:endParaRPr lang="en-US" sz="1800" b="1" noProof="0" dirty="0">
              <a:solidFill>
                <a:schemeClr val="tx1"/>
              </a:solidFill>
            </a:endParaRPr>
          </a:p>
          <a:p>
            <a:r>
              <a:rPr lang="en-US" sz="1800" b="1" noProof="0" dirty="0">
                <a:solidFill>
                  <a:schemeClr val="tx1"/>
                </a:solidFill>
              </a:rPr>
              <a:t>Note:</a:t>
            </a:r>
            <a:r>
              <a:rPr lang="en-US" sz="1800" noProof="0" dirty="0">
                <a:solidFill>
                  <a:schemeClr val="tx1"/>
                </a:solidFill>
              </a:rPr>
              <a:t> </a:t>
            </a:r>
            <a:r>
              <a:rPr lang="en-US" noProof="0" dirty="0">
                <a:solidFill>
                  <a:schemeClr val="tx1"/>
                </a:solidFill>
              </a:rPr>
              <a:t>F</a:t>
            </a:r>
            <a:r>
              <a:rPr lang="en-US" sz="1800" noProof="0" dirty="0">
                <a:solidFill>
                  <a:schemeClr val="tx1"/>
                </a:solidFill>
              </a:rPr>
              <a:t>or any other range replace </a:t>
            </a: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1,$ </a:t>
            </a:r>
            <a:r>
              <a:rPr lang="en-US" sz="1800" noProof="0" dirty="0">
                <a:solidFill>
                  <a:schemeClr val="tx1"/>
                </a:solidFill>
              </a:rPr>
              <a:t>with the required range. Examples follow.</a:t>
            </a:r>
            <a:endParaRPr lang="en-US" sz="1800" b="1" noProof="0" dirty="0">
              <a:solidFill>
                <a:schemeClr val="tx1"/>
              </a:solidFill>
            </a:endParaRPr>
          </a:p>
          <a:p>
            <a:endParaRPr lang="en-US" sz="32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
        <p:nvSpPr>
          <p:cNvPr id="8" name="Oval 7">
            <a:extLst>
              <a:ext uri="{FF2B5EF4-FFF2-40B4-BE49-F238E27FC236}">
                <a16:creationId xmlns:a16="http://schemas.microsoft.com/office/drawing/2014/main" id="{A999269D-05A7-71AF-3A2F-8A68ABCC643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6" name="Picture 5">
            <a:extLst>
              <a:ext uri="{FF2B5EF4-FFF2-40B4-BE49-F238E27FC236}">
                <a16:creationId xmlns:a16="http://schemas.microsoft.com/office/drawing/2014/main" id="{33DCF976-5D24-438D-8EBA-FB34E0039E6E}"/>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9" name="Table 5">
            <a:extLst>
              <a:ext uri="{FF2B5EF4-FFF2-40B4-BE49-F238E27FC236}">
                <a16:creationId xmlns:a16="http://schemas.microsoft.com/office/drawing/2014/main" id="{D523AF26-692F-6C83-5080-3F6F325BA31C}"/>
              </a:ext>
            </a:extLst>
          </p:cNvPr>
          <p:cNvGraphicFramePr>
            <a:graphicFrameLocks noGrp="1"/>
          </p:cNvGraphicFramePr>
          <p:nvPr>
            <p:extLst>
              <p:ext uri="{D42A27DB-BD31-4B8C-83A1-F6EECF244321}">
                <p14:modId xmlns:p14="http://schemas.microsoft.com/office/powerpoint/2010/main" val="2554931463"/>
              </p:ext>
            </p:extLst>
          </p:nvPr>
        </p:nvGraphicFramePr>
        <p:xfrm>
          <a:off x="443922" y="2445380"/>
          <a:ext cx="9112093" cy="1911670"/>
        </p:xfrm>
        <a:graphic>
          <a:graphicData uri="http://schemas.openxmlformats.org/drawingml/2006/table">
            <a:tbl>
              <a:tblPr firstRow="1" bandRow="1">
                <a:tableStyleId>{7DF18680-E054-41AD-8BC1-D1AEF772440D}</a:tableStyleId>
              </a:tblPr>
              <a:tblGrid>
                <a:gridCol w="2721405">
                  <a:extLst>
                    <a:ext uri="{9D8B030D-6E8A-4147-A177-3AD203B41FA5}">
                      <a16:colId xmlns:a16="http://schemas.microsoft.com/office/drawing/2014/main" val="574467707"/>
                    </a:ext>
                  </a:extLst>
                </a:gridCol>
                <a:gridCol w="6390688">
                  <a:extLst>
                    <a:ext uri="{9D8B030D-6E8A-4147-A177-3AD203B41FA5}">
                      <a16:colId xmlns:a16="http://schemas.microsoft.com/office/drawing/2014/main" val="1543793797"/>
                    </a:ext>
                  </a:extLst>
                </a:gridCol>
              </a:tblGrid>
              <a:tr h="40011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05674">
                <a:tc>
                  <a:txBody>
                    <a:bodyPr/>
                    <a:lstStyle/>
                    <a:p>
                      <a:r>
                        <a:rPr lang="en-US" sz="1800" b="1" noProof="0" dirty="0">
                          <a:solidFill>
                            <a:srgbClr val="7030A0"/>
                          </a:solidFill>
                          <a:latin typeface="Hack" panose="020B0609030202020204"/>
                        </a:rPr>
                        <a:t>:1,$s/RE/new/</a:t>
                      </a:r>
                      <a:endParaRPr lang="en-US" sz="1800" noProof="0" dirty="0">
                        <a:latin typeface="Hack" panose="020B0609030202020204"/>
                      </a:endParaRPr>
                    </a:p>
                  </a:txBody>
                  <a:tcPr/>
                </a:tc>
                <a:tc>
                  <a:txBody>
                    <a:bodyPr/>
                    <a:lstStyle/>
                    <a:p>
                      <a:r>
                        <a:rPr lang="en-US" sz="1800" noProof="0" dirty="0">
                          <a:latin typeface="+mn-lt"/>
                        </a:rPr>
                        <a:t>Replace first occurrence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all lines</a:t>
                      </a:r>
                    </a:p>
                  </a:txBody>
                  <a:tcPr/>
                </a:tc>
                <a:extLst>
                  <a:ext uri="{0D108BD9-81ED-4DB2-BD59-A6C34878D82A}">
                    <a16:rowId xmlns:a16="http://schemas.microsoft.com/office/drawing/2014/main" val="3687238724"/>
                  </a:ext>
                </a:extLst>
              </a:tr>
              <a:tr h="405674">
                <a:tc>
                  <a:txBody>
                    <a:bodyPr/>
                    <a:lstStyle/>
                    <a:p>
                      <a:r>
                        <a:rPr lang="en-US" sz="1800" b="1" noProof="0" dirty="0">
                          <a:solidFill>
                            <a:srgbClr val="7030A0"/>
                          </a:solidFill>
                          <a:latin typeface="Hack" panose="020B0609030202020204"/>
                        </a:rPr>
                        <a:t>:1,$s/RE/new/g</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Replace all occurrences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all lines</a:t>
                      </a:r>
                    </a:p>
                  </a:txBody>
                  <a:tcPr/>
                </a:tc>
                <a:extLst>
                  <a:ext uri="{0D108BD9-81ED-4DB2-BD59-A6C34878D82A}">
                    <a16:rowId xmlns:a16="http://schemas.microsoft.com/office/drawing/2014/main" val="3751613463"/>
                  </a:ext>
                </a:extLst>
              </a:tr>
              <a:tr h="700205">
                <a:tc>
                  <a:txBody>
                    <a:bodyPr/>
                    <a:lstStyle/>
                    <a:p>
                      <a:r>
                        <a:rPr lang="en-US" sz="1800" b="1" noProof="0" dirty="0">
                          <a:solidFill>
                            <a:srgbClr val="7030A0"/>
                          </a:solidFill>
                          <a:latin typeface="Hack" panose="020B0609030202020204"/>
                        </a:rPr>
                        <a:t>:1,$s/RE/new/</a:t>
                      </a:r>
                      <a:r>
                        <a:rPr lang="en-US" sz="1800" b="1" noProof="0" dirty="0" err="1">
                          <a:solidFill>
                            <a:srgbClr val="7030A0"/>
                          </a:solidFill>
                          <a:latin typeface="Hack" panose="020B0609030202020204"/>
                        </a:rPr>
                        <a:t>gc</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Replace all occurrences of </a:t>
                      </a:r>
                      <a:r>
                        <a:rPr lang="en-US" sz="1800" b="1" noProof="0" dirty="0">
                          <a:latin typeface="+mn-lt"/>
                        </a:rPr>
                        <a:t>RE </a:t>
                      </a:r>
                      <a:r>
                        <a:rPr lang="en-US" sz="1800" b="0" noProof="0" dirty="0">
                          <a:latin typeface="+mn-lt"/>
                        </a:rPr>
                        <a:t>w</a:t>
                      </a:r>
                      <a:r>
                        <a:rPr lang="en-US" sz="1800" noProof="0" dirty="0">
                          <a:latin typeface="+mn-lt"/>
                        </a:rPr>
                        <a:t>ith </a:t>
                      </a:r>
                      <a:r>
                        <a:rPr lang="en-US" sz="1800" b="1" noProof="0" dirty="0">
                          <a:latin typeface="+mn-lt"/>
                        </a:rPr>
                        <a:t>new</a:t>
                      </a:r>
                      <a:r>
                        <a:rPr lang="en-US" sz="1800" noProof="0" dirty="0">
                          <a:latin typeface="+mn-lt"/>
                        </a:rPr>
                        <a:t> on all lines confirming each change</a:t>
                      </a:r>
                    </a:p>
                  </a:txBody>
                  <a:tcPr/>
                </a:tc>
                <a:extLst>
                  <a:ext uri="{0D108BD9-81ED-4DB2-BD59-A6C34878D82A}">
                    <a16:rowId xmlns:a16="http://schemas.microsoft.com/office/drawing/2014/main" val="3936310487"/>
                  </a:ext>
                </a:extLst>
              </a:tr>
            </a:tbl>
          </a:graphicData>
        </a:graphic>
      </p:graphicFrame>
    </p:spTree>
    <p:extLst>
      <p:ext uri="{BB962C8B-B14F-4D97-AF65-F5344CB8AC3E}">
        <p14:creationId xmlns:p14="http://schemas.microsoft.com/office/powerpoint/2010/main" val="1630271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E45891-6F2B-2544-B66C-B9A2F9777D47}"/>
              </a:ext>
            </a:extLst>
          </p:cNvPr>
          <p:cNvSpPr>
            <a:spLocks noGrp="1"/>
          </p:cNvSpPr>
          <p:nvPr>
            <p:ph type="ctrTitle"/>
          </p:nvPr>
        </p:nvSpPr>
        <p:spPr/>
        <p:txBody>
          <a:bodyPr/>
          <a:lstStyle/>
          <a:p>
            <a:r>
              <a:rPr lang="en-US" noProof="0" dirty="0"/>
              <a:t>Replace text (ranges)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ex mode replace</a:t>
            </a:r>
          </a:p>
          <a:p>
            <a:endParaRPr lang="en-US" sz="3200" noProof="0" dirty="0">
              <a:solidFill>
                <a:schemeClr val="tx1"/>
              </a:solidFill>
            </a:endParaRPr>
          </a:p>
          <a:p>
            <a:endParaRPr lang="en-US" sz="32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sp>
        <p:nvSpPr>
          <p:cNvPr id="8" name="Oval 7">
            <a:extLst>
              <a:ext uri="{FF2B5EF4-FFF2-40B4-BE49-F238E27FC236}">
                <a16:creationId xmlns:a16="http://schemas.microsoft.com/office/drawing/2014/main" id="{BBC067E8-7395-1ABC-48BE-2D592F697B5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6" name="Picture 5">
            <a:extLst>
              <a:ext uri="{FF2B5EF4-FFF2-40B4-BE49-F238E27FC236}">
                <a16:creationId xmlns:a16="http://schemas.microsoft.com/office/drawing/2014/main" id="{E0D7F9D7-32AB-E989-C6DB-5157D3FB6373}"/>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9" name="Table 5">
            <a:extLst>
              <a:ext uri="{FF2B5EF4-FFF2-40B4-BE49-F238E27FC236}">
                <a16:creationId xmlns:a16="http://schemas.microsoft.com/office/drawing/2014/main" id="{CE628013-0F2C-81D6-AED6-22DDDEF34774}"/>
              </a:ext>
            </a:extLst>
          </p:cNvPr>
          <p:cNvGraphicFramePr>
            <a:graphicFrameLocks noGrp="1"/>
          </p:cNvGraphicFramePr>
          <p:nvPr>
            <p:extLst>
              <p:ext uri="{D42A27DB-BD31-4B8C-83A1-F6EECF244321}">
                <p14:modId xmlns:p14="http://schemas.microsoft.com/office/powerpoint/2010/main" val="102221215"/>
              </p:ext>
            </p:extLst>
          </p:nvPr>
        </p:nvGraphicFramePr>
        <p:xfrm>
          <a:off x="443922" y="2375850"/>
          <a:ext cx="8830948" cy="3029271"/>
        </p:xfrm>
        <a:graphic>
          <a:graphicData uri="http://schemas.openxmlformats.org/drawingml/2006/table">
            <a:tbl>
              <a:tblPr firstRow="1" bandRow="1">
                <a:tableStyleId>{7DF18680-E054-41AD-8BC1-D1AEF772440D}</a:tableStyleId>
              </a:tblPr>
              <a:tblGrid>
                <a:gridCol w="3173038">
                  <a:extLst>
                    <a:ext uri="{9D8B030D-6E8A-4147-A177-3AD203B41FA5}">
                      <a16:colId xmlns:a16="http://schemas.microsoft.com/office/drawing/2014/main" val="574467707"/>
                    </a:ext>
                  </a:extLst>
                </a:gridCol>
                <a:gridCol w="5657910">
                  <a:extLst>
                    <a:ext uri="{9D8B030D-6E8A-4147-A177-3AD203B41FA5}">
                      <a16:colId xmlns:a16="http://schemas.microsoft.com/office/drawing/2014/main" val="1543793797"/>
                    </a:ext>
                  </a:extLst>
                </a:gridCol>
              </a:tblGrid>
              <a:tr h="39087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684029">
                <a:tc>
                  <a:txBody>
                    <a:bodyPr/>
                    <a:lstStyle/>
                    <a:p>
                      <a:r>
                        <a:rPr lang="en-US" sz="1800" b="1" noProof="0" dirty="0">
                          <a:solidFill>
                            <a:srgbClr val="7030A0"/>
                          </a:solidFill>
                          <a:latin typeface="Hack" panose="020B0609030202020204"/>
                        </a:rPr>
                        <a:t>:14,20s/RE/new/</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Starting from the line </a:t>
                      </a:r>
                      <a:r>
                        <a:rPr lang="en-US" sz="1800" b="1" noProof="0" dirty="0">
                          <a:latin typeface="+mn-lt"/>
                        </a:rPr>
                        <a:t>14</a:t>
                      </a:r>
                      <a:r>
                        <a:rPr lang="en-US" sz="1800" noProof="0" dirty="0">
                          <a:latin typeface="+mn-lt"/>
                        </a:rPr>
                        <a:t> ending at the line </a:t>
                      </a:r>
                      <a:r>
                        <a:rPr lang="en-US" sz="1800" b="1" noProof="0" dirty="0">
                          <a:latin typeface="+mn-lt"/>
                        </a:rPr>
                        <a:t>20</a:t>
                      </a:r>
                      <a:r>
                        <a:rPr lang="en-US" sz="1800" noProof="0" dirty="0">
                          <a:latin typeface="+mn-lt"/>
                        </a:rPr>
                        <a:t> replace all occurrences of </a:t>
                      </a:r>
                      <a:r>
                        <a:rPr lang="en-US" sz="1800" b="1" noProof="0" dirty="0">
                          <a:latin typeface="+mn-lt"/>
                        </a:rPr>
                        <a:t>RE</a:t>
                      </a:r>
                      <a:r>
                        <a:rPr lang="en-US" sz="1800" noProof="0" dirty="0">
                          <a:latin typeface="+mn-lt"/>
                        </a:rPr>
                        <a:t> with </a:t>
                      </a:r>
                      <a:r>
                        <a:rPr lang="en-US" sz="1800" b="1" noProof="0" dirty="0">
                          <a:latin typeface="+mn-lt"/>
                        </a:rPr>
                        <a:t>new</a:t>
                      </a:r>
                    </a:p>
                  </a:txBody>
                  <a:tcPr/>
                </a:tc>
                <a:extLst>
                  <a:ext uri="{0D108BD9-81ED-4DB2-BD59-A6C34878D82A}">
                    <a16:rowId xmlns:a16="http://schemas.microsoft.com/office/drawing/2014/main" val="3687238724"/>
                  </a:ext>
                </a:extLst>
              </a:tr>
              <a:tr h="977184">
                <a:tc>
                  <a:txBody>
                    <a:bodyPr/>
                    <a:lstStyle/>
                    <a:p>
                      <a:r>
                        <a:rPr lang="en-US" sz="1800" b="1" noProof="0" dirty="0">
                          <a:solidFill>
                            <a:srgbClr val="7030A0"/>
                          </a:solidFill>
                          <a:latin typeface="Hack" panose="020B0609030202020204"/>
                        </a:rPr>
                        <a:t>:/RE1/,/RE2/s/RE3/new/g</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Starting from the line matching </a:t>
                      </a:r>
                      <a:r>
                        <a:rPr lang="en-US" sz="1800" b="1" noProof="0" dirty="0">
                          <a:latin typeface="+mn-lt"/>
                        </a:rPr>
                        <a:t>RE1</a:t>
                      </a:r>
                      <a:r>
                        <a:rPr lang="en-US" sz="1800" noProof="0" dirty="0">
                          <a:latin typeface="+mn-lt"/>
                        </a:rPr>
                        <a:t> ending at the line matching </a:t>
                      </a:r>
                      <a:r>
                        <a:rPr lang="en-US" sz="1800" b="1" noProof="0" dirty="0">
                          <a:latin typeface="+mn-lt"/>
                        </a:rPr>
                        <a:t>RE2</a:t>
                      </a:r>
                      <a:r>
                        <a:rPr lang="en-US" sz="1800" noProof="0" dirty="0">
                          <a:latin typeface="+mn-lt"/>
                        </a:rPr>
                        <a:t> replace all occurrences of </a:t>
                      </a:r>
                      <a:r>
                        <a:rPr lang="en-US" sz="1800" b="1" noProof="0" dirty="0">
                          <a:latin typeface="+mn-lt"/>
                        </a:rPr>
                        <a:t>RE3</a:t>
                      </a:r>
                      <a:r>
                        <a:rPr lang="en-US" sz="1800" noProof="0" dirty="0">
                          <a:latin typeface="+mn-lt"/>
                        </a:rPr>
                        <a:t> with </a:t>
                      </a:r>
                      <a:r>
                        <a:rPr lang="en-US" sz="1800" b="1" noProof="0" dirty="0">
                          <a:latin typeface="+mn-lt"/>
                        </a:rPr>
                        <a:t>new</a:t>
                      </a:r>
                    </a:p>
                  </a:txBody>
                  <a:tcPr/>
                </a:tc>
                <a:extLst>
                  <a:ext uri="{0D108BD9-81ED-4DB2-BD59-A6C34878D82A}">
                    <a16:rowId xmlns:a16="http://schemas.microsoft.com/office/drawing/2014/main" val="3751613463"/>
                  </a:ext>
                </a:extLst>
              </a:tr>
              <a:tr h="977184">
                <a:tc>
                  <a:txBody>
                    <a:bodyPr/>
                    <a:lstStyle/>
                    <a:p>
                      <a:r>
                        <a:rPr lang="en-US" sz="1800" b="1" noProof="0" dirty="0">
                          <a:solidFill>
                            <a:srgbClr val="7030A0"/>
                          </a:solidFill>
                          <a:latin typeface="Hack" panose="020B0609030202020204"/>
                        </a:rPr>
                        <a:t>:20,/RE1/s/RE2/new/g</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Starting from the line </a:t>
                      </a:r>
                      <a:r>
                        <a:rPr lang="en-US" sz="1800" b="1" noProof="0" dirty="0">
                          <a:latin typeface="+mn-lt"/>
                        </a:rPr>
                        <a:t>20</a:t>
                      </a:r>
                      <a:r>
                        <a:rPr lang="en-US" sz="1800" noProof="0" dirty="0">
                          <a:latin typeface="+mn-lt"/>
                        </a:rPr>
                        <a:t> ending at the line matching </a:t>
                      </a:r>
                      <a:r>
                        <a:rPr lang="en-US" sz="1800" b="1" noProof="0" dirty="0">
                          <a:latin typeface="+mn-lt"/>
                        </a:rPr>
                        <a:t>RE1</a:t>
                      </a:r>
                      <a:r>
                        <a:rPr lang="en-US" sz="1800" noProof="0" dirty="0">
                          <a:latin typeface="+mn-lt"/>
                        </a:rPr>
                        <a:t> replace all occurrences of </a:t>
                      </a:r>
                      <a:r>
                        <a:rPr lang="en-US" sz="1800" b="1" noProof="0" dirty="0">
                          <a:latin typeface="+mn-lt"/>
                        </a:rPr>
                        <a:t>RE2</a:t>
                      </a:r>
                      <a:r>
                        <a:rPr lang="en-US" sz="1800" noProof="0" dirty="0">
                          <a:latin typeface="+mn-lt"/>
                        </a:rPr>
                        <a:t> with </a:t>
                      </a:r>
                      <a:r>
                        <a:rPr lang="en-US" sz="1800" b="1" noProof="0" dirty="0">
                          <a:latin typeface="+mn-lt"/>
                        </a:rPr>
                        <a:t>new</a:t>
                      </a:r>
                    </a:p>
                  </a:txBody>
                  <a:tcPr/>
                </a:tc>
                <a:extLst>
                  <a:ext uri="{0D108BD9-81ED-4DB2-BD59-A6C34878D82A}">
                    <a16:rowId xmlns:a16="http://schemas.microsoft.com/office/drawing/2014/main" val="3936310487"/>
                  </a:ext>
                </a:extLst>
              </a:tr>
            </a:tbl>
          </a:graphicData>
        </a:graphic>
      </p:graphicFrame>
    </p:spTree>
    <p:extLst>
      <p:ext uri="{BB962C8B-B14F-4D97-AF65-F5344CB8AC3E}">
        <p14:creationId xmlns:p14="http://schemas.microsoft.com/office/powerpoint/2010/main" val="3195739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3F2D3CF-8D52-B0EC-35E6-0D88A0778F22}"/>
              </a:ext>
            </a:extLst>
          </p:cNvPr>
          <p:cNvSpPr>
            <a:spLocks noGrp="1"/>
          </p:cNvSpPr>
          <p:nvPr>
            <p:ph type="ctrTitle"/>
          </p:nvPr>
        </p:nvSpPr>
        <p:spPr/>
        <p:txBody>
          <a:bodyPr/>
          <a:lstStyle/>
          <a:p>
            <a:r>
              <a:rPr lang="en-US" noProof="0" dirty="0"/>
              <a:t>Reading from</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r>
              <a:rPr lang="en-US" noProof="0" dirty="0">
                <a:solidFill>
                  <a:schemeClr val="tx1"/>
                </a:solidFill>
              </a:rPr>
              <a:t>Reading in</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
        <p:nvSpPr>
          <p:cNvPr id="8" name="Oval 7">
            <a:extLst>
              <a:ext uri="{FF2B5EF4-FFF2-40B4-BE49-F238E27FC236}">
                <a16:creationId xmlns:a16="http://schemas.microsoft.com/office/drawing/2014/main" id="{BBC067E8-7395-1ABC-48BE-2D592F697B5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3" name="Picture 4">
            <a:extLst>
              <a:ext uri="{FF2B5EF4-FFF2-40B4-BE49-F238E27FC236}">
                <a16:creationId xmlns:a16="http://schemas.microsoft.com/office/drawing/2014/main" id="{796FE2E3-EEF0-A94C-4CDD-99A749E767E8}"/>
              </a:ext>
            </a:extLst>
          </p:cNvPr>
          <p:cNvPicPr>
            <a:picLocks noChangeAspect="1" noChangeArrowheads="1"/>
          </p:cNvPicPr>
          <p:nvPr/>
        </p:nvPicPr>
        <p:blipFill>
          <a:blip r:embed="rId3" cstate="print"/>
          <a:srcRect/>
          <a:stretch>
            <a:fillRect/>
          </a:stretch>
        </p:blipFill>
        <p:spPr bwMode="auto">
          <a:xfrm>
            <a:off x="407942" y="4462849"/>
            <a:ext cx="1790649" cy="1812679"/>
          </a:xfrm>
          <a:prstGeom prst="rect">
            <a:avLst/>
          </a:prstGeom>
          <a:noFill/>
          <a:ln w="9525">
            <a:noFill/>
            <a:round/>
            <a:headEnd/>
            <a:tailEnd/>
          </a:ln>
        </p:spPr>
      </p:pic>
      <p:pic>
        <p:nvPicPr>
          <p:cNvPr id="5" name="Picture 4">
            <a:extLst>
              <a:ext uri="{FF2B5EF4-FFF2-40B4-BE49-F238E27FC236}">
                <a16:creationId xmlns:a16="http://schemas.microsoft.com/office/drawing/2014/main" id="{F7820627-3EF6-BC13-A306-124B0BE77668}"/>
              </a:ext>
            </a:extLst>
          </p:cNvPr>
          <p:cNvPicPr>
            <a:picLocks noChangeAspect="1"/>
          </p:cNvPicPr>
          <p:nvPr/>
        </p:nvPicPr>
        <p:blipFill>
          <a:blip r:embed="rId4"/>
          <a:stretch>
            <a:fillRect/>
          </a:stretch>
        </p:blipFill>
        <p:spPr>
          <a:xfrm>
            <a:off x="9724438" y="671344"/>
            <a:ext cx="1886537" cy="1806106"/>
          </a:xfrm>
          <a:prstGeom prst="rect">
            <a:avLst/>
          </a:prstGeom>
        </p:spPr>
      </p:pic>
      <p:graphicFrame>
        <p:nvGraphicFramePr>
          <p:cNvPr id="10" name="Table 5">
            <a:extLst>
              <a:ext uri="{FF2B5EF4-FFF2-40B4-BE49-F238E27FC236}">
                <a16:creationId xmlns:a16="http://schemas.microsoft.com/office/drawing/2014/main" id="{10FC5154-8DFF-D8F1-318A-28F1AC21342C}"/>
              </a:ext>
            </a:extLst>
          </p:cNvPr>
          <p:cNvGraphicFramePr>
            <a:graphicFrameLocks noGrp="1"/>
          </p:cNvGraphicFramePr>
          <p:nvPr>
            <p:extLst>
              <p:ext uri="{D42A27DB-BD31-4B8C-83A1-F6EECF244321}">
                <p14:modId xmlns:p14="http://schemas.microsoft.com/office/powerpoint/2010/main" val="3075953633"/>
              </p:ext>
            </p:extLst>
          </p:nvPr>
        </p:nvGraphicFramePr>
        <p:xfrm>
          <a:off x="443922" y="2188427"/>
          <a:ext cx="8734425" cy="2016760"/>
        </p:xfrm>
        <a:graphic>
          <a:graphicData uri="http://schemas.openxmlformats.org/drawingml/2006/table">
            <a:tbl>
              <a:tblPr firstRow="1" bandRow="1">
                <a:tableStyleId>{7DF18680-E054-41AD-8BC1-D1AEF772440D}</a:tableStyleId>
              </a:tblPr>
              <a:tblGrid>
                <a:gridCol w="1872558">
                  <a:extLst>
                    <a:ext uri="{9D8B030D-6E8A-4147-A177-3AD203B41FA5}">
                      <a16:colId xmlns:a16="http://schemas.microsoft.com/office/drawing/2014/main" val="574467707"/>
                    </a:ext>
                  </a:extLst>
                </a:gridCol>
                <a:gridCol w="6861867">
                  <a:extLst>
                    <a:ext uri="{9D8B030D-6E8A-4147-A177-3AD203B41FA5}">
                      <a16:colId xmlns:a16="http://schemas.microsoft.com/office/drawing/2014/main" val="154379379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370840">
                <a:tc>
                  <a:txBody>
                    <a:bodyPr/>
                    <a:lstStyle/>
                    <a:p>
                      <a:r>
                        <a:rPr lang="en-US" sz="1800" b="1" noProof="0" dirty="0">
                          <a:solidFill>
                            <a:srgbClr val="7030A0"/>
                          </a:solidFill>
                          <a:latin typeface="Hack"/>
                        </a:rPr>
                        <a:t>:r file</a:t>
                      </a:r>
                      <a:endParaRPr lang="en-US" sz="1800" i="1" noProof="0" dirty="0">
                        <a:latin typeface="Hack"/>
                      </a:endParaRPr>
                    </a:p>
                  </a:txBody>
                  <a:tcPr/>
                </a:tc>
                <a:tc>
                  <a:txBody>
                    <a:bodyPr/>
                    <a:lstStyle/>
                    <a:p>
                      <a:r>
                        <a:rPr lang="en-US" sz="1800" noProof="0" dirty="0">
                          <a:latin typeface="+mn-lt"/>
                        </a:rPr>
                        <a:t>Read contents of a file called file and place it after current line</a:t>
                      </a:r>
                    </a:p>
                  </a:txBody>
                  <a:tcPr/>
                </a:tc>
                <a:extLst>
                  <a:ext uri="{0D108BD9-81ED-4DB2-BD59-A6C34878D82A}">
                    <a16:rowId xmlns:a16="http://schemas.microsoft.com/office/drawing/2014/main" val="3687238724"/>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rgbClr val="7030A0"/>
                          </a:solidFill>
                          <a:latin typeface="Hack"/>
                        </a:rPr>
                        <a:t>:!command</a:t>
                      </a:r>
                      <a:endParaRPr lang="en-US" sz="1800" i="1" noProof="0" dirty="0">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Execute the shell-command command showing results (</a:t>
                      </a:r>
                      <a:r>
                        <a:rPr lang="en-US" sz="1800" b="1" noProof="0" dirty="0">
                          <a:latin typeface="+mn-lt"/>
                        </a:rPr>
                        <a:t>&lt;CR&gt;</a:t>
                      </a:r>
                      <a:r>
                        <a:rPr lang="en-US" sz="1800" noProof="0" dirty="0">
                          <a:latin typeface="+mn-lt"/>
                        </a:rPr>
                        <a:t> to return)</a:t>
                      </a:r>
                      <a:endParaRPr lang="en-US" sz="1800" b="1" noProof="0" dirty="0">
                        <a:latin typeface="+mn-lt"/>
                      </a:endParaRPr>
                    </a:p>
                  </a:txBody>
                  <a:tcPr/>
                </a:tc>
                <a:extLst>
                  <a:ext uri="{0D108BD9-81ED-4DB2-BD59-A6C34878D82A}">
                    <a16:rowId xmlns:a16="http://schemas.microsoft.com/office/drawing/2014/main" val="3751613463"/>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rgbClr val="7030A0"/>
                          </a:solidFill>
                          <a:latin typeface="Hack"/>
                        </a:rPr>
                        <a:t>:</a:t>
                      </a:r>
                      <a:r>
                        <a:rPr lang="en-US" sz="1800" b="1" noProof="0" dirty="0" err="1">
                          <a:solidFill>
                            <a:srgbClr val="7030A0"/>
                          </a:solidFill>
                          <a:latin typeface="Hack"/>
                        </a:rPr>
                        <a:t>r!command</a:t>
                      </a:r>
                      <a:endParaRPr lang="en-US" sz="1800" i="1" noProof="0" dirty="0">
                        <a:latin typeface="Hack"/>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Execute the shell-command placing its output after the current line</a:t>
                      </a:r>
                      <a:endParaRPr lang="en-US" sz="1800" i="1" noProof="0" dirty="0">
                        <a:latin typeface="+mn-lt"/>
                      </a:endParaRPr>
                    </a:p>
                  </a:txBody>
                  <a:tcPr/>
                </a:tc>
                <a:extLst>
                  <a:ext uri="{0D108BD9-81ED-4DB2-BD59-A6C34878D82A}">
                    <a16:rowId xmlns:a16="http://schemas.microsoft.com/office/drawing/2014/main" val="3936310487"/>
                  </a:ext>
                </a:extLst>
              </a:tr>
            </a:tbl>
          </a:graphicData>
        </a:graphic>
      </p:graphicFrame>
    </p:spTree>
    <p:extLst>
      <p:ext uri="{BB962C8B-B14F-4D97-AF65-F5344CB8AC3E}">
        <p14:creationId xmlns:p14="http://schemas.microsoft.com/office/powerpoint/2010/main" val="754147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846BAB7-544D-784D-7722-14504F3A6A05}"/>
              </a:ext>
            </a:extLst>
          </p:cNvPr>
          <p:cNvSpPr>
            <a:spLocks noGrp="1"/>
          </p:cNvSpPr>
          <p:nvPr>
            <p:ph type="ctrTitle"/>
          </p:nvPr>
        </p:nvSpPr>
        <p:spPr/>
        <p:txBody>
          <a:bodyPr/>
          <a:lstStyle/>
          <a:p>
            <a:r>
              <a:rPr lang="en-US" noProof="0" dirty="0"/>
              <a:t>Writing to files</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r>
              <a:rPr lang="en-US" sz="1800" noProof="0" dirty="0">
                <a:solidFill>
                  <a:schemeClr val="tx1"/>
                </a:solidFill>
              </a:rPr>
              <a:t>Writing to a file</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33</a:t>
            </a:fld>
            <a:endParaRPr lang="en-US" noProof="0" dirty="0"/>
          </a:p>
        </p:txBody>
      </p:sp>
      <p:sp>
        <p:nvSpPr>
          <p:cNvPr id="8" name="Oval 7">
            <a:extLst>
              <a:ext uri="{FF2B5EF4-FFF2-40B4-BE49-F238E27FC236}">
                <a16:creationId xmlns:a16="http://schemas.microsoft.com/office/drawing/2014/main" id="{BBC067E8-7395-1ABC-48BE-2D592F697B5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6" name="Picture 5">
            <a:extLst>
              <a:ext uri="{FF2B5EF4-FFF2-40B4-BE49-F238E27FC236}">
                <a16:creationId xmlns:a16="http://schemas.microsoft.com/office/drawing/2014/main" id="{37F2BDF7-43B0-5668-C7B3-0E0FBD6FD754}"/>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9" name="Table 5">
            <a:extLst>
              <a:ext uri="{FF2B5EF4-FFF2-40B4-BE49-F238E27FC236}">
                <a16:creationId xmlns:a16="http://schemas.microsoft.com/office/drawing/2014/main" id="{2A563639-0633-2ABA-D634-3D03245817D4}"/>
              </a:ext>
            </a:extLst>
          </p:cNvPr>
          <p:cNvGraphicFramePr>
            <a:graphicFrameLocks noGrp="1"/>
          </p:cNvGraphicFramePr>
          <p:nvPr>
            <p:extLst>
              <p:ext uri="{D42A27DB-BD31-4B8C-83A1-F6EECF244321}">
                <p14:modId xmlns:p14="http://schemas.microsoft.com/office/powerpoint/2010/main" val="3032189170"/>
              </p:ext>
            </p:extLst>
          </p:nvPr>
        </p:nvGraphicFramePr>
        <p:xfrm>
          <a:off x="443922" y="2403912"/>
          <a:ext cx="8221075" cy="2076650"/>
        </p:xfrm>
        <a:graphic>
          <a:graphicData uri="http://schemas.openxmlformats.org/drawingml/2006/table">
            <a:tbl>
              <a:tblPr firstRow="1" bandRow="1">
                <a:tableStyleId>{7DF18680-E054-41AD-8BC1-D1AEF772440D}</a:tableStyleId>
              </a:tblPr>
              <a:tblGrid>
                <a:gridCol w="1994478">
                  <a:extLst>
                    <a:ext uri="{9D8B030D-6E8A-4147-A177-3AD203B41FA5}">
                      <a16:colId xmlns:a16="http://schemas.microsoft.com/office/drawing/2014/main" val="574467707"/>
                    </a:ext>
                  </a:extLst>
                </a:gridCol>
                <a:gridCol w="6226597">
                  <a:extLst>
                    <a:ext uri="{9D8B030D-6E8A-4147-A177-3AD203B41FA5}">
                      <a16:colId xmlns:a16="http://schemas.microsoft.com/office/drawing/2014/main" val="1543793797"/>
                    </a:ext>
                  </a:extLst>
                </a:gridCol>
              </a:tblGrid>
              <a:tr h="41076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416471">
                <a:tc>
                  <a:txBody>
                    <a:bodyPr/>
                    <a:lstStyle/>
                    <a:p>
                      <a:r>
                        <a:rPr lang="en-US" sz="1800" b="1" noProof="0" dirty="0">
                          <a:solidFill>
                            <a:srgbClr val="7030A0"/>
                          </a:solidFill>
                          <a:latin typeface="Hack"/>
                        </a:rPr>
                        <a:t>:w</a:t>
                      </a:r>
                      <a:endParaRPr lang="en-US" sz="1800" noProof="0" dirty="0">
                        <a:latin typeface="Hack"/>
                      </a:endParaRPr>
                    </a:p>
                  </a:txBody>
                  <a:tcPr/>
                </a:tc>
                <a:tc>
                  <a:txBody>
                    <a:bodyPr/>
                    <a:lstStyle/>
                    <a:p>
                      <a:r>
                        <a:rPr lang="en-US" sz="1800" noProof="0" dirty="0">
                          <a:latin typeface="+mn-lt"/>
                        </a:rPr>
                        <a:t>Write (save) to the current file</a:t>
                      </a:r>
                    </a:p>
                  </a:txBody>
                  <a:tcPr/>
                </a:tc>
                <a:extLst>
                  <a:ext uri="{0D108BD9-81ED-4DB2-BD59-A6C34878D82A}">
                    <a16:rowId xmlns:a16="http://schemas.microsoft.com/office/drawing/2014/main" val="3687238724"/>
                  </a:ext>
                </a:extLst>
              </a:tr>
              <a:tr h="416471">
                <a:tc>
                  <a:txBody>
                    <a:bodyPr/>
                    <a:lstStyle/>
                    <a:p>
                      <a:r>
                        <a:rPr lang="en-US" sz="1800" b="1" noProof="0" dirty="0">
                          <a:solidFill>
                            <a:srgbClr val="7030A0"/>
                          </a:solidFill>
                          <a:latin typeface="Hack"/>
                        </a:rPr>
                        <a:t>:w!</a:t>
                      </a:r>
                      <a:endParaRPr lang="en-US" sz="1800" noProof="0" dirty="0">
                        <a:latin typeface="Hack"/>
                      </a:endParaRPr>
                    </a:p>
                  </a:txBody>
                  <a:tcPr/>
                </a:tc>
                <a:tc>
                  <a:txBody>
                    <a:bodyPr/>
                    <a:lstStyle/>
                    <a:p>
                      <a:r>
                        <a:rPr lang="en-US" sz="1800" noProof="0" dirty="0">
                          <a:latin typeface="+mn-lt"/>
                        </a:rPr>
                        <a:t>Write (save) to the current file, overriding protection</a:t>
                      </a:r>
                    </a:p>
                  </a:txBody>
                  <a:tcPr/>
                </a:tc>
                <a:extLst>
                  <a:ext uri="{0D108BD9-81ED-4DB2-BD59-A6C34878D82A}">
                    <a16:rowId xmlns:a16="http://schemas.microsoft.com/office/drawing/2014/main" val="3903260496"/>
                  </a:ext>
                </a:extLst>
              </a:tr>
              <a:tr h="416471">
                <a:tc>
                  <a:txBody>
                    <a:bodyPr/>
                    <a:lstStyle/>
                    <a:p>
                      <a:r>
                        <a:rPr lang="en-US" sz="1800" b="1" noProof="0" dirty="0">
                          <a:solidFill>
                            <a:srgbClr val="7030A0"/>
                          </a:solidFill>
                          <a:latin typeface="Hack"/>
                        </a:rPr>
                        <a:t>:w file</a:t>
                      </a:r>
                      <a:endParaRPr lang="en-US" sz="1800" i="1" noProof="0" dirty="0">
                        <a:latin typeface="Hack"/>
                      </a:endParaRPr>
                    </a:p>
                  </a:txBody>
                  <a:tcPr/>
                </a:tc>
                <a:tc>
                  <a:txBody>
                    <a:bodyPr/>
                    <a:lstStyle/>
                    <a:p>
                      <a:r>
                        <a:rPr lang="en-US" sz="1800" noProof="0" dirty="0">
                          <a:latin typeface="+mn-lt"/>
                        </a:rPr>
                        <a:t>Write (save as) to file called </a:t>
                      </a:r>
                      <a:r>
                        <a:rPr lang="en-US" sz="1800" b="1" noProof="0" dirty="0">
                          <a:latin typeface="+mn-lt"/>
                        </a:rPr>
                        <a:t>file</a:t>
                      </a:r>
                      <a:endParaRPr lang="en-US" sz="1800" b="1" i="1" noProof="0" dirty="0">
                        <a:latin typeface="+mn-lt"/>
                      </a:endParaRPr>
                    </a:p>
                  </a:txBody>
                  <a:tcPr/>
                </a:tc>
                <a:extLst>
                  <a:ext uri="{0D108BD9-81ED-4DB2-BD59-A6C34878D82A}">
                    <a16:rowId xmlns:a16="http://schemas.microsoft.com/office/drawing/2014/main" val="3751613463"/>
                  </a:ext>
                </a:extLst>
              </a:tr>
              <a:tr h="416471">
                <a:tc>
                  <a:txBody>
                    <a:bodyPr/>
                    <a:lstStyle/>
                    <a:p>
                      <a:r>
                        <a:rPr lang="en-US" sz="1800" b="1" noProof="0" dirty="0">
                          <a:solidFill>
                            <a:srgbClr val="7030A0"/>
                          </a:solidFill>
                          <a:latin typeface="Hack"/>
                        </a:rPr>
                        <a:t>:</a:t>
                      </a:r>
                      <a:r>
                        <a:rPr lang="en-US" sz="1800" b="1" noProof="0" dirty="0" err="1">
                          <a:solidFill>
                            <a:srgbClr val="7030A0"/>
                          </a:solidFill>
                          <a:latin typeface="Hack"/>
                        </a:rPr>
                        <a:t>n,mw</a:t>
                      </a:r>
                      <a:r>
                        <a:rPr lang="en-US" sz="1800" b="1" noProof="0" dirty="0">
                          <a:solidFill>
                            <a:srgbClr val="7030A0"/>
                          </a:solidFill>
                          <a:latin typeface="Hack"/>
                        </a:rPr>
                        <a:t> file</a:t>
                      </a:r>
                      <a:endParaRPr lang="en-US" sz="1800" i="1" noProof="0" dirty="0">
                        <a:latin typeface="Hack"/>
                      </a:endParaRPr>
                    </a:p>
                  </a:txBody>
                  <a:tcPr/>
                </a:tc>
                <a:tc>
                  <a:txBody>
                    <a:bodyPr/>
                    <a:lstStyle/>
                    <a:p>
                      <a:r>
                        <a:rPr lang="en-US" sz="1800" noProof="0" dirty="0">
                          <a:latin typeface="+mn-lt"/>
                        </a:rPr>
                        <a:t>Write (save as) the range of text specified to file called </a:t>
                      </a:r>
                      <a:r>
                        <a:rPr lang="en-US" sz="1800" b="1" noProof="0" dirty="0">
                          <a:latin typeface="+mn-lt"/>
                        </a:rPr>
                        <a:t>file</a:t>
                      </a:r>
                      <a:endParaRPr lang="en-US" sz="1800" b="1" i="1" noProof="0" dirty="0">
                        <a:latin typeface="+mn-lt"/>
                      </a:endParaRPr>
                    </a:p>
                  </a:txBody>
                  <a:tcPr/>
                </a:tc>
                <a:extLst>
                  <a:ext uri="{0D108BD9-81ED-4DB2-BD59-A6C34878D82A}">
                    <a16:rowId xmlns:a16="http://schemas.microsoft.com/office/drawing/2014/main" val="3936310487"/>
                  </a:ext>
                </a:extLst>
              </a:tr>
            </a:tbl>
          </a:graphicData>
        </a:graphic>
      </p:graphicFrame>
    </p:spTree>
    <p:extLst>
      <p:ext uri="{BB962C8B-B14F-4D97-AF65-F5344CB8AC3E}">
        <p14:creationId xmlns:p14="http://schemas.microsoft.com/office/powerpoint/2010/main" val="3224108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8AFF56-A5F4-685C-E640-CD802B16E658}"/>
              </a:ext>
            </a:extLst>
          </p:cNvPr>
          <p:cNvSpPr>
            <a:spLocks noGrp="1"/>
          </p:cNvSpPr>
          <p:nvPr>
            <p:ph type="ctrTitle"/>
          </p:nvPr>
        </p:nvSpPr>
        <p:spPr/>
        <p:txBody>
          <a:bodyPr/>
          <a:lstStyle/>
          <a:p>
            <a:r>
              <a:rPr lang="en-US" noProof="0" dirty="0"/>
              <a:t>Leaving the editor</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r>
              <a:rPr lang="en-US" noProof="0" dirty="0">
                <a:solidFill>
                  <a:schemeClr val="tx1"/>
                </a:solidFill>
              </a:rPr>
              <a:t>Leaving vi</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34</a:t>
            </a:fld>
            <a:endParaRPr lang="en-US" noProof="0" dirty="0"/>
          </a:p>
        </p:txBody>
      </p:sp>
      <p:sp>
        <p:nvSpPr>
          <p:cNvPr id="8" name="Oval 7">
            <a:extLst>
              <a:ext uri="{FF2B5EF4-FFF2-40B4-BE49-F238E27FC236}">
                <a16:creationId xmlns:a16="http://schemas.microsoft.com/office/drawing/2014/main" id="{BBC067E8-7395-1ABC-48BE-2D592F697B5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6" name="Picture 5">
            <a:extLst>
              <a:ext uri="{FF2B5EF4-FFF2-40B4-BE49-F238E27FC236}">
                <a16:creationId xmlns:a16="http://schemas.microsoft.com/office/drawing/2014/main" id="{918F30F5-7442-9FA6-F342-AE124A65B8C4}"/>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9" name="Table 5">
            <a:extLst>
              <a:ext uri="{FF2B5EF4-FFF2-40B4-BE49-F238E27FC236}">
                <a16:creationId xmlns:a16="http://schemas.microsoft.com/office/drawing/2014/main" id="{C40D9BE6-056A-352B-8ED4-071F676E8294}"/>
              </a:ext>
            </a:extLst>
          </p:cNvPr>
          <p:cNvGraphicFramePr>
            <a:graphicFrameLocks noGrp="1"/>
          </p:cNvGraphicFramePr>
          <p:nvPr>
            <p:extLst>
              <p:ext uri="{D42A27DB-BD31-4B8C-83A1-F6EECF244321}">
                <p14:modId xmlns:p14="http://schemas.microsoft.com/office/powerpoint/2010/main" val="2464606497"/>
              </p:ext>
            </p:extLst>
          </p:nvPr>
        </p:nvGraphicFramePr>
        <p:xfrm>
          <a:off x="443922" y="2341880"/>
          <a:ext cx="7797283" cy="2118360"/>
        </p:xfrm>
        <a:graphic>
          <a:graphicData uri="http://schemas.openxmlformats.org/drawingml/2006/table">
            <a:tbl>
              <a:tblPr firstRow="1" bandRow="1">
                <a:tableStyleId>{7DF18680-E054-41AD-8BC1-D1AEF772440D}</a:tableStyleId>
              </a:tblPr>
              <a:tblGrid>
                <a:gridCol w="1784570">
                  <a:extLst>
                    <a:ext uri="{9D8B030D-6E8A-4147-A177-3AD203B41FA5}">
                      <a16:colId xmlns:a16="http://schemas.microsoft.com/office/drawing/2014/main" val="574467707"/>
                    </a:ext>
                  </a:extLst>
                </a:gridCol>
                <a:gridCol w="6012713">
                  <a:extLst>
                    <a:ext uri="{9D8B030D-6E8A-4147-A177-3AD203B41FA5}">
                      <a16:colId xmlns:a16="http://schemas.microsoft.com/office/drawing/2014/main" val="1543793797"/>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ex command</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Action</a:t>
                      </a:r>
                    </a:p>
                  </a:txBody>
                  <a:tcPr/>
                </a:tc>
                <a:extLst>
                  <a:ext uri="{0D108BD9-81ED-4DB2-BD59-A6C34878D82A}">
                    <a16:rowId xmlns:a16="http://schemas.microsoft.com/office/drawing/2014/main" val="3168188515"/>
                  </a:ext>
                </a:extLst>
              </a:tr>
              <a:tr h="370840">
                <a:tc>
                  <a:txBody>
                    <a:bodyPr/>
                    <a:lstStyle/>
                    <a:p>
                      <a:r>
                        <a:rPr lang="en-US" sz="1800" b="1" noProof="0" dirty="0">
                          <a:solidFill>
                            <a:srgbClr val="7030A0"/>
                          </a:solidFill>
                          <a:latin typeface="Hack"/>
                        </a:rPr>
                        <a:t>:q</a:t>
                      </a:r>
                      <a:endParaRPr lang="en-US" sz="1800" noProof="0" dirty="0">
                        <a:latin typeface="Hack"/>
                      </a:endParaRPr>
                    </a:p>
                  </a:txBody>
                  <a:tcPr/>
                </a:tc>
                <a:tc>
                  <a:txBody>
                    <a:bodyPr/>
                    <a:lstStyle/>
                    <a:p>
                      <a:r>
                        <a:rPr lang="en-US" sz="1800" noProof="0" dirty="0">
                          <a:latin typeface="+mn-lt"/>
                        </a:rPr>
                        <a:t>Quit (if no changes have been made since entering or last save)</a:t>
                      </a:r>
                    </a:p>
                  </a:txBody>
                  <a:tcPr/>
                </a:tc>
                <a:extLst>
                  <a:ext uri="{0D108BD9-81ED-4DB2-BD59-A6C34878D82A}">
                    <a16:rowId xmlns:a16="http://schemas.microsoft.com/office/drawing/2014/main" val="3687238724"/>
                  </a:ext>
                </a:extLst>
              </a:tr>
              <a:tr h="370840">
                <a:tc>
                  <a:txBody>
                    <a:bodyPr/>
                    <a:lstStyle/>
                    <a:p>
                      <a:r>
                        <a:rPr lang="en-US" sz="1800" b="1" noProof="0" dirty="0">
                          <a:solidFill>
                            <a:srgbClr val="7030A0"/>
                          </a:solidFill>
                          <a:latin typeface="Hack"/>
                        </a:rPr>
                        <a:t>:q!</a:t>
                      </a:r>
                      <a:endParaRPr lang="en-US" sz="1800" noProof="0" dirty="0">
                        <a:latin typeface="Hack"/>
                      </a:endParaRPr>
                    </a:p>
                  </a:txBody>
                  <a:tcPr/>
                </a:tc>
                <a:tc>
                  <a:txBody>
                    <a:bodyPr/>
                    <a:lstStyle/>
                    <a:p>
                      <a:r>
                        <a:rPr lang="en-US" sz="1800" noProof="0" dirty="0">
                          <a:latin typeface="+mn-lt"/>
                        </a:rPr>
                        <a:t>Force quit (loosing changes)</a:t>
                      </a:r>
                    </a:p>
                  </a:txBody>
                  <a:tcPr/>
                </a:tc>
                <a:extLst>
                  <a:ext uri="{0D108BD9-81ED-4DB2-BD59-A6C34878D82A}">
                    <a16:rowId xmlns:a16="http://schemas.microsoft.com/office/drawing/2014/main" val="3903260496"/>
                  </a:ext>
                </a:extLst>
              </a:tr>
              <a:tr h="370840">
                <a:tc>
                  <a:txBody>
                    <a:bodyPr/>
                    <a:lstStyle/>
                    <a:p>
                      <a:r>
                        <a:rPr lang="en-US" sz="1800" b="1" noProof="0" dirty="0">
                          <a:solidFill>
                            <a:srgbClr val="7030A0"/>
                          </a:solidFill>
                          <a:latin typeface="Hack"/>
                        </a:rPr>
                        <a:t>:x</a:t>
                      </a:r>
                      <a:endParaRPr lang="en-US" sz="1800" i="1" noProof="0" dirty="0">
                        <a:latin typeface="Hack"/>
                      </a:endParaRPr>
                    </a:p>
                  </a:txBody>
                  <a:tcPr/>
                </a:tc>
                <a:tc>
                  <a:txBody>
                    <a:bodyPr/>
                    <a:lstStyle/>
                    <a:p>
                      <a:r>
                        <a:rPr lang="en-US" sz="1800" noProof="0" dirty="0">
                          <a:latin typeface="+mn-lt"/>
                        </a:rPr>
                        <a:t>Save to current file (if needed) and quit</a:t>
                      </a:r>
                      <a:endParaRPr lang="en-US" sz="1800" b="1" i="1" noProof="0" dirty="0">
                        <a:latin typeface="+mn-lt"/>
                      </a:endParaRPr>
                    </a:p>
                  </a:txBody>
                  <a:tcPr/>
                </a:tc>
                <a:extLst>
                  <a:ext uri="{0D108BD9-81ED-4DB2-BD59-A6C34878D82A}">
                    <a16:rowId xmlns:a16="http://schemas.microsoft.com/office/drawing/2014/main" val="3751613463"/>
                  </a:ext>
                </a:extLst>
              </a:tr>
              <a:tr h="370840">
                <a:tc>
                  <a:txBody>
                    <a:bodyPr/>
                    <a:lstStyle/>
                    <a:p>
                      <a:r>
                        <a:rPr lang="en-US" sz="1800" b="1" noProof="0" dirty="0">
                          <a:solidFill>
                            <a:srgbClr val="7030A0"/>
                          </a:solidFill>
                          <a:latin typeface="Hack"/>
                        </a:rPr>
                        <a:t>:</a:t>
                      </a:r>
                      <a:r>
                        <a:rPr lang="en-US" sz="1800" b="1" noProof="0" dirty="0" err="1">
                          <a:solidFill>
                            <a:srgbClr val="7030A0"/>
                          </a:solidFill>
                          <a:latin typeface="Hack"/>
                        </a:rPr>
                        <a:t>wq</a:t>
                      </a:r>
                      <a:endParaRPr lang="en-US" sz="1800" i="1" noProof="0" dirty="0">
                        <a:latin typeface="Hack"/>
                      </a:endParaRPr>
                    </a:p>
                  </a:txBody>
                  <a:tcPr/>
                </a:tc>
                <a:tc>
                  <a:txBody>
                    <a:bodyPr/>
                    <a:lstStyle/>
                    <a:p>
                      <a:r>
                        <a:rPr lang="en-US" sz="1800" noProof="0" dirty="0">
                          <a:latin typeface="+mn-lt"/>
                        </a:rPr>
                        <a:t>Save to current file (if needed) and then quit</a:t>
                      </a:r>
                      <a:endParaRPr lang="en-US" sz="1800" b="1" i="1" noProof="0" dirty="0">
                        <a:latin typeface="+mn-lt"/>
                      </a:endParaRPr>
                    </a:p>
                  </a:txBody>
                  <a:tcPr/>
                </a:tc>
                <a:extLst>
                  <a:ext uri="{0D108BD9-81ED-4DB2-BD59-A6C34878D82A}">
                    <a16:rowId xmlns:a16="http://schemas.microsoft.com/office/drawing/2014/main" val="3936310487"/>
                  </a:ext>
                </a:extLst>
              </a:tr>
            </a:tbl>
          </a:graphicData>
        </a:graphic>
      </p:graphicFrame>
    </p:spTree>
    <p:extLst>
      <p:ext uri="{BB962C8B-B14F-4D97-AF65-F5344CB8AC3E}">
        <p14:creationId xmlns:p14="http://schemas.microsoft.com/office/powerpoint/2010/main" val="1130952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263AE84-219F-DB12-FCAA-851AF94B3CC6}"/>
              </a:ext>
            </a:extLst>
          </p:cNvPr>
          <p:cNvSpPr>
            <a:spLocks noGrp="1"/>
          </p:cNvSpPr>
          <p:nvPr>
            <p:ph type="ctrTitle"/>
          </p:nvPr>
        </p:nvSpPr>
        <p:spPr/>
        <p:txBody>
          <a:bodyPr/>
          <a:lstStyle/>
          <a:p>
            <a:r>
              <a:rPr lang="en-US" noProof="0" dirty="0"/>
              <a:t>Buffers</a:t>
            </a:r>
          </a:p>
        </p:txBody>
      </p:sp>
      <p:sp>
        <p:nvSpPr>
          <p:cNvPr id="2" name="Text Placeholder 1">
            <a:extLst>
              <a:ext uri="{FF2B5EF4-FFF2-40B4-BE49-F238E27FC236}">
                <a16:creationId xmlns:a16="http://schemas.microsoft.com/office/drawing/2014/main" id="{9B216265-20B3-4E21-0750-856C400FF8AC}"/>
              </a:ext>
            </a:extLst>
          </p:cNvPr>
          <p:cNvSpPr>
            <a:spLocks noGrp="1"/>
          </p:cNvSpPr>
          <p:nvPr>
            <p:ph sz="quarter" idx="4"/>
          </p:nvPr>
        </p:nvSpPr>
        <p:spPr/>
        <p:txBody>
          <a:bodyPr/>
          <a:lstStyle/>
          <a:p>
            <a:r>
              <a:rPr lang="en-US" noProof="0" dirty="0">
                <a:solidFill>
                  <a:schemeClr val="tx1"/>
                </a:solidFill>
              </a:rPr>
              <a:t>Editing multiple files</a:t>
            </a:r>
          </a:p>
        </p:txBody>
      </p:sp>
      <p:sp>
        <p:nvSpPr>
          <p:cNvPr id="4" name="Slide Number Placeholder 3">
            <a:extLst>
              <a:ext uri="{FF2B5EF4-FFF2-40B4-BE49-F238E27FC236}">
                <a16:creationId xmlns:a16="http://schemas.microsoft.com/office/drawing/2014/main" id="{43B05374-7670-6D2B-B872-94DC3BBB9B90}"/>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
        <p:nvSpPr>
          <p:cNvPr id="8" name="Oval 7">
            <a:extLst>
              <a:ext uri="{FF2B5EF4-FFF2-40B4-BE49-F238E27FC236}">
                <a16:creationId xmlns:a16="http://schemas.microsoft.com/office/drawing/2014/main" id="{BBC067E8-7395-1ABC-48BE-2D592F697B56}"/>
              </a:ext>
            </a:extLst>
          </p:cNvPr>
          <p:cNvSpPr>
            <a:spLocks noChangeArrowheads="1"/>
          </p:cNvSpPr>
          <p:nvPr/>
        </p:nvSpPr>
        <p:spPr bwMode="auto">
          <a:xfrm>
            <a:off x="9784703" y="5016523"/>
            <a:ext cx="1956936" cy="1064910"/>
          </a:xfrm>
          <a:prstGeom prst="ellipse">
            <a:avLst/>
          </a:prstGeom>
          <a:gradFill>
            <a:gsLst>
              <a:gs pos="33626">
                <a:schemeClr val="bg1">
                  <a:lumMod val="75000"/>
                </a:schemeClr>
              </a:gs>
              <a:gs pos="16377">
                <a:schemeClr val="bg1">
                  <a:lumMod val="65000"/>
                </a:schemeClr>
              </a:gs>
              <a:gs pos="0">
                <a:schemeClr val="bg1">
                  <a:lumMod val="50000"/>
                </a:schemeClr>
              </a:gs>
              <a:gs pos="65450">
                <a:schemeClr val="bg1">
                  <a:lumMod val="75000"/>
                </a:schemeClr>
              </a:gs>
              <a:gs pos="53000">
                <a:schemeClr val="bg1">
                  <a:lumMod val="85000"/>
                </a:schemeClr>
              </a:gs>
              <a:gs pos="83000">
                <a:schemeClr val="bg1">
                  <a:lumMod val="65000"/>
                </a:schemeClr>
              </a:gs>
              <a:gs pos="100000">
                <a:schemeClr val="bg1">
                  <a:lumMod val="50000"/>
                </a:schemeClr>
              </a:gs>
            </a:gsLst>
            <a:lin ang="5400000" scaled="0"/>
          </a:gradFill>
          <a:ln w="12573" algn="ctr">
            <a:solidFill>
              <a:srgbClr val="134183"/>
            </a:solidFill>
            <a:miter lim="800000"/>
            <a:headEnd/>
            <a:tailEnd/>
          </a:ln>
        </p:spPr>
        <p:txBody>
          <a:bodyPr wrap="none" anchor="ctr"/>
          <a:lstStyle/>
          <a:p>
            <a:pPr indent="168275" algn="ctr" defTabSz="720725" eaLnBrk="0" hangingPunct="0">
              <a:lnSpc>
                <a:spcPct val="110000"/>
              </a:lnSpc>
              <a:buClr>
                <a:srgbClr val="FF0000"/>
              </a:buClr>
              <a:buSzPct val="100000"/>
              <a:tabLst>
                <a:tab pos="571500" algn="l"/>
                <a:tab pos="1855788" algn="l"/>
              </a:tabLst>
              <a:defRPr/>
            </a:pPr>
            <a:r>
              <a:rPr lang="en-US" sz="1200" b="1" i="1" noProof="0" dirty="0"/>
              <a:t>ex Mode</a:t>
            </a:r>
          </a:p>
          <a:p>
            <a:pPr indent="168275" algn="ctr" defTabSz="720725" eaLnBrk="0" hangingPunct="0">
              <a:lnSpc>
                <a:spcPct val="110000"/>
              </a:lnSpc>
              <a:buClr>
                <a:srgbClr val="FF0000"/>
              </a:buClr>
              <a:buSzPct val="100000"/>
              <a:tabLst>
                <a:tab pos="571500" algn="l"/>
                <a:tab pos="1855788" algn="l"/>
              </a:tabLst>
              <a:defRPr/>
            </a:pPr>
            <a:r>
              <a:rPr lang="en-US" sz="800" b="1" i="1" noProof="0" dirty="0"/>
              <a:t>(ex’s line-editor commands</a:t>
            </a:r>
            <a:r>
              <a:rPr lang="en-US" sz="900" b="1" i="1" noProof="0" dirty="0"/>
              <a:t>)</a:t>
            </a:r>
          </a:p>
        </p:txBody>
      </p:sp>
      <p:pic>
        <p:nvPicPr>
          <p:cNvPr id="6" name="Picture 5">
            <a:extLst>
              <a:ext uri="{FF2B5EF4-FFF2-40B4-BE49-F238E27FC236}">
                <a16:creationId xmlns:a16="http://schemas.microsoft.com/office/drawing/2014/main" id="{C73EECF3-AAD2-781A-E38E-1704D591266A}"/>
              </a:ext>
            </a:extLst>
          </p:cNvPr>
          <p:cNvPicPr>
            <a:picLocks noChangeAspect="1"/>
          </p:cNvPicPr>
          <p:nvPr/>
        </p:nvPicPr>
        <p:blipFill>
          <a:blip r:embed="rId3"/>
          <a:stretch>
            <a:fillRect/>
          </a:stretch>
        </p:blipFill>
        <p:spPr>
          <a:xfrm>
            <a:off x="9724438" y="671344"/>
            <a:ext cx="1886537" cy="1806106"/>
          </a:xfrm>
          <a:prstGeom prst="rect">
            <a:avLst/>
          </a:prstGeom>
        </p:spPr>
      </p:pic>
      <p:graphicFrame>
        <p:nvGraphicFramePr>
          <p:cNvPr id="9" name="Table 5">
            <a:extLst>
              <a:ext uri="{FF2B5EF4-FFF2-40B4-BE49-F238E27FC236}">
                <a16:creationId xmlns:a16="http://schemas.microsoft.com/office/drawing/2014/main" id="{B4150DE5-CEF7-BD66-07B4-83D2A4571A59}"/>
              </a:ext>
            </a:extLst>
          </p:cNvPr>
          <p:cNvGraphicFramePr>
            <a:graphicFrameLocks noGrp="1"/>
          </p:cNvGraphicFramePr>
          <p:nvPr>
            <p:extLst>
              <p:ext uri="{D42A27DB-BD31-4B8C-83A1-F6EECF244321}">
                <p14:modId xmlns:p14="http://schemas.microsoft.com/office/powerpoint/2010/main" val="1957393872"/>
              </p:ext>
            </p:extLst>
          </p:nvPr>
        </p:nvGraphicFramePr>
        <p:xfrm>
          <a:off x="438060" y="2314890"/>
          <a:ext cx="8543380" cy="2860040"/>
        </p:xfrm>
        <a:graphic>
          <a:graphicData uri="http://schemas.openxmlformats.org/drawingml/2006/table">
            <a:tbl>
              <a:tblPr firstRow="1" bandRow="1">
                <a:tableStyleId>{7DF18680-E054-41AD-8BC1-D1AEF772440D}</a:tableStyleId>
              </a:tblPr>
              <a:tblGrid>
                <a:gridCol w="1898740">
                  <a:extLst>
                    <a:ext uri="{9D8B030D-6E8A-4147-A177-3AD203B41FA5}">
                      <a16:colId xmlns:a16="http://schemas.microsoft.com/office/drawing/2014/main" val="982864294"/>
                    </a:ext>
                  </a:extLst>
                </a:gridCol>
                <a:gridCol w="6644640">
                  <a:extLst>
                    <a:ext uri="{9D8B030D-6E8A-4147-A177-3AD203B41FA5}">
                      <a16:colId xmlns:a16="http://schemas.microsoft.com/office/drawing/2014/main" val="1764922706"/>
                    </a:ext>
                  </a:extLst>
                </a:gridCol>
              </a:tblGrid>
              <a:tr h="327403">
                <a:tc>
                  <a:txBody>
                    <a:bodyPr/>
                    <a:lstStyle/>
                    <a:p>
                      <a:r>
                        <a:rPr lang="en-US" sz="1800" noProof="0" dirty="0">
                          <a:solidFill>
                            <a:schemeClr val="tx1"/>
                          </a:solidFill>
                        </a:rPr>
                        <a:t>ex command</a:t>
                      </a:r>
                    </a:p>
                  </a:txBody>
                  <a:tcPr/>
                </a:tc>
                <a:tc>
                  <a:txBody>
                    <a:bodyPr/>
                    <a:lstStyle/>
                    <a:p>
                      <a:r>
                        <a:rPr lang="en-US" sz="1800" noProof="0" dirty="0">
                          <a:solidFill>
                            <a:schemeClr val="tx1"/>
                          </a:solidFill>
                        </a:rPr>
                        <a:t>Action</a:t>
                      </a:r>
                    </a:p>
                  </a:txBody>
                  <a:tcPr/>
                </a:tc>
                <a:extLst>
                  <a:ext uri="{0D108BD9-81ED-4DB2-BD59-A6C34878D82A}">
                    <a16:rowId xmlns:a16="http://schemas.microsoft.com/office/drawing/2014/main" val="846131210"/>
                  </a:ext>
                </a:extLst>
              </a:tr>
              <a:tr h="370840">
                <a:tc>
                  <a:txBody>
                    <a:bodyPr/>
                    <a:lstStyle/>
                    <a:p>
                      <a:r>
                        <a:rPr lang="en-US" sz="1800" b="1" noProof="0" dirty="0">
                          <a:solidFill>
                            <a:srgbClr val="7030A0"/>
                          </a:solidFill>
                          <a:latin typeface="Hack" panose="020B0609030202020204"/>
                        </a:rPr>
                        <a:t>:buffers</a:t>
                      </a:r>
                    </a:p>
                    <a:p>
                      <a:r>
                        <a:rPr lang="en-US" sz="1800" b="1" noProof="0" dirty="0">
                          <a:solidFill>
                            <a:srgbClr val="7030A0"/>
                          </a:solidFill>
                          <a:latin typeface="Hack" panose="020B0609030202020204"/>
                        </a:rPr>
                        <a:t>:ls</a:t>
                      </a:r>
                      <a:endParaRPr lang="en-US" sz="1800" noProof="0" dirty="0">
                        <a:latin typeface="Hack" panose="020B0609030202020204"/>
                      </a:endParaRPr>
                    </a:p>
                  </a:txBody>
                  <a:tcPr/>
                </a:tc>
                <a:tc>
                  <a:txBody>
                    <a:bodyPr/>
                    <a:lstStyle/>
                    <a:p>
                      <a:r>
                        <a:rPr lang="en-US" sz="1800" noProof="0" dirty="0"/>
                        <a:t>List currently available buffers</a:t>
                      </a:r>
                    </a:p>
                  </a:txBody>
                  <a:tcPr/>
                </a:tc>
                <a:extLst>
                  <a:ext uri="{0D108BD9-81ED-4DB2-BD59-A6C34878D82A}">
                    <a16:rowId xmlns:a16="http://schemas.microsoft.com/office/drawing/2014/main" val="1064658431"/>
                  </a:ext>
                </a:extLst>
              </a:tr>
              <a:tr h="370840">
                <a:tc>
                  <a:txBody>
                    <a:bodyPr/>
                    <a:lstStyle/>
                    <a:p>
                      <a:r>
                        <a:rPr lang="en-US" sz="1800" b="1" noProof="0" dirty="0">
                          <a:solidFill>
                            <a:srgbClr val="7030A0"/>
                          </a:solidFill>
                          <a:latin typeface="Hack" panose="020B0609030202020204"/>
                        </a:rPr>
                        <a:t>:e filename</a:t>
                      </a:r>
                      <a:endParaRPr lang="en-US" sz="1800" i="1" noProof="0" dirty="0">
                        <a:latin typeface="Hack" panose="020B0609030202020204"/>
                      </a:endParaRPr>
                    </a:p>
                  </a:txBody>
                  <a:tcPr/>
                </a:tc>
                <a:tc>
                  <a:txBody>
                    <a:bodyPr/>
                    <a:lstStyle/>
                    <a:p>
                      <a:r>
                        <a:rPr lang="en-US" sz="1800" noProof="0" dirty="0"/>
                        <a:t>Edit file in new buffer (need to save previous first)</a:t>
                      </a:r>
                    </a:p>
                  </a:txBody>
                  <a:tcPr/>
                </a:tc>
                <a:extLst>
                  <a:ext uri="{0D108BD9-81ED-4DB2-BD59-A6C34878D82A}">
                    <a16:rowId xmlns:a16="http://schemas.microsoft.com/office/drawing/2014/main" val="2938640569"/>
                  </a:ext>
                </a:extLst>
              </a:tr>
              <a:tr h="370840">
                <a:tc>
                  <a:txBody>
                    <a:bodyPr/>
                    <a:lstStyle/>
                    <a:p>
                      <a:r>
                        <a:rPr lang="en-US" sz="1800" b="1" noProof="0" dirty="0">
                          <a:solidFill>
                            <a:srgbClr val="7030A0"/>
                          </a:solidFill>
                          <a:latin typeface="Hack" panose="020B0609030202020204"/>
                        </a:rPr>
                        <a:t>:bp</a:t>
                      </a:r>
                      <a:endParaRPr lang="en-US" sz="1800" i="1" noProof="0" dirty="0">
                        <a:latin typeface="Hack" panose="020B0609030202020204"/>
                      </a:endParaRPr>
                    </a:p>
                  </a:txBody>
                  <a:tcPr/>
                </a:tc>
                <a:tc>
                  <a:txBody>
                    <a:bodyPr/>
                    <a:lstStyle/>
                    <a:p>
                      <a:r>
                        <a:rPr lang="en-US" sz="1800" noProof="0" dirty="0"/>
                        <a:t>Use previous buffer</a:t>
                      </a:r>
                      <a:endParaRPr lang="en-US" sz="1800" b="1" i="1" noProof="0" dirty="0"/>
                    </a:p>
                  </a:txBody>
                  <a:tcPr/>
                </a:tc>
                <a:extLst>
                  <a:ext uri="{0D108BD9-81ED-4DB2-BD59-A6C34878D82A}">
                    <a16:rowId xmlns:a16="http://schemas.microsoft.com/office/drawing/2014/main" val="710823796"/>
                  </a:ext>
                </a:extLst>
              </a:tr>
              <a:tr h="370840">
                <a:tc>
                  <a:txBody>
                    <a:bodyPr/>
                    <a:lstStyle/>
                    <a:p>
                      <a:r>
                        <a:rPr lang="en-US" sz="1800" b="1" noProof="0" dirty="0">
                          <a:solidFill>
                            <a:srgbClr val="7030A0"/>
                          </a:solidFill>
                          <a:latin typeface="Hack" panose="020B0609030202020204"/>
                        </a:rPr>
                        <a:t>:bn</a:t>
                      </a:r>
                      <a:endParaRPr lang="en-US" sz="1800" i="1" noProof="0" dirty="0">
                        <a:latin typeface="Hack" panose="020B0609030202020204"/>
                      </a:endParaRPr>
                    </a:p>
                  </a:txBody>
                  <a:tcPr/>
                </a:tc>
                <a:tc>
                  <a:txBody>
                    <a:bodyPr/>
                    <a:lstStyle/>
                    <a:p>
                      <a:r>
                        <a:rPr lang="en-US" sz="1800" noProof="0" dirty="0"/>
                        <a:t>Use next buffer</a:t>
                      </a:r>
                      <a:endParaRPr lang="en-US" sz="1800" b="1" i="1" noProof="0" dirty="0"/>
                    </a:p>
                  </a:txBody>
                  <a:tcPr/>
                </a:tc>
                <a:extLst>
                  <a:ext uri="{0D108BD9-81ED-4DB2-BD59-A6C34878D82A}">
                    <a16:rowId xmlns:a16="http://schemas.microsoft.com/office/drawing/2014/main" val="4028028797"/>
                  </a:ext>
                </a:extLst>
              </a:tr>
              <a:tr h="370840">
                <a:tc>
                  <a:txBody>
                    <a:bodyPr/>
                    <a:lstStyle/>
                    <a:p>
                      <a:r>
                        <a:rPr lang="en-US" sz="1800" b="1" noProof="0" dirty="0">
                          <a:solidFill>
                            <a:srgbClr val="7030A0"/>
                          </a:solidFill>
                          <a:latin typeface="Hack" panose="020B0609030202020204"/>
                        </a:rPr>
                        <a:t>:b3</a:t>
                      </a:r>
                      <a:endParaRPr lang="en-US" sz="1800" i="1" noProof="0" dirty="0">
                        <a:latin typeface="Hack" panose="020B0609030202020204"/>
                      </a:endParaRPr>
                    </a:p>
                  </a:txBody>
                  <a:tcPr/>
                </a:tc>
                <a:tc>
                  <a:txBody>
                    <a:bodyPr/>
                    <a:lstStyle/>
                    <a:p>
                      <a:r>
                        <a:rPr lang="en-US" sz="1800" noProof="0" dirty="0"/>
                        <a:t>Use buffer three</a:t>
                      </a:r>
                      <a:endParaRPr lang="en-US" sz="1800" b="1" i="1" noProof="0" dirty="0"/>
                    </a:p>
                  </a:txBody>
                  <a:tcPr/>
                </a:tc>
                <a:extLst>
                  <a:ext uri="{0D108BD9-81ED-4DB2-BD59-A6C34878D82A}">
                    <a16:rowId xmlns:a16="http://schemas.microsoft.com/office/drawing/2014/main" val="2317707533"/>
                  </a:ext>
                </a:extLst>
              </a:tr>
              <a:tr h="370840">
                <a:tc>
                  <a:txBody>
                    <a:bodyPr/>
                    <a:lstStyle/>
                    <a:p>
                      <a:r>
                        <a:rPr lang="en-US" sz="1800" b="1" noProof="0" dirty="0">
                          <a:solidFill>
                            <a:srgbClr val="7030A0"/>
                          </a:solidFill>
                          <a:latin typeface="Hack" panose="020B0609030202020204"/>
                        </a:rPr>
                        <a:t>:bd</a:t>
                      </a:r>
                      <a:endParaRPr lang="en-US" sz="1800" i="1" noProof="0" dirty="0">
                        <a:latin typeface="Hack" panose="020B0609030202020204"/>
                      </a:endParaRPr>
                    </a:p>
                  </a:txBody>
                  <a:tcPr/>
                </a:tc>
                <a:tc>
                  <a:txBody>
                    <a:bodyPr/>
                    <a:lstStyle/>
                    <a:p>
                      <a:r>
                        <a:rPr lang="en-US" sz="1800" noProof="0" dirty="0"/>
                        <a:t>Remove (delete) current buffer </a:t>
                      </a:r>
                      <a:r>
                        <a:rPr lang="en-US" sz="1800" b="0" noProof="0" dirty="0"/>
                        <a:t>(will need save)</a:t>
                      </a:r>
                      <a:endParaRPr lang="en-US" sz="1800" b="0" i="0" noProof="0" dirty="0"/>
                    </a:p>
                  </a:txBody>
                  <a:tcPr/>
                </a:tc>
                <a:extLst>
                  <a:ext uri="{0D108BD9-81ED-4DB2-BD59-A6C34878D82A}">
                    <a16:rowId xmlns:a16="http://schemas.microsoft.com/office/drawing/2014/main" val="2629419762"/>
                  </a:ext>
                </a:extLst>
              </a:tr>
            </a:tbl>
          </a:graphicData>
        </a:graphic>
      </p:graphicFrame>
    </p:spTree>
    <p:extLst>
      <p:ext uri="{BB962C8B-B14F-4D97-AF65-F5344CB8AC3E}">
        <p14:creationId xmlns:p14="http://schemas.microsoft.com/office/powerpoint/2010/main" val="1118464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ED7A81-F2C1-BCB2-B498-70DEC0C9BD3C}"/>
              </a:ext>
            </a:extLst>
          </p:cNvPr>
          <p:cNvSpPr>
            <a:spLocks noGrp="1"/>
          </p:cNvSpPr>
          <p:nvPr>
            <p:ph type="ctrTitle"/>
          </p:nvPr>
        </p:nvSpPr>
        <p:spPr>
          <a:xfrm>
            <a:off x="443921" y="500194"/>
            <a:ext cx="6679721" cy="858985"/>
          </a:xfrm>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3"/>
          </p:nvPr>
        </p:nvSpPr>
        <p:spPr>
          <a:xfrm>
            <a:off x="443921" y="1733108"/>
            <a:ext cx="6679721" cy="4061405"/>
          </a:xfrm>
        </p:spPr>
        <p:txBody>
          <a:bodyPr/>
          <a:lstStyle/>
          <a:p>
            <a:r>
              <a:rPr lang="en-US" noProof="0" dirty="0"/>
              <a:t>Which are the three modes of operation?</a:t>
            </a:r>
          </a:p>
          <a:p>
            <a:endParaRPr lang="en-US" noProof="0" dirty="0"/>
          </a:p>
          <a:p>
            <a:r>
              <a:rPr lang="en-US" noProof="0" dirty="0"/>
              <a:t>How do you move between them ?</a:t>
            </a:r>
          </a:p>
        </p:txBody>
      </p:sp>
    </p:spTree>
    <p:extLst>
      <p:ext uri="{BB962C8B-B14F-4D97-AF65-F5344CB8AC3E}">
        <p14:creationId xmlns:p14="http://schemas.microsoft.com/office/powerpoint/2010/main" val="3744534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ED18AA-8D86-223E-0882-D303EE43079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35E72B3C-E0F4-EFAE-3032-414C45C330A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6922217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4 – vi</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203526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Using nano</a:t>
            </a:r>
          </a:p>
        </p:txBody>
      </p:sp>
      <p:sp>
        <p:nvSpPr>
          <p:cNvPr id="2" name="Subtitle 1">
            <a:extLst>
              <a:ext uri="{FF2B5EF4-FFF2-40B4-BE49-F238E27FC236}">
                <a16:creationId xmlns:a16="http://schemas.microsoft.com/office/drawing/2014/main" id="{2F65FBAB-528F-75DC-F2B8-BE4DA21A2F10}"/>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158649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C383EC-849A-3136-A7BF-E065C34204CC}"/>
              </a:ext>
            </a:extLst>
          </p:cNvPr>
          <p:cNvSpPr>
            <a:spLocks noGrp="1"/>
          </p:cNvSpPr>
          <p:nvPr>
            <p:ph type="ctrTitle"/>
          </p:nvPr>
        </p:nvSpPr>
        <p:spPr/>
        <p:txBody>
          <a:bodyPr/>
          <a:lstStyle/>
          <a:p>
            <a:r>
              <a:rPr lang="en-US" noProof="0" dirty="0"/>
              <a:t>nano</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nano</a:t>
            </a:r>
            <a:r>
              <a:rPr lang="en-US" sz="1800" noProof="0" dirty="0">
                <a:solidFill>
                  <a:schemeClr val="tx1"/>
                </a:solidFill>
              </a:rPr>
              <a:t> is a (relatively new) visual display-presentation editor</a:t>
            </a:r>
          </a:p>
          <a:p>
            <a:pPr marL="465746" lvl="1" indent="-285750"/>
            <a:r>
              <a:rPr lang="en-US" sz="1800" noProof="0" dirty="0"/>
              <a:t>Based on the editor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pico</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US" sz="1800" noProof="0" dirty="0">
                <a:solidFill>
                  <a:schemeClr val="tx1"/>
                </a:solidFill>
              </a:rPr>
              <a:t>Interface much kinder for newcomers</a:t>
            </a:r>
          </a:p>
          <a:p>
            <a:pPr marL="285750" indent="-285750">
              <a:buFont typeface="Arial" panose="020B0604020202020204" pitchFamily="34" charset="0"/>
              <a:buChar char="•"/>
            </a:pPr>
            <a:r>
              <a:rPr lang="en-US" sz="1800" noProof="0" dirty="0">
                <a:solidFill>
                  <a:schemeClr val="tx1"/>
                </a:solidFill>
              </a:rPr>
              <a:t>Invoked as</a:t>
            </a:r>
            <a:r>
              <a:rPr lang="en-US" noProof="0" dirty="0">
                <a:solidFill>
                  <a:schemeClr val="tx1"/>
                </a:solidFill>
              </a:rPr>
              <a:t>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nano</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noProof="0" dirty="0">
                <a:solidFill>
                  <a:schemeClr val="tx1"/>
                </a:solidFill>
              </a:rPr>
              <a:t>file</a:t>
            </a:r>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40</a:t>
            </a:fld>
            <a:endParaRPr lang="en-US" noProof="0" dirty="0"/>
          </a:p>
        </p:txBody>
      </p:sp>
      <p:sp>
        <p:nvSpPr>
          <p:cNvPr id="8" name="Rectangle 3">
            <a:extLst>
              <a:ext uri="{FF2B5EF4-FFF2-40B4-BE49-F238E27FC236}">
                <a16:creationId xmlns:a16="http://schemas.microsoft.com/office/drawing/2014/main" id="{398985E0-8F69-4558-3F8C-E910E80E10CF}"/>
              </a:ext>
            </a:extLst>
          </p:cNvPr>
          <p:cNvSpPr>
            <a:spLocks noChangeArrowheads="1"/>
          </p:cNvSpPr>
          <p:nvPr/>
        </p:nvSpPr>
        <p:spPr bwMode="auto">
          <a:xfrm>
            <a:off x="603252" y="3851859"/>
            <a:ext cx="469761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a:spcBef>
                <a:spcPts val="41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nano</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afilename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4" name="Picture 3" descr="Text&#10;&#10;Description automatically generated">
            <a:extLst>
              <a:ext uri="{FF2B5EF4-FFF2-40B4-BE49-F238E27FC236}">
                <a16:creationId xmlns:a16="http://schemas.microsoft.com/office/drawing/2014/main" id="{90573B37-D655-CA5D-6BF0-719068710ECF}"/>
              </a:ext>
            </a:extLst>
          </p:cNvPr>
          <p:cNvPicPr>
            <a:picLocks noChangeAspect="1"/>
          </p:cNvPicPr>
          <p:nvPr/>
        </p:nvPicPr>
        <p:blipFill>
          <a:blip r:embed="rId3"/>
          <a:stretch>
            <a:fillRect/>
          </a:stretch>
        </p:blipFill>
        <p:spPr>
          <a:xfrm>
            <a:off x="6891139" y="3383040"/>
            <a:ext cx="5192090" cy="3128885"/>
          </a:xfrm>
          <a:prstGeom prst="rect">
            <a:avLst/>
          </a:prstGeom>
        </p:spPr>
      </p:pic>
      <p:pic>
        <p:nvPicPr>
          <p:cNvPr id="11" name="Picture 10">
            <a:extLst>
              <a:ext uri="{FF2B5EF4-FFF2-40B4-BE49-F238E27FC236}">
                <a16:creationId xmlns:a16="http://schemas.microsoft.com/office/drawing/2014/main" id="{A3700FB8-4F1F-B458-E230-08BA4140DFF6}"/>
              </a:ext>
            </a:extLst>
          </p:cNvPr>
          <p:cNvPicPr>
            <a:picLocks noChangeAspect="1"/>
          </p:cNvPicPr>
          <p:nvPr/>
        </p:nvPicPr>
        <p:blipFill>
          <a:blip r:embed="rId4"/>
          <a:stretch>
            <a:fillRect/>
          </a:stretch>
        </p:blipFill>
        <p:spPr>
          <a:xfrm>
            <a:off x="9782175" y="695324"/>
            <a:ext cx="1809750" cy="1842195"/>
          </a:xfrm>
          <a:prstGeom prst="rect">
            <a:avLst/>
          </a:prstGeom>
        </p:spPr>
      </p:pic>
    </p:spTree>
    <p:extLst>
      <p:ext uri="{BB962C8B-B14F-4D97-AF65-F5344CB8AC3E}">
        <p14:creationId xmlns:p14="http://schemas.microsoft.com/office/powerpoint/2010/main" val="3188967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D91D17-F048-43E5-E308-3F8716B1F537}"/>
              </a:ext>
            </a:extLst>
          </p:cNvPr>
          <p:cNvSpPr>
            <a:spLocks noGrp="1"/>
          </p:cNvSpPr>
          <p:nvPr>
            <p:ph type="ctrTitle"/>
          </p:nvPr>
        </p:nvSpPr>
        <p:spPr/>
        <p:txBody>
          <a:bodyPr/>
          <a:lstStyle/>
          <a:p>
            <a:r>
              <a:rPr lang="en-US" noProof="0" dirty="0"/>
              <a:t>Navigating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&lt;ctrl&gt;c </a:t>
            </a:r>
            <a:r>
              <a:rPr lang="en-US" sz="2000" noProof="0" dirty="0">
                <a:solidFill>
                  <a:schemeClr val="tx1"/>
                </a:solidFill>
              </a:rPr>
              <a:t>shows the current cursor position</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&lt;ctrl&gt;a </a:t>
            </a:r>
            <a:r>
              <a:rPr lang="en-US" sz="2000" noProof="0" dirty="0">
                <a:solidFill>
                  <a:schemeClr val="tx1"/>
                </a:solidFill>
              </a:rPr>
              <a:t>move to beginning of line</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&lt;ctrl&gt;e </a:t>
            </a:r>
            <a:r>
              <a:rPr lang="en-US" sz="2000" noProof="0" dirty="0">
                <a:solidFill>
                  <a:schemeClr val="tx1"/>
                </a:solidFill>
              </a:rPr>
              <a:t>move to end of line</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 </a:t>
            </a:r>
            <a:r>
              <a:rPr lang="en-US" sz="2000" noProof="0" dirty="0">
                <a:solidFill>
                  <a:schemeClr val="tx1"/>
                </a:solidFill>
              </a:rPr>
              <a:t>move to beginning of file</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 </a:t>
            </a:r>
            <a:r>
              <a:rPr lang="en-US" sz="2000" noProof="0" dirty="0">
                <a:solidFill>
                  <a:schemeClr val="tx1"/>
                </a:solidFill>
              </a:rPr>
              <a:t>move to end of file</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&lt;ctrl&gt;_ </a:t>
            </a:r>
            <a:r>
              <a:rPr lang="en-US" sz="2000" noProof="0" dirty="0">
                <a:solidFill>
                  <a:schemeClr val="tx1"/>
                </a:solidFill>
              </a:rPr>
              <a:t>(underscore) Goto line, char</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&lt;ctrl&gt;W </a:t>
            </a:r>
            <a:r>
              <a:rPr lang="en-US" sz="2000" noProof="0" dirty="0">
                <a:solidFill>
                  <a:schemeClr val="tx1"/>
                </a:solidFill>
              </a:rPr>
              <a:t>search</a:t>
            </a:r>
          </a:p>
          <a:p>
            <a:endParaRPr lang="en-US" sz="3200" noProof="0" dirty="0">
              <a:solidFill>
                <a:schemeClr val="tx1"/>
              </a:solidFill>
            </a:endParaRPr>
          </a:p>
          <a:p>
            <a:endParaRPr lang="en-US" sz="32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41</a:t>
            </a:fld>
            <a:endParaRPr lang="en-US" noProof="0" dirty="0"/>
          </a:p>
        </p:txBody>
      </p:sp>
      <p:pic>
        <p:nvPicPr>
          <p:cNvPr id="10" name="Picture 9" descr="Text&#10;&#10;Description automatically generated">
            <a:extLst>
              <a:ext uri="{FF2B5EF4-FFF2-40B4-BE49-F238E27FC236}">
                <a16:creationId xmlns:a16="http://schemas.microsoft.com/office/drawing/2014/main" id="{6A7FDCEA-5710-D9B7-A47F-BA232363638E}"/>
              </a:ext>
            </a:extLst>
          </p:cNvPr>
          <p:cNvPicPr>
            <a:picLocks noChangeAspect="1"/>
          </p:cNvPicPr>
          <p:nvPr/>
        </p:nvPicPr>
        <p:blipFill>
          <a:blip r:embed="rId3"/>
          <a:stretch>
            <a:fillRect/>
          </a:stretch>
        </p:blipFill>
        <p:spPr>
          <a:xfrm>
            <a:off x="8186544" y="4003640"/>
            <a:ext cx="3489518" cy="2194529"/>
          </a:xfrm>
          <a:prstGeom prst="rect">
            <a:avLst/>
          </a:prstGeom>
        </p:spPr>
      </p:pic>
      <p:pic>
        <p:nvPicPr>
          <p:cNvPr id="4" name="Picture 3">
            <a:extLst>
              <a:ext uri="{FF2B5EF4-FFF2-40B4-BE49-F238E27FC236}">
                <a16:creationId xmlns:a16="http://schemas.microsoft.com/office/drawing/2014/main" id="{A3700FB8-4F1F-B458-E230-08BA4140DFF6}"/>
              </a:ext>
            </a:extLst>
          </p:cNvPr>
          <p:cNvPicPr>
            <a:picLocks noChangeAspect="1"/>
          </p:cNvPicPr>
          <p:nvPr/>
        </p:nvPicPr>
        <p:blipFill>
          <a:blip r:embed="rId4"/>
          <a:stretch>
            <a:fillRect/>
          </a:stretch>
        </p:blipFill>
        <p:spPr>
          <a:xfrm>
            <a:off x="9782175" y="695324"/>
            <a:ext cx="1809750" cy="1842195"/>
          </a:xfrm>
          <a:prstGeom prst="rect">
            <a:avLst/>
          </a:prstGeom>
        </p:spPr>
      </p:pic>
    </p:spTree>
    <p:extLst>
      <p:ext uri="{BB962C8B-B14F-4D97-AF65-F5344CB8AC3E}">
        <p14:creationId xmlns:p14="http://schemas.microsoft.com/office/powerpoint/2010/main" val="17109560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333D97-A432-69E3-CBB3-0492E5FF183D}"/>
              </a:ext>
            </a:extLst>
          </p:cNvPr>
          <p:cNvSpPr>
            <a:spLocks noGrp="1"/>
          </p:cNvSpPr>
          <p:nvPr>
            <p:ph type="ctrTitle"/>
          </p:nvPr>
        </p:nvSpPr>
        <p:spPr/>
        <p:txBody>
          <a:bodyPr/>
          <a:lstStyle/>
          <a:p>
            <a:r>
              <a:rPr lang="en-US" noProof="0" dirty="0"/>
              <a:t>Copy cut paste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2000" noProof="0" dirty="0">
                <a:solidFill>
                  <a:schemeClr val="tx1"/>
                </a:solidFill>
              </a:rPr>
              <a:t>Shift and moving the cursor to select text</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&lt;alt&gt;^ </a:t>
            </a:r>
            <a:r>
              <a:rPr lang="en-US" sz="2000" noProof="0" dirty="0">
                <a:solidFill>
                  <a:schemeClr val="tx1"/>
                </a:solidFill>
              </a:rPr>
              <a:t>to copy</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&lt;ctrl&gt;K </a:t>
            </a:r>
            <a:r>
              <a:rPr lang="en-US" sz="2000" noProof="0" dirty="0">
                <a:solidFill>
                  <a:schemeClr val="tx1"/>
                </a:solidFill>
              </a:rPr>
              <a:t>to cut line</a:t>
            </a:r>
          </a:p>
          <a:p>
            <a:pPr marL="285750" indent="-285750">
              <a:buFont typeface="Arial" panose="020B0604020202020204" pitchFamily="34" charset="0"/>
              <a:buChar char="•"/>
            </a:pPr>
            <a:r>
              <a:rPr lang="en-US" sz="20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&lt;ctrl&gt;U </a:t>
            </a:r>
            <a:r>
              <a:rPr lang="en-US" sz="2000" noProof="0" dirty="0">
                <a:solidFill>
                  <a:schemeClr val="tx1"/>
                </a:solidFill>
              </a:rPr>
              <a:t>to paste line</a:t>
            </a:r>
          </a:p>
          <a:p>
            <a:endParaRPr lang="en-US" sz="3200" noProof="0" dirty="0">
              <a:solidFill>
                <a:schemeClr val="tx1"/>
              </a:solidFill>
            </a:endParaRPr>
          </a:p>
          <a:p>
            <a:endParaRPr lang="en-US" sz="32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42</a:t>
            </a:fld>
            <a:endParaRPr lang="en-US" noProof="0" dirty="0"/>
          </a:p>
        </p:txBody>
      </p:sp>
      <p:pic>
        <p:nvPicPr>
          <p:cNvPr id="13" name="Picture 12" descr="Graphical user interface, text&#10;&#10;Description automatically generated">
            <a:extLst>
              <a:ext uri="{FF2B5EF4-FFF2-40B4-BE49-F238E27FC236}">
                <a16:creationId xmlns:a16="http://schemas.microsoft.com/office/drawing/2014/main" id="{A24CB013-1198-65DE-24CD-97350031801F}"/>
              </a:ext>
            </a:extLst>
          </p:cNvPr>
          <p:cNvPicPr>
            <a:picLocks noChangeAspect="1"/>
          </p:cNvPicPr>
          <p:nvPr/>
        </p:nvPicPr>
        <p:blipFill>
          <a:blip r:embed="rId3"/>
          <a:stretch>
            <a:fillRect/>
          </a:stretch>
        </p:blipFill>
        <p:spPr>
          <a:xfrm>
            <a:off x="6645711" y="3429000"/>
            <a:ext cx="5161503" cy="2946516"/>
          </a:xfrm>
          <a:prstGeom prst="rect">
            <a:avLst/>
          </a:prstGeom>
        </p:spPr>
      </p:pic>
      <p:pic>
        <p:nvPicPr>
          <p:cNvPr id="4" name="Picture 3">
            <a:extLst>
              <a:ext uri="{FF2B5EF4-FFF2-40B4-BE49-F238E27FC236}">
                <a16:creationId xmlns:a16="http://schemas.microsoft.com/office/drawing/2014/main" id="{177D52C1-2FF1-0AF2-D4AD-3D576E4B5663}"/>
              </a:ext>
            </a:extLst>
          </p:cNvPr>
          <p:cNvPicPr>
            <a:picLocks noChangeAspect="1"/>
          </p:cNvPicPr>
          <p:nvPr/>
        </p:nvPicPr>
        <p:blipFill>
          <a:blip r:embed="rId4"/>
          <a:stretch>
            <a:fillRect/>
          </a:stretch>
        </p:blipFill>
        <p:spPr>
          <a:xfrm>
            <a:off x="9782175" y="695324"/>
            <a:ext cx="1809750" cy="1842195"/>
          </a:xfrm>
          <a:prstGeom prst="rect">
            <a:avLst/>
          </a:prstGeom>
        </p:spPr>
      </p:pic>
    </p:spTree>
    <p:extLst>
      <p:ext uri="{BB962C8B-B14F-4D97-AF65-F5344CB8AC3E}">
        <p14:creationId xmlns:p14="http://schemas.microsoft.com/office/powerpoint/2010/main" val="550561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F21741-3B1E-830D-B014-87575C111F44}"/>
              </a:ext>
            </a:extLst>
          </p:cNvPr>
          <p:cNvSpPr>
            <a:spLocks noGrp="1"/>
          </p:cNvSpPr>
          <p:nvPr>
            <p:ph type="ctrTitle"/>
          </p:nvPr>
        </p:nvSpPr>
        <p:spPr/>
        <p:txBody>
          <a:bodyPr/>
          <a:lstStyle/>
          <a:p>
            <a:r>
              <a:rPr lang="en-US" noProof="0" dirty="0"/>
              <a:t>Saving and exit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&lt;ctrl&gt;s </a:t>
            </a:r>
            <a:r>
              <a:rPr lang="en-US" sz="1800" noProof="0" dirty="0">
                <a:solidFill>
                  <a:schemeClr val="tx1"/>
                </a:solidFill>
              </a:rPr>
              <a:t>saves the file</a:t>
            </a:r>
          </a:p>
          <a:p>
            <a:pPr marL="285750" indent="-285750">
              <a:buFont typeface="Arial" panose="020B0604020202020204" pitchFamily="34" charset="0"/>
              <a:buChar char="•"/>
            </a:pP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&lt;ctrl&gt;o </a:t>
            </a:r>
            <a:r>
              <a:rPr lang="en-US" sz="1800" noProof="0" dirty="0">
                <a:solidFill>
                  <a:schemeClr val="tx1"/>
                </a:solidFill>
              </a:rPr>
              <a:t>writes out the file (save as)</a:t>
            </a:r>
          </a:p>
          <a:p>
            <a:pPr marL="285750" indent="-285750">
              <a:buFont typeface="Arial" panose="020B0604020202020204" pitchFamily="34" charset="0"/>
              <a:buChar char="•"/>
            </a:pPr>
            <a:endPar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rPr>
              <a:t>&lt;ctrl&gt;x </a:t>
            </a:r>
            <a:r>
              <a:rPr lang="en-US" sz="1800" noProof="0" dirty="0">
                <a:solidFill>
                  <a:schemeClr val="tx1"/>
                </a:solidFill>
              </a:rPr>
              <a:t>initiates exit</a:t>
            </a:r>
          </a:p>
          <a:p>
            <a:pPr marL="465746" lvl="1" indent="-285750"/>
            <a:r>
              <a:rPr lang="en-US" sz="1800" noProof="0" dirty="0"/>
              <a:t>Will immediately exit if no change since entering or last save</a:t>
            </a:r>
          </a:p>
          <a:p>
            <a:pPr marL="465746" lvl="1" indent="-285750"/>
            <a:r>
              <a:rPr lang="en-US" sz="1800" noProof="0" dirty="0"/>
              <a:t>Otherwise asks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y/n</a:t>
            </a:r>
            <a:r>
              <a:rPr lang="en-US" sz="1800" noProof="0" dirty="0"/>
              <a:t>) to save buffer (changes)</a:t>
            </a:r>
          </a:p>
          <a:p>
            <a:pPr marL="465746" lvl="1" indent="-285750"/>
            <a:r>
              <a:rPr lang="en-US" sz="1800" noProof="0" dirty="0"/>
              <a:t>Optionally overriding the current file name (save as), or simply press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&lt;</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cr</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&gt; </a:t>
            </a:r>
            <a:r>
              <a:rPr lang="en-US" sz="1800" noProof="0" dirty="0">
                <a:latin typeface="+mn-lt"/>
                <a:ea typeface="Hack" panose="020B0609030202020204" pitchFamily="49" charset="0"/>
                <a:cs typeface="Hack" panose="020B0609030202020204" pitchFamily="49" charset="0"/>
              </a:rPr>
              <a:t>(save)</a:t>
            </a: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43</a:t>
            </a:fld>
            <a:endParaRPr lang="en-US" noProof="0" dirty="0"/>
          </a:p>
        </p:txBody>
      </p:sp>
      <p:pic>
        <p:nvPicPr>
          <p:cNvPr id="4" name="Picture 3">
            <a:extLst>
              <a:ext uri="{FF2B5EF4-FFF2-40B4-BE49-F238E27FC236}">
                <a16:creationId xmlns:a16="http://schemas.microsoft.com/office/drawing/2014/main" id="{0E49D54D-9DA4-CE12-960A-CBBCF7F8689E}"/>
              </a:ext>
            </a:extLst>
          </p:cNvPr>
          <p:cNvPicPr>
            <a:picLocks noChangeAspect="1"/>
          </p:cNvPicPr>
          <p:nvPr/>
        </p:nvPicPr>
        <p:blipFill>
          <a:blip r:embed="rId3"/>
          <a:stretch>
            <a:fillRect/>
          </a:stretch>
        </p:blipFill>
        <p:spPr>
          <a:xfrm>
            <a:off x="9782175" y="695324"/>
            <a:ext cx="1809750" cy="1842195"/>
          </a:xfrm>
          <a:prstGeom prst="rect">
            <a:avLst/>
          </a:prstGeom>
        </p:spPr>
      </p:pic>
    </p:spTree>
    <p:extLst>
      <p:ext uri="{BB962C8B-B14F-4D97-AF65-F5344CB8AC3E}">
        <p14:creationId xmlns:p14="http://schemas.microsoft.com/office/powerpoint/2010/main" val="29781390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D94C1-F07E-F77B-1A86-E8B946397794}"/>
              </a:ext>
            </a:extLst>
          </p:cNvPr>
          <p:cNvSpPr>
            <a:spLocks noGrp="1"/>
          </p:cNvSpPr>
          <p:nvPr>
            <p:ph type="ctrTitle"/>
          </p:nvPr>
        </p:nvSpPr>
        <p:spPr/>
        <p:txBody>
          <a:bodyPr/>
          <a:lstStyle/>
          <a:p>
            <a:r>
              <a:rPr lang="en-US" noProof="0" dirty="0"/>
              <a:t>Other editors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5750" indent="-285750">
              <a:buFont typeface="Arial" panose="020B0604020202020204" pitchFamily="34" charset="0"/>
              <a:buChar char="•"/>
              <a:tabLst>
                <a:tab pos="2289175" algn="l"/>
              </a:tabLst>
            </a:pPr>
            <a:r>
              <a:rPr lang="en-US" noProof="0" dirty="0">
                <a:solidFill>
                  <a:schemeClr val="tx1"/>
                </a:solidFill>
              </a:rPr>
              <a:t>Open-source editors</a:t>
            </a:r>
          </a:p>
          <a:p>
            <a:pPr lvl="1">
              <a:tabLst>
                <a:tab pos="2289175" algn="l"/>
              </a:tabLst>
            </a:pPr>
            <a:r>
              <a:rPr lang="en-US" noProof="0" dirty="0">
                <a:solidFill>
                  <a:srgbClr val="0000C8"/>
                </a:solidFill>
                <a:latin typeface="Hack" panose="020B0609030202020204" pitchFamily="49" charset="0"/>
                <a:ea typeface="Hack" panose="020B0609030202020204" pitchFamily="49" charset="0"/>
                <a:cs typeface="Hack" panose="020B0609030202020204" pitchFamily="49" charset="0"/>
              </a:rPr>
              <a:t>emacs</a:t>
            </a:r>
            <a:r>
              <a:rPr lang="en-US" noProof="0" dirty="0">
                <a:solidFill>
                  <a:srgbClr val="0000C8"/>
                </a:solidFill>
              </a:rPr>
              <a:t> - </a:t>
            </a:r>
            <a:r>
              <a:rPr lang="en-US" noProof="0" dirty="0"/>
              <a:t>part of the GNU utilities</a:t>
            </a:r>
          </a:p>
          <a:p>
            <a:pPr lvl="1">
              <a:tabLst>
                <a:tab pos="2289175" algn="l"/>
              </a:tabLst>
            </a:pPr>
            <a:r>
              <a:rPr lang="en-US" noProof="0" dirty="0" err="1">
                <a:solidFill>
                  <a:srgbClr val="0000C8"/>
                </a:solidFill>
                <a:latin typeface="Hack" panose="020B0609030202020204" pitchFamily="49" charset="0"/>
                <a:ea typeface="Hack" panose="020B0609030202020204" pitchFamily="49" charset="0"/>
                <a:cs typeface="Hack" panose="020B0609030202020204" pitchFamily="49" charset="0"/>
              </a:rPr>
              <a:t>kate</a:t>
            </a:r>
            <a:r>
              <a:rPr lang="en-US" noProof="0" dirty="0">
                <a:solidFill>
                  <a:srgbClr val="0000C8"/>
                </a:solidFill>
              </a:rPr>
              <a:t> - </a:t>
            </a:r>
            <a:r>
              <a:rPr lang="en-US" noProof="0" dirty="0"/>
              <a:t>part of the KDE utilities (Linux)</a:t>
            </a:r>
          </a:p>
          <a:p>
            <a:pPr marL="285750" indent="-285750">
              <a:buFont typeface="Arial" panose="020B0604020202020204" pitchFamily="34" charset="0"/>
              <a:buChar char="•"/>
              <a:tabLst>
                <a:tab pos="2289175" algn="l"/>
              </a:tabLst>
            </a:pPr>
            <a:endParaRPr lang="en-US" noProof="0" dirty="0"/>
          </a:p>
          <a:p>
            <a:pPr marL="285750" indent="-285750">
              <a:buFont typeface="Arial" panose="020B0604020202020204" pitchFamily="34" charset="0"/>
              <a:buChar char="•"/>
              <a:tabLst>
                <a:tab pos="2289175" algn="l"/>
              </a:tabLst>
            </a:pPr>
            <a:r>
              <a:rPr lang="en-US" noProof="0" dirty="0">
                <a:solidFill>
                  <a:schemeClr val="tx1"/>
                </a:solidFill>
              </a:rPr>
              <a:t>X-window environments provide additional </a:t>
            </a:r>
            <a:r>
              <a:rPr lang="en-US" noProof="0" dirty="0"/>
              <a:t>editors:</a:t>
            </a:r>
          </a:p>
          <a:p>
            <a:pPr lvl="1">
              <a:tabLst>
                <a:tab pos="2289175" algn="l"/>
              </a:tabLst>
            </a:pPr>
            <a:r>
              <a:rPr lang="en-US" noProof="0" dirty="0" err="1">
                <a:solidFill>
                  <a:srgbClr val="0000C8"/>
                </a:solidFill>
                <a:latin typeface="Hack" panose="020B0609030202020204" pitchFamily="49" charset="0"/>
                <a:ea typeface="Hack" panose="020B0609030202020204" pitchFamily="49" charset="0"/>
                <a:cs typeface="Hack" panose="020B0609030202020204" pitchFamily="49" charset="0"/>
              </a:rPr>
              <a:t>gedit</a:t>
            </a:r>
            <a:r>
              <a:rPr lang="en-US" noProof="0" dirty="0">
                <a:solidFill>
                  <a:srgbClr val="0000C8"/>
                </a:solidFill>
              </a:rPr>
              <a:t> – </a:t>
            </a:r>
            <a:r>
              <a:rPr lang="en-US" noProof="0" dirty="0"/>
              <a:t>Gnome’s editor</a:t>
            </a:r>
          </a:p>
          <a:p>
            <a:pPr lvl="1">
              <a:tabLst>
                <a:tab pos="2289175" algn="l"/>
              </a:tabLst>
            </a:pPr>
            <a:r>
              <a:rPr lang="en-US" noProof="0" dirty="0" err="1">
                <a:solidFill>
                  <a:srgbClr val="0000C8"/>
                </a:solidFill>
                <a:latin typeface="Hack" panose="020B0609030202020204" pitchFamily="49" charset="0"/>
                <a:ea typeface="Hack" panose="020B0609030202020204" pitchFamily="49" charset="0"/>
                <a:cs typeface="Hack" panose="020B0609030202020204" pitchFamily="49" charset="0"/>
              </a:rPr>
              <a:t>xedit</a:t>
            </a:r>
            <a:r>
              <a:rPr lang="en-US" noProof="0" dirty="0">
                <a:solidFill>
                  <a:srgbClr val="0000C8"/>
                </a:solidFill>
              </a:rPr>
              <a:t> - </a:t>
            </a:r>
            <a:r>
              <a:rPr lang="en-US" noProof="0" dirty="0"/>
              <a:t>Standard X editor</a:t>
            </a:r>
          </a:p>
          <a:p>
            <a:pPr lvl="1">
              <a:tabLst>
                <a:tab pos="2289175" algn="l"/>
              </a:tabLst>
            </a:pPr>
            <a:r>
              <a:rPr lang="en-US" noProof="0" dirty="0" err="1">
                <a:solidFill>
                  <a:srgbClr val="0000C8"/>
                </a:solidFill>
                <a:latin typeface="Hack" panose="020B0609030202020204" pitchFamily="49" charset="0"/>
                <a:ea typeface="Hack" panose="020B0609030202020204" pitchFamily="49" charset="0"/>
                <a:cs typeface="Hack" panose="020B0609030202020204" pitchFamily="49" charset="0"/>
              </a:rPr>
              <a:t>dtedit</a:t>
            </a:r>
            <a:r>
              <a:rPr lang="en-US" noProof="0" dirty="0">
                <a:solidFill>
                  <a:srgbClr val="0000C8"/>
                </a:solidFill>
              </a:rPr>
              <a:t> - </a:t>
            </a:r>
            <a:r>
              <a:rPr lang="en-US" noProof="0" dirty="0"/>
              <a:t>UnixWare</a:t>
            </a:r>
          </a:p>
          <a:p>
            <a:pPr lvl="1">
              <a:tabLst>
                <a:tab pos="2289175" algn="l"/>
              </a:tabLst>
            </a:pPr>
            <a:r>
              <a:rPr lang="en-US" noProof="0" dirty="0" err="1">
                <a:solidFill>
                  <a:srgbClr val="0000C8"/>
                </a:solidFill>
                <a:latin typeface="Hack" panose="020B0609030202020204" pitchFamily="49" charset="0"/>
                <a:ea typeface="Hack" panose="020B0609030202020204" pitchFamily="49" charset="0"/>
                <a:cs typeface="Hack" panose="020B0609030202020204" pitchFamily="49" charset="0"/>
              </a:rPr>
              <a:t>edittool</a:t>
            </a:r>
            <a:r>
              <a:rPr lang="en-US" noProof="0" dirty="0">
                <a:solidFill>
                  <a:srgbClr val="0000C8"/>
                </a:solidFill>
              </a:rPr>
              <a:t> - </a:t>
            </a:r>
            <a:r>
              <a:rPr lang="en-US" noProof="0" dirty="0"/>
              <a:t>Solaris</a:t>
            </a:r>
          </a:p>
          <a:p>
            <a:pPr lvl="1">
              <a:tabLst>
                <a:tab pos="2289175" algn="l"/>
              </a:tabLst>
            </a:pPr>
            <a:r>
              <a:rPr lang="en-US" noProof="0" dirty="0" err="1">
                <a:solidFill>
                  <a:srgbClr val="0000C8"/>
                </a:solidFill>
                <a:latin typeface="Hack" panose="020B0609030202020204" pitchFamily="49" charset="0"/>
                <a:ea typeface="Hack" panose="020B0609030202020204" pitchFamily="49" charset="0"/>
                <a:cs typeface="Hack" panose="020B0609030202020204" pitchFamily="49" charset="0"/>
              </a:rPr>
              <a:t>dtpad</a:t>
            </a:r>
            <a:r>
              <a:rPr lang="en-US" noProof="0" dirty="0">
                <a:solidFill>
                  <a:srgbClr val="0000C8"/>
                </a:solidFill>
              </a:rPr>
              <a:t> - </a:t>
            </a:r>
            <a:r>
              <a:rPr lang="en-US" noProof="0" dirty="0"/>
              <a:t>CDE - Common Desktop Environment (AIX</a:t>
            </a:r>
            <a:endParaRPr lang="en-US" sz="3200" noProof="0" dirty="0"/>
          </a:p>
          <a:p>
            <a:pPr marL="457200" indent="-457200">
              <a:buFont typeface="Arial" panose="020B0604020202020204" pitchFamily="34" charset="0"/>
              <a:buChar char="•"/>
            </a:pPr>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44</a:t>
            </a:fld>
            <a:endParaRPr lang="en-US" noProof="0" dirty="0"/>
          </a:p>
        </p:txBody>
      </p:sp>
      <p:pic>
        <p:nvPicPr>
          <p:cNvPr id="6" name="Picture 5">
            <a:extLst>
              <a:ext uri="{FF2B5EF4-FFF2-40B4-BE49-F238E27FC236}">
                <a16:creationId xmlns:a16="http://schemas.microsoft.com/office/drawing/2014/main" id="{7F5CD1D8-9C60-F74E-6D3A-E27ADC15575F}"/>
              </a:ext>
            </a:extLst>
          </p:cNvPr>
          <p:cNvPicPr>
            <a:picLocks noChangeAspect="1"/>
          </p:cNvPicPr>
          <p:nvPr/>
        </p:nvPicPr>
        <p:blipFill>
          <a:blip r:embed="rId3"/>
          <a:stretch>
            <a:fillRect/>
          </a:stretch>
        </p:blipFill>
        <p:spPr>
          <a:xfrm>
            <a:off x="8303236" y="455288"/>
            <a:ext cx="1824696" cy="1807782"/>
          </a:xfrm>
          <a:prstGeom prst="rect">
            <a:avLst/>
          </a:prstGeom>
        </p:spPr>
      </p:pic>
    </p:spTree>
    <p:extLst>
      <p:ext uri="{BB962C8B-B14F-4D97-AF65-F5344CB8AC3E}">
        <p14:creationId xmlns:p14="http://schemas.microsoft.com/office/powerpoint/2010/main" val="110274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0FF5-D9EA-09E8-5B45-F5778D5879D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A23DB1-5C95-A823-9D3E-161CE775B8F5}"/>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9E374D37-C774-EF7A-73B0-DA9E40CE63BD}"/>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858642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555AEC-0FC2-C203-ABF9-CE4EE2F3A85F}"/>
              </a:ext>
            </a:extLst>
          </p:cNvPr>
          <p:cNvSpPr>
            <a:spLocks noGrp="1"/>
          </p:cNvSpPr>
          <p:nvPr>
            <p:ph type="ctrTitle"/>
          </p:nvPr>
        </p:nvSpPr>
        <p:spPr>
          <a:xfrm>
            <a:off x="443921" y="500194"/>
            <a:ext cx="6679721" cy="858985"/>
          </a:xfrm>
        </p:spPr>
        <p:txBody>
          <a:bodyPr/>
          <a:lstStyle/>
          <a:p>
            <a:r>
              <a:rPr lang="en-US" noProof="0" dirty="0"/>
              <a:t>Practical Exercise 4 – nano</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46</a:t>
            </a:fld>
            <a:endParaRPr lang="en-US" noProof="0" dirty="0"/>
          </a:p>
        </p:txBody>
      </p:sp>
    </p:spTree>
    <p:extLst>
      <p:ext uri="{BB962C8B-B14F-4D97-AF65-F5344CB8AC3E}">
        <p14:creationId xmlns:p14="http://schemas.microsoft.com/office/powerpoint/2010/main" val="17168566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283921-BB22-6F27-7737-CD4777886FF5}"/>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b="1" spc="-4" noProof="0" dirty="0">
                <a:solidFill>
                  <a:srgbClr val="7030A0"/>
                </a:solidFill>
                <a:latin typeface="+mn-lt"/>
                <a:cs typeface="Segoe UI"/>
              </a:rPr>
              <a:t>vi</a:t>
            </a:r>
            <a:r>
              <a:rPr lang="en-US" sz="1800" spc="-4" noProof="0" dirty="0">
                <a:solidFill>
                  <a:srgbClr val="2D2C2C"/>
                </a:solidFill>
                <a:latin typeface="+mn-lt"/>
                <a:cs typeface="Segoe UI"/>
              </a:rPr>
              <a:t> is a screen editor. It operates in three modes:</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Command mode – most characters are commands</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Insert mode – where text can be entered into the file</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Ex mode, with access to ex commands</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It’s well worth learning vi.</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Historically the only editor guaranteed to be present on every system</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Some administrative tools transfer control to vi automatically</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Several alternative editors exist.</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Of those </a:t>
            </a:r>
            <a:r>
              <a:rPr lang="en-US" sz="1800" b="1" spc="-4" noProof="0" dirty="0">
                <a:solidFill>
                  <a:srgbClr val="7030A0"/>
                </a:solidFill>
                <a:latin typeface="+mn-lt"/>
                <a:cs typeface="Segoe UI"/>
              </a:rPr>
              <a:t>nano</a:t>
            </a:r>
            <a:r>
              <a:rPr lang="en-US" sz="1800" spc="-4" noProof="0" dirty="0">
                <a:solidFill>
                  <a:srgbClr val="2D2C2C"/>
                </a:solidFill>
                <a:latin typeface="+mn-lt"/>
                <a:cs typeface="Segoe UI"/>
              </a:rPr>
              <a:t>, </a:t>
            </a:r>
            <a:r>
              <a:rPr lang="en-US" sz="1800" spc="-4" noProof="0" dirty="0" err="1">
                <a:solidFill>
                  <a:srgbClr val="2D2C2C"/>
                </a:solidFill>
                <a:latin typeface="+mn-lt"/>
                <a:cs typeface="Segoe UI"/>
              </a:rPr>
              <a:t>kate</a:t>
            </a:r>
            <a:r>
              <a:rPr lang="en-US" sz="1800" spc="-4" noProof="0" dirty="0">
                <a:solidFill>
                  <a:srgbClr val="2D2C2C"/>
                </a:solidFill>
                <a:latin typeface="+mn-lt"/>
                <a:cs typeface="Segoe UI"/>
              </a:rPr>
              <a:t>, and </a:t>
            </a:r>
            <a:r>
              <a:rPr lang="en-US" sz="1800" spc="-4" noProof="0" dirty="0" err="1">
                <a:solidFill>
                  <a:srgbClr val="2D2C2C"/>
                </a:solidFill>
                <a:latin typeface="+mn-lt"/>
                <a:cs typeface="Segoe UI"/>
              </a:rPr>
              <a:t>pico</a:t>
            </a:r>
            <a:r>
              <a:rPr lang="en-US" sz="1800" spc="-4" noProof="0" dirty="0">
                <a:solidFill>
                  <a:srgbClr val="2D2C2C"/>
                </a:solidFill>
                <a:latin typeface="+mn-lt"/>
                <a:cs typeface="Segoe UI"/>
              </a:rPr>
              <a:t> are the most popular.</a:t>
            </a: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GUI environments provide additional editors.</a:t>
            </a:r>
            <a:endParaRPr lang="en-US" sz="1800" noProof="0" dirty="0">
              <a:cs typeface="Segoe UI"/>
            </a:endParaRPr>
          </a:p>
          <a:p>
            <a:endParaRPr lang="en-US" noProof="0" dirty="0"/>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47</a:t>
            </a:fld>
            <a:endParaRPr lang="en-US" noProof="0" dirty="0"/>
          </a:p>
        </p:txBody>
      </p:sp>
    </p:spTree>
    <p:extLst>
      <p:ext uri="{BB962C8B-B14F-4D97-AF65-F5344CB8AC3E}">
        <p14:creationId xmlns:p14="http://schemas.microsoft.com/office/powerpoint/2010/main" val="19239535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FB6E-EAF7-56DB-418A-97D1E979AB0B}"/>
              </a:ext>
            </a:extLst>
          </p:cNvPr>
          <p:cNvSpPr>
            <a:spLocks noGrp="1"/>
          </p:cNvSpPr>
          <p:nvPr>
            <p:ph type="ctrTitle"/>
          </p:nvPr>
        </p:nvSpPr>
        <p:spPr/>
        <p:txBody>
          <a:bodyPr/>
          <a:lstStyle/>
          <a:p>
            <a:endParaRPr lang="en-US" noProof="0" dirty="0"/>
          </a:p>
        </p:txBody>
      </p:sp>
      <p:sp>
        <p:nvSpPr>
          <p:cNvPr id="3" name="Content Placeholder 2">
            <a:extLst>
              <a:ext uri="{FF2B5EF4-FFF2-40B4-BE49-F238E27FC236}">
                <a16:creationId xmlns:a16="http://schemas.microsoft.com/office/drawing/2014/main" id="{DACA6190-E64A-C0F0-1ADC-8537BBFF9985}"/>
              </a:ext>
            </a:extLst>
          </p:cNvPr>
          <p:cNvSpPr>
            <a:spLocks noGrp="1"/>
          </p:cNvSpPr>
          <p:nvPr>
            <p:ph sz="quarter" idx="4"/>
          </p:nvPr>
        </p:nvSpPr>
        <p:spPr/>
        <p:txBody>
          <a:bodyPr/>
          <a:lstStyle/>
          <a:p>
            <a:endParaRPr lang="en-US" noProof="0" dirty="0"/>
          </a:p>
        </p:txBody>
      </p:sp>
    </p:spTree>
    <p:extLst>
      <p:ext uri="{BB962C8B-B14F-4D97-AF65-F5344CB8AC3E}">
        <p14:creationId xmlns:p14="http://schemas.microsoft.com/office/powerpoint/2010/main" val="1725716326"/>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19450</TotalTime>
  <Words>3771</Words>
  <Application>Microsoft Office PowerPoint</Application>
  <PresentationFormat>Widescreen</PresentationFormat>
  <Paragraphs>832</Paragraphs>
  <Slides>48</Slides>
  <Notes>46</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48</vt:i4>
      </vt:variant>
    </vt:vector>
  </HeadingPairs>
  <TitlesOfParts>
    <vt:vector size="63" baseType="lpstr">
      <vt:lpstr>Aptos</vt:lpstr>
      <vt:lpstr>Arial</vt:lpstr>
      <vt:lpstr>Calibri</vt:lpstr>
      <vt:lpstr>Figtree</vt:lpstr>
      <vt:lpstr>Hack</vt:lpstr>
      <vt:lpstr>Montserrat</vt:lpstr>
      <vt:lpstr>Segoe UI</vt:lpstr>
      <vt:lpstr>Cover Slides - Business/Marketing</vt:lpstr>
      <vt:lpstr>Divider Slides</vt:lpstr>
      <vt:lpstr>Blue Module</vt:lpstr>
      <vt:lpstr>Yellow Module</vt:lpstr>
      <vt:lpstr>Red Module</vt:lpstr>
      <vt:lpstr>Green Module</vt:lpstr>
      <vt:lpstr>B/W Module</vt:lpstr>
      <vt:lpstr>Purple Module</vt:lpstr>
      <vt:lpstr>Module 4: Editing text</vt:lpstr>
      <vt:lpstr>Contents</vt:lpstr>
      <vt:lpstr>Evolution of text editors (Reference)</vt:lpstr>
      <vt:lpstr>Before Unix or Linux – qed</vt:lpstr>
      <vt:lpstr>ed</vt:lpstr>
      <vt:lpstr>ex</vt:lpstr>
      <vt:lpstr>vi</vt:lpstr>
      <vt:lpstr>vim (vi clone)</vt:lpstr>
      <vt:lpstr>Using vi / vim</vt:lpstr>
      <vt:lpstr>vi and vim</vt:lpstr>
      <vt:lpstr>Modes of operation</vt:lpstr>
      <vt:lpstr>Command mode</vt:lpstr>
      <vt:lpstr>Moving the cursor a character</vt:lpstr>
      <vt:lpstr>Moving the cursor – Words</vt:lpstr>
      <vt:lpstr>Moving the cursor – Lines</vt:lpstr>
      <vt:lpstr>Moving the cursor – Control (keys)</vt:lpstr>
      <vt:lpstr>Inserting new text</vt:lpstr>
      <vt:lpstr>Replacing text</vt:lpstr>
      <vt:lpstr>Delete / cut character</vt:lpstr>
      <vt:lpstr>Changing text</vt:lpstr>
      <vt:lpstr>Delete / cut text</vt:lpstr>
      <vt:lpstr>Yanking (copying) and pasting text</vt:lpstr>
      <vt:lpstr>Search for text</vt:lpstr>
      <vt:lpstr>Tagging lines</vt:lpstr>
      <vt:lpstr>Miscellaneous</vt:lpstr>
      <vt:lpstr>ex mode</vt:lpstr>
      <vt:lpstr>Setting options</vt:lpstr>
      <vt:lpstr>Specifying the line(s) commands act upon</vt:lpstr>
      <vt:lpstr>Replace text (one line)</vt:lpstr>
      <vt:lpstr>Replace text (all lines)</vt:lpstr>
      <vt:lpstr>Replace text (ranges)</vt:lpstr>
      <vt:lpstr>Reading from</vt:lpstr>
      <vt:lpstr>Writing to files</vt:lpstr>
      <vt:lpstr>Leaving the editor</vt:lpstr>
      <vt:lpstr>Buffers</vt:lpstr>
      <vt:lpstr>Knowledge check</vt:lpstr>
      <vt:lpstr>Lab</vt:lpstr>
      <vt:lpstr>Practical exercise 4 – vi</vt:lpstr>
      <vt:lpstr>Using nano</vt:lpstr>
      <vt:lpstr>nano</vt:lpstr>
      <vt:lpstr>Navigating</vt:lpstr>
      <vt:lpstr>Copy cut paste</vt:lpstr>
      <vt:lpstr>Saving and exit</vt:lpstr>
      <vt:lpstr>Other editors</vt:lpstr>
      <vt:lpstr>Lab</vt:lpstr>
      <vt:lpstr>Practical Exercise 4 – nano</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45</cp:revision>
  <dcterms:created xsi:type="dcterms:W3CDTF">2024-06-24T11:44:08Z</dcterms:created>
  <dcterms:modified xsi:type="dcterms:W3CDTF">2025-05-30T10:43:00Z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