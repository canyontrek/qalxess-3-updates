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897" r:id="rId6"/>
  </p:sldMasterIdLst>
  <p:notesMasterIdLst>
    <p:notesMasterId r:id="rId53"/>
  </p:notesMasterIdLst>
  <p:sldIdLst>
    <p:sldId id="1620" r:id="rId7"/>
    <p:sldId id="1625" r:id="rId8"/>
    <p:sldId id="1633" r:id="rId9"/>
    <p:sldId id="316" r:id="rId10"/>
    <p:sldId id="1627" r:id="rId11"/>
    <p:sldId id="1628" r:id="rId12"/>
    <p:sldId id="1629" r:id="rId13"/>
    <p:sldId id="1630" r:id="rId14"/>
    <p:sldId id="321" r:id="rId15"/>
    <p:sldId id="1631" r:id="rId16"/>
    <p:sldId id="323" r:id="rId17"/>
    <p:sldId id="1632" r:id="rId18"/>
    <p:sldId id="325" r:id="rId19"/>
    <p:sldId id="326" r:id="rId20"/>
    <p:sldId id="327" r:id="rId21"/>
    <p:sldId id="328" r:id="rId22"/>
    <p:sldId id="329" r:id="rId23"/>
    <p:sldId id="330" r:id="rId24"/>
    <p:sldId id="331" r:id="rId25"/>
    <p:sldId id="332" r:id="rId26"/>
    <p:sldId id="333" r:id="rId27"/>
    <p:sldId id="334" r:id="rId28"/>
    <p:sldId id="335" r:id="rId29"/>
    <p:sldId id="336" r:id="rId30"/>
    <p:sldId id="355" r:id="rId31"/>
    <p:sldId id="358" r:id="rId32"/>
    <p:sldId id="337" r:id="rId33"/>
    <p:sldId id="338" r:id="rId34"/>
    <p:sldId id="339" r:id="rId35"/>
    <p:sldId id="340" r:id="rId36"/>
    <p:sldId id="341" r:id="rId37"/>
    <p:sldId id="342" r:id="rId38"/>
    <p:sldId id="343" r:id="rId39"/>
    <p:sldId id="344" r:id="rId40"/>
    <p:sldId id="345" r:id="rId41"/>
    <p:sldId id="346" r:id="rId42"/>
    <p:sldId id="347" r:id="rId43"/>
    <p:sldId id="348" r:id="rId44"/>
    <p:sldId id="349" r:id="rId45"/>
    <p:sldId id="350" r:id="rId46"/>
    <p:sldId id="351" r:id="rId47"/>
    <p:sldId id="1634" r:id="rId48"/>
    <p:sldId id="356" r:id="rId49"/>
    <p:sldId id="357" r:id="rId50"/>
    <p:sldId id="352" r:id="rId51"/>
    <p:sldId id="35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620"/>
            <p14:sldId id="1625"/>
            <p14:sldId id="1633"/>
            <p14:sldId id="316"/>
            <p14:sldId id="1627"/>
            <p14:sldId id="1628"/>
            <p14:sldId id="1629"/>
            <p14:sldId id="1630"/>
            <p14:sldId id="321"/>
            <p14:sldId id="1631"/>
            <p14:sldId id="323"/>
            <p14:sldId id="1632"/>
            <p14:sldId id="325"/>
            <p14:sldId id="326"/>
            <p14:sldId id="327"/>
            <p14:sldId id="328"/>
            <p14:sldId id="329"/>
            <p14:sldId id="330"/>
            <p14:sldId id="331"/>
            <p14:sldId id="332"/>
            <p14:sldId id="333"/>
            <p14:sldId id="334"/>
            <p14:sldId id="335"/>
            <p14:sldId id="336"/>
            <p14:sldId id="355"/>
            <p14:sldId id="358"/>
            <p14:sldId id="337"/>
            <p14:sldId id="338"/>
            <p14:sldId id="339"/>
            <p14:sldId id="340"/>
            <p14:sldId id="341"/>
            <p14:sldId id="342"/>
            <p14:sldId id="343"/>
            <p14:sldId id="344"/>
            <p14:sldId id="345"/>
            <p14:sldId id="346"/>
            <p14:sldId id="347"/>
            <p14:sldId id="348"/>
            <p14:sldId id="349"/>
            <p14:sldId id="350"/>
            <p14:sldId id="351"/>
            <p14:sldId id="1634"/>
            <p14:sldId id="356"/>
            <p14:sldId id="357"/>
            <p14:sldId id="352"/>
            <p14:sldId id="35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5F8094-413B-497D-93A0-A3408973810F}" v="1" dt="2025-05-30T13:53:28.009"/>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10565"/>
    <p:restoredTop sz="91387"/>
  </p:normalViewPr>
  <p:slideViewPr>
    <p:cSldViewPr snapToGrid="0">
      <p:cViewPr varScale="1">
        <p:scale>
          <a:sx n="104" d="100"/>
          <a:sy n="104" d="100"/>
        </p:scale>
        <p:origin x="1128" y="318"/>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10" d="100"/>
          <a:sy n="110" d="100"/>
        </p:scale>
        <p:origin x="3348" y="-13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3CDACCC6-62BA-47DB-A1DF-08260042006D}"/>
    <pc:docChg chg="undo custSel modSld delMainMaster">
      <pc:chgData name="Feist, Ella" userId="992bbaf2-811d-42cb-a4d6-e7fc45e325e8" providerId="ADAL" clId="{3CDACCC6-62BA-47DB-A1DF-08260042006D}" dt="2025-05-29T12:42:06.724" v="170" actId="20577"/>
      <pc:docMkLst>
        <pc:docMk/>
      </pc:docMkLst>
      <pc:sldChg chg="modSp mod">
        <pc:chgData name="Feist, Ella" userId="992bbaf2-811d-42cb-a4d6-e7fc45e325e8" providerId="ADAL" clId="{3CDACCC6-62BA-47DB-A1DF-08260042006D}" dt="2025-05-29T12:33:27.187" v="24" actId="20577"/>
        <pc:sldMkLst>
          <pc:docMk/>
          <pc:sldMk cId="1988274114" sldId="316"/>
        </pc:sldMkLst>
        <pc:spChg chg="mod">
          <ac:chgData name="Feist, Ella" userId="992bbaf2-811d-42cb-a4d6-e7fc45e325e8" providerId="ADAL" clId="{3CDACCC6-62BA-47DB-A1DF-08260042006D}" dt="2025-05-29T12:33:27.187" v="24" actId="20577"/>
          <ac:spMkLst>
            <pc:docMk/>
            <pc:sldMk cId="1988274114" sldId="316"/>
            <ac:spMk id="3" creationId="{C3302413-571F-E439-5AA0-6823F1B0F437}"/>
          </ac:spMkLst>
        </pc:spChg>
      </pc:sldChg>
      <pc:sldChg chg="modSp mod">
        <pc:chgData name="Feist, Ella" userId="992bbaf2-811d-42cb-a4d6-e7fc45e325e8" providerId="ADAL" clId="{3CDACCC6-62BA-47DB-A1DF-08260042006D}" dt="2025-05-29T12:34:34.850" v="39" actId="20577"/>
        <pc:sldMkLst>
          <pc:docMk/>
          <pc:sldMk cId="867300595" sldId="321"/>
        </pc:sldMkLst>
        <pc:spChg chg="mod">
          <ac:chgData name="Feist, Ella" userId="992bbaf2-811d-42cb-a4d6-e7fc45e325e8" providerId="ADAL" clId="{3CDACCC6-62BA-47DB-A1DF-08260042006D}" dt="2025-05-29T12:34:34.850" v="39" actId="20577"/>
          <ac:spMkLst>
            <pc:docMk/>
            <pc:sldMk cId="867300595" sldId="321"/>
            <ac:spMk id="12291" creationId="{00000000-0000-0000-0000-000000000000}"/>
          </ac:spMkLst>
        </pc:spChg>
        <pc:spChg chg="mod">
          <ac:chgData name="Feist, Ella" userId="992bbaf2-811d-42cb-a4d6-e7fc45e325e8" providerId="ADAL" clId="{3CDACCC6-62BA-47DB-A1DF-08260042006D}" dt="2025-05-29T12:34:23.544" v="36" actId="20577"/>
          <ac:spMkLst>
            <pc:docMk/>
            <pc:sldMk cId="867300595" sldId="321"/>
            <ac:spMk id="12295" creationId="{00000000-0000-0000-0000-000000000000}"/>
          </ac:spMkLst>
        </pc:spChg>
        <pc:spChg chg="mod">
          <ac:chgData name="Feist, Ella" userId="992bbaf2-811d-42cb-a4d6-e7fc45e325e8" providerId="ADAL" clId="{3CDACCC6-62BA-47DB-A1DF-08260042006D}" dt="2025-05-29T12:34:31.395" v="38" actId="20577"/>
          <ac:spMkLst>
            <pc:docMk/>
            <pc:sldMk cId="867300595" sldId="321"/>
            <ac:spMk id="12296" creationId="{00000000-0000-0000-0000-000000000000}"/>
          </ac:spMkLst>
        </pc:spChg>
      </pc:sldChg>
      <pc:sldChg chg="modSp mod">
        <pc:chgData name="Feist, Ella" userId="992bbaf2-811d-42cb-a4d6-e7fc45e325e8" providerId="ADAL" clId="{3CDACCC6-62BA-47DB-A1DF-08260042006D}" dt="2025-05-29T12:35:01.448" v="48" actId="20577"/>
        <pc:sldMkLst>
          <pc:docMk/>
          <pc:sldMk cId="202972954" sldId="323"/>
        </pc:sldMkLst>
        <pc:spChg chg="mod">
          <ac:chgData name="Feist, Ella" userId="992bbaf2-811d-42cb-a4d6-e7fc45e325e8" providerId="ADAL" clId="{3CDACCC6-62BA-47DB-A1DF-08260042006D}" dt="2025-05-29T12:34:50.208" v="46" actId="20577"/>
          <ac:spMkLst>
            <pc:docMk/>
            <pc:sldMk cId="202972954" sldId="323"/>
            <ac:spMk id="3" creationId="{F3E9A9AB-69B0-EEAD-65FD-46AF33CF8966}"/>
          </ac:spMkLst>
        </pc:spChg>
        <pc:spChg chg="mod">
          <ac:chgData name="Feist, Ella" userId="992bbaf2-811d-42cb-a4d6-e7fc45e325e8" providerId="ADAL" clId="{3CDACCC6-62BA-47DB-A1DF-08260042006D}" dt="2025-05-29T12:34:58.593" v="47" actId="20577"/>
          <ac:spMkLst>
            <pc:docMk/>
            <pc:sldMk cId="202972954" sldId="323"/>
            <ac:spMk id="14341" creationId="{00000000-0000-0000-0000-000000000000}"/>
          </ac:spMkLst>
        </pc:spChg>
        <pc:spChg chg="mod">
          <ac:chgData name="Feist, Ella" userId="992bbaf2-811d-42cb-a4d6-e7fc45e325e8" providerId="ADAL" clId="{3CDACCC6-62BA-47DB-A1DF-08260042006D}" dt="2025-05-29T12:35:01.448" v="48" actId="20577"/>
          <ac:spMkLst>
            <pc:docMk/>
            <pc:sldMk cId="202972954" sldId="323"/>
            <ac:spMk id="14343" creationId="{00000000-0000-0000-0000-000000000000}"/>
          </ac:spMkLst>
        </pc:spChg>
      </pc:sldChg>
      <pc:sldChg chg="modSp mod">
        <pc:chgData name="Feist, Ella" userId="992bbaf2-811d-42cb-a4d6-e7fc45e325e8" providerId="ADAL" clId="{3CDACCC6-62BA-47DB-A1DF-08260042006D}" dt="2025-05-29T12:35:31.484" v="58" actId="20577"/>
        <pc:sldMkLst>
          <pc:docMk/>
          <pc:sldMk cId="2931975731" sldId="325"/>
        </pc:sldMkLst>
        <pc:spChg chg="mod">
          <ac:chgData name="Feist, Ella" userId="992bbaf2-811d-42cb-a4d6-e7fc45e325e8" providerId="ADAL" clId="{3CDACCC6-62BA-47DB-A1DF-08260042006D}" dt="2025-05-29T12:35:31.484" v="58" actId="20577"/>
          <ac:spMkLst>
            <pc:docMk/>
            <pc:sldMk cId="2931975731" sldId="325"/>
            <ac:spMk id="3" creationId="{1882BB00-004C-9D29-E4B0-50EF4456DE8F}"/>
          </ac:spMkLst>
        </pc:spChg>
        <pc:spChg chg="mod">
          <ac:chgData name="Feist, Ella" userId="992bbaf2-811d-42cb-a4d6-e7fc45e325e8" providerId="ADAL" clId="{3CDACCC6-62BA-47DB-A1DF-08260042006D}" dt="2025-05-29T12:35:19.702" v="53" actId="20577"/>
          <ac:spMkLst>
            <pc:docMk/>
            <pc:sldMk cId="2931975731" sldId="325"/>
            <ac:spMk id="16388" creationId="{00000000-0000-0000-0000-000000000000}"/>
          </ac:spMkLst>
        </pc:spChg>
        <pc:spChg chg="mod">
          <ac:chgData name="Feist, Ella" userId="992bbaf2-811d-42cb-a4d6-e7fc45e325e8" providerId="ADAL" clId="{3CDACCC6-62BA-47DB-A1DF-08260042006D}" dt="2025-05-29T12:35:23.679" v="54" actId="20577"/>
          <ac:spMkLst>
            <pc:docMk/>
            <pc:sldMk cId="2931975731" sldId="325"/>
            <ac:spMk id="16395" creationId="{00000000-0000-0000-0000-000000000000}"/>
          </ac:spMkLst>
        </pc:spChg>
        <pc:spChg chg="mod">
          <ac:chgData name="Feist, Ella" userId="992bbaf2-811d-42cb-a4d6-e7fc45e325e8" providerId="ADAL" clId="{3CDACCC6-62BA-47DB-A1DF-08260042006D}" dt="2025-05-29T12:35:24.888" v="55" actId="20577"/>
          <ac:spMkLst>
            <pc:docMk/>
            <pc:sldMk cId="2931975731" sldId="325"/>
            <ac:spMk id="16396" creationId="{00000000-0000-0000-0000-000000000000}"/>
          </ac:spMkLst>
        </pc:spChg>
        <pc:spChg chg="mod">
          <ac:chgData name="Feist, Ella" userId="992bbaf2-811d-42cb-a4d6-e7fc45e325e8" providerId="ADAL" clId="{3CDACCC6-62BA-47DB-A1DF-08260042006D}" dt="2025-05-29T12:35:28.204" v="57" actId="20577"/>
          <ac:spMkLst>
            <pc:docMk/>
            <pc:sldMk cId="2931975731" sldId="325"/>
            <ac:spMk id="16397" creationId="{00000000-0000-0000-0000-000000000000}"/>
          </ac:spMkLst>
        </pc:spChg>
      </pc:sldChg>
      <pc:sldChg chg="modSp mod">
        <pc:chgData name="Feist, Ella" userId="992bbaf2-811d-42cb-a4d6-e7fc45e325e8" providerId="ADAL" clId="{3CDACCC6-62BA-47DB-A1DF-08260042006D}" dt="2025-05-29T12:35:40.171" v="59" actId="20577"/>
        <pc:sldMkLst>
          <pc:docMk/>
          <pc:sldMk cId="2787852289" sldId="326"/>
        </pc:sldMkLst>
        <pc:spChg chg="mod">
          <ac:chgData name="Feist, Ella" userId="992bbaf2-811d-42cb-a4d6-e7fc45e325e8" providerId="ADAL" clId="{3CDACCC6-62BA-47DB-A1DF-08260042006D}" dt="2025-05-29T12:35:40.171" v="59" actId="20577"/>
          <ac:spMkLst>
            <pc:docMk/>
            <pc:sldMk cId="2787852289" sldId="326"/>
            <ac:spMk id="17415" creationId="{00000000-0000-0000-0000-000000000000}"/>
          </ac:spMkLst>
        </pc:spChg>
      </pc:sldChg>
      <pc:sldChg chg="modSp mod">
        <pc:chgData name="Feist, Ella" userId="992bbaf2-811d-42cb-a4d6-e7fc45e325e8" providerId="ADAL" clId="{3CDACCC6-62BA-47DB-A1DF-08260042006D}" dt="2025-05-29T12:35:51.943" v="61" actId="20577"/>
        <pc:sldMkLst>
          <pc:docMk/>
          <pc:sldMk cId="1170402295" sldId="327"/>
        </pc:sldMkLst>
        <pc:spChg chg="mod">
          <ac:chgData name="Feist, Ella" userId="992bbaf2-811d-42cb-a4d6-e7fc45e325e8" providerId="ADAL" clId="{3CDACCC6-62BA-47DB-A1DF-08260042006D}" dt="2025-05-29T12:35:48.041" v="60" actId="20577"/>
          <ac:spMkLst>
            <pc:docMk/>
            <pc:sldMk cId="1170402295" sldId="327"/>
            <ac:spMk id="18437" creationId="{00000000-0000-0000-0000-000000000000}"/>
          </ac:spMkLst>
        </pc:spChg>
        <pc:spChg chg="mod">
          <ac:chgData name="Feist, Ella" userId="992bbaf2-811d-42cb-a4d6-e7fc45e325e8" providerId="ADAL" clId="{3CDACCC6-62BA-47DB-A1DF-08260042006D}" dt="2025-05-29T12:35:51.943" v="61" actId="20577"/>
          <ac:spMkLst>
            <pc:docMk/>
            <pc:sldMk cId="1170402295" sldId="327"/>
            <ac:spMk id="18439" creationId="{00000000-0000-0000-0000-000000000000}"/>
          </ac:spMkLst>
        </pc:spChg>
      </pc:sldChg>
      <pc:sldChg chg="modSp mod">
        <pc:chgData name="Feist, Ella" userId="992bbaf2-811d-42cb-a4d6-e7fc45e325e8" providerId="ADAL" clId="{3CDACCC6-62BA-47DB-A1DF-08260042006D}" dt="2025-05-29T12:36:03.349" v="64" actId="20577"/>
        <pc:sldMkLst>
          <pc:docMk/>
          <pc:sldMk cId="2401915571" sldId="328"/>
        </pc:sldMkLst>
        <pc:spChg chg="mod">
          <ac:chgData name="Feist, Ella" userId="992bbaf2-811d-42cb-a4d6-e7fc45e325e8" providerId="ADAL" clId="{3CDACCC6-62BA-47DB-A1DF-08260042006D}" dt="2025-05-29T12:35:58.860" v="62" actId="20577"/>
          <ac:spMkLst>
            <pc:docMk/>
            <pc:sldMk cId="2401915571" sldId="328"/>
            <ac:spMk id="19464" creationId="{00000000-0000-0000-0000-000000000000}"/>
          </ac:spMkLst>
        </pc:spChg>
        <pc:spChg chg="mod">
          <ac:chgData name="Feist, Ella" userId="992bbaf2-811d-42cb-a4d6-e7fc45e325e8" providerId="ADAL" clId="{3CDACCC6-62BA-47DB-A1DF-08260042006D}" dt="2025-05-29T12:36:01.314" v="63" actId="20577"/>
          <ac:spMkLst>
            <pc:docMk/>
            <pc:sldMk cId="2401915571" sldId="328"/>
            <ac:spMk id="19465" creationId="{00000000-0000-0000-0000-000000000000}"/>
          </ac:spMkLst>
        </pc:spChg>
        <pc:spChg chg="mod">
          <ac:chgData name="Feist, Ella" userId="992bbaf2-811d-42cb-a4d6-e7fc45e325e8" providerId="ADAL" clId="{3CDACCC6-62BA-47DB-A1DF-08260042006D}" dt="2025-05-29T12:36:03.349" v="64" actId="20577"/>
          <ac:spMkLst>
            <pc:docMk/>
            <pc:sldMk cId="2401915571" sldId="328"/>
            <ac:spMk id="19466" creationId="{00000000-0000-0000-0000-000000000000}"/>
          </ac:spMkLst>
        </pc:spChg>
      </pc:sldChg>
      <pc:sldChg chg="modSp mod">
        <pc:chgData name="Feist, Ella" userId="992bbaf2-811d-42cb-a4d6-e7fc45e325e8" providerId="ADAL" clId="{3CDACCC6-62BA-47DB-A1DF-08260042006D}" dt="2025-05-29T12:36:08.146" v="65" actId="20577"/>
        <pc:sldMkLst>
          <pc:docMk/>
          <pc:sldMk cId="1158162610" sldId="329"/>
        </pc:sldMkLst>
        <pc:spChg chg="mod">
          <ac:chgData name="Feist, Ella" userId="992bbaf2-811d-42cb-a4d6-e7fc45e325e8" providerId="ADAL" clId="{3CDACCC6-62BA-47DB-A1DF-08260042006D}" dt="2025-05-29T12:36:08.146" v="65" actId="20577"/>
          <ac:spMkLst>
            <pc:docMk/>
            <pc:sldMk cId="1158162610" sldId="329"/>
            <ac:spMk id="20483" creationId="{00000000-0000-0000-0000-000000000000}"/>
          </ac:spMkLst>
        </pc:spChg>
      </pc:sldChg>
      <pc:sldChg chg="modSp mod">
        <pc:chgData name="Feist, Ella" userId="992bbaf2-811d-42cb-a4d6-e7fc45e325e8" providerId="ADAL" clId="{3CDACCC6-62BA-47DB-A1DF-08260042006D}" dt="2025-05-29T12:36:23.525" v="67" actId="20577"/>
        <pc:sldMkLst>
          <pc:docMk/>
          <pc:sldMk cId="996294010" sldId="330"/>
        </pc:sldMkLst>
        <pc:spChg chg="mod">
          <ac:chgData name="Feist, Ella" userId="992bbaf2-811d-42cb-a4d6-e7fc45e325e8" providerId="ADAL" clId="{3CDACCC6-62BA-47DB-A1DF-08260042006D}" dt="2025-05-29T12:36:20.670" v="66" actId="20577"/>
          <ac:spMkLst>
            <pc:docMk/>
            <pc:sldMk cId="996294010" sldId="330"/>
            <ac:spMk id="21512" creationId="{00000000-0000-0000-0000-000000000000}"/>
          </ac:spMkLst>
        </pc:spChg>
        <pc:spChg chg="mod">
          <ac:chgData name="Feist, Ella" userId="992bbaf2-811d-42cb-a4d6-e7fc45e325e8" providerId="ADAL" clId="{3CDACCC6-62BA-47DB-A1DF-08260042006D}" dt="2025-05-29T12:36:23.525" v="67" actId="20577"/>
          <ac:spMkLst>
            <pc:docMk/>
            <pc:sldMk cId="996294010" sldId="330"/>
            <ac:spMk id="21513" creationId="{00000000-0000-0000-0000-000000000000}"/>
          </ac:spMkLst>
        </pc:spChg>
      </pc:sldChg>
      <pc:sldChg chg="modSp mod">
        <pc:chgData name="Feist, Ella" userId="992bbaf2-811d-42cb-a4d6-e7fc45e325e8" providerId="ADAL" clId="{3CDACCC6-62BA-47DB-A1DF-08260042006D}" dt="2025-05-29T12:36:33.774" v="70" actId="20577"/>
        <pc:sldMkLst>
          <pc:docMk/>
          <pc:sldMk cId="3079562726" sldId="331"/>
        </pc:sldMkLst>
        <pc:spChg chg="mod">
          <ac:chgData name="Feist, Ella" userId="992bbaf2-811d-42cb-a4d6-e7fc45e325e8" providerId="ADAL" clId="{3CDACCC6-62BA-47DB-A1DF-08260042006D}" dt="2025-05-29T12:36:28.934" v="68" actId="20577"/>
          <ac:spMkLst>
            <pc:docMk/>
            <pc:sldMk cId="3079562726" sldId="331"/>
            <ac:spMk id="22536" creationId="{00000000-0000-0000-0000-000000000000}"/>
          </ac:spMkLst>
        </pc:spChg>
        <pc:spChg chg="mod">
          <ac:chgData name="Feist, Ella" userId="992bbaf2-811d-42cb-a4d6-e7fc45e325e8" providerId="ADAL" clId="{3CDACCC6-62BA-47DB-A1DF-08260042006D}" dt="2025-05-29T12:36:31.618" v="69" actId="20577"/>
          <ac:spMkLst>
            <pc:docMk/>
            <pc:sldMk cId="3079562726" sldId="331"/>
            <ac:spMk id="22537" creationId="{00000000-0000-0000-0000-000000000000}"/>
          </ac:spMkLst>
        </pc:spChg>
        <pc:spChg chg="mod">
          <ac:chgData name="Feist, Ella" userId="992bbaf2-811d-42cb-a4d6-e7fc45e325e8" providerId="ADAL" clId="{3CDACCC6-62BA-47DB-A1DF-08260042006D}" dt="2025-05-29T12:36:33.774" v="70" actId="20577"/>
          <ac:spMkLst>
            <pc:docMk/>
            <pc:sldMk cId="3079562726" sldId="331"/>
            <ac:spMk id="22538" creationId="{00000000-0000-0000-0000-000000000000}"/>
          </ac:spMkLst>
        </pc:spChg>
      </pc:sldChg>
      <pc:sldChg chg="modSp mod">
        <pc:chgData name="Feist, Ella" userId="992bbaf2-811d-42cb-a4d6-e7fc45e325e8" providerId="ADAL" clId="{3CDACCC6-62BA-47DB-A1DF-08260042006D}" dt="2025-05-29T12:36:42.546" v="73" actId="20577"/>
        <pc:sldMkLst>
          <pc:docMk/>
          <pc:sldMk cId="127665430" sldId="332"/>
        </pc:sldMkLst>
        <pc:spChg chg="mod">
          <ac:chgData name="Feist, Ella" userId="992bbaf2-811d-42cb-a4d6-e7fc45e325e8" providerId="ADAL" clId="{3CDACCC6-62BA-47DB-A1DF-08260042006D}" dt="2025-05-29T12:36:37.386" v="71" actId="20577"/>
          <ac:spMkLst>
            <pc:docMk/>
            <pc:sldMk cId="127665430" sldId="332"/>
            <ac:spMk id="3" creationId="{B862834E-47ED-1603-F30E-1842D17D9504}"/>
          </ac:spMkLst>
        </pc:spChg>
        <pc:spChg chg="mod">
          <ac:chgData name="Feist, Ella" userId="992bbaf2-811d-42cb-a4d6-e7fc45e325e8" providerId="ADAL" clId="{3CDACCC6-62BA-47DB-A1DF-08260042006D}" dt="2025-05-29T12:36:42.546" v="73" actId="20577"/>
          <ac:spMkLst>
            <pc:docMk/>
            <pc:sldMk cId="127665430" sldId="332"/>
            <ac:spMk id="23559" creationId="{00000000-0000-0000-0000-000000000000}"/>
          </ac:spMkLst>
        </pc:spChg>
        <pc:spChg chg="mod">
          <ac:chgData name="Feist, Ella" userId="992bbaf2-811d-42cb-a4d6-e7fc45e325e8" providerId="ADAL" clId="{3CDACCC6-62BA-47DB-A1DF-08260042006D}" dt="2025-05-29T12:36:40.391" v="72" actId="20577"/>
          <ac:spMkLst>
            <pc:docMk/>
            <pc:sldMk cId="127665430" sldId="332"/>
            <ac:spMk id="23561" creationId="{00000000-0000-0000-0000-000000000000}"/>
          </ac:spMkLst>
        </pc:spChg>
      </pc:sldChg>
      <pc:sldChg chg="modSp mod">
        <pc:chgData name="Feist, Ella" userId="992bbaf2-811d-42cb-a4d6-e7fc45e325e8" providerId="ADAL" clId="{3CDACCC6-62BA-47DB-A1DF-08260042006D}" dt="2025-05-29T12:36:48.971" v="74" actId="20577"/>
        <pc:sldMkLst>
          <pc:docMk/>
          <pc:sldMk cId="3684493860" sldId="333"/>
        </pc:sldMkLst>
        <pc:spChg chg="mod">
          <ac:chgData name="Feist, Ella" userId="992bbaf2-811d-42cb-a4d6-e7fc45e325e8" providerId="ADAL" clId="{3CDACCC6-62BA-47DB-A1DF-08260042006D}" dt="2025-05-29T12:36:48.971" v="74" actId="20577"/>
          <ac:spMkLst>
            <pc:docMk/>
            <pc:sldMk cId="3684493860" sldId="333"/>
            <ac:spMk id="24584" creationId="{00000000-0000-0000-0000-000000000000}"/>
          </ac:spMkLst>
        </pc:spChg>
      </pc:sldChg>
      <pc:sldChg chg="modSp mod">
        <pc:chgData name="Feist, Ella" userId="992bbaf2-811d-42cb-a4d6-e7fc45e325e8" providerId="ADAL" clId="{3CDACCC6-62BA-47DB-A1DF-08260042006D}" dt="2025-05-29T12:37:03.190" v="77" actId="20577"/>
        <pc:sldMkLst>
          <pc:docMk/>
          <pc:sldMk cId="1728190421" sldId="334"/>
        </pc:sldMkLst>
        <pc:spChg chg="mod">
          <ac:chgData name="Feist, Ella" userId="992bbaf2-811d-42cb-a4d6-e7fc45e325e8" providerId="ADAL" clId="{3CDACCC6-62BA-47DB-A1DF-08260042006D}" dt="2025-05-29T12:36:55.759" v="75" actId="20577"/>
          <ac:spMkLst>
            <pc:docMk/>
            <pc:sldMk cId="1728190421" sldId="334"/>
            <ac:spMk id="25603" creationId="{00000000-0000-0000-0000-000000000000}"/>
          </ac:spMkLst>
        </pc:spChg>
        <pc:spChg chg="mod">
          <ac:chgData name="Feist, Ella" userId="992bbaf2-811d-42cb-a4d6-e7fc45e325e8" providerId="ADAL" clId="{3CDACCC6-62BA-47DB-A1DF-08260042006D}" dt="2025-05-29T12:37:03.190" v="77" actId="20577"/>
          <ac:spMkLst>
            <pc:docMk/>
            <pc:sldMk cId="1728190421" sldId="334"/>
            <ac:spMk id="25607" creationId="{00000000-0000-0000-0000-000000000000}"/>
          </ac:spMkLst>
        </pc:spChg>
        <pc:spChg chg="mod">
          <ac:chgData name="Feist, Ella" userId="992bbaf2-811d-42cb-a4d6-e7fc45e325e8" providerId="ADAL" clId="{3CDACCC6-62BA-47DB-A1DF-08260042006D}" dt="2025-05-29T12:36:59.651" v="76" actId="20577"/>
          <ac:spMkLst>
            <pc:docMk/>
            <pc:sldMk cId="1728190421" sldId="334"/>
            <ac:spMk id="25609" creationId="{00000000-0000-0000-0000-000000000000}"/>
          </ac:spMkLst>
        </pc:spChg>
      </pc:sldChg>
      <pc:sldChg chg="modSp mod">
        <pc:chgData name="Feist, Ella" userId="992bbaf2-811d-42cb-a4d6-e7fc45e325e8" providerId="ADAL" clId="{3CDACCC6-62BA-47DB-A1DF-08260042006D}" dt="2025-05-29T12:37:10.436" v="78" actId="20577"/>
        <pc:sldMkLst>
          <pc:docMk/>
          <pc:sldMk cId="2993189630" sldId="335"/>
        </pc:sldMkLst>
        <pc:spChg chg="mod">
          <ac:chgData name="Feist, Ella" userId="992bbaf2-811d-42cb-a4d6-e7fc45e325e8" providerId="ADAL" clId="{3CDACCC6-62BA-47DB-A1DF-08260042006D}" dt="2025-05-29T12:37:10.436" v="78" actId="20577"/>
          <ac:spMkLst>
            <pc:docMk/>
            <pc:sldMk cId="2993189630" sldId="335"/>
            <ac:spMk id="26630" creationId="{00000000-0000-0000-0000-000000000000}"/>
          </ac:spMkLst>
        </pc:spChg>
      </pc:sldChg>
      <pc:sldChg chg="modSp mod">
        <pc:chgData name="Feist, Ella" userId="992bbaf2-811d-42cb-a4d6-e7fc45e325e8" providerId="ADAL" clId="{3CDACCC6-62BA-47DB-A1DF-08260042006D}" dt="2025-05-29T12:37:25.515" v="81" actId="20577"/>
        <pc:sldMkLst>
          <pc:docMk/>
          <pc:sldMk cId="1236961383" sldId="336"/>
        </pc:sldMkLst>
        <pc:spChg chg="mod">
          <ac:chgData name="Feist, Ella" userId="992bbaf2-811d-42cb-a4d6-e7fc45e325e8" providerId="ADAL" clId="{3CDACCC6-62BA-47DB-A1DF-08260042006D}" dt="2025-05-29T12:37:21.420" v="80" actId="20577"/>
          <ac:spMkLst>
            <pc:docMk/>
            <pc:sldMk cId="1236961383" sldId="336"/>
            <ac:spMk id="27652" creationId="{00000000-0000-0000-0000-000000000000}"/>
          </ac:spMkLst>
        </pc:spChg>
        <pc:spChg chg="mod">
          <ac:chgData name="Feist, Ella" userId="992bbaf2-811d-42cb-a4d6-e7fc45e325e8" providerId="ADAL" clId="{3CDACCC6-62BA-47DB-A1DF-08260042006D}" dt="2025-05-29T12:37:25.515" v="81" actId="20577"/>
          <ac:spMkLst>
            <pc:docMk/>
            <pc:sldMk cId="1236961383" sldId="336"/>
            <ac:spMk id="27658" creationId="{00000000-0000-0000-0000-000000000000}"/>
          </ac:spMkLst>
        </pc:spChg>
      </pc:sldChg>
      <pc:sldChg chg="modSp mod">
        <pc:chgData name="Feist, Ella" userId="992bbaf2-811d-42cb-a4d6-e7fc45e325e8" providerId="ADAL" clId="{3CDACCC6-62BA-47DB-A1DF-08260042006D}" dt="2025-05-29T12:38:00.026" v="95" actId="1036"/>
        <pc:sldMkLst>
          <pc:docMk/>
          <pc:sldMk cId="2614299464" sldId="337"/>
        </pc:sldMkLst>
        <pc:spChg chg="mod">
          <ac:chgData name="Feist, Ella" userId="992bbaf2-811d-42cb-a4d6-e7fc45e325e8" providerId="ADAL" clId="{3CDACCC6-62BA-47DB-A1DF-08260042006D}" dt="2025-05-29T12:37:46.456" v="88" actId="20577"/>
          <ac:spMkLst>
            <pc:docMk/>
            <pc:sldMk cId="2614299464" sldId="337"/>
            <ac:spMk id="3" creationId="{8CC8183B-53DA-E29D-FF86-8EEE345DA53A}"/>
          </ac:spMkLst>
        </pc:spChg>
        <pc:spChg chg="mod">
          <ac:chgData name="Feist, Ella" userId="992bbaf2-811d-42cb-a4d6-e7fc45e325e8" providerId="ADAL" clId="{3CDACCC6-62BA-47DB-A1DF-08260042006D}" dt="2025-05-29T12:37:50.149" v="90" actId="20577"/>
          <ac:spMkLst>
            <pc:docMk/>
            <pc:sldMk cId="2614299464" sldId="337"/>
            <ac:spMk id="28675" creationId="{00000000-0000-0000-0000-000000000000}"/>
          </ac:spMkLst>
        </pc:spChg>
        <pc:spChg chg="mod">
          <ac:chgData name="Feist, Ella" userId="992bbaf2-811d-42cb-a4d6-e7fc45e325e8" providerId="ADAL" clId="{3CDACCC6-62BA-47DB-A1DF-08260042006D}" dt="2025-05-29T12:37:54.940" v="91" actId="20577"/>
          <ac:spMkLst>
            <pc:docMk/>
            <pc:sldMk cId="2614299464" sldId="337"/>
            <ac:spMk id="28680" creationId="{00000000-0000-0000-0000-000000000000}"/>
          </ac:spMkLst>
        </pc:spChg>
        <pc:spChg chg="mod">
          <ac:chgData name="Feist, Ella" userId="992bbaf2-811d-42cb-a4d6-e7fc45e325e8" providerId="ADAL" clId="{3CDACCC6-62BA-47DB-A1DF-08260042006D}" dt="2025-05-29T12:38:00.026" v="95" actId="1036"/>
          <ac:spMkLst>
            <pc:docMk/>
            <pc:sldMk cId="2614299464" sldId="337"/>
            <ac:spMk id="1037317" creationId="{00000000-0000-0000-0000-000000000000}"/>
          </ac:spMkLst>
        </pc:spChg>
      </pc:sldChg>
      <pc:sldChg chg="modSp mod">
        <pc:chgData name="Feist, Ella" userId="992bbaf2-811d-42cb-a4d6-e7fc45e325e8" providerId="ADAL" clId="{3CDACCC6-62BA-47DB-A1DF-08260042006D}" dt="2025-05-29T12:38:15.994" v="101" actId="1076"/>
        <pc:sldMkLst>
          <pc:docMk/>
          <pc:sldMk cId="1772403101" sldId="338"/>
        </pc:sldMkLst>
        <pc:spChg chg="mod">
          <ac:chgData name="Feist, Ella" userId="992bbaf2-811d-42cb-a4d6-e7fc45e325e8" providerId="ADAL" clId="{3CDACCC6-62BA-47DB-A1DF-08260042006D}" dt="2025-05-29T12:38:13.871" v="100" actId="20577"/>
          <ac:spMkLst>
            <pc:docMk/>
            <pc:sldMk cId="1772403101" sldId="338"/>
            <ac:spMk id="29699" creationId="{00000000-0000-0000-0000-000000000000}"/>
          </ac:spMkLst>
        </pc:spChg>
        <pc:spChg chg="mod">
          <ac:chgData name="Feist, Ella" userId="992bbaf2-811d-42cb-a4d6-e7fc45e325e8" providerId="ADAL" clId="{3CDACCC6-62BA-47DB-A1DF-08260042006D}" dt="2025-05-29T12:38:06.619" v="96" actId="1076"/>
          <ac:spMkLst>
            <pc:docMk/>
            <pc:sldMk cId="1772403101" sldId="338"/>
            <ac:spMk id="1039365" creationId="{00000000-0000-0000-0000-000000000000}"/>
          </ac:spMkLst>
        </pc:spChg>
        <pc:spChg chg="mod">
          <ac:chgData name="Feist, Ella" userId="992bbaf2-811d-42cb-a4d6-e7fc45e325e8" providerId="ADAL" clId="{3CDACCC6-62BA-47DB-A1DF-08260042006D}" dt="2025-05-29T12:38:15.994" v="101" actId="1076"/>
          <ac:spMkLst>
            <pc:docMk/>
            <pc:sldMk cId="1772403101" sldId="338"/>
            <ac:spMk id="1039367" creationId="{00000000-0000-0000-0000-000000000000}"/>
          </ac:spMkLst>
        </pc:spChg>
      </pc:sldChg>
      <pc:sldChg chg="modSp mod">
        <pc:chgData name="Feist, Ella" userId="992bbaf2-811d-42cb-a4d6-e7fc45e325e8" providerId="ADAL" clId="{3CDACCC6-62BA-47DB-A1DF-08260042006D}" dt="2025-05-29T12:38:26.705" v="104" actId="20577"/>
        <pc:sldMkLst>
          <pc:docMk/>
          <pc:sldMk cId="1722444375" sldId="339"/>
        </pc:sldMkLst>
        <pc:spChg chg="mod">
          <ac:chgData name="Feist, Ella" userId="992bbaf2-811d-42cb-a4d6-e7fc45e325e8" providerId="ADAL" clId="{3CDACCC6-62BA-47DB-A1DF-08260042006D}" dt="2025-05-29T12:38:26.705" v="104" actId="20577"/>
          <ac:spMkLst>
            <pc:docMk/>
            <pc:sldMk cId="1722444375" sldId="339"/>
            <ac:spMk id="30729" creationId="{00000000-0000-0000-0000-000000000000}"/>
          </ac:spMkLst>
        </pc:spChg>
      </pc:sldChg>
      <pc:sldChg chg="modSp mod">
        <pc:chgData name="Feist, Ella" userId="992bbaf2-811d-42cb-a4d6-e7fc45e325e8" providerId="ADAL" clId="{3CDACCC6-62BA-47DB-A1DF-08260042006D}" dt="2025-05-29T12:38:35.496" v="105" actId="207"/>
        <pc:sldMkLst>
          <pc:docMk/>
          <pc:sldMk cId="4164338555" sldId="340"/>
        </pc:sldMkLst>
        <pc:spChg chg="mod">
          <ac:chgData name="Feist, Ella" userId="992bbaf2-811d-42cb-a4d6-e7fc45e325e8" providerId="ADAL" clId="{3CDACCC6-62BA-47DB-A1DF-08260042006D}" dt="2025-05-29T12:38:35.496" v="105" actId="207"/>
          <ac:spMkLst>
            <pc:docMk/>
            <pc:sldMk cId="4164338555" sldId="340"/>
            <ac:spMk id="31748" creationId="{00000000-0000-0000-0000-000000000000}"/>
          </ac:spMkLst>
        </pc:spChg>
      </pc:sldChg>
      <pc:sldChg chg="modSp mod">
        <pc:chgData name="Feist, Ella" userId="992bbaf2-811d-42cb-a4d6-e7fc45e325e8" providerId="ADAL" clId="{3CDACCC6-62BA-47DB-A1DF-08260042006D}" dt="2025-05-29T12:39:03.725" v="114" actId="313"/>
        <pc:sldMkLst>
          <pc:docMk/>
          <pc:sldMk cId="2147030011" sldId="341"/>
        </pc:sldMkLst>
        <pc:spChg chg="mod">
          <ac:chgData name="Feist, Ella" userId="992bbaf2-811d-42cb-a4d6-e7fc45e325e8" providerId="ADAL" clId="{3CDACCC6-62BA-47DB-A1DF-08260042006D}" dt="2025-05-29T12:39:00.651" v="112" actId="20577"/>
          <ac:spMkLst>
            <pc:docMk/>
            <pc:sldMk cId="2147030011" sldId="341"/>
            <ac:spMk id="32771" creationId="{00000000-0000-0000-0000-000000000000}"/>
          </ac:spMkLst>
        </pc:spChg>
        <pc:spChg chg="mod">
          <ac:chgData name="Feist, Ella" userId="992bbaf2-811d-42cb-a4d6-e7fc45e325e8" providerId="ADAL" clId="{3CDACCC6-62BA-47DB-A1DF-08260042006D}" dt="2025-05-29T12:38:44.032" v="107" actId="313"/>
          <ac:spMkLst>
            <pc:docMk/>
            <pc:sldMk cId="2147030011" sldId="341"/>
            <ac:spMk id="32776" creationId="{00000000-0000-0000-0000-000000000000}"/>
          </ac:spMkLst>
        </pc:spChg>
        <pc:spChg chg="mod">
          <ac:chgData name="Feist, Ella" userId="992bbaf2-811d-42cb-a4d6-e7fc45e325e8" providerId="ADAL" clId="{3CDACCC6-62BA-47DB-A1DF-08260042006D}" dt="2025-05-29T12:38:57.823" v="111" actId="1076"/>
          <ac:spMkLst>
            <pc:docMk/>
            <pc:sldMk cId="2147030011" sldId="341"/>
            <ac:spMk id="32777" creationId="{00000000-0000-0000-0000-000000000000}"/>
          </ac:spMkLst>
        </pc:spChg>
        <pc:spChg chg="mod">
          <ac:chgData name="Feist, Ella" userId="992bbaf2-811d-42cb-a4d6-e7fc45e325e8" providerId="ADAL" clId="{3CDACCC6-62BA-47DB-A1DF-08260042006D}" dt="2025-05-29T12:39:03.725" v="114" actId="313"/>
          <ac:spMkLst>
            <pc:docMk/>
            <pc:sldMk cId="2147030011" sldId="341"/>
            <ac:spMk id="32778" creationId="{00000000-0000-0000-0000-000000000000}"/>
          </ac:spMkLst>
        </pc:spChg>
        <pc:spChg chg="mod">
          <ac:chgData name="Feist, Ella" userId="992bbaf2-811d-42cb-a4d6-e7fc45e325e8" providerId="ADAL" clId="{3CDACCC6-62BA-47DB-A1DF-08260042006D}" dt="2025-05-29T12:38:55.513" v="110" actId="1076"/>
          <ac:spMkLst>
            <pc:docMk/>
            <pc:sldMk cId="2147030011" sldId="341"/>
            <ac:spMk id="1045510" creationId="{00000000-0000-0000-0000-000000000000}"/>
          </ac:spMkLst>
        </pc:spChg>
      </pc:sldChg>
      <pc:sldChg chg="modSp mod">
        <pc:chgData name="Feist, Ella" userId="992bbaf2-811d-42cb-a4d6-e7fc45e325e8" providerId="ADAL" clId="{3CDACCC6-62BA-47DB-A1DF-08260042006D}" dt="2025-05-29T12:39:08.538" v="115" actId="20577"/>
        <pc:sldMkLst>
          <pc:docMk/>
          <pc:sldMk cId="3257047601" sldId="342"/>
        </pc:sldMkLst>
        <pc:spChg chg="mod">
          <ac:chgData name="Feist, Ella" userId="992bbaf2-811d-42cb-a4d6-e7fc45e325e8" providerId="ADAL" clId="{3CDACCC6-62BA-47DB-A1DF-08260042006D}" dt="2025-05-29T12:39:08.538" v="115" actId="20577"/>
          <ac:spMkLst>
            <pc:docMk/>
            <pc:sldMk cId="3257047601" sldId="342"/>
            <ac:spMk id="3" creationId="{C78D16A0-D9B5-2A06-D226-704A84690689}"/>
          </ac:spMkLst>
        </pc:spChg>
      </pc:sldChg>
      <pc:sldChg chg="modSp mod">
        <pc:chgData name="Feist, Ella" userId="992bbaf2-811d-42cb-a4d6-e7fc45e325e8" providerId="ADAL" clId="{3CDACCC6-62BA-47DB-A1DF-08260042006D}" dt="2025-05-29T12:39:22.337" v="117" actId="20577"/>
        <pc:sldMkLst>
          <pc:docMk/>
          <pc:sldMk cId="568568269" sldId="343"/>
        </pc:sldMkLst>
        <pc:spChg chg="mod">
          <ac:chgData name="Feist, Ella" userId="992bbaf2-811d-42cb-a4d6-e7fc45e325e8" providerId="ADAL" clId="{3CDACCC6-62BA-47DB-A1DF-08260042006D}" dt="2025-05-29T12:39:20.379" v="116" actId="20577"/>
          <ac:spMkLst>
            <pc:docMk/>
            <pc:sldMk cId="568568269" sldId="343"/>
            <ac:spMk id="34824" creationId="{00000000-0000-0000-0000-000000000000}"/>
          </ac:spMkLst>
        </pc:spChg>
        <pc:spChg chg="mod">
          <ac:chgData name="Feist, Ella" userId="992bbaf2-811d-42cb-a4d6-e7fc45e325e8" providerId="ADAL" clId="{3CDACCC6-62BA-47DB-A1DF-08260042006D}" dt="2025-05-29T12:39:22.337" v="117" actId="20577"/>
          <ac:spMkLst>
            <pc:docMk/>
            <pc:sldMk cId="568568269" sldId="343"/>
            <ac:spMk id="34825" creationId="{00000000-0000-0000-0000-000000000000}"/>
          </ac:spMkLst>
        </pc:spChg>
      </pc:sldChg>
      <pc:sldChg chg="modSp mod">
        <pc:chgData name="Feist, Ella" userId="992bbaf2-811d-42cb-a4d6-e7fc45e325e8" providerId="ADAL" clId="{3CDACCC6-62BA-47DB-A1DF-08260042006D}" dt="2025-05-29T12:39:42.698" v="124" actId="20577"/>
        <pc:sldMkLst>
          <pc:docMk/>
          <pc:sldMk cId="545336040" sldId="344"/>
        </pc:sldMkLst>
        <pc:spChg chg="mod">
          <ac:chgData name="Feist, Ella" userId="992bbaf2-811d-42cb-a4d6-e7fc45e325e8" providerId="ADAL" clId="{3CDACCC6-62BA-47DB-A1DF-08260042006D}" dt="2025-05-29T12:39:32.473" v="121" actId="20577"/>
          <ac:spMkLst>
            <pc:docMk/>
            <pc:sldMk cId="545336040" sldId="344"/>
            <ac:spMk id="35843" creationId="{00000000-0000-0000-0000-000000000000}"/>
          </ac:spMkLst>
        </pc:spChg>
        <pc:spChg chg="mod">
          <ac:chgData name="Feist, Ella" userId="992bbaf2-811d-42cb-a4d6-e7fc45e325e8" providerId="ADAL" clId="{3CDACCC6-62BA-47DB-A1DF-08260042006D}" dt="2025-05-29T12:39:42.698" v="124" actId="20577"/>
          <ac:spMkLst>
            <pc:docMk/>
            <pc:sldMk cId="545336040" sldId="344"/>
            <ac:spMk id="35847" creationId="{00000000-0000-0000-0000-000000000000}"/>
          </ac:spMkLst>
        </pc:spChg>
      </pc:sldChg>
      <pc:sldChg chg="modSp mod">
        <pc:chgData name="Feist, Ella" userId="992bbaf2-811d-42cb-a4d6-e7fc45e325e8" providerId="ADAL" clId="{3CDACCC6-62BA-47DB-A1DF-08260042006D}" dt="2025-05-29T12:39:50.850" v="127" actId="20577"/>
        <pc:sldMkLst>
          <pc:docMk/>
          <pc:sldMk cId="1845207540" sldId="345"/>
        </pc:sldMkLst>
        <pc:spChg chg="mod">
          <ac:chgData name="Feist, Ella" userId="992bbaf2-811d-42cb-a4d6-e7fc45e325e8" providerId="ADAL" clId="{3CDACCC6-62BA-47DB-A1DF-08260042006D}" dt="2025-05-29T12:39:47.401" v="125" actId="20577"/>
          <ac:spMkLst>
            <pc:docMk/>
            <pc:sldMk cId="1845207540" sldId="345"/>
            <ac:spMk id="3" creationId="{7BA8F196-FAF5-9ED8-CDAB-1F4D59077CE1}"/>
          </ac:spMkLst>
        </pc:spChg>
        <pc:spChg chg="mod">
          <ac:chgData name="Feist, Ella" userId="992bbaf2-811d-42cb-a4d6-e7fc45e325e8" providerId="ADAL" clId="{3CDACCC6-62BA-47DB-A1DF-08260042006D}" dt="2025-05-29T12:39:50.850" v="127" actId="20577"/>
          <ac:spMkLst>
            <pc:docMk/>
            <pc:sldMk cId="1845207540" sldId="345"/>
            <ac:spMk id="36867" creationId="{00000000-0000-0000-0000-000000000000}"/>
          </ac:spMkLst>
        </pc:spChg>
      </pc:sldChg>
      <pc:sldChg chg="modSp mod">
        <pc:chgData name="Feist, Ella" userId="992bbaf2-811d-42cb-a4d6-e7fc45e325e8" providerId="ADAL" clId="{3CDACCC6-62BA-47DB-A1DF-08260042006D}" dt="2025-05-29T12:39:58.763" v="129" actId="20577"/>
        <pc:sldMkLst>
          <pc:docMk/>
          <pc:sldMk cId="1640593948" sldId="346"/>
        </pc:sldMkLst>
        <pc:spChg chg="mod">
          <ac:chgData name="Feist, Ella" userId="992bbaf2-811d-42cb-a4d6-e7fc45e325e8" providerId="ADAL" clId="{3CDACCC6-62BA-47DB-A1DF-08260042006D}" dt="2025-05-29T12:39:54.823" v="128" actId="20577"/>
          <ac:spMkLst>
            <pc:docMk/>
            <pc:sldMk cId="1640593948" sldId="346"/>
            <ac:spMk id="3" creationId="{2428E9CB-4F1B-9E26-C7D9-0A2779E76C56}"/>
          </ac:spMkLst>
        </pc:spChg>
        <pc:spChg chg="mod">
          <ac:chgData name="Feist, Ella" userId="992bbaf2-811d-42cb-a4d6-e7fc45e325e8" providerId="ADAL" clId="{3CDACCC6-62BA-47DB-A1DF-08260042006D}" dt="2025-05-29T12:39:58.763" v="129" actId="20577"/>
          <ac:spMkLst>
            <pc:docMk/>
            <pc:sldMk cId="1640593948" sldId="346"/>
            <ac:spMk id="37891" creationId="{00000000-0000-0000-0000-000000000000}"/>
          </ac:spMkLst>
        </pc:spChg>
      </pc:sldChg>
      <pc:sldChg chg="modSp mod">
        <pc:chgData name="Feist, Ella" userId="992bbaf2-811d-42cb-a4d6-e7fc45e325e8" providerId="ADAL" clId="{3CDACCC6-62BA-47DB-A1DF-08260042006D}" dt="2025-05-29T12:40:05.101" v="130" actId="20577"/>
        <pc:sldMkLst>
          <pc:docMk/>
          <pc:sldMk cId="2245690960" sldId="347"/>
        </pc:sldMkLst>
        <pc:spChg chg="mod">
          <ac:chgData name="Feist, Ella" userId="992bbaf2-811d-42cb-a4d6-e7fc45e325e8" providerId="ADAL" clId="{3CDACCC6-62BA-47DB-A1DF-08260042006D}" dt="2025-05-29T12:40:05.101" v="130" actId="20577"/>
          <ac:spMkLst>
            <pc:docMk/>
            <pc:sldMk cId="2245690960" sldId="347"/>
            <ac:spMk id="38915" creationId="{00000000-0000-0000-0000-000000000000}"/>
          </ac:spMkLst>
        </pc:spChg>
      </pc:sldChg>
      <pc:sldChg chg="modSp mod">
        <pc:chgData name="Feist, Ella" userId="992bbaf2-811d-42cb-a4d6-e7fc45e325e8" providerId="ADAL" clId="{3CDACCC6-62BA-47DB-A1DF-08260042006D}" dt="2025-05-29T12:40:32.186" v="137" actId="20577"/>
        <pc:sldMkLst>
          <pc:docMk/>
          <pc:sldMk cId="3295151389" sldId="348"/>
        </pc:sldMkLst>
        <pc:spChg chg="mod">
          <ac:chgData name="Feist, Ella" userId="992bbaf2-811d-42cb-a4d6-e7fc45e325e8" providerId="ADAL" clId="{3CDACCC6-62BA-47DB-A1DF-08260042006D}" dt="2025-05-29T12:40:10.941" v="131" actId="20577"/>
          <ac:spMkLst>
            <pc:docMk/>
            <pc:sldMk cId="3295151389" sldId="348"/>
            <ac:spMk id="3" creationId="{43491AED-B25C-9ECE-78DC-481C3740C8DF}"/>
          </ac:spMkLst>
        </pc:spChg>
        <pc:spChg chg="mod">
          <ac:chgData name="Feist, Ella" userId="992bbaf2-811d-42cb-a4d6-e7fc45e325e8" providerId="ADAL" clId="{3CDACCC6-62BA-47DB-A1DF-08260042006D}" dt="2025-05-29T12:40:15.580" v="132" actId="207"/>
          <ac:spMkLst>
            <pc:docMk/>
            <pc:sldMk cId="3295151389" sldId="348"/>
            <ac:spMk id="39939" creationId="{00000000-0000-0000-0000-000000000000}"/>
          </ac:spMkLst>
        </pc:spChg>
        <pc:spChg chg="mod">
          <ac:chgData name="Feist, Ella" userId="992bbaf2-811d-42cb-a4d6-e7fc45e325e8" providerId="ADAL" clId="{3CDACCC6-62BA-47DB-A1DF-08260042006D}" dt="2025-05-29T12:40:32.186" v="137" actId="20577"/>
          <ac:spMkLst>
            <pc:docMk/>
            <pc:sldMk cId="3295151389" sldId="348"/>
            <ac:spMk id="39942" creationId="{00000000-0000-0000-0000-000000000000}"/>
          </ac:spMkLst>
        </pc:spChg>
        <pc:spChg chg="mod">
          <ac:chgData name="Feist, Ella" userId="992bbaf2-811d-42cb-a4d6-e7fc45e325e8" providerId="ADAL" clId="{3CDACCC6-62BA-47DB-A1DF-08260042006D}" dt="2025-05-29T12:40:19.779" v="133" actId="20577"/>
          <ac:spMkLst>
            <pc:docMk/>
            <pc:sldMk cId="3295151389" sldId="348"/>
            <ac:spMk id="39945" creationId="{00000000-0000-0000-0000-000000000000}"/>
          </ac:spMkLst>
        </pc:spChg>
      </pc:sldChg>
      <pc:sldChg chg="modSp mod">
        <pc:chgData name="Feist, Ella" userId="992bbaf2-811d-42cb-a4d6-e7fc45e325e8" providerId="ADAL" clId="{3CDACCC6-62BA-47DB-A1DF-08260042006D}" dt="2025-05-29T12:40:55.346" v="143" actId="20577"/>
        <pc:sldMkLst>
          <pc:docMk/>
          <pc:sldMk cId="3345506047" sldId="350"/>
        </pc:sldMkLst>
        <pc:spChg chg="mod">
          <ac:chgData name="Feist, Ella" userId="992bbaf2-811d-42cb-a4d6-e7fc45e325e8" providerId="ADAL" clId="{3CDACCC6-62BA-47DB-A1DF-08260042006D}" dt="2025-05-29T12:40:43.215" v="138" actId="20577"/>
          <ac:spMkLst>
            <pc:docMk/>
            <pc:sldMk cId="3345506047" sldId="350"/>
            <ac:spMk id="41992" creationId="{00000000-0000-0000-0000-000000000000}"/>
          </ac:spMkLst>
        </pc:spChg>
        <pc:spChg chg="mod">
          <ac:chgData name="Feist, Ella" userId="992bbaf2-811d-42cb-a4d6-e7fc45e325e8" providerId="ADAL" clId="{3CDACCC6-62BA-47DB-A1DF-08260042006D}" dt="2025-05-29T12:40:55.346" v="143" actId="20577"/>
          <ac:spMkLst>
            <pc:docMk/>
            <pc:sldMk cId="3345506047" sldId="350"/>
            <ac:spMk id="41994" creationId="{00000000-0000-0000-0000-000000000000}"/>
          </ac:spMkLst>
        </pc:spChg>
        <pc:spChg chg="mod">
          <ac:chgData name="Feist, Ella" userId="992bbaf2-811d-42cb-a4d6-e7fc45e325e8" providerId="ADAL" clId="{3CDACCC6-62BA-47DB-A1DF-08260042006D}" dt="2025-05-29T12:40:50.856" v="142" actId="20577"/>
          <ac:spMkLst>
            <pc:docMk/>
            <pc:sldMk cId="3345506047" sldId="350"/>
            <ac:spMk id="41996" creationId="{00000000-0000-0000-0000-000000000000}"/>
          </ac:spMkLst>
        </pc:spChg>
      </pc:sldChg>
      <pc:sldChg chg="modSp mod">
        <pc:chgData name="Feist, Ella" userId="992bbaf2-811d-42cb-a4d6-e7fc45e325e8" providerId="ADAL" clId="{3CDACCC6-62BA-47DB-A1DF-08260042006D}" dt="2025-05-29T12:41:04.163" v="145" actId="20577"/>
        <pc:sldMkLst>
          <pc:docMk/>
          <pc:sldMk cId="2914369234" sldId="351"/>
        </pc:sldMkLst>
        <pc:spChg chg="mod">
          <ac:chgData name="Feist, Ella" userId="992bbaf2-811d-42cb-a4d6-e7fc45e325e8" providerId="ADAL" clId="{3CDACCC6-62BA-47DB-A1DF-08260042006D}" dt="2025-05-29T12:41:04.163" v="145" actId="20577"/>
          <ac:spMkLst>
            <pc:docMk/>
            <pc:sldMk cId="2914369234" sldId="351"/>
            <ac:spMk id="43016" creationId="{00000000-0000-0000-0000-000000000000}"/>
          </ac:spMkLst>
        </pc:spChg>
        <pc:spChg chg="mod">
          <ac:chgData name="Feist, Ella" userId="992bbaf2-811d-42cb-a4d6-e7fc45e325e8" providerId="ADAL" clId="{3CDACCC6-62BA-47DB-A1DF-08260042006D}" dt="2025-05-29T12:41:00.430" v="144" actId="20577"/>
          <ac:spMkLst>
            <pc:docMk/>
            <pc:sldMk cId="2914369234" sldId="351"/>
            <ac:spMk id="43021" creationId="{00000000-0000-0000-0000-000000000000}"/>
          </ac:spMkLst>
        </pc:spChg>
      </pc:sldChg>
      <pc:sldChg chg="modSp mod">
        <pc:chgData name="Feist, Ella" userId="992bbaf2-811d-42cb-a4d6-e7fc45e325e8" providerId="ADAL" clId="{3CDACCC6-62BA-47DB-A1DF-08260042006D}" dt="2025-05-29T12:41:45.037" v="163" actId="1076"/>
        <pc:sldMkLst>
          <pc:docMk/>
          <pc:sldMk cId="1954477880" sldId="352"/>
        </pc:sldMkLst>
        <pc:spChg chg="mod">
          <ac:chgData name="Feist, Ella" userId="992bbaf2-811d-42cb-a4d6-e7fc45e325e8" providerId="ADAL" clId="{3CDACCC6-62BA-47DB-A1DF-08260042006D}" dt="2025-05-29T12:41:31.109" v="158" actId="20577"/>
          <ac:spMkLst>
            <pc:docMk/>
            <pc:sldMk cId="1954477880" sldId="352"/>
            <ac:spMk id="3" creationId="{93B00BD6-07EB-2971-4468-108FEC9954C7}"/>
          </ac:spMkLst>
        </pc:spChg>
        <pc:spChg chg="mod">
          <ac:chgData name="Feist, Ella" userId="992bbaf2-811d-42cb-a4d6-e7fc45e325e8" providerId="ADAL" clId="{3CDACCC6-62BA-47DB-A1DF-08260042006D}" dt="2025-05-29T12:41:35.802" v="161" actId="20577"/>
          <ac:spMkLst>
            <pc:docMk/>
            <pc:sldMk cId="1954477880" sldId="352"/>
            <ac:spMk id="44035" creationId="{00000000-0000-0000-0000-000000000000}"/>
          </ac:spMkLst>
        </pc:spChg>
        <pc:spChg chg="mod">
          <ac:chgData name="Feist, Ella" userId="992bbaf2-811d-42cb-a4d6-e7fc45e325e8" providerId="ADAL" clId="{3CDACCC6-62BA-47DB-A1DF-08260042006D}" dt="2025-05-29T12:41:39.720" v="162" actId="1076"/>
          <ac:spMkLst>
            <pc:docMk/>
            <pc:sldMk cId="1954477880" sldId="352"/>
            <ac:spMk id="44039" creationId="{00000000-0000-0000-0000-000000000000}"/>
          </ac:spMkLst>
        </pc:spChg>
        <pc:spChg chg="mod">
          <ac:chgData name="Feist, Ella" userId="992bbaf2-811d-42cb-a4d6-e7fc45e325e8" providerId="ADAL" clId="{3CDACCC6-62BA-47DB-A1DF-08260042006D}" dt="2025-05-29T12:41:45.037" v="163" actId="1076"/>
          <ac:spMkLst>
            <pc:docMk/>
            <pc:sldMk cId="1954477880" sldId="352"/>
            <ac:spMk id="44040" creationId="{00000000-0000-0000-0000-000000000000}"/>
          </ac:spMkLst>
        </pc:spChg>
      </pc:sldChg>
      <pc:sldChg chg="modSp mod">
        <pc:chgData name="Feist, Ella" userId="992bbaf2-811d-42cb-a4d6-e7fc45e325e8" providerId="ADAL" clId="{3CDACCC6-62BA-47DB-A1DF-08260042006D}" dt="2025-05-29T12:42:06.724" v="170" actId="20577"/>
        <pc:sldMkLst>
          <pc:docMk/>
          <pc:sldMk cId="1903624044" sldId="353"/>
        </pc:sldMkLst>
        <pc:spChg chg="mod">
          <ac:chgData name="Feist, Ella" userId="992bbaf2-811d-42cb-a4d6-e7fc45e325e8" providerId="ADAL" clId="{3CDACCC6-62BA-47DB-A1DF-08260042006D}" dt="2025-05-29T12:42:06.724" v="170" actId="20577"/>
          <ac:spMkLst>
            <pc:docMk/>
            <pc:sldMk cId="1903624044" sldId="353"/>
            <ac:spMk id="45059" creationId="{00000000-0000-0000-0000-000000000000}"/>
          </ac:spMkLst>
        </pc:spChg>
        <pc:spChg chg="mod">
          <ac:chgData name="Feist, Ella" userId="992bbaf2-811d-42cb-a4d6-e7fc45e325e8" providerId="ADAL" clId="{3CDACCC6-62BA-47DB-A1DF-08260042006D}" dt="2025-05-29T12:41:57.406" v="168" actId="20577"/>
          <ac:spMkLst>
            <pc:docMk/>
            <pc:sldMk cId="1903624044" sldId="353"/>
            <ac:spMk id="45062" creationId="{00000000-0000-0000-0000-000000000000}"/>
          </ac:spMkLst>
        </pc:spChg>
      </pc:sldChg>
      <pc:sldChg chg="modSp mod">
        <pc:chgData name="Feist, Ella" userId="992bbaf2-811d-42cb-a4d6-e7fc45e325e8" providerId="ADAL" clId="{3CDACCC6-62BA-47DB-A1DF-08260042006D}" dt="2025-05-29T12:37:37.136" v="84" actId="20577"/>
        <pc:sldMkLst>
          <pc:docMk/>
          <pc:sldMk cId="1423423662" sldId="355"/>
        </pc:sldMkLst>
        <pc:spChg chg="mod">
          <ac:chgData name="Feist, Ella" userId="992bbaf2-811d-42cb-a4d6-e7fc45e325e8" providerId="ADAL" clId="{3CDACCC6-62BA-47DB-A1DF-08260042006D}" dt="2025-05-29T12:37:34.063" v="83" actId="20577"/>
          <ac:spMkLst>
            <pc:docMk/>
            <pc:sldMk cId="1423423662" sldId="355"/>
            <ac:spMk id="2" creationId="{00000000-0000-0000-0000-000000000000}"/>
          </ac:spMkLst>
        </pc:spChg>
        <pc:spChg chg="mod">
          <ac:chgData name="Feist, Ella" userId="992bbaf2-811d-42cb-a4d6-e7fc45e325e8" providerId="ADAL" clId="{3CDACCC6-62BA-47DB-A1DF-08260042006D}" dt="2025-05-29T12:37:37.136" v="84" actId="20577"/>
          <ac:spMkLst>
            <pc:docMk/>
            <pc:sldMk cId="1423423662" sldId="355"/>
            <ac:spMk id="7" creationId="{00000000-0000-0000-0000-000000000000}"/>
          </ac:spMkLst>
        </pc:spChg>
      </pc:sldChg>
      <pc:sldChg chg="delSp modSp mod">
        <pc:chgData name="Feist, Ella" userId="992bbaf2-811d-42cb-a4d6-e7fc45e325e8" providerId="ADAL" clId="{3CDACCC6-62BA-47DB-A1DF-08260042006D}" dt="2025-05-29T12:41:20.836" v="153" actId="1076"/>
        <pc:sldMkLst>
          <pc:docMk/>
          <pc:sldMk cId="235653611" sldId="356"/>
        </pc:sldMkLst>
        <pc:spChg chg="mod">
          <ac:chgData name="Feist, Ella" userId="992bbaf2-811d-42cb-a4d6-e7fc45e325e8" providerId="ADAL" clId="{3CDACCC6-62BA-47DB-A1DF-08260042006D}" dt="2025-05-29T12:41:16.807" v="151" actId="20577"/>
          <ac:spMkLst>
            <pc:docMk/>
            <pc:sldMk cId="235653611" sldId="356"/>
            <ac:spMk id="3" creationId="{55B1576F-BE4A-661E-1101-9EA3036C1EA3}"/>
          </ac:spMkLst>
        </pc:spChg>
        <pc:spChg chg="mod">
          <ac:chgData name="Feist, Ella" userId="992bbaf2-811d-42cb-a4d6-e7fc45e325e8" providerId="ADAL" clId="{3CDACCC6-62BA-47DB-A1DF-08260042006D}" dt="2025-05-29T12:41:20.836" v="153" actId="1076"/>
          <ac:spMkLst>
            <pc:docMk/>
            <pc:sldMk cId="235653611" sldId="356"/>
            <ac:spMk id="4" creationId="{00000000-0000-0000-0000-000000000000}"/>
          </ac:spMkLst>
        </pc:spChg>
        <pc:spChg chg="del">
          <ac:chgData name="Feist, Ella" userId="992bbaf2-811d-42cb-a4d6-e7fc45e325e8" providerId="ADAL" clId="{3CDACCC6-62BA-47DB-A1DF-08260042006D}" dt="2025-05-29T12:41:17.912" v="152" actId="478"/>
          <ac:spMkLst>
            <pc:docMk/>
            <pc:sldMk cId="235653611" sldId="356"/>
            <ac:spMk id="5" creationId="{EFD1D3F8-46E1-E7D2-4BD5-9CC279210638}"/>
          </ac:spMkLst>
        </pc:spChg>
      </pc:sldChg>
      <pc:sldChg chg="delSp modSp mod">
        <pc:chgData name="Feist, Ella" userId="992bbaf2-811d-42cb-a4d6-e7fc45e325e8" providerId="ADAL" clId="{3CDACCC6-62BA-47DB-A1DF-08260042006D}" dt="2025-05-29T12:41:27.241" v="157" actId="1076"/>
        <pc:sldMkLst>
          <pc:docMk/>
          <pc:sldMk cId="2084038956" sldId="357"/>
        </pc:sldMkLst>
        <pc:spChg chg="mod">
          <ac:chgData name="Feist, Ella" userId="992bbaf2-811d-42cb-a4d6-e7fc45e325e8" providerId="ADAL" clId="{3CDACCC6-62BA-47DB-A1DF-08260042006D}" dt="2025-05-29T12:41:23.954" v="155" actId="20577"/>
          <ac:spMkLst>
            <pc:docMk/>
            <pc:sldMk cId="2084038956" sldId="357"/>
            <ac:spMk id="3" creationId="{8C3FB114-5AAE-7F1C-908C-67BF6A5E9C33}"/>
          </ac:spMkLst>
        </pc:spChg>
        <pc:spChg chg="mod">
          <ac:chgData name="Feist, Ella" userId="992bbaf2-811d-42cb-a4d6-e7fc45e325e8" providerId="ADAL" clId="{3CDACCC6-62BA-47DB-A1DF-08260042006D}" dt="2025-05-29T12:41:27.241" v="157" actId="1076"/>
          <ac:spMkLst>
            <pc:docMk/>
            <pc:sldMk cId="2084038956" sldId="357"/>
            <ac:spMk id="4" creationId="{00000000-0000-0000-0000-000000000000}"/>
          </ac:spMkLst>
        </pc:spChg>
        <pc:spChg chg="del">
          <ac:chgData name="Feist, Ella" userId="992bbaf2-811d-42cb-a4d6-e7fc45e325e8" providerId="ADAL" clId="{3CDACCC6-62BA-47DB-A1DF-08260042006D}" dt="2025-05-29T12:41:25.167" v="156" actId="478"/>
          <ac:spMkLst>
            <pc:docMk/>
            <pc:sldMk cId="2084038956" sldId="357"/>
            <ac:spMk id="5" creationId="{AA9E79BC-DD3D-FB0D-C4A2-EF9373BF8815}"/>
          </ac:spMkLst>
        </pc:spChg>
      </pc:sldChg>
      <pc:sldChg chg="delSp modSp mod">
        <pc:chgData name="Feist, Ella" userId="992bbaf2-811d-42cb-a4d6-e7fc45e325e8" providerId="ADAL" clId="{3CDACCC6-62BA-47DB-A1DF-08260042006D}" dt="2025-05-29T12:37:42.336" v="87" actId="478"/>
        <pc:sldMkLst>
          <pc:docMk/>
          <pc:sldMk cId="1015567782" sldId="358"/>
        </pc:sldMkLst>
        <pc:spChg chg="mod">
          <ac:chgData name="Feist, Ella" userId="992bbaf2-811d-42cb-a4d6-e7fc45e325e8" providerId="ADAL" clId="{3CDACCC6-62BA-47DB-A1DF-08260042006D}" dt="2025-05-29T12:37:41.308" v="86" actId="20577"/>
          <ac:spMkLst>
            <pc:docMk/>
            <pc:sldMk cId="1015567782" sldId="358"/>
            <ac:spMk id="3" creationId="{D0E52F6D-BDA6-938D-112C-E85FC2323444}"/>
          </ac:spMkLst>
        </pc:spChg>
        <pc:spChg chg="del">
          <ac:chgData name="Feist, Ella" userId="992bbaf2-811d-42cb-a4d6-e7fc45e325e8" providerId="ADAL" clId="{3CDACCC6-62BA-47DB-A1DF-08260042006D}" dt="2025-05-29T12:37:42.336" v="87" actId="478"/>
          <ac:spMkLst>
            <pc:docMk/>
            <pc:sldMk cId="1015567782" sldId="358"/>
            <ac:spMk id="5" creationId="{34143CAC-6972-7062-896F-6602DBD73CDA}"/>
          </ac:spMkLst>
        </pc:spChg>
      </pc:sldChg>
      <pc:sldChg chg="modSp mod">
        <pc:chgData name="Feist, Ella" userId="992bbaf2-811d-42cb-a4d6-e7fc45e325e8" providerId="ADAL" clId="{3CDACCC6-62BA-47DB-A1DF-08260042006D}" dt="2025-05-29T12:32:21.632" v="15" actId="14100"/>
        <pc:sldMkLst>
          <pc:docMk/>
          <pc:sldMk cId="3808068792" sldId="1620"/>
        </pc:sldMkLst>
        <pc:spChg chg="mod">
          <ac:chgData name="Feist, Ella" userId="992bbaf2-811d-42cb-a4d6-e7fc45e325e8" providerId="ADAL" clId="{3CDACCC6-62BA-47DB-A1DF-08260042006D}" dt="2025-05-29T12:32:13.533" v="10" actId="20577"/>
          <ac:spMkLst>
            <pc:docMk/>
            <pc:sldMk cId="3808068792" sldId="1620"/>
            <ac:spMk id="4" creationId="{441B5810-8C67-B742-B639-848419728702}"/>
          </ac:spMkLst>
        </pc:spChg>
        <pc:graphicFrameChg chg="modGraphic">
          <ac:chgData name="Feist, Ella" userId="992bbaf2-811d-42cb-a4d6-e7fc45e325e8" providerId="ADAL" clId="{3CDACCC6-62BA-47DB-A1DF-08260042006D}" dt="2025-05-29T12:32:21.632" v="15" actId="14100"/>
          <ac:graphicFrameMkLst>
            <pc:docMk/>
            <pc:sldMk cId="3808068792" sldId="1620"/>
            <ac:graphicFrameMk id="6" creationId="{8F320475-11AE-F284-1853-FDA423A0AD9E}"/>
          </ac:graphicFrameMkLst>
        </pc:graphicFrameChg>
      </pc:sldChg>
      <pc:sldChg chg="addSp delSp modSp mod">
        <pc:chgData name="Feist, Ella" userId="992bbaf2-811d-42cb-a4d6-e7fc45e325e8" providerId="ADAL" clId="{3CDACCC6-62BA-47DB-A1DF-08260042006D}" dt="2025-05-29T12:32:33.259" v="20" actId="20577"/>
        <pc:sldMkLst>
          <pc:docMk/>
          <pc:sldMk cId="3309291631" sldId="1625"/>
        </pc:sldMkLst>
        <pc:spChg chg="del">
          <ac:chgData name="Feist, Ella" userId="992bbaf2-811d-42cb-a4d6-e7fc45e325e8" providerId="ADAL" clId="{3CDACCC6-62BA-47DB-A1DF-08260042006D}" dt="2025-05-29T12:32:30.212" v="18" actId="478"/>
          <ac:spMkLst>
            <pc:docMk/>
            <pc:sldMk cId="3309291631" sldId="1625"/>
            <ac:spMk id="2" creationId="{18B28490-3D0E-0689-FF76-E6496F1A4D7F}"/>
          </ac:spMkLst>
        </pc:spChg>
        <pc:spChg chg="mod">
          <ac:chgData name="Feist, Ella" userId="992bbaf2-811d-42cb-a4d6-e7fc45e325e8" providerId="ADAL" clId="{3CDACCC6-62BA-47DB-A1DF-08260042006D}" dt="2025-05-29T12:32:33.259" v="20" actId="20577"/>
          <ac:spMkLst>
            <pc:docMk/>
            <pc:sldMk cId="3309291631" sldId="1625"/>
            <ac:spMk id="3" creationId="{68609705-BF1A-2136-1EDD-22A0BAD2ACA1}"/>
          </ac:spMkLst>
        </pc:spChg>
        <pc:spChg chg="add del mod">
          <ac:chgData name="Feist, Ella" userId="992bbaf2-811d-42cb-a4d6-e7fc45e325e8" providerId="ADAL" clId="{3CDACCC6-62BA-47DB-A1DF-08260042006D}" dt="2025-05-29T12:32:31.113" v="19" actId="478"/>
          <ac:spMkLst>
            <pc:docMk/>
            <pc:sldMk cId="3309291631" sldId="1625"/>
            <ac:spMk id="6" creationId="{C3547408-E60E-B1F3-123E-617E6D041CF8}"/>
          </ac:spMkLst>
        </pc:spChg>
        <pc:spChg chg="mod">
          <ac:chgData name="Feist, Ella" userId="992bbaf2-811d-42cb-a4d6-e7fc45e325e8" providerId="ADAL" clId="{3CDACCC6-62BA-47DB-A1DF-08260042006D}" dt="2025-05-29T12:32:28.259" v="17" actId="1076"/>
          <ac:spMkLst>
            <pc:docMk/>
            <pc:sldMk cId="3309291631" sldId="1625"/>
            <ac:spMk id="990212" creationId="{00000000-0000-0000-0000-000000000000}"/>
          </ac:spMkLst>
        </pc:spChg>
      </pc:sldChg>
      <pc:sldChg chg="modSp mod">
        <pc:chgData name="Feist, Ella" userId="992bbaf2-811d-42cb-a4d6-e7fc45e325e8" providerId="ADAL" clId="{3CDACCC6-62BA-47DB-A1DF-08260042006D}" dt="2025-05-29T12:33:46.447" v="27" actId="20577"/>
        <pc:sldMkLst>
          <pc:docMk/>
          <pc:sldMk cId="3519258342" sldId="1627"/>
        </pc:sldMkLst>
        <pc:spChg chg="mod">
          <ac:chgData name="Feist, Ella" userId="992bbaf2-811d-42cb-a4d6-e7fc45e325e8" providerId="ADAL" clId="{3CDACCC6-62BA-47DB-A1DF-08260042006D}" dt="2025-05-29T12:33:44.485" v="26" actId="20577"/>
          <ac:spMkLst>
            <pc:docMk/>
            <pc:sldMk cId="3519258342" sldId="1627"/>
            <ac:spMk id="8199" creationId="{00000000-0000-0000-0000-000000000000}"/>
          </ac:spMkLst>
        </pc:spChg>
        <pc:spChg chg="mod">
          <ac:chgData name="Feist, Ella" userId="992bbaf2-811d-42cb-a4d6-e7fc45e325e8" providerId="ADAL" clId="{3CDACCC6-62BA-47DB-A1DF-08260042006D}" dt="2025-05-29T12:33:41.480" v="25" actId="20577"/>
          <ac:spMkLst>
            <pc:docMk/>
            <pc:sldMk cId="3519258342" sldId="1627"/>
            <ac:spMk id="8200" creationId="{00000000-0000-0000-0000-000000000000}"/>
          </ac:spMkLst>
        </pc:spChg>
        <pc:spChg chg="mod">
          <ac:chgData name="Feist, Ella" userId="992bbaf2-811d-42cb-a4d6-e7fc45e325e8" providerId="ADAL" clId="{3CDACCC6-62BA-47DB-A1DF-08260042006D}" dt="2025-05-29T12:33:46.447" v="27" actId="20577"/>
          <ac:spMkLst>
            <pc:docMk/>
            <pc:sldMk cId="3519258342" sldId="1627"/>
            <ac:spMk id="8201" creationId="{00000000-0000-0000-0000-000000000000}"/>
          </ac:spMkLst>
        </pc:spChg>
      </pc:sldChg>
      <pc:sldChg chg="modSp mod">
        <pc:chgData name="Feist, Ella" userId="992bbaf2-811d-42cb-a4d6-e7fc45e325e8" providerId="ADAL" clId="{3CDACCC6-62BA-47DB-A1DF-08260042006D}" dt="2025-05-29T12:33:49.919" v="28" actId="20577"/>
        <pc:sldMkLst>
          <pc:docMk/>
          <pc:sldMk cId="749445289" sldId="1628"/>
        </pc:sldMkLst>
        <pc:spChg chg="mod">
          <ac:chgData name="Feist, Ella" userId="992bbaf2-811d-42cb-a4d6-e7fc45e325e8" providerId="ADAL" clId="{3CDACCC6-62BA-47DB-A1DF-08260042006D}" dt="2025-05-29T12:33:49.919" v="28" actId="20577"/>
          <ac:spMkLst>
            <pc:docMk/>
            <pc:sldMk cId="749445289" sldId="1628"/>
            <ac:spMk id="2" creationId="{4442A686-6274-27F5-671D-7431028E935E}"/>
          </ac:spMkLst>
        </pc:spChg>
      </pc:sldChg>
      <pc:sldChg chg="modSp mod">
        <pc:chgData name="Feist, Ella" userId="992bbaf2-811d-42cb-a4d6-e7fc45e325e8" providerId="ADAL" clId="{3CDACCC6-62BA-47DB-A1DF-08260042006D}" dt="2025-05-29T12:33:59.894" v="30" actId="20577"/>
        <pc:sldMkLst>
          <pc:docMk/>
          <pc:sldMk cId="734879667" sldId="1629"/>
        </pc:sldMkLst>
        <pc:spChg chg="mod">
          <ac:chgData name="Feist, Ella" userId="992bbaf2-811d-42cb-a4d6-e7fc45e325e8" providerId="ADAL" clId="{3CDACCC6-62BA-47DB-A1DF-08260042006D}" dt="2025-05-29T12:33:56.828" v="29" actId="20577"/>
          <ac:spMkLst>
            <pc:docMk/>
            <pc:sldMk cId="734879667" sldId="1629"/>
            <ac:spMk id="10247" creationId="{00000000-0000-0000-0000-000000000000}"/>
          </ac:spMkLst>
        </pc:spChg>
        <pc:spChg chg="mod">
          <ac:chgData name="Feist, Ella" userId="992bbaf2-811d-42cb-a4d6-e7fc45e325e8" providerId="ADAL" clId="{3CDACCC6-62BA-47DB-A1DF-08260042006D}" dt="2025-05-29T12:33:59.894" v="30" actId="20577"/>
          <ac:spMkLst>
            <pc:docMk/>
            <pc:sldMk cId="734879667" sldId="1629"/>
            <ac:spMk id="10248" creationId="{00000000-0000-0000-0000-000000000000}"/>
          </ac:spMkLst>
        </pc:spChg>
      </pc:sldChg>
      <pc:sldChg chg="modSp mod">
        <pc:chgData name="Feist, Ella" userId="992bbaf2-811d-42cb-a4d6-e7fc45e325e8" providerId="ADAL" clId="{3CDACCC6-62BA-47DB-A1DF-08260042006D}" dt="2025-05-29T12:34:13.395" v="35" actId="20577"/>
        <pc:sldMkLst>
          <pc:docMk/>
          <pc:sldMk cId="3407053969" sldId="1630"/>
        </pc:sldMkLst>
        <pc:spChg chg="mod">
          <ac:chgData name="Feist, Ella" userId="992bbaf2-811d-42cb-a4d6-e7fc45e325e8" providerId="ADAL" clId="{3CDACCC6-62BA-47DB-A1DF-08260042006D}" dt="2025-05-29T12:34:08.295" v="32" actId="20577"/>
          <ac:spMkLst>
            <pc:docMk/>
            <pc:sldMk cId="3407053969" sldId="1630"/>
            <ac:spMk id="11267" creationId="{00000000-0000-0000-0000-000000000000}"/>
          </ac:spMkLst>
        </pc:spChg>
        <pc:spChg chg="mod">
          <ac:chgData name="Feist, Ella" userId="992bbaf2-811d-42cb-a4d6-e7fc45e325e8" providerId="ADAL" clId="{3CDACCC6-62BA-47DB-A1DF-08260042006D}" dt="2025-05-29T12:34:13.395" v="35" actId="20577"/>
          <ac:spMkLst>
            <pc:docMk/>
            <pc:sldMk cId="3407053969" sldId="1630"/>
            <ac:spMk id="11270" creationId="{00000000-0000-0000-0000-000000000000}"/>
          </ac:spMkLst>
        </pc:spChg>
      </pc:sldChg>
      <pc:sldChg chg="modSp mod">
        <pc:chgData name="Feist, Ella" userId="992bbaf2-811d-42cb-a4d6-e7fc45e325e8" providerId="ADAL" clId="{3CDACCC6-62BA-47DB-A1DF-08260042006D}" dt="2025-05-29T12:34:43.931" v="42" actId="20577"/>
        <pc:sldMkLst>
          <pc:docMk/>
          <pc:sldMk cId="25748330" sldId="1631"/>
        </pc:sldMkLst>
        <pc:spChg chg="mod">
          <ac:chgData name="Feist, Ella" userId="992bbaf2-811d-42cb-a4d6-e7fc45e325e8" providerId="ADAL" clId="{3CDACCC6-62BA-47DB-A1DF-08260042006D}" dt="2025-05-29T12:34:37.607" v="40" actId="20577"/>
          <ac:spMkLst>
            <pc:docMk/>
            <pc:sldMk cId="25748330" sldId="1631"/>
            <ac:spMk id="3" creationId="{DE9DC662-84D2-34EC-42E9-184FF8CD8698}"/>
          </ac:spMkLst>
        </pc:spChg>
        <pc:spChg chg="mod">
          <ac:chgData name="Feist, Ella" userId="992bbaf2-811d-42cb-a4d6-e7fc45e325e8" providerId="ADAL" clId="{3CDACCC6-62BA-47DB-A1DF-08260042006D}" dt="2025-05-29T12:34:43.931" v="42" actId="20577"/>
          <ac:spMkLst>
            <pc:docMk/>
            <pc:sldMk cId="25748330" sldId="1631"/>
            <ac:spMk id="13315" creationId="{00000000-0000-0000-0000-000000000000}"/>
          </ac:spMkLst>
        </pc:spChg>
      </pc:sldChg>
      <pc:sldChg chg="modSp mod">
        <pc:chgData name="Feist, Ella" userId="992bbaf2-811d-42cb-a4d6-e7fc45e325e8" providerId="ADAL" clId="{3CDACCC6-62BA-47DB-A1DF-08260042006D}" dt="2025-05-29T12:35:14.800" v="51" actId="20577"/>
        <pc:sldMkLst>
          <pc:docMk/>
          <pc:sldMk cId="4209829185" sldId="1632"/>
        </pc:sldMkLst>
        <pc:spChg chg="mod">
          <ac:chgData name="Feist, Ella" userId="992bbaf2-811d-42cb-a4d6-e7fc45e325e8" providerId="ADAL" clId="{3CDACCC6-62BA-47DB-A1DF-08260042006D}" dt="2025-05-29T12:35:12.353" v="50" actId="20577"/>
          <ac:spMkLst>
            <pc:docMk/>
            <pc:sldMk cId="4209829185" sldId="1632"/>
            <ac:spMk id="15363" creationId="{00000000-0000-0000-0000-000000000000}"/>
          </ac:spMkLst>
        </pc:spChg>
        <pc:spChg chg="mod">
          <ac:chgData name="Feist, Ella" userId="992bbaf2-811d-42cb-a4d6-e7fc45e325e8" providerId="ADAL" clId="{3CDACCC6-62BA-47DB-A1DF-08260042006D}" dt="2025-05-29T12:35:10.779" v="49" actId="20577"/>
          <ac:spMkLst>
            <pc:docMk/>
            <pc:sldMk cId="4209829185" sldId="1632"/>
            <ac:spMk id="15364" creationId="{00000000-0000-0000-0000-000000000000}"/>
          </ac:spMkLst>
        </pc:spChg>
        <pc:spChg chg="mod">
          <ac:chgData name="Feist, Ella" userId="992bbaf2-811d-42cb-a4d6-e7fc45e325e8" providerId="ADAL" clId="{3CDACCC6-62BA-47DB-A1DF-08260042006D}" dt="2025-05-29T12:35:14.800" v="51" actId="20577"/>
          <ac:spMkLst>
            <pc:docMk/>
            <pc:sldMk cId="4209829185" sldId="1632"/>
            <ac:spMk id="15365" creationId="{00000000-0000-0000-0000-000000000000}"/>
          </ac:spMkLst>
        </pc:spChg>
      </pc:sldChg>
      <pc:sldChg chg="modSp mod">
        <pc:chgData name="Feist, Ella" userId="992bbaf2-811d-42cb-a4d6-e7fc45e325e8" providerId="ADAL" clId="{3CDACCC6-62BA-47DB-A1DF-08260042006D}" dt="2025-05-29T12:33:25.425" v="23" actId="20577"/>
        <pc:sldMkLst>
          <pc:docMk/>
          <pc:sldMk cId="346509860" sldId="1633"/>
        </pc:sldMkLst>
        <pc:spChg chg="mod">
          <ac:chgData name="Feist, Ella" userId="992bbaf2-811d-42cb-a4d6-e7fc45e325e8" providerId="ADAL" clId="{3CDACCC6-62BA-47DB-A1DF-08260042006D}" dt="2025-05-29T12:32:50.435" v="21" actId="20577"/>
          <ac:spMkLst>
            <pc:docMk/>
            <pc:sldMk cId="346509860" sldId="1633"/>
            <ac:spMk id="2" creationId="{94F83922-1C9D-A57A-7C48-516EF0D398B7}"/>
          </ac:spMkLst>
        </pc:spChg>
        <pc:spChg chg="mod">
          <ac:chgData name="Feist, Ella" userId="992bbaf2-811d-42cb-a4d6-e7fc45e325e8" providerId="ADAL" clId="{3CDACCC6-62BA-47DB-A1DF-08260042006D}" dt="2025-05-29T12:33:25.425" v="23" actId="20577"/>
          <ac:spMkLst>
            <pc:docMk/>
            <pc:sldMk cId="346509860" sldId="1633"/>
            <ac:spMk id="3" creationId="{A10A715F-C045-947D-F914-C30E223D9290}"/>
          </ac:spMkLst>
        </pc:spChg>
        <pc:spChg chg="mod">
          <ac:chgData name="Feist, Ella" userId="992bbaf2-811d-42cb-a4d6-e7fc45e325e8" providerId="ADAL" clId="{3CDACCC6-62BA-47DB-A1DF-08260042006D}" dt="2025-05-29T12:32:57.309" v="22" actId="2711"/>
          <ac:spMkLst>
            <pc:docMk/>
            <pc:sldMk cId="346509860" sldId="1633"/>
            <ac:spMk id="6149" creationId="{00000000-0000-0000-0000-000000000000}"/>
          </ac:spMkLst>
        </pc:spChg>
      </pc:sldChg>
      <pc:sldChg chg="delSp modSp mod">
        <pc:chgData name="Feist, Ella" userId="992bbaf2-811d-42cb-a4d6-e7fc45e325e8" providerId="ADAL" clId="{3CDACCC6-62BA-47DB-A1DF-08260042006D}" dt="2025-05-29T12:41:13.812" v="149" actId="1076"/>
        <pc:sldMkLst>
          <pc:docMk/>
          <pc:sldMk cId="2952190026" sldId="1634"/>
        </pc:sldMkLst>
        <pc:spChg chg="mod">
          <ac:chgData name="Feist, Ella" userId="992bbaf2-811d-42cb-a4d6-e7fc45e325e8" providerId="ADAL" clId="{3CDACCC6-62BA-47DB-A1DF-08260042006D}" dt="2025-05-29T12:41:09.448" v="147" actId="20577"/>
          <ac:spMkLst>
            <pc:docMk/>
            <pc:sldMk cId="2952190026" sldId="1634"/>
            <ac:spMk id="3" creationId="{80EDBB11-5EE1-17B9-4F70-813C4B32C16E}"/>
          </ac:spMkLst>
        </pc:spChg>
        <pc:spChg chg="mod">
          <ac:chgData name="Feist, Ella" userId="992bbaf2-811d-42cb-a4d6-e7fc45e325e8" providerId="ADAL" clId="{3CDACCC6-62BA-47DB-A1DF-08260042006D}" dt="2025-05-29T12:41:13.812" v="149" actId="1076"/>
          <ac:spMkLst>
            <pc:docMk/>
            <pc:sldMk cId="2952190026" sldId="1634"/>
            <ac:spMk id="4" creationId="{00000000-0000-0000-0000-000000000000}"/>
          </ac:spMkLst>
        </pc:spChg>
        <pc:spChg chg="del">
          <ac:chgData name="Feist, Ella" userId="992bbaf2-811d-42cb-a4d6-e7fc45e325e8" providerId="ADAL" clId="{3CDACCC6-62BA-47DB-A1DF-08260042006D}" dt="2025-05-29T12:41:10.625" v="148" actId="478"/>
          <ac:spMkLst>
            <pc:docMk/>
            <pc:sldMk cId="2952190026" sldId="1634"/>
            <ac:spMk id="5" creationId="{98B708CF-9F5F-F79D-0F46-CA4395F5017E}"/>
          </ac:spMkLst>
        </pc:spChg>
      </pc:sldChg>
      <pc:sldMasterChg chg="del delSldLayout">
        <pc:chgData name="Feist, Ella" userId="992bbaf2-811d-42cb-a4d6-e7fc45e325e8" providerId="ADAL" clId="{3CDACCC6-62BA-47DB-A1DF-08260042006D}" dt="2025-05-29T12:32:05.199" v="5"/>
        <pc:sldMasterMkLst>
          <pc:docMk/>
          <pc:sldMasterMk cId="2217866481" sldId="2147483660"/>
        </pc:sldMasterMkLst>
        <pc:sldLayoutChg chg="del">
          <pc:chgData name="Feist, Ella" userId="992bbaf2-811d-42cb-a4d6-e7fc45e325e8" providerId="ADAL" clId="{3CDACCC6-62BA-47DB-A1DF-08260042006D}" dt="2025-05-29T12:32:05.199" v="5"/>
          <pc:sldLayoutMkLst>
            <pc:docMk/>
            <pc:sldMasterMk cId="2217866481" sldId="2147483660"/>
            <pc:sldLayoutMk cId="1785230785" sldId="2147483777"/>
          </pc:sldLayoutMkLst>
        </pc:sldLayoutChg>
        <pc:sldLayoutChg chg="del">
          <pc:chgData name="Feist, Ella" userId="992bbaf2-811d-42cb-a4d6-e7fc45e325e8" providerId="ADAL" clId="{3CDACCC6-62BA-47DB-A1DF-08260042006D}" dt="2025-05-29T12:32:05.199" v="5"/>
          <pc:sldLayoutMkLst>
            <pc:docMk/>
            <pc:sldMasterMk cId="2217866481" sldId="2147483660"/>
            <pc:sldLayoutMk cId="3151091117" sldId="2147483780"/>
          </pc:sldLayoutMkLst>
        </pc:sldLayoutChg>
        <pc:sldLayoutChg chg="del">
          <pc:chgData name="Feist, Ella" userId="992bbaf2-811d-42cb-a4d6-e7fc45e325e8" providerId="ADAL" clId="{3CDACCC6-62BA-47DB-A1DF-08260042006D}" dt="2025-05-29T12:32:05.199" v="5"/>
          <pc:sldLayoutMkLst>
            <pc:docMk/>
            <pc:sldMasterMk cId="2217866481" sldId="2147483660"/>
            <pc:sldLayoutMk cId="2670422055" sldId="2147483781"/>
          </pc:sldLayoutMkLst>
        </pc:sldLayoutChg>
        <pc:sldLayoutChg chg="del">
          <pc:chgData name="Feist, Ella" userId="992bbaf2-811d-42cb-a4d6-e7fc45e325e8" providerId="ADAL" clId="{3CDACCC6-62BA-47DB-A1DF-08260042006D}" dt="2025-05-29T12:32:05.199" v="5"/>
          <pc:sldLayoutMkLst>
            <pc:docMk/>
            <pc:sldMasterMk cId="2217866481" sldId="2147483660"/>
            <pc:sldLayoutMk cId="3910812132" sldId="2147483786"/>
          </pc:sldLayoutMkLst>
        </pc:sldLayoutChg>
        <pc:sldLayoutChg chg="del">
          <pc:chgData name="Feist, Ella" userId="992bbaf2-811d-42cb-a4d6-e7fc45e325e8" providerId="ADAL" clId="{3CDACCC6-62BA-47DB-A1DF-08260042006D}" dt="2025-05-29T12:32:05.199" v="5"/>
          <pc:sldLayoutMkLst>
            <pc:docMk/>
            <pc:sldMasterMk cId="2217866481" sldId="2147483660"/>
            <pc:sldLayoutMk cId="3389854272" sldId="2147483788"/>
          </pc:sldLayoutMkLst>
        </pc:sldLayoutChg>
        <pc:sldLayoutChg chg="del">
          <pc:chgData name="Feist, Ella" userId="992bbaf2-811d-42cb-a4d6-e7fc45e325e8" providerId="ADAL" clId="{3CDACCC6-62BA-47DB-A1DF-08260042006D}" dt="2025-05-29T12:32:05.199" v="5"/>
          <pc:sldLayoutMkLst>
            <pc:docMk/>
            <pc:sldMasterMk cId="2217866481" sldId="2147483660"/>
            <pc:sldLayoutMk cId="844404885" sldId="2147483796"/>
          </pc:sldLayoutMkLst>
        </pc:sldLayoutChg>
        <pc:sldLayoutChg chg="del">
          <pc:chgData name="Feist, Ella" userId="992bbaf2-811d-42cb-a4d6-e7fc45e325e8" providerId="ADAL" clId="{3CDACCC6-62BA-47DB-A1DF-08260042006D}" dt="2025-05-29T12:32:05.199" v="5"/>
          <pc:sldLayoutMkLst>
            <pc:docMk/>
            <pc:sldMasterMk cId="2217866481" sldId="2147483660"/>
            <pc:sldLayoutMk cId="2238072026" sldId="2147483797"/>
          </pc:sldLayoutMkLst>
        </pc:sldLayoutChg>
        <pc:sldLayoutChg chg="del">
          <pc:chgData name="Feist, Ella" userId="992bbaf2-811d-42cb-a4d6-e7fc45e325e8" providerId="ADAL" clId="{3CDACCC6-62BA-47DB-A1DF-08260042006D}" dt="2025-05-29T12:32:05.199" v="5"/>
          <pc:sldLayoutMkLst>
            <pc:docMk/>
            <pc:sldMasterMk cId="2217866481" sldId="2147483660"/>
            <pc:sldLayoutMk cId="2785161596" sldId="2147483798"/>
          </pc:sldLayoutMkLst>
        </pc:sldLayoutChg>
        <pc:sldLayoutChg chg="del">
          <pc:chgData name="Feist, Ella" userId="992bbaf2-811d-42cb-a4d6-e7fc45e325e8" providerId="ADAL" clId="{3CDACCC6-62BA-47DB-A1DF-08260042006D}" dt="2025-05-29T12:32:05.199" v="5"/>
          <pc:sldLayoutMkLst>
            <pc:docMk/>
            <pc:sldMasterMk cId="2217866481" sldId="2147483660"/>
            <pc:sldLayoutMk cId="1958520897" sldId="2147483872"/>
          </pc:sldLayoutMkLst>
        </pc:sldLayoutChg>
        <pc:sldLayoutChg chg="del">
          <pc:chgData name="Feist, Ella" userId="992bbaf2-811d-42cb-a4d6-e7fc45e325e8" providerId="ADAL" clId="{3CDACCC6-62BA-47DB-A1DF-08260042006D}" dt="2025-05-29T12:32:05.199" v="5"/>
          <pc:sldLayoutMkLst>
            <pc:docMk/>
            <pc:sldMasterMk cId="2217866481" sldId="2147483660"/>
            <pc:sldLayoutMk cId="472251335" sldId="2147483873"/>
          </pc:sldLayoutMkLst>
        </pc:sldLayoutChg>
      </pc:sldMasterChg>
      <pc:sldMasterChg chg="del delSldLayout">
        <pc:chgData name="Feist, Ella" userId="992bbaf2-811d-42cb-a4d6-e7fc45e325e8" providerId="ADAL" clId="{3CDACCC6-62BA-47DB-A1DF-08260042006D}" dt="2025-05-29T12:32:05.199" v="5"/>
        <pc:sldMasterMkLst>
          <pc:docMk/>
          <pc:sldMasterMk cId="1433300368" sldId="2147483799"/>
        </pc:sldMasterMkLst>
        <pc:sldLayoutChg chg="del">
          <pc:chgData name="Feist, Ella" userId="992bbaf2-811d-42cb-a4d6-e7fc45e325e8" providerId="ADAL" clId="{3CDACCC6-62BA-47DB-A1DF-08260042006D}" dt="2025-05-29T12:32:05.199" v="5"/>
          <pc:sldLayoutMkLst>
            <pc:docMk/>
            <pc:sldMasterMk cId="1433300368" sldId="2147483799"/>
            <pc:sldLayoutMk cId="1527291370" sldId="2147483818"/>
          </pc:sldLayoutMkLst>
        </pc:sldLayoutChg>
        <pc:sldLayoutChg chg="del">
          <pc:chgData name="Feist, Ella" userId="992bbaf2-811d-42cb-a4d6-e7fc45e325e8" providerId="ADAL" clId="{3CDACCC6-62BA-47DB-A1DF-08260042006D}" dt="2025-05-29T12:32:05.199" v="5"/>
          <pc:sldLayoutMkLst>
            <pc:docMk/>
            <pc:sldMasterMk cId="1433300368" sldId="2147483799"/>
            <pc:sldLayoutMk cId="3562340024" sldId="2147483819"/>
          </pc:sldLayoutMkLst>
        </pc:sldLayoutChg>
        <pc:sldLayoutChg chg="del">
          <pc:chgData name="Feist, Ella" userId="992bbaf2-811d-42cb-a4d6-e7fc45e325e8" providerId="ADAL" clId="{3CDACCC6-62BA-47DB-A1DF-08260042006D}" dt="2025-05-29T12:32:05.199" v="5"/>
          <pc:sldLayoutMkLst>
            <pc:docMk/>
            <pc:sldMasterMk cId="1433300368" sldId="2147483799"/>
            <pc:sldLayoutMk cId="520181862" sldId="2147483820"/>
          </pc:sldLayoutMkLst>
        </pc:sldLayoutChg>
      </pc:sldMasterChg>
      <pc:sldMasterChg chg="del delSldLayout">
        <pc:chgData name="Feist, Ella" userId="992bbaf2-811d-42cb-a4d6-e7fc45e325e8" providerId="ADAL" clId="{3CDACCC6-62BA-47DB-A1DF-08260042006D}" dt="2025-05-29T12:32:05.199" v="5"/>
        <pc:sldMasterMkLst>
          <pc:docMk/>
          <pc:sldMasterMk cId="4045664613" sldId="2147483821"/>
        </pc:sldMasterMkLst>
        <pc:sldLayoutChg chg="del">
          <pc:chgData name="Feist, Ella" userId="992bbaf2-811d-42cb-a4d6-e7fc45e325e8" providerId="ADAL" clId="{3CDACCC6-62BA-47DB-A1DF-08260042006D}" dt="2025-05-29T12:32:05.199" v="5"/>
          <pc:sldLayoutMkLst>
            <pc:docMk/>
            <pc:sldMasterMk cId="4045664613" sldId="2147483821"/>
            <pc:sldLayoutMk cId="1659487629" sldId="2147483822"/>
          </pc:sldLayoutMkLst>
        </pc:sldLayoutChg>
        <pc:sldLayoutChg chg="del">
          <pc:chgData name="Feist, Ella" userId="992bbaf2-811d-42cb-a4d6-e7fc45e325e8" providerId="ADAL" clId="{3CDACCC6-62BA-47DB-A1DF-08260042006D}" dt="2025-05-29T12:32:05.199" v="5"/>
          <pc:sldLayoutMkLst>
            <pc:docMk/>
            <pc:sldMasterMk cId="4045664613" sldId="2147483821"/>
            <pc:sldLayoutMk cId="3209770388" sldId="2147483823"/>
          </pc:sldLayoutMkLst>
        </pc:sldLayoutChg>
        <pc:sldLayoutChg chg="del">
          <pc:chgData name="Feist, Ella" userId="992bbaf2-811d-42cb-a4d6-e7fc45e325e8" providerId="ADAL" clId="{3CDACCC6-62BA-47DB-A1DF-08260042006D}" dt="2025-05-29T12:32:05.199" v="5"/>
          <pc:sldLayoutMkLst>
            <pc:docMk/>
            <pc:sldMasterMk cId="4045664613" sldId="2147483821"/>
            <pc:sldLayoutMk cId="2989585299" sldId="2147483824"/>
          </pc:sldLayoutMkLst>
        </pc:sldLayoutChg>
        <pc:sldLayoutChg chg="del">
          <pc:chgData name="Feist, Ella" userId="992bbaf2-811d-42cb-a4d6-e7fc45e325e8" providerId="ADAL" clId="{3CDACCC6-62BA-47DB-A1DF-08260042006D}" dt="2025-05-29T12:32:05.199" v="5"/>
          <pc:sldLayoutMkLst>
            <pc:docMk/>
            <pc:sldMasterMk cId="4045664613" sldId="2147483821"/>
            <pc:sldLayoutMk cId="771702010" sldId="2147483825"/>
          </pc:sldLayoutMkLst>
        </pc:sldLayoutChg>
      </pc:sldMasterChg>
      <pc:sldMasterChg chg="del delSldLayout">
        <pc:chgData name="Feist, Ella" userId="992bbaf2-811d-42cb-a4d6-e7fc45e325e8" providerId="ADAL" clId="{3CDACCC6-62BA-47DB-A1DF-08260042006D}" dt="2025-05-29T12:32:05.199" v="5"/>
        <pc:sldMasterMkLst>
          <pc:docMk/>
          <pc:sldMasterMk cId="3391850710" sldId="2147483826"/>
        </pc:sldMasterMkLst>
        <pc:sldLayoutChg chg="del">
          <pc:chgData name="Feist, Ella" userId="992bbaf2-811d-42cb-a4d6-e7fc45e325e8" providerId="ADAL" clId="{3CDACCC6-62BA-47DB-A1DF-08260042006D}" dt="2025-05-29T12:32:05.199" v="5"/>
          <pc:sldLayoutMkLst>
            <pc:docMk/>
            <pc:sldMasterMk cId="3391850710" sldId="2147483826"/>
            <pc:sldLayoutMk cId="186167143" sldId="2147483827"/>
          </pc:sldLayoutMkLst>
        </pc:sldLayoutChg>
        <pc:sldLayoutChg chg="del">
          <pc:chgData name="Feist, Ella" userId="992bbaf2-811d-42cb-a4d6-e7fc45e325e8" providerId="ADAL" clId="{3CDACCC6-62BA-47DB-A1DF-08260042006D}" dt="2025-05-29T12:32:05.199" v="5"/>
          <pc:sldLayoutMkLst>
            <pc:docMk/>
            <pc:sldMasterMk cId="3391850710" sldId="2147483826"/>
            <pc:sldLayoutMk cId="4273777609" sldId="2147483828"/>
          </pc:sldLayoutMkLst>
        </pc:sldLayoutChg>
        <pc:sldLayoutChg chg="del">
          <pc:chgData name="Feist, Ella" userId="992bbaf2-811d-42cb-a4d6-e7fc45e325e8" providerId="ADAL" clId="{3CDACCC6-62BA-47DB-A1DF-08260042006D}" dt="2025-05-29T12:32:05.199" v="5"/>
          <pc:sldLayoutMkLst>
            <pc:docMk/>
            <pc:sldMasterMk cId="3391850710" sldId="2147483826"/>
            <pc:sldLayoutMk cId="928190420" sldId="2147483829"/>
          </pc:sldLayoutMkLst>
        </pc:sldLayoutChg>
        <pc:sldLayoutChg chg="del">
          <pc:chgData name="Feist, Ella" userId="992bbaf2-811d-42cb-a4d6-e7fc45e325e8" providerId="ADAL" clId="{3CDACCC6-62BA-47DB-A1DF-08260042006D}" dt="2025-05-29T12:32:05.199" v="5"/>
          <pc:sldLayoutMkLst>
            <pc:docMk/>
            <pc:sldMasterMk cId="3391850710" sldId="2147483826"/>
            <pc:sldLayoutMk cId="778525727" sldId="2147483830"/>
          </pc:sldLayoutMkLst>
        </pc:sldLayoutChg>
      </pc:sldMasterChg>
      <pc:sldMasterChg chg="del delSldLayout">
        <pc:chgData name="Feist, Ella" userId="992bbaf2-811d-42cb-a4d6-e7fc45e325e8" providerId="ADAL" clId="{3CDACCC6-62BA-47DB-A1DF-08260042006D}" dt="2025-05-29T12:32:05.199" v="5"/>
        <pc:sldMasterMkLst>
          <pc:docMk/>
          <pc:sldMasterMk cId="3899971177" sldId="2147483831"/>
        </pc:sldMasterMkLst>
        <pc:sldLayoutChg chg="del">
          <pc:chgData name="Feist, Ella" userId="992bbaf2-811d-42cb-a4d6-e7fc45e325e8" providerId="ADAL" clId="{3CDACCC6-62BA-47DB-A1DF-08260042006D}" dt="2025-05-29T12:32:05.199" v="5"/>
          <pc:sldLayoutMkLst>
            <pc:docMk/>
            <pc:sldMasterMk cId="3899971177" sldId="2147483831"/>
            <pc:sldLayoutMk cId="1296847754" sldId="2147483832"/>
          </pc:sldLayoutMkLst>
        </pc:sldLayoutChg>
        <pc:sldLayoutChg chg="del">
          <pc:chgData name="Feist, Ella" userId="992bbaf2-811d-42cb-a4d6-e7fc45e325e8" providerId="ADAL" clId="{3CDACCC6-62BA-47DB-A1DF-08260042006D}" dt="2025-05-29T12:32:05.199" v="5"/>
          <pc:sldLayoutMkLst>
            <pc:docMk/>
            <pc:sldMasterMk cId="3899971177" sldId="2147483831"/>
            <pc:sldLayoutMk cId="2124554007" sldId="2147483833"/>
          </pc:sldLayoutMkLst>
        </pc:sldLayoutChg>
        <pc:sldLayoutChg chg="del">
          <pc:chgData name="Feist, Ella" userId="992bbaf2-811d-42cb-a4d6-e7fc45e325e8" providerId="ADAL" clId="{3CDACCC6-62BA-47DB-A1DF-08260042006D}" dt="2025-05-29T12:32:05.199" v="5"/>
          <pc:sldLayoutMkLst>
            <pc:docMk/>
            <pc:sldMasterMk cId="3899971177" sldId="2147483831"/>
            <pc:sldLayoutMk cId="2692646997" sldId="2147483834"/>
          </pc:sldLayoutMkLst>
        </pc:sldLayoutChg>
        <pc:sldLayoutChg chg="del">
          <pc:chgData name="Feist, Ella" userId="992bbaf2-811d-42cb-a4d6-e7fc45e325e8" providerId="ADAL" clId="{3CDACCC6-62BA-47DB-A1DF-08260042006D}" dt="2025-05-29T12:32:05.199" v="5"/>
          <pc:sldLayoutMkLst>
            <pc:docMk/>
            <pc:sldMasterMk cId="3899971177" sldId="2147483831"/>
            <pc:sldLayoutMk cId="164223612" sldId="2147483835"/>
          </pc:sldLayoutMkLst>
        </pc:sldLayoutChg>
      </pc:sldMasterChg>
      <pc:sldMasterChg chg="del delSldLayout">
        <pc:chgData name="Feist, Ella" userId="992bbaf2-811d-42cb-a4d6-e7fc45e325e8" providerId="ADAL" clId="{3CDACCC6-62BA-47DB-A1DF-08260042006D}" dt="2025-05-29T12:32:05.199" v="5"/>
        <pc:sldMasterMkLst>
          <pc:docMk/>
          <pc:sldMasterMk cId="4061346496" sldId="2147483836"/>
        </pc:sldMasterMkLst>
        <pc:sldLayoutChg chg="del">
          <pc:chgData name="Feist, Ella" userId="992bbaf2-811d-42cb-a4d6-e7fc45e325e8" providerId="ADAL" clId="{3CDACCC6-62BA-47DB-A1DF-08260042006D}" dt="2025-05-29T12:32:05.199" v="5"/>
          <pc:sldLayoutMkLst>
            <pc:docMk/>
            <pc:sldMasterMk cId="4061346496" sldId="2147483836"/>
            <pc:sldLayoutMk cId="1342340652" sldId="2147483837"/>
          </pc:sldLayoutMkLst>
        </pc:sldLayoutChg>
        <pc:sldLayoutChg chg="del">
          <pc:chgData name="Feist, Ella" userId="992bbaf2-811d-42cb-a4d6-e7fc45e325e8" providerId="ADAL" clId="{3CDACCC6-62BA-47DB-A1DF-08260042006D}" dt="2025-05-29T12:32:05.199" v="5"/>
          <pc:sldLayoutMkLst>
            <pc:docMk/>
            <pc:sldMasterMk cId="4061346496" sldId="2147483836"/>
            <pc:sldLayoutMk cId="1129306061" sldId="2147483838"/>
          </pc:sldLayoutMkLst>
        </pc:sldLayoutChg>
        <pc:sldLayoutChg chg="del">
          <pc:chgData name="Feist, Ella" userId="992bbaf2-811d-42cb-a4d6-e7fc45e325e8" providerId="ADAL" clId="{3CDACCC6-62BA-47DB-A1DF-08260042006D}" dt="2025-05-29T12:32:05.199" v="5"/>
          <pc:sldLayoutMkLst>
            <pc:docMk/>
            <pc:sldMasterMk cId="4061346496" sldId="2147483836"/>
            <pc:sldLayoutMk cId="291058354" sldId="2147483839"/>
          </pc:sldLayoutMkLst>
        </pc:sldLayoutChg>
        <pc:sldLayoutChg chg="del">
          <pc:chgData name="Feist, Ella" userId="992bbaf2-811d-42cb-a4d6-e7fc45e325e8" providerId="ADAL" clId="{3CDACCC6-62BA-47DB-A1DF-08260042006D}" dt="2025-05-29T12:32:05.199" v="5"/>
          <pc:sldLayoutMkLst>
            <pc:docMk/>
            <pc:sldMasterMk cId="4061346496" sldId="2147483836"/>
            <pc:sldLayoutMk cId="1057880355" sldId="2147483840"/>
          </pc:sldLayoutMkLst>
        </pc:sldLayoutChg>
      </pc:sldMasterChg>
      <pc:sldMasterChg chg="del delSldLayout">
        <pc:chgData name="Feist, Ella" userId="992bbaf2-811d-42cb-a4d6-e7fc45e325e8" providerId="ADAL" clId="{3CDACCC6-62BA-47DB-A1DF-08260042006D}" dt="2025-05-29T12:32:05.199" v="5"/>
        <pc:sldMasterMkLst>
          <pc:docMk/>
          <pc:sldMasterMk cId="1513994161" sldId="2147483841"/>
        </pc:sldMasterMkLst>
        <pc:sldLayoutChg chg="del">
          <pc:chgData name="Feist, Ella" userId="992bbaf2-811d-42cb-a4d6-e7fc45e325e8" providerId="ADAL" clId="{3CDACCC6-62BA-47DB-A1DF-08260042006D}" dt="2025-05-29T12:32:05.199" v="5"/>
          <pc:sldLayoutMkLst>
            <pc:docMk/>
            <pc:sldMasterMk cId="1513994161" sldId="2147483841"/>
            <pc:sldLayoutMk cId="2408842378" sldId="2147483842"/>
          </pc:sldLayoutMkLst>
        </pc:sldLayoutChg>
        <pc:sldLayoutChg chg="del">
          <pc:chgData name="Feist, Ella" userId="992bbaf2-811d-42cb-a4d6-e7fc45e325e8" providerId="ADAL" clId="{3CDACCC6-62BA-47DB-A1DF-08260042006D}" dt="2025-05-29T12:32:05.199" v="5"/>
          <pc:sldLayoutMkLst>
            <pc:docMk/>
            <pc:sldMasterMk cId="1513994161" sldId="2147483841"/>
            <pc:sldLayoutMk cId="3257542985" sldId="2147483843"/>
          </pc:sldLayoutMkLst>
        </pc:sldLayoutChg>
        <pc:sldLayoutChg chg="del">
          <pc:chgData name="Feist, Ella" userId="992bbaf2-811d-42cb-a4d6-e7fc45e325e8" providerId="ADAL" clId="{3CDACCC6-62BA-47DB-A1DF-08260042006D}" dt="2025-05-29T12:32:05.199" v="5"/>
          <pc:sldLayoutMkLst>
            <pc:docMk/>
            <pc:sldMasterMk cId="1513994161" sldId="2147483841"/>
            <pc:sldLayoutMk cId="57802930" sldId="2147483844"/>
          </pc:sldLayoutMkLst>
        </pc:sldLayoutChg>
        <pc:sldLayoutChg chg="del">
          <pc:chgData name="Feist, Ella" userId="992bbaf2-811d-42cb-a4d6-e7fc45e325e8" providerId="ADAL" clId="{3CDACCC6-62BA-47DB-A1DF-08260042006D}" dt="2025-05-29T12:32:05.199" v="5"/>
          <pc:sldLayoutMkLst>
            <pc:docMk/>
            <pc:sldMasterMk cId="1513994161" sldId="2147483841"/>
            <pc:sldLayoutMk cId="892830820" sldId="2147483845"/>
          </pc:sldLayoutMkLst>
        </pc:sldLayoutChg>
      </pc:sldMasterChg>
      <pc:sldMasterChg chg="del delSldLayout">
        <pc:chgData name="Feist, Ella" userId="992bbaf2-811d-42cb-a4d6-e7fc45e325e8" providerId="ADAL" clId="{3CDACCC6-62BA-47DB-A1DF-08260042006D}" dt="2025-05-29T12:32:05.199" v="5"/>
        <pc:sldMasterMkLst>
          <pc:docMk/>
          <pc:sldMasterMk cId="1256176808" sldId="2147483846"/>
        </pc:sldMasterMkLst>
        <pc:sldLayoutChg chg="del">
          <pc:chgData name="Feist, Ella" userId="992bbaf2-811d-42cb-a4d6-e7fc45e325e8" providerId="ADAL" clId="{3CDACCC6-62BA-47DB-A1DF-08260042006D}" dt="2025-05-29T12:32:05.199" v="5"/>
          <pc:sldLayoutMkLst>
            <pc:docMk/>
            <pc:sldMasterMk cId="1256176808" sldId="2147483846"/>
            <pc:sldLayoutMk cId="1930662052" sldId="2147483847"/>
          </pc:sldLayoutMkLst>
        </pc:sldLayoutChg>
        <pc:sldLayoutChg chg="del">
          <pc:chgData name="Feist, Ella" userId="992bbaf2-811d-42cb-a4d6-e7fc45e325e8" providerId="ADAL" clId="{3CDACCC6-62BA-47DB-A1DF-08260042006D}" dt="2025-05-29T12:32:05.199" v="5"/>
          <pc:sldLayoutMkLst>
            <pc:docMk/>
            <pc:sldMasterMk cId="1256176808" sldId="2147483846"/>
            <pc:sldLayoutMk cId="2862166332" sldId="2147483848"/>
          </pc:sldLayoutMkLst>
        </pc:sldLayoutChg>
        <pc:sldLayoutChg chg="del">
          <pc:chgData name="Feist, Ella" userId="992bbaf2-811d-42cb-a4d6-e7fc45e325e8" providerId="ADAL" clId="{3CDACCC6-62BA-47DB-A1DF-08260042006D}" dt="2025-05-29T12:32:05.199" v="5"/>
          <pc:sldLayoutMkLst>
            <pc:docMk/>
            <pc:sldMasterMk cId="1256176808" sldId="2147483846"/>
            <pc:sldLayoutMk cId="4243011970" sldId="2147483849"/>
          </pc:sldLayoutMkLst>
        </pc:sldLayoutChg>
        <pc:sldLayoutChg chg="del">
          <pc:chgData name="Feist, Ella" userId="992bbaf2-811d-42cb-a4d6-e7fc45e325e8" providerId="ADAL" clId="{3CDACCC6-62BA-47DB-A1DF-08260042006D}" dt="2025-05-29T12:32:05.199" v="5"/>
          <pc:sldLayoutMkLst>
            <pc:docMk/>
            <pc:sldMasterMk cId="1256176808" sldId="2147483846"/>
            <pc:sldLayoutMk cId="787685289" sldId="2147483850"/>
          </pc:sldLayoutMkLst>
        </pc:sldLayoutChg>
      </pc:sldMasterChg>
      <pc:sldMasterChg chg="del delSldLayout">
        <pc:chgData name="Feist, Ella" userId="992bbaf2-811d-42cb-a4d6-e7fc45e325e8" providerId="ADAL" clId="{3CDACCC6-62BA-47DB-A1DF-08260042006D}" dt="2025-05-29T12:32:05.199" v="5"/>
        <pc:sldMasterMkLst>
          <pc:docMk/>
          <pc:sldMasterMk cId="1684537100" sldId="2147483874"/>
        </pc:sldMasterMkLst>
        <pc:sldLayoutChg chg="del">
          <pc:chgData name="Feist, Ella" userId="992bbaf2-811d-42cb-a4d6-e7fc45e325e8" providerId="ADAL" clId="{3CDACCC6-62BA-47DB-A1DF-08260042006D}" dt="2025-05-29T12:32:05.199" v="5"/>
          <pc:sldLayoutMkLst>
            <pc:docMk/>
            <pc:sldMasterMk cId="1684537100" sldId="2147483874"/>
            <pc:sldLayoutMk cId="4096566144" sldId="2147483859"/>
          </pc:sldLayoutMkLst>
        </pc:sldLayoutChg>
        <pc:sldLayoutChg chg="del">
          <pc:chgData name="Feist, Ella" userId="992bbaf2-811d-42cb-a4d6-e7fc45e325e8" providerId="ADAL" clId="{3CDACCC6-62BA-47DB-A1DF-08260042006D}" dt="2025-05-29T12:32:05.199" v="5"/>
          <pc:sldLayoutMkLst>
            <pc:docMk/>
            <pc:sldMasterMk cId="1684537100" sldId="2147483874"/>
            <pc:sldLayoutMk cId="3235119156" sldId="2147483875"/>
          </pc:sldLayoutMkLst>
        </pc:sldLayoutChg>
        <pc:sldLayoutChg chg="del">
          <pc:chgData name="Feist, Ella" userId="992bbaf2-811d-42cb-a4d6-e7fc45e325e8" providerId="ADAL" clId="{3CDACCC6-62BA-47DB-A1DF-08260042006D}" dt="2025-05-29T12:32:05.199" v="5"/>
          <pc:sldLayoutMkLst>
            <pc:docMk/>
            <pc:sldMasterMk cId="1684537100" sldId="2147483874"/>
            <pc:sldLayoutMk cId="802947842" sldId="2147483876"/>
          </pc:sldLayoutMkLst>
        </pc:sldLayoutChg>
        <pc:sldLayoutChg chg="del">
          <pc:chgData name="Feist, Ella" userId="992bbaf2-811d-42cb-a4d6-e7fc45e325e8" providerId="ADAL" clId="{3CDACCC6-62BA-47DB-A1DF-08260042006D}" dt="2025-05-29T12:32:05.199" v="5"/>
          <pc:sldLayoutMkLst>
            <pc:docMk/>
            <pc:sldMasterMk cId="1684537100" sldId="2147483874"/>
            <pc:sldLayoutMk cId="2274568752" sldId="2147483877"/>
          </pc:sldLayoutMkLst>
        </pc:sldLayoutChg>
        <pc:sldLayoutChg chg="del">
          <pc:chgData name="Feist, Ella" userId="992bbaf2-811d-42cb-a4d6-e7fc45e325e8" providerId="ADAL" clId="{3CDACCC6-62BA-47DB-A1DF-08260042006D}" dt="2025-05-29T12:32:05.199" v="5"/>
          <pc:sldLayoutMkLst>
            <pc:docMk/>
            <pc:sldMasterMk cId="1684537100" sldId="2147483874"/>
            <pc:sldLayoutMk cId="3994819066" sldId="2147483879"/>
          </pc:sldLayoutMkLst>
        </pc:sldLayoutChg>
        <pc:sldLayoutChg chg="del">
          <pc:chgData name="Feist, Ella" userId="992bbaf2-811d-42cb-a4d6-e7fc45e325e8" providerId="ADAL" clId="{3CDACCC6-62BA-47DB-A1DF-08260042006D}" dt="2025-05-29T12:32:05.199" v="5"/>
          <pc:sldLayoutMkLst>
            <pc:docMk/>
            <pc:sldMasterMk cId="1684537100" sldId="2147483874"/>
            <pc:sldLayoutMk cId="2948798389" sldId="2147483880"/>
          </pc:sldLayoutMkLst>
        </pc:sldLayoutChg>
        <pc:sldLayoutChg chg="del">
          <pc:chgData name="Feist, Ella" userId="992bbaf2-811d-42cb-a4d6-e7fc45e325e8" providerId="ADAL" clId="{3CDACCC6-62BA-47DB-A1DF-08260042006D}" dt="2025-05-29T12:32:05.199" v="5"/>
          <pc:sldLayoutMkLst>
            <pc:docMk/>
            <pc:sldMasterMk cId="1684537100" sldId="2147483874"/>
            <pc:sldLayoutMk cId="321250633" sldId="2147483881"/>
          </pc:sldLayoutMkLst>
        </pc:sldLayoutChg>
        <pc:sldLayoutChg chg="del">
          <pc:chgData name="Feist, Ella" userId="992bbaf2-811d-42cb-a4d6-e7fc45e325e8" providerId="ADAL" clId="{3CDACCC6-62BA-47DB-A1DF-08260042006D}" dt="2025-05-29T12:32:05.199" v="5"/>
          <pc:sldLayoutMkLst>
            <pc:docMk/>
            <pc:sldMasterMk cId="1684537100" sldId="2147483874"/>
            <pc:sldLayoutMk cId="2227355211" sldId="2147483882"/>
          </pc:sldLayoutMkLst>
        </pc:sldLayoutChg>
        <pc:sldLayoutChg chg="del">
          <pc:chgData name="Feist, Ella" userId="992bbaf2-811d-42cb-a4d6-e7fc45e325e8" providerId="ADAL" clId="{3CDACCC6-62BA-47DB-A1DF-08260042006D}" dt="2025-05-29T12:32:05.199" v="5"/>
          <pc:sldLayoutMkLst>
            <pc:docMk/>
            <pc:sldMasterMk cId="1684537100" sldId="2147483874"/>
            <pc:sldLayoutMk cId="3084302693" sldId="2147483883"/>
          </pc:sldLayoutMkLst>
        </pc:sldLayoutChg>
        <pc:sldLayoutChg chg="del">
          <pc:chgData name="Feist, Ella" userId="992bbaf2-811d-42cb-a4d6-e7fc45e325e8" providerId="ADAL" clId="{3CDACCC6-62BA-47DB-A1DF-08260042006D}" dt="2025-05-29T12:32:05.199" v="5"/>
          <pc:sldLayoutMkLst>
            <pc:docMk/>
            <pc:sldMasterMk cId="1684537100" sldId="2147483874"/>
            <pc:sldLayoutMk cId="4231280216" sldId="2147483884"/>
          </pc:sldLayoutMkLst>
        </pc:sldLayoutChg>
      </pc:sldMasterChg>
      <pc:sldMasterChg chg="del delSldLayout">
        <pc:chgData name="Feist, Ella" userId="992bbaf2-811d-42cb-a4d6-e7fc45e325e8" providerId="ADAL" clId="{3CDACCC6-62BA-47DB-A1DF-08260042006D}" dt="2025-05-29T12:32:05.199" v="5"/>
        <pc:sldMasterMkLst>
          <pc:docMk/>
          <pc:sldMasterMk cId="1175251079" sldId="2147483885"/>
        </pc:sldMasterMkLst>
        <pc:sldLayoutChg chg="del">
          <pc:chgData name="Feist, Ella" userId="992bbaf2-811d-42cb-a4d6-e7fc45e325e8" providerId="ADAL" clId="{3CDACCC6-62BA-47DB-A1DF-08260042006D}" dt="2025-05-29T12:32:05.199" v="5"/>
          <pc:sldLayoutMkLst>
            <pc:docMk/>
            <pc:sldMasterMk cId="1175251079" sldId="2147483885"/>
            <pc:sldLayoutMk cId="2517542076" sldId="2147483886"/>
          </pc:sldLayoutMkLst>
        </pc:sldLayoutChg>
        <pc:sldLayoutChg chg="del">
          <pc:chgData name="Feist, Ella" userId="992bbaf2-811d-42cb-a4d6-e7fc45e325e8" providerId="ADAL" clId="{3CDACCC6-62BA-47DB-A1DF-08260042006D}" dt="2025-05-29T12:32:05.199" v="5"/>
          <pc:sldLayoutMkLst>
            <pc:docMk/>
            <pc:sldMasterMk cId="1175251079" sldId="2147483885"/>
            <pc:sldLayoutMk cId="3294508917" sldId="2147483887"/>
          </pc:sldLayoutMkLst>
        </pc:sldLayoutChg>
        <pc:sldLayoutChg chg="del">
          <pc:chgData name="Feist, Ella" userId="992bbaf2-811d-42cb-a4d6-e7fc45e325e8" providerId="ADAL" clId="{3CDACCC6-62BA-47DB-A1DF-08260042006D}" dt="2025-05-29T12:32:05.199" v="5"/>
          <pc:sldLayoutMkLst>
            <pc:docMk/>
            <pc:sldMasterMk cId="1175251079" sldId="2147483885"/>
            <pc:sldLayoutMk cId="1801908114" sldId="2147483888"/>
          </pc:sldLayoutMkLst>
        </pc:sldLayoutChg>
        <pc:sldLayoutChg chg="del">
          <pc:chgData name="Feist, Ella" userId="992bbaf2-811d-42cb-a4d6-e7fc45e325e8" providerId="ADAL" clId="{3CDACCC6-62BA-47DB-A1DF-08260042006D}" dt="2025-05-29T12:32:05.199" v="5"/>
          <pc:sldLayoutMkLst>
            <pc:docMk/>
            <pc:sldMasterMk cId="1175251079" sldId="2147483885"/>
            <pc:sldLayoutMk cId="24548405" sldId="2147483889"/>
          </pc:sldLayoutMkLst>
        </pc:sldLayoutChg>
        <pc:sldLayoutChg chg="del">
          <pc:chgData name="Feist, Ella" userId="992bbaf2-811d-42cb-a4d6-e7fc45e325e8" providerId="ADAL" clId="{3CDACCC6-62BA-47DB-A1DF-08260042006D}" dt="2025-05-29T12:32:05.199" v="5"/>
          <pc:sldLayoutMkLst>
            <pc:docMk/>
            <pc:sldMasterMk cId="1175251079" sldId="2147483885"/>
            <pc:sldLayoutMk cId="659826178" sldId="2147483891"/>
          </pc:sldLayoutMkLst>
        </pc:sldLayoutChg>
        <pc:sldLayoutChg chg="del">
          <pc:chgData name="Feist, Ella" userId="992bbaf2-811d-42cb-a4d6-e7fc45e325e8" providerId="ADAL" clId="{3CDACCC6-62BA-47DB-A1DF-08260042006D}" dt="2025-05-29T12:32:05.199" v="5"/>
          <pc:sldLayoutMkLst>
            <pc:docMk/>
            <pc:sldMasterMk cId="1175251079" sldId="2147483885"/>
            <pc:sldLayoutMk cId="1898485824" sldId="2147483892"/>
          </pc:sldLayoutMkLst>
        </pc:sldLayoutChg>
        <pc:sldLayoutChg chg="del">
          <pc:chgData name="Feist, Ella" userId="992bbaf2-811d-42cb-a4d6-e7fc45e325e8" providerId="ADAL" clId="{3CDACCC6-62BA-47DB-A1DF-08260042006D}" dt="2025-05-29T12:32:05.199" v="5"/>
          <pc:sldLayoutMkLst>
            <pc:docMk/>
            <pc:sldMasterMk cId="1175251079" sldId="2147483885"/>
            <pc:sldLayoutMk cId="1227198908" sldId="2147483893"/>
          </pc:sldLayoutMkLst>
        </pc:sldLayoutChg>
        <pc:sldLayoutChg chg="del">
          <pc:chgData name="Feist, Ella" userId="992bbaf2-811d-42cb-a4d6-e7fc45e325e8" providerId="ADAL" clId="{3CDACCC6-62BA-47DB-A1DF-08260042006D}" dt="2025-05-29T12:32:05.199" v="5"/>
          <pc:sldLayoutMkLst>
            <pc:docMk/>
            <pc:sldMasterMk cId="1175251079" sldId="2147483885"/>
            <pc:sldLayoutMk cId="333728339" sldId="2147483894"/>
          </pc:sldLayoutMkLst>
        </pc:sldLayoutChg>
        <pc:sldLayoutChg chg="del">
          <pc:chgData name="Feist, Ella" userId="992bbaf2-811d-42cb-a4d6-e7fc45e325e8" providerId="ADAL" clId="{3CDACCC6-62BA-47DB-A1DF-08260042006D}" dt="2025-05-29T12:32:05.199" v="5"/>
          <pc:sldLayoutMkLst>
            <pc:docMk/>
            <pc:sldMasterMk cId="1175251079" sldId="2147483885"/>
            <pc:sldLayoutMk cId="328199189" sldId="2147483895"/>
          </pc:sldLayoutMkLst>
        </pc:sldLayoutChg>
        <pc:sldLayoutChg chg="del">
          <pc:chgData name="Feist, Ella" userId="992bbaf2-811d-42cb-a4d6-e7fc45e325e8" providerId="ADAL" clId="{3CDACCC6-62BA-47DB-A1DF-08260042006D}" dt="2025-05-29T12:32:05.199" v="5"/>
          <pc:sldLayoutMkLst>
            <pc:docMk/>
            <pc:sldMasterMk cId="1175251079" sldId="2147483885"/>
            <pc:sldLayoutMk cId="2974244346" sldId="2147483896"/>
          </pc:sldLayoutMkLst>
        </pc:sldLayoutChg>
      </pc:sldMasterChg>
      <pc:sldMasterChg chg="del delSldLayout">
        <pc:chgData name="Feist, Ella" userId="992bbaf2-811d-42cb-a4d6-e7fc45e325e8" providerId="ADAL" clId="{3CDACCC6-62BA-47DB-A1DF-08260042006D}" dt="2025-05-29T12:32:05.199" v="5"/>
        <pc:sldMasterMkLst>
          <pc:docMk/>
          <pc:sldMasterMk cId="2711428093" sldId="2147483908"/>
        </pc:sldMasterMkLst>
        <pc:sldLayoutChg chg="del">
          <pc:chgData name="Feist, Ella" userId="992bbaf2-811d-42cb-a4d6-e7fc45e325e8" providerId="ADAL" clId="{3CDACCC6-62BA-47DB-A1DF-08260042006D}" dt="2025-05-29T12:32:05.199" v="5"/>
          <pc:sldLayoutMkLst>
            <pc:docMk/>
            <pc:sldMasterMk cId="2711428093" sldId="2147483908"/>
            <pc:sldLayoutMk cId="3375000662" sldId="2147483909"/>
          </pc:sldLayoutMkLst>
        </pc:sldLayoutChg>
        <pc:sldLayoutChg chg="del">
          <pc:chgData name="Feist, Ella" userId="992bbaf2-811d-42cb-a4d6-e7fc45e325e8" providerId="ADAL" clId="{3CDACCC6-62BA-47DB-A1DF-08260042006D}" dt="2025-05-29T12:32:05.199" v="5"/>
          <pc:sldLayoutMkLst>
            <pc:docMk/>
            <pc:sldMasterMk cId="2711428093" sldId="2147483908"/>
            <pc:sldLayoutMk cId="3170572682" sldId="2147483910"/>
          </pc:sldLayoutMkLst>
        </pc:sldLayoutChg>
        <pc:sldLayoutChg chg="del">
          <pc:chgData name="Feist, Ella" userId="992bbaf2-811d-42cb-a4d6-e7fc45e325e8" providerId="ADAL" clId="{3CDACCC6-62BA-47DB-A1DF-08260042006D}" dt="2025-05-29T12:32:05.199" v="5"/>
          <pc:sldLayoutMkLst>
            <pc:docMk/>
            <pc:sldMasterMk cId="2711428093" sldId="2147483908"/>
            <pc:sldLayoutMk cId="4075806154" sldId="2147483911"/>
          </pc:sldLayoutMkLst>
        </pc:sldLayoutChg>
        <pc:sldLayoutChg chg="del">
          <pc:chgData name="Feist, Ella" userId="992bbaf2-811d-42cb-a4d6-e7fc45e325e8" providerId="ADAL" clId="{3CDACCC6-62BA-47DB-A1DF-08260042006D}" dt="2025-05-29T12:32:05.199" v="5"/>
          <pc:sldLayoutMkLst>
            <pc:docMk/>
            <pc:sldMasterMk cId="2711428093" sldId="2147483908"/>
            <pc:sldLayoutMk cId="572188986" sldId="2147483912"/>
          </pc:sldLayoutMkLst>
        </pc:sldLayoutChg>
        <pc:sldLayoutChg chg="del">
          <pc:chgData name="Feist, Ella" userId="992bbaf2-811d-42cb-a4d6-e7fc45e325e8" providerId="ADAL" clId="{3CDACCC6-62BA-47DB-A1DF-08260042006D}" dt="2025-05-29T12:32:05.199" v="5"/>
          <pc:sldLayoutMkLst>
            <pc:docMk/>
            <pc:sldMasterMk cId="2711428093" sldId="2147483908"/>
            <pc:sldLayoutMk cId="3207332113" sldId="2147483913"/>
          </pc:sldLayoutMkLst>
        </pc:sldLayoutChg>
        <pc:sldLayoutChg chg="del">
          <pc:chgData name="Feist, Ella" userId="992bbaf2-811d-42cb-a4d6-e7fc45e325e8" providerId="ADAL" clId="{3CDACCC6-62BA-47DB-A1DF-08260042006D}" dt="2025-05-29T12:32:05.199" v="5"/>
          <pc:sldLayoutMkLst>
            <pc:docMk/>
            <pc:sldMasterMk cId="2711428093" sldId="2147483908"/>
            <pc:sldLayoutMk cId="1460219817" sldId="2147483914"/>
          </pc:sldLayoutMkLst>
        </pc:sldLayoutChg>
        <pc:sldLayoutChg chg="del">
          <pc:chgData name="Feist, Ella" userId="992bbaf2-811d-42cb-a4d6-e7fc45e325e8" providerId="ADAL" clId="{3CDACCC6-62BA-47DB-A1DF-08260042006D}" dt="2025-05-29T12:32:05.199" v="5"/>
          <pc:sldLayoutMkLst>
            <pc:docMk/>
            <pc:sldMasterMk cId="2711428093" sldId="2147483908"/>
            <pc:sldLayoutMk cId="994855307" sldId="2147483915"/>
          </pc:sldLayoutMkLst>
        </pc:sldLayoutChg>
        <pc:sldLayoutChg chg="del">
          <pc:chgData name="Feist, Ella" userId="992bbaf2-811d-42cb-a4d6-e7fc45e325e8" providerId="ADAL" clId="{3CDACCC6-62BA-47DB-A1DF-08260042006D}" dt="2025-05-29T12:32:05.199" v="5"/>
          <pc:sldLayoutMkLst>
            <pc:docMk/>
            <pc:sldMasterMk cId="2711428093" sldId="2147483908"/>
            <pc:sldLayoutMk cId="1060909352" sldId="2147483916"/>
          </pc:sldLayoutMkLst>
        </pc:sldLayoutChg>
        <pc:sldLayoutChg chg="del">
          <pc:chgData name="Feist, Ella" userId="992bbaf2-811d-42cb-a4d6-e7fc45e325e8" providerId="ADAL" clId="{3CDACCC6-62BA-47DB-A1DF-08260042006D}" dt="2025-05-29T12:32:05.199" v="5"/>
          <pc:sldLayoutMkLst>
            <pc:docMk/>
            <pc:sldMasterMk cId="2711428093" sldId="2147483908"/>
            <pc:sldLayoutMk cId="2650676527" sldId="2147483917"/>
          </pc:sldLayoutMkLst>
        </pc:sldLayoutChg>
        <pc:sldLayoutChg chg="del">
          <pc:chgData name="Feist, Ella" userId="992bbaf2-811d-42cb-a4d6-e7fc45e325e8" providerId="ADAL" clId="{3CDACCC6-62BA-47DB-A1DF-08260042006D}" dt="2025-05-29T12:32:05.199" v="5"/>
          <pc:sldLayoutMkLst>
            <pc:docMk/>
            <pc:sldMasterMk cId="2711428093" sldId="2147483908"/>
            <pc:sldLayoutMk cId="787982011" sldId="2147483918"/>
          </pc:sldLayoutMkLst>
        </pc:sldLayoutChg>
      </pc:sldMasterChg>
      <pc:sldMasterChg chg="del delSldLayout">
        <pc:chgData name="Feist, Ella" userId="992bbaf2-811d-42cb-a4d6-e7fc45e325e8" providerId="ADAL" clId="{3CDACCC6-62BA-47DB-A1DF-08260042006D}" dt="2025-05-29T12:32:05.199" v="5"/>
        <pc:sldMasterMkLst>
          <pc:docMk/>
          <pc:sldMasterMk cId="3031503955" sldId="2147483919"/>
        </pc:sldMasterMkLst>
        <pc:sldLayoutChg chg="del">
          <pc:chgData name="Feist, Ella" userId="992bbaf2-811d-42cb-a4d6-e7fc45e325e8" providerId="ADAL" clId="{3CDACCC6-62BA-47DB-A1DF-08260042006D}" dt="2025-05-29T12:32:05.199" v="5"/>
          <pc:sldLayoutMkLst>
            <pc:docMk/>
            <pc:sldMasterMk cId="3031503955" sldId="2147483919"/>
            <pc:sldLayoutMk cId="2893047665" sldId="2147483920"/>
          </pc:sldLayoutMkLst>
        </pc:sldLayoutChg>
        <pc:sldLayoutChg chg="del">
          <pc:chgData name="Feist, Ella" userId="992bbaf2-811d-42cb-a4d6-e7fc45e325e8" providerId="ADAL" clId="{3CDACCC6-62BA-47DB-A1DF-08260042006D}" dt="2025-05-29T12:32:05.199" v="5"/>
          <pc:sldLayoutMkLst>
            <pc:docMk/>
            <pc:sldMasterMk cId="3031503955" sldId="2147483919"/>
            <pc:sldLayoutMk cId="2311018602" sldId="2147483921"/>
          </pc:sldLayoutMkLst>
        </pc:sldLayoutChg>
        <pc:sldLayoutChg chg="del">
          <pc:chgData name="Feist, Ella" userId="992bbaf2-811d-42cb-a4d6-e7fc45e325e8" providerId="ADAL" clId="{3CDACCC6-62BA-47DB-A1DF-08260042006D}" dt="2025-05-29T12:32:05.199" v="5"/>
          <pc:sldLayoutMkLst>
            <pc:docMk/>
            <pc:sldMasterMk cId="3031503955" sldId="2147483919"/>
            <pc:sldLayoutMk cId="409655489" sldId="2147483922"/>
          </pc:sldLayoutMkLst>
        </pc:sldLayoutChg>
        <pc:sldLayoutChg chg="del">
          <pc:chgData name="Feist, Ella" userId="992bbaf2-811d-42cb-a4d6-e7fc45e325e8" providerId="ADAL" clId="{3CDACCC6-62BA-47DB-A1DF-08260042006D}" dt="2025-05-29T12:32:05.199" v="5"/>
          <pc:sldLayoutMkLst>
            <pc:docMk/>
            <pc:sldMasterMk cId="3031503955" sldId="2147483919"/>
            <pc:sldLayoutMk cId="1924027665" sldId="2147483923"/>
          </pc:sldLayoutMkLst>
        </pc:sldLayoutChg>
        <pc:sldLayoutChg chg="del">
          <pc:chgData name="Feist, Ella" userId="992bbaf2-811d-42cb-a4d6-e7fc45e325e8" providerId="ADAL" clId="{3CDACCC6-62BA-47DB-A1DF-08260042006D}" dt="2025-05-29T12:32:05.199" v="5"/>
          <pc:sldLayoutMkLst>
            <pc:docMk/>
            <pc:sldMasterMk cId="3031503955" sldId="2147483919"/>
            <pc:sldLayoutMk cId="1365561193" sldId="2147483924"/>
          </pc:sldLayoutMkLst>
        </pc:sldLayoutChg>
        <pc:sldLayoutChg chg="del">
          <pc:chgData name="Feist, Ella" userId="992bbaf2-811d-42cb-a4d6-e7fc45e325e8" providerId="ADAL" clId="{3CDACCC6-62BA-47DB-A1DF-08260042006D}" dt="2025-05-29T12:32:05.199" v="5"/>
          <pc:sldLayoutMkLst>
            <pc:docMk/>
            <pc:sldMasterMk cId="3031503955" sldId="2147483919"/>
            <pc:sldLayoutMk cId="2092895715" sldId="2147483925"/>
          </pc:sldLayoutMkLst>
        </pc:sldLayoutChg>
        <pc:sldLayoutChg chg="del">
          <pc:chgData name="Feist, Ella" userId="992bbaf2-811d-42cb-a4d6-e7fc45e325e8" providerId="ADAL" clId="{3CDACCC6-62BA-47DB-A1DF-08260042006D}" dt="2025-05-29T12:32:05.199" v="5"/>
          <pc:sldLayoutMkLst>
            <pc:docMk/>
            <pc:sldMasterMk cId="3031503955" sldId="2147483919"/>
            <pc:sldLayoutMk cId="3044172282" sldId="2147483926"/>
          </pc:sldLayoutMkLst>
        </pc:sldLayoutChg>
        <pc:sldLayoutChg chg="del">
          <pc:chgData name="Feist, Ella" userId="992bbaf2-811d-42cb-a4d6-e7fc45e325e8" providerId="ADAL" clId="{3CDACCC6-62BA-47DB-A1DF-08260042006D}" dt="2025-05-29T12:32:05.199" v="5"/>
          <pc:sldLayoutMkLst>
            <pc:docMk/>
            <pc:sldMasterMk cId="3031503955" sldId="2147483919"/>
            <pc:sldLayoutMk cId="3760372723" sldId="2147483927"/>
          </pc:sldLayoutMkLst>
        </pc:sldLayoutChg>
        <pc:sldLayoutChg chg="del">
          <pc:chgData name="Feist, Ella" userId="992bbaf2-811d-42cb-a4d6-e7fc45e325e8" providerId="ADAL" clId="{3CDACCC6-62BA-47DB-A1DF-08260042006D}" dt="2025-05-29T12:32:05.199" v="5"/>
          <pc:sldLayoutMkLst>
            <pc:docMk/>
            <pc:sldMasterMk cId="3031503955" sldId="2147483919"/>
            <pc:sldLayoutMk cId="62625303" sldId="2147483928"/>
          </pc:sldLayoutMkLst>
        </pc:sldLayoutChg>
        <pc:sldLayoutChg chg="del">
          <pc:chgData name="Feist, Ella" userId="992bbaf2-811d-42cb-a4d6-e7fc45e325e8" providerId="ADAL" clId="{3CDACCC6-62BA-47DB-A1DF-08260042006D}" dt="2025-05-29T12:32:05.199" v="5"/>
          <pc:sldLayoutMkLst>
            <pc:docMk/>
            <pc:sldMasterMk cId="3031503955" sldId="2147483919"/>
            <pc:sldLayoutMk cId="641472249" sldId="2147483929"/>
          </pc:sldLayoutMkLst>
        </pc:sldLayoutChg>
      </pc:sldMasterChg>
      <pc:sldMasterChg chg="del delSldLayout">
        <pc:chgData name="Feist, Ella" userId="992bbaf2-811d-42cb-a4d6-e7fc45e325e8" providerId="ADAL" clId="{3CDACCC6-62BA-47DB-A1DF-08260042006D}" dt="2025-05-29T12:32:05.199" v="5"/>
        <pc:sldMasterMkLst>
          <pc:docMk/>
          <pc:sldMasterMk cId="276447705" sldId="2147483930"/>
        </pc:sldMasterMkLst>
        <pc:sldLayoutChg chg="del">
          <pc:chgData name="Feist, Ella" userId="992bbaf2-811d-42cb-a4d6-e7fc45e325e8" providerId="ADAL" clId="{3CDACCC6-62BA-47DB-A1DF-08260042006D}" dt="2025-05-29T12:32:05.199" v="5"/>
          <pc:sldLayoutMkLst>
            <pc:docMk/>
            <pc:sldMasterMk cId="276447705" sldId="2147483930"/>
            <pc:sldLayoutMk cId="694752249" sldId="2147483931"/>
          </pc:sldLayoutMkLst>
        </pc:sldLayoutChg>
        <pc:sldLayoutChg chg="del">
          <pc:chgData name="Feist, Ella" userId="992bbaf2-811d-42cb-a4d6-e7fc45e325e8" providerId="ADAL" clId="{3CDACCC6-62BA-47DB-A1DF-08260042006D}" dt="2025-05-29T12:32:05.199" v="5"/>
          <pc:sldLayoutMkLst>
            <pc:docMk/>
            <pc:sldMasterMk cId="276447705" sldId="2147483930"/>
            <pc:sldLayoutMk cId="515327403" sldId="2147483932"/>
          </pc:sldLayoutMkLst>
        </pc:sldLayoutChg>
        <pc:sldLayoutChg chg="del">
          <pc:chgData name="Feist, Ella" userId="992bbaf2-811d-42cb-a4d6-e7fc45e325e8" providerId="ADAL" clId="{3CDACCC6-62BA-47DB-A1DF-08260042006D}" dt="2025-05-29T12:32:05.199" v="5"/>
          <pc:sldLayoutMkLst>
            <pc:docMk/>
            <pc:sldMasterMk cId="276447705" sldId="2147483930"/>
            <pc:sldLayoutMk cId="2281279855" sldId="2147483933"/>
          </pc:sldLayoutMkLst>
        </pc:sldLayoutChg>
        <pc:sldLayoutChg chg="del">
          <pc:chgData name="Feist, Ella" userId="992bbaf2-811d-42cb-a4d6-e7fc45e325e8" providerId="ADAL" clId="{3CDACCC6-62BA-47DB-A1DF-08260042006D}" dt="2025-05-29T12:32:05.199" v="5"/>
          <pc:sldLayoutMkLst>
            <pc:docMk/>
            <pc:sldMasterMk cId="276447705" sldId="2147483930"/>
            <pc:sldLayoutMk cId="3206381469" sldId="2147483934"/>
          </pc:sldLayoutMkLst>
        </pc:sldLayoutChg>
        <pc:sldLayoutChg chg="del">
          <pc:chgData name="Feist, Ella" userId="992bbaf2-811d-42cb-a4d6-e7fc45e325e8" providerId="ADAL" clId="{3CDACCC6-62BA-47DB-A1DF-08260042006D}" dt="2025-05-29T12:32:05.199" v="5"/>
          <pc:sldLayoutMkLst>
            <pc:docMk/>
            <pc:sldMasterMk cId="276447705" sldId="2147483930"/>
            <pc:sldLayoutMk cId="858242704" sldId="2147483935"/>
          </pc:sldLayoutMkLst>
        </pc:sldLayoutChg>
        <pc:sldLayoutChg chg="del">
          <pc:chgData name="Feist, Ella" userId="992bbaf2-811d-42cb-a4d6-e7fc45e325e8" providerId="ADAL" clId="{3CDACCC6-62BA-47DB-A1DF-08260042006D}" dt="2025-05-29T12:32:05.199" v="5"/>
          <pc:sldLayoutMkLst>
            <pc:docMk/>
            <pc:sldMasterMk cId="276447705" sldId="2147483930"/>
            <pc:sldLayoutMk cId="566990121" sldId="2147483936"/>
          </pc:sldLayoutMkLst>
        </pc:sldLayoutChg>
        <pc:sldLayoutChg chg="del">
          <pc:chgData name="Feist, Ella" userId="992bbaf2-811d-42cb-a4d6-e7fc45e325e8" providerId="ADAL" clId="{3CDACCC6-62BA-47DB-A1DF-08260042006D}" dt="2025-05-29T12:32:05.199" v="5"/>
          <pc:sldLayoutMkLst>
            <pc:docMk/>
            <pc:sldMasterMk cId="276447705" sldId="2147483930"/>
            <pc:sldLayoutMk cId="1521418134" sldId="2147483937"/>
          </pc:sldLayoutMkLst>
        </pc:sldLayoutChg>
        <pc:sldLayoutChg chg="del">
          <pc:chgData name="Feist, Ella" userId="992bbaf2-811d-42cb-a4d6-e7fc45e325e8" providerId="ADAL" clId="{3CDACCC6-62BA-47DB-A1DF-08260042006D}" dt="2025-05-29T12:32:05.199" v="5"/>
          <pc:sldLayoutMkLst>
            <pc:docMk/>
            <pc:sldMasterMk cId="276447705" sldId="2147483930"/>
            <pc:sldLayoutMk cId="3554539864" sldId="2147483938"/>
          </pc:sldLayoutMkLst>
        </pc:sldLayoutChg>
        <pc:sldLayoutChg chg="del">
          <pc:chgData name="Feist, Ella" userId="992bbaf2-811d-42cb-a4d6-e7fc45e325e8" providerId="ADAL" clId="{3CDACCC6-62BA-47DB-A1DF-08260042006D}" dt="2025-05-29T12:32:05.199" v="5"/>
          <pc:sldLayoutMkLst>
            <pc:docMk/>
            <pc:sldMasterMk cId="276447705" sldId="2147483930"/>
            <pc:sldLayoutMk cId="1535250739" sldId="2147483939"/>
          </pc:sldLayoutMkLst>
        </pc:sldLayoutChg>
        <pc:sldLayoutChg chg="del">
          <pc:chgData name="Feist, Ella" userId="992bbaf2-811d-42cb-a4d6-e7fc45e325e8" providerId="ADAL" clId="{3CDACCC6-62BA-47DB-A1DF-08260042006D}" dt="2025-05-29T12:32:05.199" v="5"/>
          <pc:sldLayoutMkLst>
            <pc:docMk/>
            <pc:sldMasterMk cId="276447705" sldId="2147483930"/>
            <pc:sldLayoutMk cId="2421692947" sldId="2147483940"/>
          </pc:sldLayoutMkLst>
        </pc:sldLayoutChg>
      </pc:sldMasterChg>
      <pc:sldMasterChg chg="del delSldLayout">
        <pc:chgData name="Feist, Ella" userId="992bbaf2-811d-42cb-a4d6-e7fc45e325e8" providerId="ADAL" clId="{3CDACCC6-62BA-47DB-A1DF-08260042006D}" dt="2025-05-29T12:32:05.199" v="5"/>
        <pc:sldMasterMkLst>
          <pc:docMk/>
          <pc:sldMasterMk cId="537580445" sldId="2147483941"/>
        </pc:sldMasterMkLst>
        <pc:sldLayoutChg chg="del">
          <pc:chgData name="Feist, Ella" userId="992bbaf2-811d-42cb-a4d6-e7fc45e325e8" providerId="ADAL" clId="{3CDACCC6-62BA-47DB-A1DF-08260042006D}" dt="2025-05-29T12:32:05.199" v="5"/>
          <pc:sldLayoutMkLst>
            <pc:docMk/>
            <pc:sldMasterMk cId="537580445" sldId="2147483941"/>
            <pc:sldLayoutMk cId="3655050728" sldId="2147483942"/>
          </pc:sldLayoutMkLst>
        </pc:sldLayoutChg>
        <pc:sldLayoutChg chg="del">
          <pc:chgData name="Feist, Ella" userId="992bbaf2-811d-42cb-a4d6-e7fc45e325e8" providerId="ADAL" clId="{3CDACCC6-62BA-47DB-A1DF-08260042006D}" dt="2025-05-29T12:32:05.199" v="5"/>
          <pc:sldLayoutMkLst>
            <pc:docMk/>
            <pc:sldMasterMk cId="537580445" sldId="2147483941"/>
            <pc:sldLayoutMk cId="191104469" sldId="2147483948"/>
          </pc:sldLayoutMkLst>
        </pc:sldLayoutChg>
        <pc:sldLayoutChg chg="del">
          <pc:chgData name="Feist, Ella" userId="992bbaf2-811d-42cb-a4d6-e7fc45e325e8" providerId="ADAL" clId="{3CDACCC6-62BA-47DB-A1DF-08260042006D}" dt="2025-05-29T12:32:05.199" v="5"/>
          <pc:sldLayoutMkLst>
            <pc:docMk/>
            <pc:sldMasterMk cId="537580445" sldId="2147483941"/>
            <pc:sldLayoutMk cId="3106673082" sldId="2147483949"/>
          </pc:sldLayoutMkLst>
        </pc:sldLayoutChg>
        <pc:sldLayoutChg chg="del">
          <pc:chgData name="Feist, Ella" userId="992bbaf2-811d-42cb-a4d6-e7fc45e325e8" providerId="ADAL" clId="{3CDACCC6-62BA-47DB-A1DF-08260042006D}" dt="2025-05-29T12:32:05.199" v="5"/>
          <pc:sldLayoutMkLst>
            <pc:docMk/>
            <pc:sldMasterMk cId="537580445" sldId="2147483941"/>
            <pc:sldLayoutMk cId="2883798060" sldId="2147483950"/>
          </pc:sldLayoutMkLst>
        </pc:sldLayoutChg>
        <pc:sldLayoutChg chg="del">
          <pc:chgData name="Feist, Ella" userId="992bbaf2-811d-42cb-a4d6-e7fc45e325e8" providerId="ADAL" clId="{3CDACCC6-62BA-47DB-A1DF-08260042006D}" dt="2025-05-29T12:32:05.199" v="5"/>
          <pc:sldLayoutMkLst>
            <pc:docMk/>
            <pc:sldMasterMk cId="537580445" sldId="2147483941"/>
            <pc:sldLayoutMk cId="4228679101" sldId="2147483951"/>
          </pc:sldLayoutMkLst>
        </pc:sldLayoutChg>
      </pc:sldMasterChg>
      <pc:sldMasterChg chg="del delSldLayout">
        <pc:chgData name="Feist, Ella" userId="992bbaf2-811d-42cb-a4d6-e7fc45e325e8" providerId="ADAL" clId="{3CDACCC6-62BA-47DB-A1DF-08260042006D}" dt="2025-05-29T12:32:05.199" v="5"/>
        <pc:sldMasterMkLst>
          <pc:docMk/>
          <pc:sldMasterMk cId="1502784078" sldId="2147483943"/>
        </pc:sldMasterMkLst>
        <pc:sldLayoutChg chg="del">
          <pc:chgData name="Feist, Ella" userId="992bbaf2-811d-42cb-a4d6-e7fc45e325e8" providerId="ADAL" clId="{3CDACCC6-62BA-47DB-A1DF-08260042006D}" dt="2025-05-29T12:32:05.199" v="5"/>
          <pc:sldLayoutMkLst>
            <pc:docMk/>
            <pc:sldMasterMk cId="1502784078" sldId="2147483943"/>
            <pc:sldLayoutMk cId="3733918436" sldId="2147483944"/>
          </pc:sldLayoutMkLst>
        </pc:sldLayoutChg>
        <pc:sldLayoutChg chg="del">
          <pc:chgData name="Feist, Ella" userId="992bbaf2-811d-42cb-a4d6-e7fc45e325e8" providerId="ADAL" clId="{3CDACCC6-62BA-47DB-A1DF-08260042006D}" dt="2025-05-29T12:32:05.199" v="5"/>
          <pc:sldLayoutMkLst>
            <pc:docMk/>
            <pc:sldMasterMk cId="1502784078" sldId="2147483943"/>
            <pc:sldLayoutMk cId="714599208" sldId="2147483952"/>
          </pc:sldLayoutMkLst>
        </pc:sldLayoutChg>
        <pc:sldLayoutChg chg="del">
          <pc:chgData name="Feist, Ella" userId="992bbaf2-811d-42cb-a4d6-e7fc45e325e8" providerId="ADAL" clId="{3CDACCC6-62BA-47DB-A1DF-08260042006D}" dt="2025-05-29T12:32:05.199" v="5"/>
          <pc:sldLayoutMkLst>
            <pc:docMk/>
            <pc:sldMasterMk cId="1502784078" sldId="2147483943"/>
            <pc:sldLayoutMk cId="785506021" sldId="2147483953"/>
          </pc:sldLayoutMkLst>
        </pc:sldLayoutChg>
        <pc:sldLayoutChg chg="del">
          <pc:chgData name="Feist, Ella" userId="992bbaf2-811d-42cb-a4d6-e7fc45e325e8" providerId="ADAL" clId="{3CDACCC6-62BA-47DB-A1DF-08260042006D}" dt="2025-05-29T12:32:05.199" v="5"/>
          <pc:sldLayoutMkLst>
            <pc:docMk/>
            <pc:sldMasterMk cId="1502784078" sldId="2147483943"/>
            <pc:sldLayoutMk cId="1326846653" sldId="2147483954"/>
          </pc:sldLayoutMkLst>
        </pc:sldLayoutChg>
        <pc:sldLayoutChg chg="del">
          <pc:chgData name="Feist, Ella" userId="992bbaf2-811d-42cb-a4d6-e7fc45e325e8" providerId="ADAL" clId="{3CDACCC6-62BA-47DB-A1DF-08260042006D}" dt="2025-05-29T12:32:05.199" v="5"/>
          <pc:sldLayoutMkLst>
            <pc:docMk/>
            <pc:sldMasterMk cId="1502784078" sldId="2147483943"/>
            <pc:sldLayoutMk cId="1638070405" sldId="2147483955"/>
          </pc:sldLayoutMkLst>
        </pc:sldLayoutChg>
      </pc:sldMasterChg>
    </pc:docChg>
  </pc:docChgLst>
  <pc:docChgLst>
    <pc:chgData name="Feist, Ella" userId="992bbaf2-811d-42cb-a4d6-e7fc45e325e8" providerId="ADAL" clId="{475F8094-413B-497D-93A0-A3408973810F}"/>
    <pc:docChg chg="custSel modSld">
      <pc:chgData name="Feist, Ella" userId="992bbaf2-811d-42cb-a4d6-e7fc45e325e8" providerId="ADAL" clId="{475F8094-413B-497D-93A0-A3408973810F}" dt="2025-05-30T13:53:54.238" v="20" actId="14100"/>
      <pc:docMkLst>
        <pc:docMk/>
      </pc:docMkLst>
      <pc:sldChg chg="modNotes">
        <pc:chgData name="Feist, Ella" userId="992bbaf2-811d-42cb-a4d6-e7fc45e325e8" providerId="ADAL" clId="{475F8094-413B-497D-93A0-A3408973810F}" dt="2025-05-30T13:53:08.159" v="3" actId="20577"/>
        <pc:sldMkLst>
          <pc:docMk/>
          <pc:sldMk cId="2931975731" sldId="325"/>
        </pc:sldMkLst>
      </pc:sldChg>
      <pc:sldChg chg="modNotes">
        <pc:chgData name="Feist, Ella" userId="992bbaf2-811d-42cb-a4d6-e7fc45e325e8" providerId="ADAL" clId="{475F8094-413B-497D-93A0-A3408973810F}" dt="2025-05-30T13:53:46.129" v="19" actId="20577"/>
        <pc:sldMkLst>
          <pc:docMk/>
          <pc:sldMk cId="1772403101" sldId="338"/>
        </pc:sldMkLst>
      </pc:sldChg>
      <pc:sldChg chg="modNotes">
        <pc:chgData name="Feist, Ella" userId="992bbaf2-811d-42cb-a4d6-e7fc45e325e8" providerId="ADAL" clId="{475F8094-413B-497D-93A0-A3408973810F}" dt="2025-05-30T13:53:54.238" v="20" actId="14100"/>
        <pc:sldMkLst>
          <pc:docMk/>
          <pc:sldMk cId="2147030011" sldId="341"/>
        </pc:sldMkLst>
      </pc:sldChg>
      <pc:sldChg chg="modNotes">
        <pc:chgData name="Feist, Ella" userId="992bbaf2-811d-42cb-a4d6-e7fc45e325e8" providerId="ADAL" clId="{475F8094-413B-497D-93A0-A3408973810F}" dt="2025-05-30T13:53:29.944" v="6" actId="313"/>
        <pc:sldMkLst>
          <pc:docMk/>
          <pc:sldMk cId="1015567782" sldId="3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9502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body" idx="1"/>
          </p:nvPr>
        </p:nvSpPr>
        <p:spPr/>
        <p:txBody>
          <a:bodyPr>
            <a:normAutofit/>
          </a:bodyPr>
          <a:lstStyle/>
          <a:p>
            <a:r>
              <a:rPr lang="en-GB" dirty="0">
                <a:latin typeface="+mn-lt"/>
              </a:rPr>
              <a:t>List of submitted commands must be terminated with ^D specified on its own line</a:t>
            </a:r>
          </a:p>
          <a:p>
            <a:r>
              <a:rPr lang="en-GB" dirty="0">
                <a:latin typeface="+mn-lt"/>
              </a:rPr>
              <a:t>All outputs generated by at will be sent to user’s mailbox, unless specifically redirected elsewhere</a:t>
            </a:r>
          </a:p>
          <a:p>
            <a:r>
              <a:rPr lang="en-GB" dirty="0">
                <a:latin typeface="+mn-lt"/>
              </a:rPr>
              <a:t>User must be allowed access (check </a:t>
            </a:r>
            <a:r>
              <a:rPr lang="en-GB" dirty="0" err="1">
                <a:latin typeface="+mn-lt"/>
              </a:rPr>
              <a:t>at.allow</a:t>
            </a:r>
            <a:r>
              <a:rPr lang="en-GB" dirty="0">
                <a:latin typeface="+mn-lt"/>
              </a:rPr>
              <a:t> and </a:t>
            </a:r>
            <a:r>
              <a:rPr lang="en-GB" dirty="0" err="1">
                <a:latin typeface="+mn-lt"/>
              </a:rPr>
              <a:t>at.deny</a:t>
            </a:r>
            <a:r>
              <a:rPr lang="en-GB" dirty="0">
                <a:latin typeface="+mn-lt"/>
              </a:rPr>
              <a:t> files)</a:t>
            </a:r>
          </a:p>
          <a:p>
            <a:endParaRPr lang="en-GB" dirty="0"/>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150024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3</a:t>
            </a:fld>
            <a:endParaRPr lang="en-GB"/>
          </a:p>
        </p:txBody>
      </p:sp>
    </p:spTree>
    <p:extLst>
      <p:ext uri="{BB962C8B-B14F-4D97-AF65-F5344CB8AC3E}">
        <p14:creationId xmlns:p14="http://schemas.microsoft.com/office/powerpoint/2010/main" val="277086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420716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2403795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6"/>
          <p:cNvSpPr>
            <a:spLocks noGrp="1" noChangeArrowheads="1"/>
          </p:cNvSpPr>
          <p:nvPr>
            <p:ph type="body" idx="1"/>
          </p:nvPr>
        </p:nvSpPr>
        <p:spPr/>
        <p:txBody>
          <a:bodyPr>
            <a:normAutofit/>
          </a:bodyPr>
          <a:lstStyle/>
          <a:p>
            <a:r>
              <a:rPr lang="en-GB" dirty="0">
                <a:latin typeface="+mn-lt"/>
              </a:rPr>
              <a:t>The full name for </a:t>
            </a:r>
            <a:r>
              <a:rPr lang="en-GB" dirty="0" err="1">
                <a:latin typeface="+mn-lt"/>
              </a:rPr>
              <a:t>bc</a:t>
            </a:r>
            <a:r>
              <a:rPr lang="en-GB" dirty="0">
                <a:latin typeface="+mn-lt"/>
              </a:rPr>
              <a:t> is "An arbitrary precision calculator language", and is supports all the usual arithmetic operations, as well as variable base, Boolean statements, variables, user interaction, loops, functions, and so on. The –l option means "use the standard maths library" which includes sines, cosines, etc</a:t>
            </a:r>
            <a:r>
              <a:rPr lang="en-GB" dirty="0"/>
              <a:t>.</a:t>
            </a:r>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954983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3614414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body" idx="1"/>
          </p:nvPr>
        </p:nvSpPr>
        <p:spPr/>
        <p:txBody>
          <a:bodyPr>
            <a:normAutofit/>
          </a:bodyPr>
          <a:lstStyle/>
          <a:p>
            <a:r>
              <a:rPr lang="en-GB" dirty="0">
                <a:latin typeface="+mn-lt"/>
              </a:rPr>
              <a:t>Use of the –k option is advised, as typical error condition is:</a:t>
            </a:r>
          </a:p>
          <a:p>
            <a:r>
              <a:rPr lang="en-GB" dirty="0">
                <a:latin typeface="+mn-lt"/>
              </a:rPr>
              <a:t>   </a:t>
            </a:r>
            <a:r>
              <a:rPr lang="en-GB" dirty="0" err="1">
                <a:latin typeface="+mn-lt"/>
              </a:rPr>
              <a:t>csplit</a:t>
            </a:r>
            <a:r>
              <a:rPr lang="en-GB" dirty="0">
                <a:latin typeface="+mn-lt"/>
              </a:rPr>
              <a:t>: ERROR: {99} – out of range</a:t>
            </a:r>
          </a:p>
          <a:p>
            <a:r>
              <a:rPr lang="en-GB" dirty="0">
                <a:latin typeface="+mn-lt"/>
              </a:rPr>
              <a:t>or something to the effect, indicating that the number of files requested cannot be created (not enough data in the input file). The {99} value is commonly used, as it is the maximum allowed number of split files.</a:t>
            </a:r>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761791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body" idx="1"/>
          </p:nvPr>
        </p:nvSpPr>
        <p:spPr/>
        <p:txBody>
          <a:bodyPr>
            <a:normAutofit/>
          </a:bodyPr>
          <a:lstStyle/>
          <a:p>
            <a:r>
              <a:rPr lang="en-GB" dirty="0">
                <a:latin typeface="+mn-lt"/>
              </a:rPr>
              <a:t>Unlike awk, cut is not capable of swapping the order of fields. If you need, say, field 2 followed by field 1, cut won't be able to do it for you. </a:t>
            </a:r>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3121144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body" idx="1"/>
          </p:nvPr>
        </p:nvSpPr>
        <p:spPr/>
        <p:txBody>
          <a:bodyPr>
            <a:normAutofit/>
          </a:bodyPr>
          <a:lstStyle/>
          <a:p>
            <a:r>
              <a:rPr lang="en-US" dirty="0">
                <a:latin typeface="+mn-lt"/>
              </a:rPr>
              <a:t>Most modern versions of </a:t>
            </a:r>
            <a:r>
              <a:rPr lang="en-US" dirty="0" err="1">
                <a:latin typeface="+mn-lt"/>
              </a:rPr>
              <a:t>df</a:t>
            </a:r>
            <a:r>
              <a:rPr lang="en-US" dirty="0">
                <a:latin typeface="+mn-lt"/>
              </a:rPr>
              <a:t> allow –h (humanly readable) option. The following is Linux version of </a:t>
            </a:r>
            <a:r>
              <a:rPr lang="en-US" dirty="0" err="1">
                <a:latin typeface="+mn-lt"/>
              </a:rPr>
              <a:t>df</a:t>
            </a:r>
            <a:r>
              <a:rPr lang="en-US" dirty="0">
                <a:latin typeface="+mn-lt"/>
              </a:rPr>
              <a:t>:</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df</a:t>
            </a:r>
            <a:r>
              <a:rPr lang="en-US" dirty="0">
                <a:latin typeface="Hack" panose="020B0609030202020204" pitchFamily="49" charset="0"/>
                <a:ea typeface="Hack" panose="020B0609030202020204" pitchFamily="49" charset="0"/>
                <a:cs typeface="Hack" panose="020B0609030202020204" pitchFamily="49" charset="0"/>
              </a:rPr>
              <a:t> –h /</a:t>
            </a:r>
          </a:p>
          <a:p>
            <a:r>
              <a:rPr lang="en-US" sz="1100" dirty="0">
                <a:latin typeface="Hack" panose="020B0609030202020204" pitchFamily="49" charset="0"/>
                <a:ea typeface="Hack" panose="020B0609030202020204" pitchFamily="49" charset="0"/>
                <a:cs typeface="Hack" panose="020B0609030202020204" pitchFamily="49" charset="0"/>
              </a:rPr>
              <a:t>Filesystem 		Size	Used   Avail   Use%   Mounted on</a:t>
            </a:r>
          </a:p>
          <a:p>
            <a:r>
              <a:rPr lang="en-US" sz="1100" dirty="0">
                <a:latin typeface="Hack" panose="020B0609030202020204" pitchFamily="49" charset="0"/>
                <a:ea typeface="Hack" panose="020B0609030202020204" pitchFamily="49" charset="0"/>
                <a:cs typeface="Hack" panose="020B0609030202020204" pitchFamily="49" charset="0"/>
              </a:rPr>
              <a:t>/dev/sda3        4.8G		378M    4.2G     9%   /</a:t>
            </a:r>
          </a:p>
          <a:p>
            <a:endParaRPr lang="en-US" dirty="0"/>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20884897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3"/>
          <p:cNvSpPr>
            <a:spLocks noGrp="1" noChangeArrowheads="1"/>
          </p:cNvSpPr>
          <p:nvPr>
            <p:ph type="body" idx="1"/>
          </p:nvPr>
        </p:nvSpPr>
        <p:spPr/>
        <p:txBody>
          <a:bodyPr>
            <a:normAutofit/>
          </a:bodyPr>
          <a:lstStyle/>
          <a:p>
            <a:r>
              <a:rPr lang="en-GB" dirty="0">
                <a:latin typeface="+mn-lt"/>
              </a:rPr>
              <a:t>This utility is Linux specific</a:t>
            </a:r>
            <a:r>
              <a:rPr lang="en-GB" dirty="0"/>
              <a:t>.</a:t>
            </a:r>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24523016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body" idx="1"/>
          </p:nvPr>
        </p:nvSpPr>
        <p:spPr/>
        <p:txBody>
          <a:bodyPr>
            <a:normAutofit/>
          </a:bodyPr>
          <a:lstStyle/>
          <a:p>
            <a:r>
              <a:rPr lang="en-US" dirty="0">
                <a:latin typeface="+mn-lt"/>
              </a:rPr>
              <a:t>When used on directories, the output of diff is easy to understand. However, when used on files (and this is where diff is usually applied), the output can take time to get used to. You must think of the ed editor commands for this to be comprehensible. </a:t>
            </a:r>
          </a:p>
          <a:p>
            <a:r>
              <a:rPr lang="en-US" dirty="0">
                <a:latin typeface="+mn-lt"/>
              </a:rPr>
              <a:t>See the next slide for an example how you’d use diff in a real life application. </a:t>
            </a:r>
          </a:p>
          <a:p>
            <a:endParaRPr lang="en-US" dirty="0"/>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28907561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body" idx="1"/>
          </p:nvPr>
        </p:nvSpPr>
        <p:spPr/>
        <p:txBody>
          <a:bodyPr>
            <a:normAutofit/>
          </a:bodyPr>
          <a:lstStyle/>
          <a:p>
            <a:r>
              <a:rPr lang="en-US" dirty="0">
                <a:latin typeface="+mn-lt"/>
              </a:rPr>
              <a:t>This example illustrates how you can automate synchronizing two files using a combination of diff and ed. </a:t>
            </a:r>
          </a:p>
          <a:p>
            <a:r>
              <a:rPr lang="en-US" dirty="0">
                <a:latin typeface="+mn-lt"/>
              </a:rPr>
              <a:t>Just use –e option with diff</a:t>
            </a:r>
            <a:r>
              <a:rPr lang="en-US" dirty="0"/>
              <a:t> </a:t>
            </a:r>
            <a:r>
              <a:rPr lang="en-US" dirty="0">
                <a:latin typeface="+mn-lt"/>
              </a:rPr>
              <a:t>and redirect the output to a file. This file is already a valid ed script, usable for ed purposes, but needs the w and q commands (hence the two echo commands).</a:t>
            </a:r>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3315976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body" idx="1"/>
          </p:nvPr>
        </p:nvSpPr>
        <p:spPr/>
        <p:txBody>
          <a:bodyPr>
            <a:normAutofit/>
          </a:bodyPr>
          <a:lstStyle/>
          <a:p>
            <a:r>
              <a:rPr lang="en-US" dirty="0">
                <a:latin typeface="+mn-lt"/>
              </a:rPr>
              <a:t>Most modern versions of du allow –h (humanly readable) option. The following is Linux version of du:</a:t>
            </a:r>
          </a:p>
          <a:p>
            <a:r>
              <a:rPr lang="en-US" dirty="0">
                <a:latin typeface="Hack" panose="020B0609030202020204" pitchFamily="49" charset="0"/>
                <a:ea typeface="Hack" panose="020B0609030202020204" pitchFamily="49" charset="0"/>
                <a:cs typeface="Hack" panose="020B0609030202020204" pitchFamily="49" charset="0"/>
              </a:rPr>
              <a:t>$ du -</a:t>
            </a:r>
            <a:r>
              <a:rPr lang="en-US" dirty="0" err="1">
                <a:latin typeface="Hack" panose="020B0609030202020204" pitchFamily="49" charset="0"/>
                <a:ea typeface="Hack" panose="020B0609030202020204" pitchFamily="49" charset="0"/>
                <a:cs typeface="Hack" panose="020B0609030202020204" pitchFamily="49" charset="0"/>
              </a:rPr>
              <a:t>sh</a:t>
            </a: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tmp</a:t>
            </a:r>
            <a:endParaRPr lang="en-US" dirty="0">
              <a:latin typeface="Hack" panose="020B0609030202020204" pitchFamily="49" charset="0"/>
              <a:ea typeface="Hack" panose="020B0609030202020204" pitchFamily="49" charset="0"/>
              <a:cs typeface="Hack" panose="020B0609030202020204" pitchFamily="49" charset="0"/>
            </a:endParaRPr>
          </a:p>
          <a:p>
            <a:r>
              <a:rPr lang="en-US" dirty="0">
                <a:latin typeface="Hack" panose="020B0609030202020204" pitchFamily="49" charset="0"/>
                <a:ea typeface="Hack" panose="020B0609030202020204" pitchFamily="49" charset="0"/>
                <a:cs typeface="Hack" panose="020B0609030202020204" pitchFamily="49" charset="0"/>
              </a:rPr>
              <a:t>824K	/</a:t>
            </a:r>
            <a:r>
              <a:rPr lang="en-US" dirty="0" err="1">
                <a:latin typeface="Hack" panose="020B0609030202020204" pitchFamily="49" charset="0"/>
                <a:ea typeface="Hack" panose="020B0609030202020204" pitchFamily="49" charset="0"/>
                <a:cs typeface="Hack" panose="020B0609030202020204" pitchFamily="49" charset="0"/>
              </a:rPr>
              <a:t>tmp</a:t>
            </a:r>
            <a:endParaRPr lang="en-US" dirty="0">
              <a:latin typeface="Hack" panose="020B0609030202020204" pitchFamily="49" charset="0"/>
              <a:ea typeface="Hack" panose="020B0609030202020204" pitchFamily="49" charset="0"/>
              <a:cs typeface="Hack" panose="020B0609030202020204" pitchFamily="49" charset="0"/>
            </a:endParaRPr>
          </a:p>
          <a:p>
            <a:endParaRPr lang="en-US" dirty="0"/>
          </a:p>
          <a:p>
            <a:endParaRPr lang="en-US" dirty="0"/>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1825947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body" idx="1"/>
          </p:nvPr>
        </p:nvSpPr>
        <p:spPr/>
        <p:txBody>
          <a:bodyPr>
            <a:normAutofit/>
          </a:bodyPr>
          <a:lstStyle/>
          <a:p>
            <a:r>
              <a:rPr lang="en-GB" dirty="0">
                <a:latin typeface="+mn-lt"/>
              </a:rPr>
              <a:t>File command is not very clever, it just uses a file (named 'magic' ) to compare the file header with a known string.</a:t>
            </a:r>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35630765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571500" y="581025"/>
            <a:ext cx="5715000" cy="3216275"/>
          </a:xfrm>
        </p:spPr>
      </p:sp>
      <p:sp>
        <p:nvSpPr>
          <p:cNvPr id="5" name="Notes Placeholder 4"/>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5857108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36999775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11699254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35414908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20723864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3458539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5143729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32438279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39247210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31522105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normAutofit/>
          </a:bodyPr>
          <a:lstStyle/>
          <a:p>
            <a:r>
              <a:rPr lang="en-GB" dirty="0">
                <a:latin typeface="+mn-lt"/>
              </a:rPr>
              <a:t>Regular expressions are used by a number of utilities that have a requirement to specify generalised text strings succinctly, such as grep and the editors </a:t>
            </a:r>
            <a:r>
              <a:rPr lang="en-GB" dirty="0" err="1">
                <a:latin typeface="+mn-lt"/>
              </a:rPr>
              <a:t>sed</a:t>
            </a:r>
            <a:r>
              <a:rPr lang="en-GB" dirty="0">
                <a:latin typeface="+mn-lt"/>
              </a:rPr>
              <a:t>, ed and ex. Other programs that utilise REs include more, </a:t>
            </a:r>
            <a:r>
              <a:rPr lang="en-GB" dirty="0" err="1">
                <a:latin typeface="+mn-lt"/>
              </a:rPr>
              <a:t>pg</a:t>
            </a:r>
            <a:r>
              <a:rPr lang="en-GB" dirty="0">
                <a:latin typeface="+mn-lt"/>
              </a:rPr>
              <a:t>, less, </a:t>
            </a:r>
            <a:r>
              <a:rPr lang="en-GB" dirty="0" err="1">
                <a:latin typeface="+mn-lt"/>
              </a:rPr>
              <a:t>perl</a:t>
            </a:r>
            <a:r>
              <a:rPr lang="en-GB" dirty="0">
                <a:latin typeface="+mn-lt"/>
              </a:rPr>
              <a:t>, etc. Here, we are describing the basic regular expressions only.</a:t>
            </a:r>
          </a:p>
        </p:txBody>
      </p:sp>
      <p:sp>
        <p:nvSpPr>
          <p:cNvPr id="5" name="Slide Image Placeholder 4"/>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32430852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6252361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4"/>
          <p:cNvSpPr>
            <a:spLocks noGrp="1" noChangeArrowheads="1"/>
          </p:cNvSpPr>
          <p:nvPr>
            <p:ph type="body" idx="1"/>
          </p:nvPr>
        </p:nvSpPr>
        <p:spPr/>
        <p:txBody>
          <a:bodyPr>
            <a:normAutofit/>
          </a:bodyPr>
          <a:lstStyle/>
          <a:p>
            <a:r>
              <a:rPr lang="en-GB" dirty="0">
                <a:latin typeface="+mn-lt"/>
              </a:rPr>
              <a:t>Above are examples of </a:t>
            </a:r>
            <a:r>
              <a:rPr lang="en-GB" dirty="0" err="1">
                <a:latin typeface="+mn-lt"/>
              </a:rPr>
              <a:t>sed</a:t>
            </a:r>
            <a:r>
              <a:rPr lang="en-GB" dirty="0">
                <a:latin typeface="+mn-lt"/>
              </a:rPr>
              <a:t> commands.</a:t>
            </a:r>
          </a:p>
          <a:p>
            <a:pPr marL="228600" indent="-228600">
              <a:buFont typeface="+mj-lt"/>
              <a:buAutoNum type="arabicPeriod"/>
            </a:pPr>
            <a:r>
              <a:rPr lang="en-GB" dirty="0">
                <a:latin typeface="+mn-lt"/>
              </a:rPr>
              <a:t>The command inserts one line of text before line 1.  Notice that to continue inputting lines, place a “\” character at the end of the line.  This example shows one way of adding a missing header to a script.  Remember to save the modified script in a new file.  Normally, you would then issue mv  </a:t>
            </a:r>
            <a:r>
              <a:rPr lang="en-GB" dirty="0" err="1">
                <a:latin typeface="+mn-lt"/>
              </a:rPr>
              <a:t>a_script</a:t>
            </a:r>
            <a:r>
              <a:rPr lang="en-GB" dirty="0">
                <a:latin typeface="+mn-lt"/>
              </a:rPr>
              <a:t>$$  </a:t>
            </a:r>
            <a:r>
              <a:rPr lang="en-GB" dirty="0" err="1">
                <a:latin typeface="+mn-lt"/>
              </a:rPr>
              <a:t>a_script</a:t>
            </a:r>
            <a:r>
              <a:rPr lang="en-GB" dirty="0">
                <a:latin typeface="+mn-lt"/>
              </a:rPr>
              <a:t> command.</a:t>
            </a:r>
          </a:p>
          <a:p>
            <a:pPr marL="228600" indent="-228600">
              <a:buFont typeface="+mj-lt"/>
              <a:buAutoNum type="arabicPeriod"/>
            </a:pPr>
            <a:r>
              <a:rPr lang="en-GB" dirty="0">
                <a:latin typeface="+mn-lt"/>
              </a:rPr>
              <a:t>The command appends one line after the last line of the file.  Again, save and move the changed file, if you wish.</a:t>
            </a:r>
          </a:p>
          <a:p>
            <a:pPr marL="228600" indent="-228600">
              <a:buFont typeface="+mj-lt"/>
              <a:buAutoNum type="arabicPeriod"/>
            </a:pPr>
            <a:r>
              <a:rPr lang="en-GB" dirty="0">
                <a:latin typeface="+mn-lt"/>
              </a:rPr>
              <a:t>The command performs a change on all lines with “&lt;TITLE&gt;” to read “&lt;TITLE&gt;New Diner Menu&lt;/TITLE&gt;”.  Note the entire line is changed with the new text, not just the string searched for.</a:t>
            </a:r>
          </a:p>
          <a:p>
            <a:pPr marL="228600" indent="-228600">
              <a:buFont typeface="+mj-lt"/>
              <a:buAutoNum type="arabicPeriod"/>
            </a:pPr>
            <a:r>
              <a:rPr lang="en-GB" dirty="0">
                <a:latin typeface="+mn-lt"/>
              </a:rPr>
              <a:t>The command is an example of “transform” and changes every space into “-” and  every tab into “=” and so on.  It works rather like the tr command.  Here we did it to identify the precise location of the white-space characters in the file</a:t>
            </a:r>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22764092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39205536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body" idx="1"/>
          </p:nvPr>
        </p:nvSpPr>
        <p:spPr/>
        <p:txBody>
          <a:bodyPr>
            <a:normAutofit/>
          </a:bodyPr>
          <a:lstStyle/>
          <a:p>
            <a:r>
              <a:rPr lang="en-GB" dirty="0">
                <a:latin typeface="+mn-lt"/>
              </a:rPr>
              <a:t>Refer also at a ‘sister’ tool, </a:t>
            </a:r>
            <a:r>
              <a:rPr lang="en-GB" dirty="0" err="1">
                <a:latin typeface="+mn-lt"/>
              </a:rPr>
              <a:t>csplit</a:t>
            </a:r>
            <a:r>
              <a:rPr lang="en-GB" dirty="0">
                <a:latin typeface="+mn-lt"/>
              </a:rPr>
              <a:t>, which allows regular expression for defining point where the file is split.</a:t>
            </a:r>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10427446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31" name="Rectangle 6"/>
          <p:cNvSpPr>
            <a:spLocks noGrp="1" noChangeArrowheads="1"/>
          </p:cNvSpPr>
          <p:nvPr>
            <p:ph type="body" idx="1"/>
          </p:nvPr>
        </p:nvSpPr>
        <p:spPr>
          <a:xfrm>
            <a:off x="664527" y="4223657"/>
            <a:ext cx="5501141" cy="4330191"/>
          </a:xfrm>
        </p:spPr>
        <p:txBody>
          <a:bodyPr>
            <a:normAutofit/>
          </a:bodyPr>
          <a:lstStyle/>
          <a:p>
            <a:r>
              <a:rPr lang="en-US" dirty="0">
                <a:latin typeface="+mn-lt"/>
              </a:rPr>
              <a:t>This utility is Linux specific.  The format sequences for files are:</a:t>
            </a:r>
          </a:p>
          <a:p>
            <a:r>
              <a:rPr lang="en-GB" dirty="0">
                <a:latin typeface="+mn-lt"/>
              </a:rPr>
              <a:t>%A - Access rights readable form 	</a:t>
            </a:r>
            <a:r>
              <a:rPr lang="en-GB" sz="1200" dirty="0">
                <a:latin typeface="+mn-lt"/>
              </a:rPr>
              <a:t>%s - Total size, in bytes </a:t>
            </a:r>
          </a:p>
          <a:p>
            <a:r>
              <a:rPr lang="en-GB" dirty="0">
                <a:latin typeface="+mn-lt"/>
              </a:rPr>
              <a:t>%a - Access rights  in  octal  		</a:t>
            </a:r>
            <a:r>
              <a:rPr lang="en-GB" sz="1200" dirty="0">
                <a:latin typeface="+mn-lt"/>
              </a:rPr>
              <a:t>%T - Minor device type  in  hex</a:t>
            </a:r>
          </a:p>
          <a:p>
            <a:r>
              <a:rPr lang="en-GB" dirty="0">
                <a:latin typeface="+mn-lt"/>
              </a:rPr>
              <a:t>%b - Number of blocks allocated 	</a:t>
            </a:r>
            <a:r>
              <a:rPr lang="en-GB" sz="1200" dirty="0">
                <a:latin typeface="+mn-lt"/>
              </a:rPr>
              <a:t>%t  -  Major device type in hex </a:t>
            </a:r>
          </a:p>
          <a:p>
            <a:r>
              <a:rPr lang="en-GB" dirty="0">
                <a:latin typeface="+mn-lt"/>
              </a:rPr>
              <a:t>%D - Device number in hex		</a:t>
            </a:r>
            <a:r>
              <a:rPr lang="en-GB" sz="1200" dirty="0">
                <a:latin typeface="+mn-lt"/>
              </a:rPr>
              <a:t>%U - User name of owner </a:t>
            </a:r>
          </a:p>
          <a:p>
            <a:r>
              <a:rPr lang="en-GB" dirty="0">
                <a:latin typeface="+mn-lt"/>
              </a:rPr>
              <a:t>%d - Device number in decimal 	</a:t>
            </a:r>
            <a:r>
              <a:rPr lang="en-GB" sz="1200" dirty="0">
                <a:latin typeface="+mn-lt"/>
              </a:rPr>
              <a:t>%u - User ID of  owner </a:t>
            </a:r>
          </a:p>
          <a:p>
            <a:r>
              <a:rPr lang="en-GB" dirty="0">
                <a:latin typeface="+mn-lt"/>
              </a:rPr>
              <a:t>%F - File type %f -  raw  mode  in hex  	</a:t>
            </a:r>
            <a:r>
              <a:rPr lang="en-GB" sz="1200" dirty="0">
                <a:latin typeface="+mn-lt"/>
              </a:rPr>
              <a:t>%X - Time of last access (E)</a:t>
            </a:r>
          </a:p>
          <a:p>
            <a:r>
              <a:rPr lang="en-GB" dirty="0">
                <a:latin typeface="+mn-lt"/>
              </a:rPr>
              <a:t>%G - Group name of owner 		</a:t>
            </a:r>
            <a:r>
              <a:rPr lang="en-GB" sz="1200" dirty="0">
                <a:latin typeface="+mn-lt"/>
              </a:rPr>
              <a:t>%x -  Time of  last  access </a:t>
            </a:r>
          </a:p>
          <a:p>
            <a:r>
              <a:rPr lang="en-GB" dirty="0">
                <a:latin typeface="+mn-lt"/>
              </a:rPr>
              <a:t>%g - Group ID of owner 		</a:t>
            </a:r>
            <a:r>
              <a:rPr lang="en-GB" sz="1200" dirty="0">
                <a:latin typeface="+mn-lt"/>
              </a:rPr>
              <a:t>%Y - Time of last modification (E)</a:t>
            </a:r>
          </a:p>
          <a:p>
            <a:r>
              <a:rPr lang="en-GB" dirty="0">
                <a:latin typeface="+mn-lt"/>
              </a:rPr>
              <a:t>%h – Number  of hard links		</a:t>
            </a:r>
            <a:r>
              <a:rPr lang="en-GB" sz="1200" dirty="0">
                <a:latin typeface="+mn-lt"/>
              </a:rPr>
              <a:t>%y - Time of last modification </a:t>
            </a:r>
            <a:endParaRPr lang="en-GB" dirty="0">
              <a:latin typeface="+mn-lt"/>
            </a:endParaRPr>
          </a:p>
          <a:p>
            <a:r>
              <a:rPr lang="en-GB" dirty="0">
                <a:latin typeface="+mn-lt"/>
              </a:rPr>
              <a:t>%</a:t>
            </a:r>
            <a:r>
              <a:rPr lang="en-GB" dirty="0" err="1">
                <a:latin typeface="+mn-lt"/>
              </a:rPr>
              <a:t>i</a:t>
            </a:r>
            <a:r>
              <a:rPr lang="en-GB" dirty="0">
                <a:latin typeface="+mn-lt"/>
              </a:rPr>
              <a:t> - </a:t>
            </a:r>
            <a:r>
              <a:rPr lang="en-GB" dirty="0" err="1">
                <a:latin typeface="+mn-lt"/>
              </a:rPr>
              <a:t>Inode</a:t>
            </a:r>
            <a:r>
              <a:rPr lang="en-GB" dirty="0">
                <a:latin typeface="+mn-lt"/>
              </a:rPr>
              <a:t> number  		</a:t>
            </a:r>
            <a:r>
              <a:rPr lang="en-GB" sz="1200" dirty="0">
                <a:latin typeface="+mn-lt"/>
              </a:rPr>
              <a:t> %Z - Time of last change (E)</a:t>
            </a:r>
            <a:endParaRPr lang="en-GB" dirty="0">
              <a:latin typeface="+mn-lt"/>
            </a:endParaRPr>
          </a:p>
          <a:p>
            <a:r>
              <a:rPr lang="en-GB" dirty="0">
                <a:latin typeface="+mn-lt"/>
              </a:rPr>
              <a:t>%N  -  Quoted  File  name		</a:t>
            </a:r>
            <a:r>
              <a:rPr lang="en-GB" sz="1200" dirty="0">
                <a:latin typeface="+mn-lt"/>
              </a:rPr>
              <a:t> %z - Time of last change</a:t>
            </a:r>
          </a:p>
          <a:p>
            <a:r>
              <a:rPr lang="en-GB" dirty="0">
                <a:latin typeface="+mn-lt"/>
              </a:rPr>
              <a:t>%n - File name</a:t>
            </a:r>
          </a:p>
          <a:p>
            <a:r>
              <a:rPr lang="en-GB" dirty="0">
                <a:latin typeface="+mn-lt"/>
              </a:rPr>
              <a:t>%o - IO block size</a:t>
            </a:r>
          </a:p>
          <a:p>
            <a:endParaRPr lang="en-GB" dirty="0">
              <a:latin typeface="+mn-lt"/>
            </a:endParaRPr>
          </a:p>
          <a:p>
            <a:r>
              <a:rPr lang="en-GB" sz="1200" dirty="0">
                <a:latin typeface="+mn-lt"/>
              </a:rPr>
              <a:t>(E) = in seconds since Epoch</a:t>
            </a:r>
            <a:endParaRPr lang="en-GB" dirty="0">
              <a:latin typeface="+mn-lt"/>
            </a:endParaRPr>
          </a:p>
          <a:p>
            <a:endParaRPr lang="en-GB" dirty="0">
              <a:latin typeface="+mn-lt"/>
            </a:endParaRPr>
          </a:p>
          <a:p>
            <a:r>
              <a:rPr lang="en-GB" dirty="0">
                <a:latin typeface="+mn-lt"/>
              </a:rPr>
              <a:t>Separate sequences are used for file-systems (with –f) – see man pages for details</a:t>
            </a:r>
          </a:p>
        </p:txBody>
      </p:sp>
      <p:sp>
        <p:nvSpPr>
          <p:cNvPr id="7" name="Slide Image Placeholder 6"/>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32607517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37634644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6472013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p:cNvSpPr>
            <a:spLocks noGrp="1" noChangeArrowheads="1"/>
          </p:cNvSpPr>
          <p:nvPr>
            <p:ph type="body" idx="1"/>
          </p:nvPr>
        </p:nvSpPr>
        <p:spPr/>
        <p:txBody>
          <a:bodyPr>
            <a:normAutofit/>
          </a:bodyPr>
          <a:lstStyle/>
          <a:p>
            <a:r>
              <a:rPr lang="en-GB"/>
              <a:t>This is the simplest tool in document version control, often used before and after network transmission.</a:t>
            </a:r>
            <a:endParaRPr lang="en-GB" dirty="0"/>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38348021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27821174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body" idx="1"/>
          </p:nvPr>
        </p:nvSpPr>
        <p:spPr/>
        <p:txBody>
          <a:bodyPr>
            <a:normAutofit/>
          </a:bodyPr>
          <a:lstStyle/>
          <a:p>
            <a:r>
              <a:rPr lang="en-US" dirty="0"/>
              <a:t>Tail can also be used to strip a number of top lines , for example to remove header lines:</a:t>
            </a:r>
          </a:p>
          <a:p>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ps</a:t>
            </a:r>
            <a:r>
              <a:rPr lang="en-US" dirty="0">
                <a:latin typeface="Hack" panose="020B0609030202020204" pitchFamily="49" charset="0"/>
                <a:ea typeface="Hack" panose="020B0609030202020204" pitchFamily="49" charset="0"/>
                <a:cs typeface="Hack" panose="020B0609030202020204" pitchFamily="49" charset="0"/>
              </a:rPr>
              <a:t> -</a:t>
            </a:r>
            <a:r>
              <a:rPr lang="en-US" dirty="0" err="1">
                <a:latin typeface="Hack" panose="020B0609030202020204" pitchFamily="49" charset="0"/>
                <a:ea typeface="Hack" panose="020B0609030202020204" pitchFamily="49" charset="0"/>
                <a:cs typeface="Hack" panose="020B0609030202020204" pitchFamily="49" charset="0"/>
              </a:rPr>
              <a:t>ef</a:t>
            </a:r>
            <a:r>
              <a:rPr lang="en-US" dirty="0">
                <a:latin typeface="Hack" panose="020B0609030202020204" pitchFamily="49" charset="0"/>
                <a:ea typeface="Hack" panose="020B0609030202020204" pitchFamily="49" charset="0"/>
                <a:cs typeface="Hack" panose="020B0609030202020204" pitchFamily="49" charset="0"/>
              </a:rPr>
              <a:t> | tail -n +2</a:t>
            </a:r>
          </a:p>
          <a:p>
            <a:r>
              <a:rPr lang="en-US" dirty="0"/>
              <a:t>tail reads output of </a:t>
            </a:r>
            <a:r>
              <a:rPr lang="en-US" dirty="0" err="1"/>
              <a:t>ps</a:t>
            </a:r>
            <a:r>
              <a:rPr lang="en-US" dirty="0"/>
              <a:t> -</a:t>
            </a:r>
            <a:r>
              <a:rPr lang="en-US" dirty="0" err="1"/>
              <a:t>ef</a:t>
            </a:r>
            <a:r>
              <a:rPr lang="en-US" dirty="0"/>
              <a:t> and list at </a:t>
            </a:r>
            <a:r>
              <a:rPr lang="en-US" dirty="0" err="1"/>
              <a:t>stdout</a:t>
            </a:r>
            <a:r>
              <a:rPr lang="en-US" dirty="0"/>
              <a:t> lines starting with line 2 (stripping off line one, which is the header of </a:t>
            </a:r>
            <a:r>
              <a:rPr lang="en-US" dirty="0" err="1"/>
              <a:t>ps</a:t>
            </a:r>
            <a:r>
              <a:rPr lang="en-US" dirty="0"/>
              <a:t>).</a:t>
            </a:r>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24979259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31159128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35245937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11608093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24126315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664225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15154834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30402031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25133459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30699630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571500" y="581025"/>
            <a:ext cx="5715000" cy="3216275"/>
          </a:xfrm>
        </p:spPr>
      </p:sp>
      <p:sp>
        <p:nvSpPr>
          <p:cNvPr id="7" name="Notes Placeholder 6"/>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6109118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26.png"/><Relationship Id="rId4" Type="http://schemas.openxmlformats.org/officeDocument/2006/relationships/image" Target="../media/image30.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34118849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52004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87043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theme" Target="../theme/theme2.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image" Target="../media/image25.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3.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GB" dirty="0"/>
              <a:t>Appendix C: Tools by example</a:t>
            </a:r>
            <a:endParaRPr lang="en-US" dirty="0"/>
          </a:p>
        </p:txBody>
      </p:sp>
      <p:sp>
        <p:nvSpPr>
          <p:cNvPr id="2" name="Subtitle 1">
            <a:extLst>
              <a:ext uri="{FF2B5EF4-FFF2-40B4-BE49-F238E27FC236}">
                <a16:creationId xmlns:a16="http://schemas.microsoft.com/office/drawing/2014/main" id="{294AB97D-BE78-C937-0D2B-39B43047F1EE}"/>
              </a:ext>
            </a:extLst>
          </p:cNvPr>
          <p:cNvSpPr>
            <a:spLocks noGrp="1"/>
          </p:cNvSpPr>
          <p:nvPr>
            <p:ph type="subTitle" idx="1"/>
          </p:nvPr>
        </p:nvSpPr>
        <p:spPr/>
        <p:txBody>
          <a:bodyPr/>
          <a:lstStyle/>
          <a:p>
            <a:endParaRPr lang="en-GB"/>
          </a:p>
        </p:txBody>
      </p:sp>
      <p:graphicFrame>
        <p:nvGraphicFramePr>
          <p:cNvPr id="6" name="Table 5">
            <a:extLst>
              <a:ext uri="{FF2B5EF4-FFF2-40B4-BE49-F238E27FC236}">
                <a16:creationId xmlns:a16="http://schemas.microsoft.com/office/drawing/2014/main" id="{8F320475-11AE-F284-1853-FDA423A0AD9E}"/>
              </a:ext>
            </a:extLst>
          </p:cNvPr>
          <p:cNvGraphicFramePr>
            <a:graphicFrameLocks noGrp="1"/>
          </p:cNvGraphicFramePr>
          <p:nvPr>
            <p:extLst>
              <p:ext uri="{D42A27DB-BD31-4B8C-83A1-F6EECF244321}">
                <p14:modId xmlns:p14="http://schemas.microsoft.com/office/powerpoint/2010/main" val="3604600814"/>
              </p:ext>
            </p:extLst>
          </p:nvPr>
        </p:nvGraphicFramePr>
        <p:xfrm>
          <a:off x="473406" y="3766289"/>
          <a:ext cx="5470194" cy="1112520"/>
        </p:xfrm>
        <a:graphic>
          <a:graphicData uri="http://schemas.openxmlformats.org/drawingml/2006/table">
            <a:tbl>
              <a:tblPr firstRow="1" bandRow="1">
                <a:tableStyleId>{F2DE63D5-997A-4646-A377-4702673A728D}</a:tableStyleId>
              </a:tblPr>
              <a:tblGrid>
                <a:gridCol w="5470194">
                  <a:extLst>
                    <a:ext uri="{9D8B030D-6E8A-4147-A177-3AD203B41FA5}">
                      <a16:colId xmlns:a16="http://schemas.microsoft.com/office/drawing/2014/main" val="2961166630"/>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dirty="0">
                          <a:solidFill>
                            <a:schemeClr val="tx1"/>
                          </a:solidFill>
                          <a:latin typeface="+mn-lt"/>
                        </a:rPr>
                        <a:t>C: Tools by example</a:t>
                      </a:r>
                    </a:p>
                  </a:txBody>
                  <a:tcPr/>
                </a:tc>
                <a:extLst>
                  <a:ext uri="{0D108BD9-81ED-4DB2-BD59-A6C34878D82A}">
                    <a16:rowId xmlns:a16="http://schemas.microsoft.com/office/drawing/2014/main" val="166126094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dirty="0">
                          <a:solidFill>
                            <a:schemeClr val="tx1"/>
                          </a:solidFill>
                          <a:latin typeface="+mn-lt"/>
                        </a:rPr>
                        <a:t>D: Filesystem hierarchy standard</a:t>
                      </a:r>
                    </a:p>
                  </a:txBody>
                  <a:tcPr/>
                </a:tc>
                <a:extLst>
                  <a:ext uri="{0D108BD9-81ED-4DB2-BD59-A6C34878D82A}">
                    <a16:rowId xmlns:a16="http://schemas.microsoft.com/office/drawing/2014/main" val="425727474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endParaRPr lang="en-GB" sz="1800" dirty="0">
                        <a:solidFill>
                          <a:schemeClr val="tx1"/>
                        </a:solidFill>
                        <a:latin typeface="+mn-lt"/>
                      </a:endParaRP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3808068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609705-BF1A-2136-1EDD-22A0BAD2ACA1}"/>
              </a:ext>
            </a:extLst>
          </p:cNvPr>
          <p:cNvSpPr>
            <a:spLocks noGrp="1"/>
          </p:cNvSpPr>
          <p:nvPr>
            <p:ph type="ctrTitle"/>
          </p:nvPr>
        </p:nvSpPr>
        <p:spPr/>
        <p:txBody>
          <a:bodyPr/>
          <a:lstStyle/>
          <a:p>
            <a:r>
              <a:rPr lang="en-US" dirty="0">
                <a:solidFill>
                  <a:srgbClr val="FF0000"/>
                </a:solidFill>
              </a:rPr>
              <a:t>at</a:t>
            </a:r>
            <a:r>
              <a:rPr lang="en-US" dirty="0"/>
              <a:t>: Examples of time or date specification</a:t>
            </a:r>
            <a:endParaRPr lang="en-GB" dirty="0"/>
          </a:p>
        </p:txBody>
      </p:sp>
      <p:sp>
        <p:nvSpPr>
          <p:cNvPr id="4" name="Slide Number Placeholder 2">
            <a:extLst>
              <a:ext uri="{FF2B5EF4-FFF2-40B4-BE49-F238E27FC236}">
                <a16:creationId xmlns:a16="http://schemas.microsoft.com/office/drawing/2014/main" id="{50405842-3174-826B-9FE2-1F141312F4EC}"/>
              </a:ext>
            </a:extLst>
          </p:cNvPr>
          <p:cNvSpPr>
            <a:spLocks noGrp="1"/>
          </p:cNvSpPr>
          <p:nvPr>
            <p:ph type="sldNum" sz="quarter" idx="12"/>
          </p:nvPr>
        </p:nvSpPr>
        <p:spPr/>
        <p:txBody>
          <a:bodyPr/>
          <a:lstStyle/>
          <a:p>
            <a:fld id="{F3469444-D02B-D446-9CF8-19DEDDE073D1}" type="slidenum">
              <a:rPr lang="en-US" smtClean="0"/>
              <a:pPr/>
              <a:t>2</a:t>
            </a:fld>
            <a:endParaRPr lang="en-US" dirty="0"/>
          </a:p>
        </p:txBody>
      </p:sp>
      <p:sp>
        <p:nvSpPr>
          <p:cNvPr id="990212" name="Rectangle 4"/>
          <p:cNvSpPr>
            <a:spLocks noChangeArrowheads="1"/>
          </p:cNvSpPr>
          <p:nvPr/>
        </p:nvSpPr>
        <p:spPr bwMode="auto">
          <a:xfrm>
            <a:off x="513658" y="1838992"/>
            <a:ext cx="10816166" cy="4419286"/>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93000"/>
              </a:lnSpc>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at now + 10 minutes </a:t>
            </a:r>
          </a:p>
          <a:p>
            <a:pPr marL="322263" indent="-322263" defTabSz="715963">
              <a:lnSpc>
                <a:spcPct val="93000"/>
              </a:lnSpc>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at&gt; </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date</a:t>
            </a:r>
          </a:p>
          <a:p>
            <a:pPr marL="322263" indent="-322263" defTabSz="715963">
              <a:lnSpc>
                <a:spcPct val="93000"/>
              </a:lnSpc>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at&gt; </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^D</a:t>
            </a:r>
          </a:p>
          <a:p>
            <a:pPr marL="322263" indent="-322263" defTabSz="715963">
              <a:lnSpc>
                <a:spcPct val="93000"/>
              </a:lnSpc>
              <a:spcBef>
                <a:spcPct val="0"/>
              </a:spcBef>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job 29 at 2002-09-06 23:16</a:t>
            </a:r>
          </a:p>
          <a:p>
            <a:pPr marL="322263" indent="-322263" defTabSz="715963">
              <a:lnSpc>
                <a:spcPct val="93000"/>
              </a:lnSpc>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at 00:00am today</a:t>
            </a:r>
          </a:p>
          <a:p>
            <a:pPr marL="322263" indent="-322263" defTabSz="715963">
              <a:lnSpc>
                <a:spcPct val="93000"/>
              </a:lnSpc>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at&gt; </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a:t>
            </a:r>
          </a:p>
          <a:p>
            <a:pPr marL="322263" indent="-322263" defTabSz="715963">
              <a:lnSpc>
                <a:spcPct val="93000"/>
              </a:lnSpc>
              <a:spcBef>
                <a:spcPct val="0"/>
              </a:spcBef>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job 30 at 2002-09-06 00:00</a:t>
            </a:r>
          </a:p>
          <a:p>
            <a:pPr marL="322263" indent="-322263" defTabSz="715963">
              <a:lnSpc>
                <a:spcPct val="93000"/>
              </a:lnSpc>
              <a:spcBef>
                <a:spcPct val="0"/>
              </a:spcBef>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job 31 at 2002-09-06 12:00</a:t>
            </a:r>
          </a:p>
          <a:p>
            <a:pPr marL="322263" indent="-322263" defTabSz="715963">
              <a:lnSpc>
                <a:spcPct val="93000"/>
              </a:lnSpc>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at midnight today</a:t>
            </a:r>
          </a:p>
          <a:p>
            <a:pPr marL="322263" indent="-322263" defTabSz="715963">
              <a:lnSpc>
                <a:spcPct val="93000"/>
              </a:lnSpc>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at&gt; </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a:t>
            </a:r>
          </a:p>
          <a:p>
            <a:pPr marL="322263" indent="-322263" defTabSz="715963">
              <a:lnSpc>
                <a:spcPct val="93000"/>
              </a:lnSpc>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job 32 at 2002-09-06 00:00</a:t>
            </a:r>
          </a:p>
          <a:p>
            <a:pPr marL="322263" indent="-322263" defTabSz="715963">
              <a:lnSpc>
                <a:spcPct val="93000"/>
              </a:lnSpc>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at 5:15pm Dec 24</a:t>
            </a:r>
          </a:p>
          <a:p>
            <a:pPr marL="322263" indent="-322263" defTabSz="715963">
              <a:lnSpc>
                <a:spcPct val="93000"/>
              </a:lnSpc>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at&gt; </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a:t>
            </a:r>
          </a:p>
          <a:p>
            <a:pPr marL="322263" indent="-322263" defTabSz="715963">
              <a:lnSpc>
                <a:spcPct val="93000"/>
              </a:lnSpc>
              <a:spcBef>
                <a:spcPct val="0"/>
              </a:spcBef>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job 33 at 2002-12-24 17:15</a:t>
            </a:r>
          </a:p>
          <a:p>
            <a:pPr marL="322263" indent="-322263" defTabSz="715963">
              <a:lnSpc>
                <a:spcPct val="93000"/>
              </a:lnSpc>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at 5am Sunday</a:t>
            </a:r>
          </a:p>
          <a:p>
            <a:pPr marL="322263" indent="-322263" defTabSz="715963">
              <a:lnSpc>
                <a:spcPct val="93000"/>
              </a:lnSpc>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at&gt; </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a:t>
            </a:r>
          </a:p>
          <a:p>
            <a:pPr marL="322263" indent="-322263" defTabSz="715963">
              <a:lnSpc>
                <a:spcPct val="93000"/>
              </a:lnSpc>
              <a:spcBef>
                <a:spcPct val="0"/>
              </a:spcBef>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job 34 at 2002-09-08 05:00</a:t>
            </a:r>
            <a:endParaRPr lang="en-GB" sz="1600" i="1"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30929163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10A715F-C045-947D-F914-C30E223D9290}"/>
              </a:ext>
            </a:extLst>
          </p:cNvPr>
          <p:cNvSpPr>
            <a:spLocks noGrp="1"/>
          </p:cNvSpPr>
          <p:nvPr>
            <p:ph type="ctrTitle"/>
          </p:nvPr>
        </p:nvSpPr>
        <p:spPr/>
        <p:txBody>
          <a:bodyPr/>
          <a:lstStyle/>
          <a:p>
            <a:r>
              <a:rPr lang="en-GB" dirty="0">
                <a:solidFill>
                  <a:srgbClr val="FF0000"/>
                </a:solidFill>
              </a:rPr>
              <a:t>awk</a:t>
            </a:r>
            <a:r>
              <a:rPr lang="en-GB" dirty="0"/>
              <a:t> (1)</a:t>
            </a:r>
          </a:p>
        </p:txBody>
      </p:sp>
      <p:sp>
        <p:nvSpPr>
          <p:cNvPr id="2" name="Text Placeholder 1">
            <a:extLst>
              <a:ext uri="{FF2B5EF4-FFF2-40B4-BE49-F238E27FC236}">
                <a16:creationId xmlns:a16="http://schemas.microsoft.com/office/drawing/2014/main" id="{94F83922-1C9D-A57A-7C48-516EF0D398B7}"/>
              </a:ext>
            </a:extLst>
          </p:cNvPr>
          <p:cNvSpPr>
            <a:spLocks noGrp="1"/>
          </p:cNvSpPr>
          <p:nvPr>
            <p:ph sz="quarter" idx="4"/>
          </p:nvPr>
        </p:nvSpPr>
        <p:spPr/>
        <p:txBody>
          <a:bodyPr/>
          <a:lstStyle/>
          <a:p>
            <a:r>
              <a:rPr lang="en-US" dirty="0">
                <a:solidFill>
                  <a:schemeClr val="tx1"/>
                </a:solidFill>
              </a:rPr>
              <a:t>Display selected fields from each line of a file:</a:t>
            </a:r>
          </a:p>
          <a:p>
            <a:endParaRPr lang="en-US" dirty="0">
              <a:solidFill>
                <a:schemeClr val="tx1"/>
              </a:solidFill>
            </a:endParaRPr>
          </a:p>
          <a:p>
            <a:pPr lvl="1"/>
            <a:endParaRPr lang="en-US" dirty="0"/>
          </a:p>
          <a:p>
            <a:pPr lvl="1"/>
            <a:endParaRPr lang="en-US" dirty="0"/>
          </a:p>
          <a:p>
            <a:r>
              <a:rPr lang="en-US" dirty="0">
                <a:solidFill>
                  <a:schemeClr val="tx1"/>
                </a:solidFill>
              </a:rPr>
              <a:t>Display all users with UID (User ID) of 0:</a:t>
            </a:r>
          </a:p>
          <a:p>
            <a:endParaRPr lang="en-US" dirty="0">
              <a:solidFill>
                <a:schemeClr val="tx1"/>
              </a:solidFill>
            </a:endParaRPr>
          </a:p>
          <a:p>
            <a:endParaRPr lang="en-US" dirty="0">
              <a:solidFill>
                <a:schemeClr val="tx1"/>
              </a:solidFill>
            </a:endParaRPr>
          </a:p>
          <a:p>
            <a:pPr lvl="1"/>
            <a:endParaRPr lang="en-US" dirty="0"/>
          </a:p>
          <a:p>
            <a:r>
              <a:rPr lang="en-US" dirty="0">
                <a:solidFill>
                  <a:schemeClr val="tx1"/>
                </a:solidFill>
              </a:rPr>
              <a:t>Identify PID (process ID) of named process:</a:t>
            </a:r>
          </a:p>
          <a:p>
            <a:endParaRPr lang="en-US" dirty="0">
              <a:solidFill>
                <a:schemeClr val="tx1"/>
              </a:solidFill>
            </a:endParaRPr>
          </a:p>
          <a:p>
            <a:endParaRPr lang="en-GB" dirty="0">
              <a:solidFill>
                <a:schemeClr val="tx1"/>
              </a:solidFill>
            </a:endParaRPr>
          </a:p>
        </p:txBody>
      </p:sp>
      <p:sp>
        <p:nvSpPr>
          <p:cNvPr id="4" name="Slide Number Placeholder 2">
            <a:extLst>
              <a:ext uri="{FF2B5EF4-FFF2-40B4-BE49-F238E27FC236}">
                <a16:creationId xmlns:a16="http://schemas.microsoft.com/office/drawing/2014/main" id="{328F7073-C519-7233-4996-0CC2E0A54C55}"/>
              </a:ext>
            </a:extLst>
          </p:cNvPr>
          <p:cNvSpPr>
            <a:spLocks noGrp="1"/>
          </p:cNvSpPr>
          <p:nvPr>
            <p:ph type="sldNum" sz="quarter" idx="12"/>
          </p:nvPr>
        </p:nvSpPr>
        <p:spPr/>
        <p:txBody>
          <a:bodyPr/>
          <a:lstStyle/>
          <a:p>
            <a:fld id="{F3469444-D02B-D446-9CF8-19DEDDE073D1}" type="slidenum">
              <a:rPr lang="en-US" smtClean="0"/>
              <a:pPr/>
              <a:t>3</a:t>
            </a:fld>
            <a:endParaRPr lang="en-US" dirty="0"/>
          </a:p>
        </p:txBody>
      </p:sp>
      <p:sp>
        <p:nvSpPr>
          <p:cNvPr id="992262" name="Rectangle 6"/>
          <p:cNvSpPr>
            <a:spLocks noChangeArrowheads="1"/>
          </p:cNvSpPr>
          <p:nvPr/>
        </p:nvSpPr>
        <p:spPr bwMode="auto">
          <a:xfrm>
            <a:off x="589012" y="2094215"/>
            <a:ext cx="9453034" cy="547393"/>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GB" sz="16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awk -F: '{print $5,$1}' /etc/passwd </a:t>
            </a:r>
          </a:p>
          <a:p>
            <a:pPr marL="322263" indent="-322263" defTabSz="715963">
              <a:spcBef>
                <a:spcPct val="0"/>
              </a:spcBef>
              <a:defRPr/>
            </a:pPr>
            <a:r>
              <a:rPr lang="en-GB" sz="1200" dirty="0">
                <a:solidFill>
                  <a:schemeClr val="bg2"/>
                </a:solidFill>
                <a:latin typeface="Hack" panose="020B0609030202020204" pitchFamily="49" charset="0"/>
                <a:ea typeface="Hack" panose="020B0609030202020204" pitchFamily="49" charset="0"/>
                <a:cs typeface="Hack" panose="020B0609030202020204" pitchFamily="49" charset="0"/>
              </a:rPr>
              <a:t>...</a:t>
            </a:r>
            <a:endParaRPr lang="en-GB" sz="1200" i="1"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992263" name="Rectangle 7"/>
          <p:cNvSpPr>
            <a:spLocks noChangeArrowheads="1"/>
          </p:cNvSpPr>
          <p:nvPr/>
        </p:nvSpPr>
        <p:spPr bwMode="auto">
          <a:xfrm>
            <a:off x="589012" y="3463899"/>
            <a:ext cx="9387417" cy="49693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GB" sz="16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awk -F: ' $3 == 0 { print $1 } ' /etc/passwd</a:t>
            </a:r>
          </a:p>
          <a:p>
            <a:pPr marL="322263" indent="-322263" defTabSz="715963">
              <a:spcBef>
                <a:spcPct val="0"/>
              </a:spcBef>
              <a:defRPr/>
            </a:pP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root	</a:t>
            </a:r>
          </a:p>
        </p:txBody>
      </p:sp>
      <p:sp>
        <p:nvSpPr>
          <p:cNvPr id="992265" name="Rectangle 9"/>
          <p:cNvSpPr>
            <a:spLocks noChangeArrowheads="1"/>
          </p:cNvSpPr>
          <p:nvPr/>
        </p:nvSpPr>
        <p:spPr bwMode="auto">
          <a:xfrm>
            <a:off x="621821" y="4845300"/>
            <a:ext cx="9387416" cy="49693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GB" sz="16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600" b="1" dirty="0" err="1">
                <a:solidFill>
                  <a:schemeClr val="bg2"/>
                </a:solidFill>
                <a:latin typeface="Hack" panose="020B0609030202020204" pitchFamily="49" charset="0"/>
                <a:ea typeface="Hack" panose="020B0609030202020204" pitchFamily="49" charset="0"/>
                <a:cs typeface="Hack" panose="020B0609030202020204" pitchFamily="49" charset="0"/>
              </a:rPr>
              <a:t>ps</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600" b="1" dirty="0" err="1">
                <a:solidFill>
                  <a:schemeClr val="bg2"/>
                </a:solidFill>
                <a:latin typeface="Hack" panose="020B0609030202020204" pitchFamily="49" charset="0"/>
                <a:ea typeface="Hack" panose="020B0609030202020204" pitchFamily="49" charset="0"/>
                <a:cs typeface="Hack" panose="020B0609030202020204" pitchFamily="49" charset="0"/>
              </a:rPr>
              <a:t>ef</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 | awk ' $5 ~ /ftp/ { print $1 } '</a:t>
            </a:r>
          </a:p>
          <a:p>
            <a:pPr marL="322263" indent="-322263" defTabSz="715963">
              <a:spcBef>
                <a:spcPct val="0"/>
              </a:spcBef>
              <a:defRPr/>
            </a:pPr>
            <a:r>
              <a:rPr lang="en-GB" sz="1400" dirty="0" err="1">
                <a:solidFill>
                  <a:schemeClr val="bg2"/>
                </a:solidFill>
                <a:latin typeface="Hack" panose="020B0609030202020204" pitchFamily="49" charset="0"/>
                <a:ea typeface="Hack" panose="020B0609030202020204" pitchFamily="49" charset="0"/>
                <a:cs typeface="Hack" panose="020B0609030202020204" pitchFamily="49" charset="0"/>
              </a:rPr>
              <a:t>rootyou</a:t>
            </a:r>
            <a:endParaRPr lang="en-GB" sz="140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6149" name="Text Box 5"/>
          <p:cNvSpPr txBox="1">
            <a:spLocks noChangeArrowheads="1"/>
          </p:cNvSpPr>
          <p:nvPr/>
        </p:nvSpPr>
        <p:spPr bwMode="auto">
          <a:xfrm>
            <a:off x="589012" y="2657695"/>
            <a:ext cx="11430050" cy="307777"/>
          </a:xfrm>
          <a:prstGeom prst="rect">
            <a:avLst/>
          </a:prstGeom>
          <a:noFill/>
          <a:ln w="19050">
            <a:noFill/>
            <a:miter lim="800000"/>
            <a:headEnd/>
            <a:tailEnd/>
          </a:ln>
        </p:spPr>
        <p:txBody>
          <a:bodyPr wrap="square">
            <a:spAutoFit/>
          </a:bodyPr>
          <a:lstStyle/>
          <a:p>
            <a:pPr defTabSz="739775"/>
            <a:r>
              <a:rPr lang="en-GB" sz="1400" i="1" dirty="0">
                <a:solidFill>
                  <a:srgbClr val="134183"/>
                </a:solidFill>
              </a:rPr>
              <a:t>Input field delimiter is a colon</a:t>
            </a:r>
            <a:r>
              <a:rPr lang="en-GB" sz="1400" i="1" dirty="0">
                <a:solidFill>
                  <a:srgbClr val="134183"/>
                </a:solidFill>
                <a:ea typeface="Hack" panose="020B0609030202020204" pitchFamily="49" charset="0"/>
                <a:cs typeface="Hack" panose="020B0609030202020204" pitchFamily="49" charset="0"/>
              </a:rPr>
              <a:t>( </a:t>
            </a:r>
            <a:r>
              <a:rPr lang="en-GB" sz="1400" b="1" i="1" dirty="0">
                <a:solidFill>
                  <a:srgbClr val="134183"/>
                </a:solidFill>
                <a:ea typeface="Hack" panose="020B0609030202020204" pitchFamily="49" charset="0"/>
                <a:cs typeface="Hack" panose="020B0609030202020204" pitchFamily="49" charset="0"/>
              </a:rPr>
              <a:t>FS=:</a:t>
            </a:r>
            <a:r>
              <a:rPr lang="en-GB" sz="1400" i="1" dirty="0">
                <a:solidFill>
                  <a:srgbClr val="134183"/>
                </a:solidFill>
                <a:ea typeface="Hack" panose="020B0609030202020204" pitchFamily="49" charset="0"/>
                <a:cs typeface="Hack" panose="020B0609030202020204" pitchFamily="49" charset="0"/>
              </a:rPr>
              <a:t> </a:t>
            </a:r>
            <a:r>
              <a:rPr lang="en-GB" sz="1400" i="1" dirty="0">
                <a:solidFill>
                  <a:srgbClr val="134183"/>
                </a:solidFill>
              </a:rPr>
              <a:t>). </a:t>
            </a:r>
            <a:r>
              <a:rPr lang="en-GB" sz="1400" b="1" i="1" dirty="0">
                <a:solidFill>
                  <a:srgbClr val="134183"/>
                </a:solidFill>
                <a:ea typeface="Hack" panose="020B0609030202020204" pitchFamily="49" charset="0"/>
                <a:cs typeface="Hack" panose="020B0609030202020204" pitchFamily="49" charset="0"/>
              </a:rPr>
              <a:t>awk</a:t>
            </a:r>
            <a:r>
              <a:rPr lang="en-GB" sz="1400" i="1" dirty="0">
                <a:solidFill>
                  <a:srgbClr val="134183"/>
                </a:solidFill>
              </a:rPr>
              <a:t> will read each line and display field 5 and field 1 in that order.</a:t>
            </a:r>
            <a:endParaRPr lang="en-GB" sz="1600" i="1" dirty="0">
              <a:solidFill>
                <a:srgbClr val="134183"/>
              </a:solidFill>
            </a:endParaRPr>
          </a:p>
        </p:txBody>
      </p:sp>
      <p:sp>
        <p:nvSpPr>
          <p:cNvPr id="6148" name="Text Box 4"/>
          <p:cNvSpPr txBox="1">
            <a:spLocks noChangeArrowheads="1"/>
          </p:cNvSpPr>
          <p:nvPr/>
        </p:nvSpPr>
        <p:spPr bwMode="auto">
          <a:xfrm>
            <a:off x="535618" y="4039096"/>
            <a:ext cx="10880010" cy="307777"/>
          </a:xfrm>
          <a:prstGeom prst="rect">
            <a:avLst/>
          </a:prstGeom>
          <a:noFill/>
          <a:ln w="19050">
            <a:noFill/>
            <a:miter lim="800000"/>
            <a:headEnd/>
            <a:tailEnd/>
          </a:ln>
        </p:spPr>
        <p:txBody>
          <a:bodyPr wrap="square">
            <a:spAutoFit/>
          </a:bodyPr>
          <a:lstStyle/>
          <a:p>
            <a:pPr defTabSz="739775">
              <a:spcBef>
                <a:spcPct val="0"/>
              </a:spcBef>
            </a:pPr>
            <a:r>
              <a:rPr lang="en-GB" sz="1400" i="1" dirty="0">
                <a:solidFill>
                  <a:srgbClr val="134183"/>
                </a:solidFill>
                <a:latin typeface="Figtree" pitchFamily="2" charset="0"/>
              </a:rPr>
              <a:t>Input field delimiter is a colon (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FS=:</a:t>
            </a:r>
            <a:r>
              <a:rPr lang="en-GB" sz="1400" i="1"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i="1" dirty="0">
                <a:solidFill>
                  <a:srgbClr val="134183"/>
                </a:solidFill>
                <a:latin typeface="Figtree" pitchFamily="2" charset="0"/>
              </a:rPr>
              <a:t>). </a:t>
            </a:r>
            <a:r>
              <a:rPr lang="en-GB" sz="1400" i="1" dirty="0">
                <a:solidFill>
                  <a:srgbClr val="134183"/>
                </a:solidFill>
                <a:latin typeface="Hack" panose="020B0609030202020204" pitchFamily="49" charset="0"/>
                <a:ea typeface="Hack" panose="020B0609030202020204" pitchFamily="49" charset="0"/>
                <a:cs typeface="Hack" panose="020B0609030202020204" pitchFamily="49" charset="0"/>
              </a:rPr>
              <a:t>a</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wk</a:t>
            </a:r>
            <a:r>
              <a:rPr lang="en-GB" sz="1400" i="1" dirty="0">
                <a:solidFill>
                  <a:srgbClr val="134183"/>
                </a:solidFill>
                <a:latin typeface="Figtree" pitchFamily="2" charset="0"/>
              </a:rPr>
              <a:t> will check each line, if the third field, is 0. If so, field 1 of that line is displayed</a:t>
            </a:r>
            <a:r>
              <a:rPr lang="en-GB" sz="1400" i="1" dirty="0">
                <a:latin typeface="Figtree" pitchFamily="2" charset="0"/>
              </a:rPr>
              <a:t>.</a:t>
            </a:r>
          </a:p>
        </p:txBody>
      </p:sp>
      <p:sp>
        <p:nvSpPr>
          <p:cNvPr id="6154" name="Text Box 10"/>
          <p:cNvSpPr txBox="1">
            <a:spLocks noChangeArrowheads="1"/>
          </p:cNvSpPr>
          <p:nvPr/>
        </p:nvSpPr>
        <p:spPr bwMode="auto">
          <a:xfrm>
            <a:off x="621821" y="5402471"/>
            <a:ext cx="10793807" cy="307777"/>
          </a:xfrm>
          <a:prstGeom prst="rect">
            <a:avLst/>
          </a:prstGeom>
          <a:noFill/>
          <a:ln w="19050">
            <a:noFill/>
            <a:miter lim="800000"/>
            <a:headEnd/>
            <a:tailEnd/>
          </a:ln>
        </p:spPr>
        <p:txBody>
          <a:bodyPr wrap="square">
            <a:spAutoFit/>
          </a:bodyPr>
          <a:lstStyle/>
          <a:p>
            <a:pPr defTabSz="739775">
              <a:spcBef>
                <a:spcPct val="0"/>
              </a:spcBef>
            </a:pP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awk</a:t>
            </a:r>
            <a:r>
              <a:rPr lang="en-GB" sz="1400" i="1" dirty="0">
                <a:solidFill>
                  <a:srgbClr val="134183"/>
                </a:solidFill>
                <a:latin typeface="Figtree" pitchFamily="2" charset="0"/>
              </a:rPr>
              <a:t> will check each line, to see if the fifth field, contains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ftp</a:t>
            </a:r>
            <a:r>
              <a:rPr lang="en-GB" sz="1400" i="1" dirty="0">
                <a:solidFill>
                  <a:srgbClr val="134183"/>
                </a:solidFill>
                <a:latin typeface="Figtree" pitchFamily="2" charset="0"/>
              </a:rPr>
              <a:t>. If so, field 1 of that line is displayed. </a:t>
            </a:r>
          </a:p>
        </p:txBody>
      </p:sp>
    </p:spTree>
    <p:extLst>
      <p:ext uri="{BB962C8B-B14F-4D97-AF65-F5344CB8AC3E}">
        <p14:creationId xmlns:p14="http://schemas.microsoft.com/office/powerpoint/2010/main" val="346509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3302413-571F-E439-5AA0-6823F1B0F437}"/>
              </a:ext>
            </a:extLst>
          </p:cNvPr>
          <p:cNvSpPr>
            <a:spLocks noGrp="1"/>
          </p:cNvSpPr>
          <p:nvPr>
            <p:ph type="ctrTitle"/>
          </p:nvPr>
        </p:nvSpPr>
        <p:spPr/>
        <p:txBody>
          <a:bodyPr/>
          <a:lstStyle/>
          <a:p>
            <a:r>
              <a:rPr lang="en-GB" dirty="0">
                <a:solidFill>
                  <a:srgbClr val="FF0000"/>
                </a:solidFill>
              </a:rPr>
              <a:t>awk</a:t>
            </a:r>
            <a:r>
              <a:rPr lang="en-GB" dirty="0"/>
              <a:t> (2)</a:t>
            </a:r>
          </a:p>
        </p:txBody>
      </p:sp>
      <p:sp>
        <p:nvSpPr>
          <p:cNvPr id="7171" name="Rectangle 3"/>
          <p:cNvSpPr>
            <a:spLocks noGrp="1" noChangeArrowheads="1"/>
          </p:cNvSpPr>
          <p:nvPr>
            <p:ph sz="quarter" idx="4"/>
          </p:nvPr>
        </p:nvSpPr>
        <p:spPr/>
        <p:txBody>
          <a:bodyPr/>
          <a:lstStyle/>
          <a:p>
            <a:r>
              <a:rPr lang="en-US" sz="1800" dirty="0">
                <a:solidFill>
                  <a:schemeClr val="tx1"/>
                </a:solidFill>
              </a:rPr>
              <a:t>Calculate a sum of a field in all lines matching a given pattern:</a:t>
            </a:r>
          </a:p>
          <a:p>
            <a:endParaRPr lang="en-US" sz="1800" dirty="0">
              <a:solidFill>
                <a:schemeClr val="tx1"/>
              </a:solidFill>
            </a:endParaRPr>
          </a:p>
          <a:p>
            <a:endParaRPr lang="en-US" sz="1800" dirty="0">
              <a:solidFill>
                <a:schemeClr val="tx1"/>
              </a:solidFill>
            </a:endParaRPr>
          </a:p>
          <a:p>
            <a:pPr lvl="1"/>
            <a:endParaRPr lang="en-US" sz="1800" dirty="0"/>
          </a:p>
          <a:p>
            <a:pPr lvl="1"/>
            <a:endParaRPr lang="en-US" sz="1800" dirty="0"/>
          </a:p>
          <a:p>
            <a:pPr lvl="1"/>
            <a:endParaRPr lang="en-US" sz="1800" dirty="0"/>
          </a:p>
          <a:p>
            <a:pPr lvl="1"/>
            <a:endParaRPr lang="en-US" sz="1800" dirty="0"/>
          </a:p>
          <a:p>
            <a:pPr lvl="1"/>
            <a:endParaRPr lang="en-US" sz="1800" dirty="0"/>
          </a:p>
          <a:p>
            <a:r>
              <a:rPr lang="en-US" sz="1800" dirty="0">
                <a:solidFill>
                  <a:schemeClr val="tx1"/>
                </a:solidFill>
              </a:rPr>
              <a:t>Display records for users with UID less than 100:</a:t>
            </a:r>
          </a:p>
          <a:p>
            <a:pPr lvl="1"/>
            <a:endParaRPr lang="en-US" sz="1800" dirty="0"/>
          </a:p>
          <a:p>
            <a:endParaRPr lang="en-US" dirty="0">
              <a:solidFill>
                <a:schemeClr val="tx1"/>
              </a:solidFill>
            </a:endParaRPr>
          </a:p>
        </p:txBody>
      </p:sp>
      <p:sp>
        <p:nvSpPr>
          <p:cNvPr id="2" name="Slide Number Placeholder 2">
            <a:extLst>
              <a:ext uri="{FF2B5EF4-FFF2-40B4-BE49-F238E27FC236}">
                <a16:creationId xmlns:a16="http://schemas.microsoft.com/office/drawing/2014/main" id="{F812CEC2-0770-62E9-40E6-CDBAB364FA68}"/>
              </a:ext>
            </a:extLst>
          </p:cNvPr>
          <p:cNvSpPr>
            <a:spLocks noGrp="1"/>
          </p:cNvSpPr>
          <p:nvPr>
            <p:ph type="sldNum" sz="quarter" idx="12"/>
          </p:nvPr>
        </p:nvSpPr>
        <p:spPr/>
        <p:txBody>
          <a:bodyPr/>
          <a:lstStyle/>
          <a:p>
            <a:fld id="{F3469444-D02B-D446-9CF8-19DEDDE073D1}" type="slidenum">
              <a:rPr lang="en-US" smtClean="0"/>
              <a:pPr/>
              <a:t>4</a:t>
            </a:fld>
            <a:endParaRPr lang="en-US" dirty="0"/>
          </a:p>
        </p:txBody>
      </p:sp>
      <p:sp>
        <p:nvSpPr>
          <p:cNvPr id="7172" name="Text Box 4"/>
          <p:cNvSpPr txBox="1">
            <a:spLocks noChangeArrowheads="1"/>
          </p:cNvSpPr>
          <p:nvPr/>
        </p:nvSpPr>
        <p:spPr bwMode="auto">
          <a:xfrm>
            <a:off x="443922" y="3271947"/>
            <a:ext cx="10022417" cy="738664"/>
          </a:xfrm>
          <a:prstGeom prst="rect">
            <a:avLst/>
          </a:prstGeom>
          <a:noFill/>
          <a:ln w="19050">
            <a:noFill/>
            <a:miter lim="800000"/>
            <a:headEnd/>
            <a:tailEnd/>
          </a:ln>
        </p:spPr>
        <p:txBody>
          <a:bodyPr>
            <a:spAutoFit/>
          </a:bodyPr>
          <a:lstStyle/>
          <a:p>
            <a:pPr defTabSz="739775">
              <a:spcBef>
                <a:spcPct val="0"/>
              </a:spcBef>
            </a:pPr>
            <a:r>
              <a:rPr lang="en-GB" sz="1400" i="1" dirty="0">
                <a:solidFill>
                  <a:srgbClr val="134183"/>
                </a:solidFill>
                <a:latin typeface="Figtree" pitchFamily="2" charset="0"/>
              </a:rPr>
              <a:t>Input comes from the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du</a:t>
            </a:r>
            <a:r>
              <a:rPr lang="en-GB" sz="1400" i="1" dirty="0">
                <a:solidFill>
                  <a:srgbClr val="134183"/>
                </a:solidFill>
                <a:latin typeface="Figtree" pitchFamily="2" charset="0"/>
              </a:rPr>
              <a:t> command.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awk</a:t>
            </a:r>
            <a:r>
              <a:rPr lang="en-GB" sz="1400" i="1" dirty="0">
                <a:solidFill>
                  <a:srgbClr val="134183"/>
                </a:solidFill>
                <a:latin typeface="Figtree" pitchFamily="2" charset="0"/>
              </a:rPr>
              <a:t> will check each line in turn if it contains the string “</a:t>
            </a:r>
            <a:r>
              <a:rPr lang="en-GB" sz="1400" i="1" dirty="0" err="1">
                <a:solidFill>
                  <a:srgbClr val="134183"/>
                </a:solidFill>
                <a:latin typeface="Hack" panose="020B0609030202020204" pitchFamily="49" charset="0"/>
                <a:ea typeface="Hack" panose="020B0609030202020204" pitchFamily="49" charset="0"/>
                <a:cs typeface="Hack" panose="020B0609030202020204" pitchFamily="49" charset="0"/>
              </a:rPr>
              <a:t>tmp</a:t>
            </a:r>
            <a:r>
              <a:rPr lang="en-GB" sz="1400" i="1" dirty="0">
                <a:solidFill>
                  <a:srgbClr val="134183"/>
                </a:solidFill>
                <a:latin typeface="Figtree" pitchFamily="2" charset="0"/>
              </a:rPr>
              <a:t>” and on these lines will add numbers in first column, then display the total. The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BEGIN</a:t>
            </a:r>
            <a:r>
              <a:rPr lang="en-GB" sz="1400" i="1" dirty="0">
                <a:solidFill>
                  <a:srgbClr val="134183"/>
                </a:solidFill>
                <a:latin typeface="Figtree" pitchFamily="2" charset="0"/>
              </a:rPr>
              <a:t> block allows to perform one-off tasks before input is processed, here to initialise </a:t>
            </a:r>
            <a:r>
              <a:rPr lang="en-GB" sz="1400" i="1" dirty="0">
                <a:solidFill>
                  <a:srgbClr val="134183"/>
                </a:solidFill>
                <a:latin typeface="Hack" panose="020B0609030202020204" pitchFamily="49" charset="0"/>
                <a:ea typeface="Hack" panose="020B0609030202020204" pitchFamily="49" charset="0"/>
                <a:cs typeface="Hack" panose="020B0609030202020204" pitchFamily="49" charset="0"/>
              </a:rPr>
              <a:t>sum</a:t>
            </a:r>
            <a:r>
              <a:rPr lang="en-GB" sz="1400" i="1" dirty="0">
                <a:solidFill>
                  <a:srgbClr val="134183"/>
                </a:solidFill>
                <a:latin typeface="Figtree" pitchFamily="2" charset="0"/>
              </a:rPr>
              <a:t> to </a:t>
            </a:r>
            <a:r>
              <a:rPr lang="en-GB" sz="1400" i="1" dirty="0">
                <a:solidFill>
                  <a:srgbClr val="134183"/>
                </a:solidFill>
                <a:latin typeface="Hack" panose="020B0609030202020204" pitchFamily="49" charset="0"/>
                <a:ea typeface="Hack" panose="020B0609030202020204" pitchFamily="49" charset="0"/>
                <a:cs typeface="Hack" panose="020B0609030202020204" pitchFamily="49" charset="0"/>
              </a:rPr>
              <a:t>0</a:t>
            </a:r>
            <a:r>
              <a:rPr lang="en-GB" sz="1400" i="1" dirty="0">
                <a:solidFill>
                  <a:srgbClr val="134183"/>
                </a:solidFill>
                <a:latin typeface="Figtree" pitchFamily="2" charset="0"/>
              </a:rPr>
              <a:t>, whereas the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END</a:t>
            </a:r>
            <a:r>
              <a:rPr lang="en-GB" sz="1400" i="1" dirty="0">
                <a:solidFill>
                  <a:srgbClr val="134183"/>
                </a:solidFill>
                <a:latin typeface="Figtree" pitchFamily="2" charset="0"/>
              </a:rPr>
              <a:t> block performs actions after data processing.</a:t>
            </a:r>
          </a:p>
        </p:txBody>
      </p:sp>
      <p:sp>
        <p:nvSpPr>
          <p:cNvPr id="7173" name="Text Box 5"/>
          <p:cNvSpPr txBox="1">
            <a:spLocks noChangeArrowheads="1"/>
          </p:cNvSpPr>
          <p:nvPr/>
        </p:nvSpPr>
        <p:spPr bwMode="auto">
          <a:xfrm>
            <a:off x="560977" y="5544488"/>
            <a:ext cx="10294661" cy="523220"/>
          </a:xfrm>
          <a:prstGeom prst="rect">
            <a:avLst/>
          </a:prstGeom>
          <a:noFill/>
          <a:ln w="19050">
            <a:noFill/>
            <a:miter lim="800000"/>
            <a:headEnd/>
            <a:tailEnd/>
          </a:ln>
        </p:spPr>
        <p:txBody>
          <a:bodyPr wrap="square">
            <a:spAutoFit/>
          </a:bodyPr>
          <a:lstStyle/>
          <a:p>
            <a:pPr defTabSz="739775"/>
            <a:r>
              <a:rPr lang="en-GB" sz="1400" i="1" dirty="0">
                <a:solidFill>
                  <a:srgbClr val="134183"/>
                </a:solidFill>
                <a:latin typeface="Figtree" pitchFamily="2" charset="0"/>
              </a:rPr>
              <a:t>Field delimiter in input file is a colon (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FS=‘:’</a:t>
            </a:r>
            <a:r>
              <a:rPr lang="en-GB" sz="1400" i="1"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i="1" dirty="0">
                <a:solidFill>
                  <a:srgbClr val="134183"/>
                </a:solidFill>
                <a:latin typeface="Figtree" pitchFamily="2" charset="0"/>
              </a:rPr>
              <a:t>). </a:t>
            </a:r>
            <a:r>
              <a:rPr lang="en-GB" sz="1400" b="1" i="1" dirty="0" err="1">
                <a:solidFill>
                  <a:srgbClr val="134183"/>
                </a:solidFill>
                <a:latin typeface="Hack" panose="020B0609030202020204" pitchFamily="49" charset="0"/>
                <a:ea typeface="Hack" panose="020B0609030202020204" pitchFamily="49" charset="0"/>
                <a:cs typeface="Hack" panose="020B0609030202020204" pitchFamily="49" charset="0"/>
              </a:rPr>
              <a:t>awk</a:t>
            </a:r>
            <a:r>
              <a:rPr lang="en-GB" sz="1400" i="1" dirty="0">
                <a:solidFill>
                  <a:srgbClr val="134183"/>
                </a:solidFill>
                <a:latin typeface="Figtree" pitchFamily="2" charset="0"/>
              </a:rPr>
              <a:t> will check each line in turn if the value of the third field (UID) is less than 100,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if ( $3 &lt; 100 )</a:t>
            </a:r>
            <a:r>
              <a:rPr lang="en-GB" sz="1400" i="1" dirty="0">
                <a:solidFill>
                  <a:srgbClr val="134183"/>
                </a:solidFill>
                <a:latin typeface="Figtree" pitchFamily="2" charset="0"/>
              </a:rPr>
              <a:t>. If so, the entire line is displayed (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print $0</a:t>
            </a:r>
            <a:r>
              <a:rPr lang="en-GB" sz="1400" i="1"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i="1" dirty="0">
                <a:solidFill>
                  <a:srgbClr val="134183"/>
                </a:solidFill>
                <a:latin typeface="Figtree" pitchFamily="2" charset="0"/>
              </a:rPr>
              <a:t>).</a:t>
            </a:r>
            <a:endParaRPr lang="en-GB" sz="1600" i="1" dirty="0">
              <a:solidFill>
                <a:srgbClr val="134183"/>
              </a:solidFill>
              <a:latin typeface="Figtree" pitchFamily="2" charset="0"/>
            </a:endParaRPr>
          </a:p>
        </p:txBody>
      </p:sp>
      <p:sp>
        <p:nvSpPr>
          <p:cNvPr id="994310" name="Rectangle 6"/>
          <p:cNvSpPr>
            <a:spLocks noChangeArrowheads="1"/>
          </p:cNvSpPr>
          <p:nvPr/>
        </p:nvSpPr>
        <p:spPr bwMode="auto">
          <a:xfrm>
            <a:off x="560977" y="4848431"/>
            <a:ext cx="9867900" cy="59690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awk -F: '{ if ( $3 &lt; 100 ) print $0 } ' /etc/passwd </a:t>
            </a:r>
          </a:p>
          <a:p>
            <a:pPr marL="322263" indent="-322263" defTabSz="715963">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p>
        </p:txBody>
      </p:sp>
      <p:sp>
        <p:nvSpPr>
          <p:cNvPr id="994311" name="Rectangle 7"/>
          <p:cNvSpPr>
            <a:spLocks noChangeArrowheads="1"/>
          </p:cNvSpPr>
          <p:nvPr/>
        </p:nvSpPr>
        <p:spPr bwMode="auto">
          <a:xfrm>
            <a:off x="560977" y="2129095"/>
            <a:ext cx="9935633" cy="105092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GB" sz="16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du | awk ' BEGIN { sum = 0 } \</a:t>
            </a:r>
          </a:p>
          <a:p>
            <a:pPr marL="322263" indent="-322263" defTabSz="715963">
              <a:spcBef>
                <a:spcPct val="0"/>
              </a:spcBef>
              <a:defRPr/>
            </a:pPr>
            <a:r>
              <a:rPr lang="en-GB" sz="160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600" b="1" dirty="0" err="1">
                <a:solidFill>
                  <a:schemeClr val="bg2"/>
                </a:solidFill>
                <a:latin typeface="Hack" panose="020B0609030202020204" pitchFamily="49" charset="0"/>
                <a:ea typeface="Hack" panose="020B0609030202020204" pitchFamily="49" charset="0"/>
                <a:cs typeface="Hack" panose="020B0609030202020204" pitchFamily="49" charset="0"/>
              </a:rPr>
              <a:t>tmp</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 { sum = sum + $1 } \</a:t>
            </a:r>
          </a:p>
          <a:p>
            <a:pPr marL="322263" indent="-322263" defTabSz="715963">
              <a:spcBef>
                <a:spcPct val="0"/>
              </a:spcBef>
              <a:defRPr/>
            </a:pPr>
            <a:r>
              <a:rPr lang="en-GB" sz="160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	END  { print ”Total taken by </a:t>
            </a:r>
            <a:r>
              <a:rPr lang="en-GB" sz="1600" b="1" dirty="0" err="1">
                <a:solidFill>
                  <a:schemeClr val="bg2"/>
                </a:solidFill>
                <a:latin typeface="Hack" panose="020B0609030202020204" pitchFamily="49" charset="0"/>
                <a:ea typeface="Hack" panose="020B0609030202020204" pitchFamily="49" charset="0"/>
                <a:cs typeface="Hack" panose="020B0609030202020204" pitchFamily="49" charset="0"/>
              </a:rPr>
              <a:t>tmp</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 = ", sum } '</a:t>
            </a:r>
          </a:p>
          <a:p>
            <a:pPr marL="322263" indent="-322263" defTabSz="715963">
              <a:spcBef>
                <a:spcPct val="0"/>
              </a:spcBef>
              <a:defRPr/>
            </a:pPr>
            <a:r>
              <a:rPr lang="en-GB" sz="16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b="1" dirty="0">
                <a:solidFill>
                  <a:schemeClr val="bg2"/>
                </a:solidFill>
              </a:rPr>
              <a:t>	</a:t>
            </a:r>
          </a:p>
        </p:txBody>
      </p:sp>
    </p:spTree>
    <p:extLst>
      <p:ext uri="{BB962C8B-B14F-4D97-AF65-F5344CB8AC3E}">
        <p14:creationId xmlns:p14="http://schemas.microsoft.com/office/powerpoint/2010/main" val="198827411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08C3B7-A003-E5C3-FFA2-D63574AC7E86}"/>
              </a:ext>
            </a:extLst>
          </p:cNvPr>
          <p:cNvSpPr>
            <a:spLocks noGrp="1"/>
          </p:cNvSpPr>
          <p:nvPr>
            <p:ph type="ctrTitle"/>
          </p:nvPr>
        </p:nvSpPr>
        <p:spPr/>
        <p:txBody>
          <a:bodyPr/>
          <a:lstStyle/>
          <a:p>
            <a:r>
              <a:rPr lang="en-GB" dirty="0" err="1">
                <a:solidFill>
                  <a:srgbClr val="FF0000"/>
                </a:solidFill>
              </a:rPr>
              <a:t>basename</a:t>
            </a:r>
            <a:r>
              <a:rPr lang="en-GB" dirty="0"/>
              <a:t>: Strip off the path</a:t>
            </a:r>
          </a:p>
        </p:txBody>
      </p:sp>
      <p:sp>
        <p:nvSpPr>
          <p:cNvPr id="8195" name="Rectangle 3"/>
          <p:cNvSpPr>
            <a:spLocks noGrp="1" noChangeArrowheads="1"/>
          </p:cNvSpPr>
          <p:nvPr>
            <p:ph sz="quarter" idx="4"/>
          </p:nvPr>
        </p:nvSpPr>
        <p:spPr/>
        <p:txBody>
          <a:bodyPr/>
          <a:lstStyle/>
          <a:p>
            <a:r>
              <a:rPr lang="en-US" sz="1800" dirty="0">
                <a:solidFill>
                  <a:schemeClr val="tx1"/>
                </a:solidFill>
              </a:rPr>
              <a:t>Display </a:t>
            </a:r>
            <a:r>
              <a:rPr lang="en-US" sz="1800" dirty="0" err="1">
                <a:solidFill>
                  <a:schemeClr val="tx1"/>
                </a:solidFill>
              </a:rPr>
              <a:t>basename</a:t>
            </a:r>
            <a:r>
              <a:rPr lang="en-US" sz="1800" dirty="0">
                <a:solidFill>
                  <a:schemeClr val="tx1"/>
                </a:solidFill>
              </a:rPr>
              <a:t> of a file:</a:t>
            </a:r>
          </a:p>
          <a:p>
            <a:endParaRPr lang="en-US" sz="1800" dirty="0">
              <a:solidFill>
                <a:schemeClr val="tx1"/>
              </a:solidFill>
            </a:endParaRPr>
          </a:p>
          <a:p>
            <a:pPr lvl="1"/>
            <a:endParaRPr lang="en-US" sz="1800" dirty="0"/>
          </a:p>
          <a:p>
            <a:pPr lvl="1">
              <a:buNone/>
            </a:pPr>
            <a:endParaRPr lang="en-US" sz="1800" dirty="0"/>
          </a:p>
          <a:p>
            <a:r>
              <a:rPr lang="en-US" sz="1800" dirty="0">
                <a:solidFill>
                  <a:schemeClr val="tx1"/>
                </a:solidFill>
              </a:rPr>
              <a:t>Assign the </a:t>
            </a:r>
            <a:r>
              <a:rPr lang="en-US" sz="1800" dirty="0" err="1">
                <a:solidFill>
                  <a:schemeClr val="tx1"/>
                </a:solidFill>
              </a:rPr>
              <a:t>basename</a:t>
            </a:r>
            <a:r>
              <a:rPr lang="en-US" sz="1800" dirty="0">
                <a:solidFill>
                  <a:schemeClr val="tx1"/>
                </a:solidFill>
              </a:rPr>
              <a:t> to a variable:</a:t>
            </a:r>
          </a:p>
          <a:p>
            <a:endParaRPr lang="en-US" sz="1800" dirty="0">
              <a:solidFill>
                <a:schemeClr val="tx1"/>
              </a:solidFill>
            </a:endParaRPr>
          </a:p>
          <a:p>
            <a:endParaRPr lang="en-US" sz="1800" dirty="0">
              <a:solidFill>
                <a:schemeClr val="tx1"/>
              </a:solidFill>
            </a:endParaRPr>
          </a:p>
          <a:p>
            <a:pPr>
              <a:buNone/>
            </a:pPr>
            <a:endParaRPr lang="en-US" sz="1800" dirty="0">
              <a:solidFill>
                <a:schemeClr val="tx1"/>
              </a:solidFill>
            </a:endParaRPr>
          </a:p>
          <a:p>
            <a:endParaRPr lang="en-US" sz="1800" dirty="0">
              <a:solidFill>
                <a:schemeClr val="tx1"/>
              </a:solidFill>
            </a:endParaRPr>
          </a:p>
          <a:p>
            <a:r>
              <a:rPr lang="en-US" sz="1800" dirty="0">
                <a:solidFill>
                  <a:schemeClr val="tx1"/>
                </a:solidFill>
              </a:rPr>
              <a:t>Compose an error message in a script:</a:t>
            </a:r>
          </a:p>
        </p:txBody>
      </p:sp>
      <p:sp>
        <p:nvSpPr>
          <p:cNvPr id="2" name="Slide Number Placeholder 2">
            <a:extLst>
              <a:ext uri="{FF2B5EF4-FFF2-40B4-BE49-F238E27FC236}">
                <a16:creationId xmlns:a16="http://schemas.microsoft.com/office/drawing/2014/main" id="{28F712F6-2C13-7CEC-B8A3-B7C5005C50ED}"/>
              </a:ext>
            </a:extLst>
          </p:cNvPr>
          <p:cNvSpPr>
            <a:spLocks noGrp="1"/>
          </p:cNvSpPr>
          <p:nvPr>
            <p:ph type="sldNum" sz="quarter" idx="12"/>
          </p:nvPr>
        </p:nvSpPr>
        <p:spPr/>
        <p:txBody>
          <a:bodyPr/>
          <a:lstStyle/>
          <a:p>
            <a:fld id="{F3469444-D02B-D446-9CF8-19DEDDE073D1}" type="slidenum">
              <a:rPr lang="en-US" smtClean="0"/>
              <a:pPr/>
              <a:t>5</a:t>
            </a:fld>
            <a:endParaRPr lang="en-US" dirty="0"/>
          </a:p>
        </p:txBody>
      </p:sp>
      <p:sp>
        <p:nvSpPr>
          <p:cNvPr id="996356" name="Rectangle 4"/>
          <p:cNvSpPr>
            <a:spLocks noChangeArrowheads="1"/>
          </p:cNvSpPr>
          <p:nvPr/>
        </p:nvSpPr>
        <p:spPr bwMode="auto">
          <a:xfrm>
            <a:off x="523874" y="2080501"/>
            <a:ext cx="9465733" cy="64992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basename</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usr</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sbin</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/at</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at</a:t>
            </a:r>
          </a:p>
        </p:txBody>
      </p:sp>
      <p:sp>
        <p:nvSpPr>
          <p:cNvPr id="996357" name="Rectangle 5"/>
          <p:cNvSpPr>
            <a:spLocks noChangeArrowheads="1"/>
          </p:cNvSpPr>
          <p:nvPr/>
        </p:nvSpPr>
        <p:spPr bwMode="auto">
          <a:xfrm>
            <a:off x="523874" y="5334111"/>
            <a:ext cx="9465733" cy="36772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ERROR="$(</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basename</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$0): Usage: ..."</a:t>
            </a:r>
          </a:p>
        </p:txBody>
      </p:sp>
      <p:sp>
        <p:nvSpPr>
          <p:cNvPr id="996358" name="Rectangle 6"/>
          <p:cNvSpPr>
            <a:spLocks noChangeArrowheads="1"/>
          </p:cNvSpPr>
          <p:nvPr/>
        </p:nvSpPr>
        <p:spPr bwMode="auto">
          <a:xfrm>
            <a:off x="542924" y="3468313"/>
            <a:ext cx="9465733" cy="871537"/>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atCMD</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basename</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usr</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sbin</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/at)</a:t>
            </a:r>
          </a:p>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echo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atCMD</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a:t>
            </a:r>
          </a:p>
        </p:txBody>
      </p:sp>
      <p:sp>
        <p:nvSpPr>
          <p:cNvPr id="8199" name="Text Box 7"/>
          <p:cNvSpPr txBox="1">
            <a:spLocks noChangeArrowheads="1"/>
          </p:cNvSpPr>
          <p:nvPr/>
        </p:nvSpPr>
        <p:spPr bwMode="auto">
          <a:xfrm>
            <a:off x="481541" y="2777796"/>
            <a:ext cx="9508066" cy="307777"/>
          </a:xfrm>
          <a:prstGeom prst="rect">
            <a:avLst/>
          </a:prstGeom>
          <a:noFill/>
          <a:ln w="19050">
            <a:noFill/>
            <a:miter lim="800000"/>
            <a:headEnd/>
            <a:tailEnd/>
          </a:ln>
        </p:spPr>
        <p:txBody>
          <a:bodyPr>
            <a:spAutoFit/>
          </a:bodyPr>
          <a:lstStyle/>
          <a:p>
            <a:pPr defTabSz="739775"/>
            <a:r>
              <a:rPr lang="en-GB" sz="1400" i="1" dirty="0" err="1">
                <a:solidFill>
                  <a:srgbClr val="134183"/>
                </a:solidFill>
                <a:latin typeface="Hack" panose="020B0609030202020204" pitchFamily="49" charset="0"/>
                <a:ea typeface="Hack" panose="020B0609030202020204" pitchFamily="49" charset="0"/>
                <a:cs typeface="Hack" panose="020B0609030202020204" pitchFamily="49" charset="0"/>
              </a:rPr>
              <a:t>basename</a:t>
            </a:r>
            <a:r>
              <a:rPr lang="en-GB" sz="1400" i="1" dirty="0">
                <a:solidFill>
                  <a:srgbClr val="134183"/>
                </a:solidFill>
                <a:latin typeface="Figtree" pitchFamily="2" charset="0"/>
              </a:rPr>
              <a:t> removes the directory path, and displays the last name only.</a:t>
            </a:r>
            <a:endParaRPr lang="en-GB" sz="1400" dirty="0">
              <a:solidFill>
                <a:srgbClr val="134183"/>
              </a:solidFill>
            </a:endParaRPr>
          </a:p>
        </p:txBody>
      </p:sp>
      <p:sp>
        <p:nvSpPr>
          <p:cNvPr id="8200" name="Text Box 8"/>
          <p:cNvSpPr txBox="1">
            <a:spLocks noChangeArrowheads="1"/>
          </p:cNvSpPr>
          <p:nvPr/>
        </p:nvSpPr>
        <p:spPr bwMode="auto">
          <a:xfrm>
            <a:off x="523874" y="4349374"/>
            <a:ext cx="9508066" cy="523220"/>
          </a:xfrm>
          <a:prstGeom prst="rect">
            <a:avLst/>
          </a:prstGeom>
          <a:noFill/>
          <a:ln w="19050">
            <a:noFill/>
            <a:miter lim="800000"/>
            <a:headEnd/>
            <a:tailEnd/>
          </a:ln>
        </p:spPr>
        <p:txBody>
          <a:bodyPr>
            <a:spAutoFit/>
          </a:bodyPr>
          <a:lstStyle/>
          <a:p>
            <a:pPr defTabSz="739775"/>
            <a:r>
              <a:rPr lang="en-GB" sz="1400" i="1" dirty="0">
                <a:solidFill>
                  <a:srgbClr val="134183"/>
                </a:solidFill>
                <a:latin typeface="Figtree" pitchFamily="2" charset="0"/>
              </a:rPr>
              <a:t>The command substitution symbols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i="1"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i="1" dirty="0">
                <a:solidFill>
                  <a:srgbClr val="134183"/>
                </a:solidFill>
                <a:latin typeface="Figtree" pitchFamily="2" charset="0"/>
              </a:rPr>
              <a:t>cause </a:t>
            </a:r>
            <a:r>
              <a:rPr lang="en-GB" sz="1400" i="1" dirty="0" err="1">
                <a:solidFill>
                  <a:srgbClr val="134183"/>
                </a:solidFill>
                <a:latin typeface="Hack" panose="020B0609030202020204" pitchFamily="49" charset="0"/>
                <a:ea typeface="Hack" panose="020B0609030202020204" pitchFamily="49" charset="0"/>
                <a:cs typeface="Hack" panose="020B0609030202020204" pitchFamily="49" charset="0"/>
              </a:rPr>
              <a:t>basename</a:t>
            </a:r>
            <a:r>
              <a:rPr lang="en-GB" sz="1400" i="1" dirty="0">
                <a:solidFill>
                  <a:srgbClr val="134183"/>
                </a:solidFill>
                <a:latin typeface="Figtree" pitchFamily="2" charset="0"/>
              </a:rPr>
              <a:t> expression to be replaced by its value,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at</a:t>
            </a:r>
            <a:r>
              <a:rPr lang="en-GB" sz="1400" i="1" dirty="0">
                <a:solidFill>
                  <a:srgbClr val="134183"/>
                </a:solidFill>
                <a:latin typeface="Figtree" pitchFamily="2" charset="0"/>
              </a:rPr>
              <a:t>, which then is assigned to the variable </a:t>
            </a:r>
            <a:r>
              <a:rPr lang="en-GB" sz="1400" b="1" i="1" dirty="0" err="1">
                <a:solidFill>
                  <a:srgbClr val="134183"/>
                </a:solidFill>
                <a:latin typeface="Hack" panose="020B0609030202020204" pitchFamily="49" charset="0"/>
                <a:ea typeface="Hack" panose="020B0609030202020204" pitchFamily="49" charset="0"/>
                <a:cs typeface="Hack" panose="020B0609030202020204" pitchFamily="49" charset="0"/>
              </a:rPr>
              <a:t>atCMD</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a:t>
            </a:r>
            <a:endParaRPr lang="en-GB" sz="1400" b="1" dirty="0">
              <a:solidFill>
                <a:srgbClr val="134183"/>
              </a:solidFill>
              <a:latin typeface="Hack" panose="020B0609030202020204" pitchFamily="49" charset="0"/>
              <a:ea typeface="Hack" panose="020B0609030202020204" pitchFamily="49" charset="0"/>
              <a:cs typeface="Hack" panose="020B0609030202020204" pitchFamily="49" charset="0"/>
            </a:endParaRPr>
          </a:p>
        </p:txBody>
      </p:sp>
      <p:sp>
        <p:nvSpPr>
          <p:cNvPr id="8201" name="Text Box 9"/>
          <p:cNvSpPr txBox="1">
            <a:spLocks noChangeArrowheads="1"/>
          </p:cNvSpPr>
          <p:nvPr/>
        </p:nvSpPr>
        <p:spPr bwMode="auto">
          <a:xfrm>
            <a:off x="514350" y="5745274"/>
            <a:ext cx="9508066" cy="307777"/>
          </a:xfrm>
          <a:prstGeom prst="rect">
            <a:avLst/>
          </a:prstGeom>
          <a:noFill/>
          <a:ln w="19050">
            <a:noFill/>
            <a:miter lim="800000"/>
            <a:headEnd/>
            <a:tailEnd/>
          </a:ln>
        </p:spPr>
        <p:txBody>
          <a:bodyPr>
            <a:spAutoFit/>
          </a:bodyPr>
          <a:lstStyle/>
          <a:p>
            <a:pPr defTabSz="739775"/>
            <a:r>
              <a:rPr lang="en-GB" sz="1400" i="1" dirty="0">
                <a:solidFill>
                  <a:srgbClr val="134183"/>
                </a:solidFill>
                <a:latin typeface="Figtree" pitchFamily="2" charset="0"/>
              </a:rPr>
              <a:t>Appropriate in shell scripts, to display your errors in a manner similar to other programs.</a:t>
            </a:r>
            <a:endParaRPr lang="en-GB" sz="1400" dirty="0">
              <a:solidFill>
                <a:srgbClr val="134183"/>
              </a:solidFill>
            </a:endParaRPr>
          </a:p>
        </p:txBody>
      </p:sp>
    </p:spTree>
    <p:extLst>
      <p:ext uri="{BB962C8B-B14F-4D97-AF65-F5344CB8AC3E}">
        <p14:creationId xmlns:p14="http://schemas.microsoft.com/office/powerpoint/2010/main" val="351925834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A686-6274-27F5-671D-7431028E935E}"/>
              </a:ext>
            </a:extLst>
          </p:cNvPr>
          <p:cNvSpPr>
            <a:spLocks noGrp="1"/>
          </p:cNvSpPr>
          <p:nvPr>
            <p:ph type="ctrTitle"/>
          </p:nvPr>
        </p:nvSpPr>
        <p:spPr/>
        <p:txBody>
          <a:bodyPr/>
          <a:lstStyle/>
          <a:p>
            <a:r>
              <a:rPr lang="en-GB" dirty="0" err="1">
                <a:solidFill>
                  <a:srgbClr val="FF0000"/>
                </a:solidFill>
              </a:rPr>
              <a:t>bc</a:t>
            </a:r>
            <a:r>
              <a:rPr lang="en-GB" dirty="0"/>
              <a:t>: Basic calculator</a:t>
            </a:r>
            <a:endParaRPr lang="en-GB" dirty="0">
              <a:solidFill>
                <a:srgbClr val="FF0000"/>
              </a:solidFill>
            </a:endParaRPr>
          </a:p>
        </p:txBody>
      </p:sp>
      <p:sp>
        <p:nvSpPr>
          <p:cNvPr id="9219" name="Rectangle 3"/>
          <p:cNvSpPr>
            <a:spLocks noGrp="1" noChangeArrowheads="1"/>
          </p:cNvSpPr>
          <p:nvPr>
            <p:ph sz="quarter" idx="4"/>
          </p:nvPr>
        </p:nvSpPr>
        <p:spPr/>
        <p:txBody>
          <a:bodyPr/>
          <a:lstStyle/>
          <a:p>
            <a:endParaRPr lang="en-US" sz="1800" dirty="0">
              <a:solidFill>
                <a:schemeClr val="tx1"/>
              </a:solidFill>
            </a:endParaRPr>
          </a:p>
          <a:p>
            <a:r>
              <a:rPr lang="en-US" sz="1800" dirty="0">
                <a:solidFill>
                  <a:schemeClr val="tx1"/>
                </a:solidFill>
              </a:rPr>
              <a:t>To do a simple calculation:</a:t>
            </a:r>
          </a:p>
          <a:p>
            <a:endParaRPr lang="en-US" sz="1800" dirty="0">
              <a:solidFill>
                <a:schemeClr val="tx1"/>
              </a:solidFill>
            </a:endParaRPr>
          </a:p>
          <a:p>
            <a:r>
              <a:rPr lang="en-US" sz="1800" dirty="0">
                <a:solidFill>
                  <a:schemeClr val="tx1"/>
                </a:solidFill>
              </a:rPr>
              <a:t>Calculation specifying the number of decimal places (scale):</a:t>
            </a: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pPr lvl="1"/>
            <a:endParaRPr lang="en-US" sz="1800" dirty="0"/>
          </a:p>
          <a:p>
            <a:pPr lvl="1"/>
            <a:endParaRPr lang="en-US" sz="1800" dirty="0"/>
          </a:p>
          <a:p>
            <a:r>
              <a:rPr lang="en-US" sz="1800" dirty="0">
                <a:solidFill>
                  <a:schemeClr val="tx1"/>
                </a:solidFill>
              </a:rPr>
              <a:t>File size as a percentage of file-system size:</a:t>
            </a:r>
          </a:p>
        </p:txBody>
      </p:sp>
      <p:sp>
        <p:nvSpPr>
          <p:cNvPr id="3" name="Slide Number Placeholder 2">
            <a:extLst>
              <a:ext uri="{FF2B5EF4-FFF2-40B4-BE49-F238E27FC236}">
                <a16:creationId xmlns:a16="http://schemas.microsoft.com/office/drawing/2014/main" id="{8D347FA1-40B0-5502-FAB3-C296F0AD5123}"/>
              </a:ext>
            </a:extLst>
          </p:cNvPr>
          <p:cNvSpPr>
            <a:spLocks noGrp="1"/>
          </p:cNvSpPr>
          <p:nvPr>
            <p:ph type="sldNum" sz="quarter" idx="12"/>
          </p:nvPr>
        </p:nvSpPr>
        <p:spPr/>
        <p:txBody>
          <a:bodyPr/>
          <a:lstStyle/>
          <a:p>
            <a:fld id="{F3469444-D02B-D446-9CF8-19DEDDE073D1}" type="slidenum">
              <a:rPr lang="en-US" smtClean="0"/>
              <a:pPr/>
              <a:t>6</a:t>
            </a:fld>
            <a:endParaRPr lang="en-US" dirty="0"/>
          </a:p>
        </p:txBody>
      </p:sp>
      <p:sp>
        <p:nvSpPr>
          <p:cNvPr id="998405" name="Text Box 5"/>
          <p:cNvSpPr txBox="1">
            <a:spLocks noChangeArrowheads="1"/>
          </p:cNvSpPr>
          <p:nvPr/>
        </p:nvSpPr>
        <p:spPr bwMode="auto">
          <a:xfrm>
            <a:off x="3565283" y="1857830"/>
            <a:ext cx="3854450" cy="89255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a:spAutoFit/>
          </a:bodyPr>
          <a:lstStyle/>
          <a:p>
            <a:pPr>
              <a:spcBef>
                <a:spcPct val="0"/>
              </a:spcBef>
              <a:defRPr/>
            </a:pPr>
            <a:r>
              <a:rPr lang="en-GB"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b="1" dirty="0">
                <a:solidFill>
                  <a:schemeClr val="bg2"/>
                </a:solidFill>
                <a:latin typeface="Hack" panose="020B0609030202020204" pitchFamily="49" charset="0"/>
                <a:ea typeface="Hack" panose="020B0609030202020204" pitchFamily="49" charset="0"/>
                <a:cs typeface="Hack" panose="020B0609030202020204" pitchFamily="49" charset="0"/>
              </a:rPr>
              <a:t> x=497; y=291</a:t>
            </a:r>
          </a:p>
          <a:p>
            <a:pPr>
              <a:spcBef>
                <a:spcPct val="0"/>
              </a:spcBef>
              <a:defRPr/>
            </a:pPr>
            <a:r>
              <a:rPr lang="en-GB"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b="1" dirty="0">
                <a:solidFill>
                  <a:schemeClr val="bg2"/>
                </a:solidFill>
                <a:latin typeface="Hack" panose="020B0609030202020204" pitchFamily="49" charset="0"/>
                <a:ea typeface="Hack" panose="020B0609030202020204" pitchFamily="49" charset="0"/>
                <a:cs typeface="Hack" panose="020B0609030202020204" pitchFamily="49" charset="0"/>
              </a:rPr>
              <a:t>echo "$x/$y“ | </a:t>
            </a:r>
            <a:r>
              <a:rPr lang="en-GB" b="1" dirty="0" err="1">
                <a:solidFill>
                  <a:schemeClr val="bg2"/>
                </a:solidFill>
                <a:latin typeface="Hack" panose="020B0609030202020204" pitchFamily="49" charset="0"/>
                <a:ea typeface="Hack" panose="020B0609030202020204" pitchFamily="49" charset="0"/>
                <a:cs typeface="Hack" panose="020B0609030202020204" pitchFamily="49" charset="0"/>
              </a:rPr>
              <a:t>bc</a:t>
            </a:r>
            <a:r>
              <a:rPr lang="en-GB" b="1" dirty="0">
                <a:solidFill>
                  <a:schemeClr val="bg2"/>
                </a:solidFill>
                <a:latin typeface="Hack" panose="020B0609030202020204" pitchFamily="49" charset="0"/>
                <a:ea typeface="Hack" panose="020B0609030202020204" pitchFamily="49" charset="0"/>
                <a:cs typeface="Hack" panose="020B0609030202020204" pitchFamily="49" charset="0"/>
              </a:rPr>
              <a:t> -l</a:t>
            </a:r>
          </a:p>
          <a:p>
            <a:pPr>
              <a:spcBef>
                <a:spcPct val="0"/>
              </a:spcBef>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1.70790378006872852233</a:t>
            </a:r>
          </a:p>
        </p:txBody>
      </p:sp>
      <p:sp>
        <p:nvSpPr>
          <p:cNvPr id="998406" name="Text Box 6"/>
          <p:cNvSpPr txBox="1">
            <a:spLocks noChangeArrowheads="1"/>
          </p:cNvSpPr>
          <p:nvPr/>
        </p:nvSpPr>
        <p:spPr bwMode="auto">
          <a:xfrm>
            <a:off x="514350" y="3540922"/>
            <a:ext cx="5581650" cy="1203325"/>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a:spAutoFit/>
          </a:bodyPr>
          <a:lstStyle/>
          <a:p>
            <a:pPr>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x=497; y=291</a:t>
            </a:r>
          </a:p>
          <a:p>
            <a:pPr>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val</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=$(echo "scale=3;$x/$y"|</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bc</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-l)</a:t>
            </a:r>
          </a:p>
          <a:p>
            <a:pPr>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echo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val</a:t>
            </a:r>
            <a:endParaRPr lang="en-GB"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1.707</a:t>
            </a:r>
          </a:p>
        </p:txBody>
      </p:sp>
      <p:sp>
        <p:nvSpPr>
          <p:cNvPr id="998407" name="Text Box 7"/>
          <p:cNvSpPr txBox="1">
            <a:spLocks noChangeArrowheads="1"/>
          </p:cNvSpPr>
          <p:nvPr/>
        </p:nvSpPr>
        <p:spPr bwMode="auto">
          <a:xfrm>
            <a:off x="5713674" y="5000170"/>
            <a:ext cx="5962388" cy="1203325"/>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a:spAutoFit/>
          </a:bodyPr>
          <a:lstStyle/>
          <a:p>
            <a:pPr>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file=$(stat –c %b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arch,zip</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a:t>
            </a:r>
          </a:p>
          <a:p>
            <a:pPr>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sys=$(stat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fc</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%b /dev/sda7)</a:t>
            </a:r>
          </a:p>
          <a:p>
            <a:pPr>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echo "scale=6;($file/$sys)*100"|</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bc</a:t>
            </a:r>
            <a:endParaRPr lang="en-GB"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a:spcBef>
                <a:spcPct val="0"/>
              </a:spcBef>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1.205200</a:t>
            </a:r>
          </a:p>
        </p:txBody>
      </p:sp>
    </p:spTree>
    <p:extLst>
      <p:ext uri="{BB962C8B-B14F-4D97-AF65-F5344CB8AC3E}">
        <p14:creationId xmlns:p14="http://schemas.microsoft.com/office/powerpoint/2010/main" val="74944528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734484" y="2645503"/>
            <a:ext cx="10564283" cy="957263"/>
          </a:xfrm>
          <a:prstGeom prst="rect">
            <a:avLst/>
          </a:prstGeom>
          <a:noFill/>
          <a:ln w="12700">
            <a:noFill/>
            <a:miter lim="800000"/>
            <a:headEnd/>
            <a:tailEnd/>
          </a:ln>
        </p:spPr>
        <p:txBody>
          <a:bodyPr lIns="79383" tIns="42867" rIns="79383" bIns="42867"/>
          <a:lstStyle/>
          <a:p>
            <a:pPr marL="239713" indent="-239713" defTabSz="638175">
              <a:lnSpc>
                <a:spcPct val="120000"/>
              </a:lnSpc>
              <a:spcBef>
                <a:spcPct val="60000"/>
              </a:spcBef>
              <a:buClr>
                <a:schemeClr val="bg2"/>
              </a:buClr>
              <a:tabLst>
                <a:tab pos="1933575" algn="l"/>
              </a:tabLst>
            </a:pPr>
            <a:endParaRPr lang="en-US" sz="2500" i="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400" b="1">
              <a:solidFill>
                <a:srgbClr val="134183"/>
              </a:solidFill>
            </a:endParaRPr>
          </a:p>
          <a:p>
            <a:pPr marL="571500" lvl="1" indent="-187325" defTabSz="638175">
              <a:lnSpc>
                <a:spcPct val="80000"/>
              </a:lnSpc>
              <a:spcBef>
                <a:spcPct val="15000"/>
              </a:spcBef>
              <a:spcAft>
                <a:spcPct val="10000"/>
              </a:spcAft>
              <a:buClr>
                <a:schemeClr val="bg2"/>
              </a:buClr>
              <a:buFontTx/>
              <a:buChar char="•"/>
              <a:tabLst>
                <a:tab pos="1933575" algn="l"/>
              </a:tabLst>
            </a:pPr>
            <a:endParaRPr lang="en-US" sz="2000" b="1">
              <a:solidFill>
                <a:srgbClr val="134183"/>
              </a:solidFill>
            </a:endParaRPr>
          </a:p>
          <a:p>
            <a:pPr marL="239713" indent="-239713" defTabSz="638175">
              <a:lnSpc>
                <a:spcPct val="80000"/>
              </a:lnSpc>
              <a:spcBef>
                <a:spcPct val="60000"/>
              </a:spcBef>
              <a:buClr>
                <a:schemeClr val="bg2"/>
              </a:buClr>
              <a:buFontTx/>
              <a:buChar char="•"/>
              <a:tabLst>
                <a:tab pos="1933575" algn="l"/>
              </a:tabLst>
            </a:pPr>
            <a:endParaRPr lang="en-US" sz="2500" b="1">
              <a:solidFill>
                <a:srgbClr val="134183"/>
              </a:solidFill>
            </a:endParaRPr>
          </a:p>
        </p:txBody>
      </p:sp>
      <p:sp>
        <p:nvSpPr>
          <p:cNvPr id="3" name="Title 2">
            <a:extLst>
              <a:ext uri="{FF2B5EF4-FFF2-40B4-BE49-F238E27FC236}">
                <a16:creationId xmlns:a16="http://schemas.microsoft.com/office/drawing/2014/main" id="{DA27BD38-0182-9268-99B6-0672580A3812}"/>
              </a:ext>
            </a:extLst>
          </p:cNvPr>
          <p:cNvSpPr>
            <a:spLocks noGrp="1"/>
          </p:cNvSpPr>
          <p:nvPr>
            <p:ph type="ctrTitle"/>
          </p:nvPr>
        </p:nvSpPr>
        <p:spPr/>
        <p:txBody>
          <a:bodyPr/>
          <a:lstStyle/>
          <a:p>
            <a:r>
              <a:rPr lang="en-GB" dirty="0">
                <a:solidFill>
                  <a:srgbClr val="FF0000"/>
                </a:solidFill>
              </a:rPr>
              <a:t>comm</a:t>
            </a:r>
            <a:r>
              <a:rPr lang="en-GB" dirty="0"/>
              <a:t>: Compare two sorted files</a:t>
            </a:r>
          </a:p>
        </p:txBody>
      </p:sp>
      <p:sp>
        <p:nvSpPr>
          <p:cNvPr id="10244" name="Rectangle 4"/>
          <p:cNvSpPr>
            <a:spLocks noGrp="1" noChangeArrowheads="1"/>
          </p:cNvSpPr>
          <p:nvPr>
            <p:ph sz="quarter" idx="4"/>
          </p:nvPr>
        </p:nvSpPr>
        <p:spPr/>
        <p:txBody>
          <a:bodyPr/>
          <a:lstStyle/>
          <a:p>
            <a:r>
              <a:rPr lang="en-US" sz="1800" dirty="0">
                <a:solidFill>
                  <a:schemeClr val="tx1"/>
                </a:solidFill>
              </a:rPr>
              <a:t>Find common and unique lines in two sorted files:</a:t>
            </a: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pPr lvl="1"/>
            <a:endParaRPr lang="en-US" sz="1800" dirty="0"/>
          </a:p>
          <a:p>
            <a:pPr lvl="1"/>
            <a:endParaRPr lang="en-US" sz="1800" dirty="0"/>
          </a:p>
          <a:p>
            <a:r>
              <a:rPr lang="en-US" sz="1800" dirty="0">
                <a:solidFill>
                  <a:schemeClr val="tx1"/>
                </a:solidFill>
              </a:rPr>
              <a:t>Collect lines common to two files in a third file:</a:t>
            </a:r>
          </a:p>
        </p:txBody>
      </p:sp>
      <p:sp>
        <p:nvSpPr>
          <p:cNvPr id="2" name="Slide Number Placeholder 2">
            <a:extLst>
              <a:ext uri="{FF2B5EF4-FFF2-40B4-BE49-F238E27FC236}">
                <a16:creationId xmlns:a16="http://schemas.microsoft.com/office/drawing/2014/main" id="{DCF68DED-3932-0F10-7CE3-A40D9E2CEEF2}"/>
              </a:ext>
            </a:extLst>
          </p:cNvPr>
          <p:cNvSpPr>
            <a:spLocks noGrp="1"/>
          </p:cNvSpPr>
          <p:nvPr>
            <p:ph type="sldNum" sz="quarter" idx="12"/>
          </p:nvPr>
        </p:nvSpPr>
        <p:spPr/>
        <p:txBody>
          <a:bodyPr/>
          <a:lstStyle/>
          <a:p>
            <a:fld id="{F3469444-D02B-D446-9CF8-19DEDDE073D1}" type="slidenum">
              <a:rPr lang="en-US" smtClean="0"/>
              <a:pPr/>
              <a:t>7</a:t>
            </a:fld>
            <a:endParaRPr lang="en-US" dirty="0"/>
          </a:p>
        </p:txBody>
      </p:sp>
      <p:sp>
        <p:nvSpPr>
          <p:cNvPr id="1000453" name="Rectangle 5"/>
          <p:cNvSpPr>
            <a:spLocks noChangeArrowheads="1"/>
          </p:cNvSpPr>
          <p:nvPr/>
        </p:nvSpPr>
        <p:spPr bwMode="auto">
          <a:xfrm>
            <a:off x="548287" y="2371213"/>
            <a:ext cx="5120218" cy="206659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6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b="1" dirty="0">
                <a:solidFill>
                  <a:schemeClr val="bg2"/>
                </a:solidFill>
                <a:latin typeface="Hack" panose="020B0609030202020204" pitchFamily="49" charset="0"/>
                <a:ea typeface="Hack" panose="020B0609030202020204" pitchFamily="49" charset="0"/>
                <a:cs typeface="Hack" panose="020B0609030202020204" pitchFamily="49" charset="0"/>
              </a:rPr>
              <a:t> comm equip-list1 equip-list2</a:t>
            </a:r>
          </a:p>
          <a:p>
            <a:pPr marL="322263" indent="-322263" defTabSz="715963">
              <a:spcBef>
                <a:spcPct val="0"/>
              </a:spcBef>
              <a:defRPr/>
            </a:pPr>
            <a:r>
              <a:rPr lang="en-US" sz="16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CDROM</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harddisk</a:t>
            </a:r>
            <a:endParaRPr lang="en-US" sz="160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keyboard 	   </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monitor</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mouse</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RAM</a:t>
            </a:r>
          </a:p>
          <a:p>
            <a:pPr marL="322263" indent="-322263" defTabSz="715963">
              <a:spcBef>
                <a:spcPct val="0"/>
              </a:spcBef>
              <a:defRPr/>
            </a:pPr>
            <a:r>
              <a:rPr lang="en-US" sz="1600" dirty="0">
                <a:solidFill>
                  <a:srgbClr val="FFFF00"/>
                </a:solidFill>
                <a:latin typeface="Hack" panose="020B0609030202020204" pitchFamily="49" charset="0"/>
                <a:ea typeface="Hack" panose="020B0609030202020204" pitchFamily="49" charset="0"/>
                <a:cs typeface="Hack" panose="020B0609030202020204" pitchFamily="49" charset="0"/>
              </a:rPr>
              <a:t>$</a:t>
            </a:r>
          </a:p>
        </p:txBody>
      </p:sp>
      <p:sp>
        <p:nvSpPr>
          <p:cNvPr id="1000454" name="Rectangle 6"/>
          <p:cNvSpPr>
            <a:spLocks noChangeArrowheads="1"/>
          </p:cNvSpPr>
          <p:nvPr/>
        </p:nvSpPr>
        <p:spPr bwMode="auto">
          <a:xfrm>
            <a:off x="514350" y="5327097"/>
            <a:ext cx="10102849" cy="59690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comm -12 equip-list1 equip-list2 &gt; equip-comm</a:t>
            </a:r>
          </a:p>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p>
        </p:txBody>
      </p:sp>
      <p:sp>
        <p:nvSpPr>
          <p:cNvPr id="10247" name="Text Box 7"/>
          <p:cNvSpPr txBox="1">
            <a:spLocks noChangeArrowheads="1"/>
          </p:cNvSpPr>
          <p:nvPr/>
        </p:nvSpPr>
        <p:spPr bwMode="auto">
          <a:xfrm>
            <a:off x="6178549" y="2645503"/>
            <a:ext cx="5120218" cy="954107"/>
          </a:xfrm>
          <a:prstGeom prst="rect">
            <a:avLst/>
          </a:prstGeom>
          <a:noFill/>
          <a:ln w="19050">
            <a:noFill/>
            <a:miter lim="800000"/>
            <a:headEnd/>
            <a:tailEnd/>
          </a:ln>
        </p:spPr>
        <p:txBody>
          <a:bodyPr wrap="square">
            <a:spAutoFit/>
          </a:bodyPr>
          <a:lstStyle/>
          <a:p>
            <a:pPr defTabSz="739775"/>
            <a:r>
              <a:rPr lang="en-GB" sz="1400" i="1" dirty="0">
                <a:solidFill>
                  <a:srgbClr val="134183"/>
                </a:solidFill>
                <a:latin typeface="Figtree" pitchFamily="2" charset="0"/>
              </a:rPr>
              <a:t>Here we find that the lines </a:t>
            </a:r>
            <a:r>
              <a:rPr lang="en-GB" sz="1400" b="1" i="1" dirty="0">
                <a:solidFill>
                  <a:srgbClr val="134183"/>
                </a:solidFill>
                <a:latin typeface="Figtree" pitchFamily="2" charset="0"/>
              </a:rPr>
              <a:t>keyboard</a:t>
            </a:r>
            <a:r>
              <a:rPr lang="en-GB" sz="1400" i="1" dirty="0">
                <a:solidFill>
                  <a:srgbClr val="134183"/>
                </a:solidFill>
                <a:latin typeface="Figtree" pitchFamily="2" charset="0"/>
              </a:rPr>
              <a:t> and </a:t>
            </a:r>
            <a:r>
              <a:rPr lang="en-GB" sz="1400" b="1" i="1" dirty="0">
                <a:solidFill>
                  <a:srgbClr val="134183"/>
                </a:solidFill>
                <a:latin typeface="Figtree" pitchFamily="2" charset="0"/>
              </a:rPr>
              <a:t>monitor</a:t>
            </a:r>
            <a:r>
              <a:rPr lang="en-GB" sz="1400" i="1" dirty="0">
                <a:solidFill>
                  <a:srgbClr val="134183"/>
                </a:solidFill>
                <a:latin typeface="Figtree" pitchFamily="2" charset="0"/>
              </a:rPr>
              <a:t> were found in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equip-list1</a:t>
            </a:r>
            <a:r>
              <a:rPr lang="en-GB" sz="1400" i="1" dirty="0">
                <a:solidFill>
                  <a:srgbClr val="134183"/>
                </a:solidFill>
                <a:latin typeface="Figtree" pitchFamily="2" charset="0"/>
              </a:rPr>
              <a:t> file only; line </a:t>
            </a:r>
            <a:r>
              <a:rPr lang="en-GB" sz="1400" b="1" i="1" dirty="0">
                <a:solidFill>
                  <a:srgbClr val="134183"/>
                </a:solidFill>
                <a:latin typeface="Figtree" pitchFamily="2" charset="0"/>
              </a:rPr>
              <a:t>mouse</a:t>
            </a:r>
            <a:r>
              <a:rPr lang="en-GB" sz="1400" i="1" dirty="0">
                <a:solidFill>
                  <a:srgbClr val="134183"/>
                </a:solidFill>
                <a:latin typeface="Figtree" pitchFamily="2" charset="0"/>
              </a:rPr>
              <a:t> was found in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equip-list2</a:t>
            </a:r>
            <a:r>
              <a:rPr lang="en-GB" sz="1400" i="1" dirty="0">
                <a:solidFill>
                  <a:srgbClr val="134183"/>
                </a:solidFill>
                <a:latin typeface="Figtree" pitchFamily="2" charset="0"/>
              </a:rPr>
              <a:t> file only; the remaining lines are in both files. The originating file(s) is denoted by indentation.</a:t>
            </a:r>
            <a:endParaRPr lang="en-GB" sz="1400" b="1" dirty="0">
              <a:solidFill>
                <a:srgbClr val="134183"/>
              </a:solidFill>
            </a:endParaRPr>
          </a:p>
        </p:txBody>
      </p:sp>
      <p:sp>
        <p:nvSpPr>
          <p:cNvPr id="10248" name="Text Box 8"/>
          <p:cNvSpPr txBox="1">
            <a:spLocks noChangeArrowheads="1"/>
          </p:cNvSpPr>
          <p:nvPr/>
        </p:nvSpPr>
        <p:spPr bwMode="auto">
          <a:xfrm>
            <a:off x="480413" y="6000947"/>
            <a:ext cx="10434673" cy="307777"/>
          </a:xfrm>
          <a:prstGeom prst="rect">
            <a:avLst/>
          </a:prstGeom>
          <a:noFill/>
          <a:ln w="19050">
            <a:noFill/>
            <a:miter lim="800000"/>
            <a:headEnd/>
            <a:tailEnd/>
          </a:ln>
        </p:spPr>
        <p:txBody>
          <a:bodyPr wrap="square">
            <a:spAutoFit/>
          </a:bodyPr>
          <a:lstStyle/>
          <a:p>
            <a:pPr defTabSz="739775"/>
            <a:r>
              <a:rPr lang="en-GB" sz="1400" i="1" dirty="0">
                <a:solidFill>
                  <a:srgbClr val="134183"/>
                </a:solidFill>
                <a:latin typeface="Figtree" pitchFamily="2" charset="0"/>
              </a:rPr>
              <a:t>The first two output columns are suppressed with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-12</a:t>
            </a:r>
            <a:r>
              <a:rPr lang="en-GB" sz="1400" i="1" dirty="0">
                <a:solidFill>
                  <a:srgbClr val="134183"/>
                </a:solidFill>
                <a:latin typeface="Figtree" pitchFamily="2" charset="0"/>
              </a:rPr>
              <a:t>, and the common lines are redirected to the file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equip-comm.</a:t>
            </a:r>
            <a:endParaRPr lang="en-GB" sz="1400" dirty="0">
              <a:solidFill>
                <a:srgbClr val="134183"/>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73487966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A2ECC5-7E17-A38D-650D-50A106326DFF}"/>
              </a:ext>
            </a:extLst>
          </p:cNvPr>
          <p:cNvSpPr>
            <a:spLocks noGrp="1"/>
          </p:cNvSpPr>
          <p:nvPr>
            <p:ph type="ctrTitle"/>
          </p:nvPr>
        </p:nvSpPr>
        <p:spPr/>
        <p:txBody>
          <a:bodyPr/>
          <a:lstStyle/>
          <a:p>
            <a:r>
              <a:rPr lang="en-GB" dirty="0" err="1">
                <a:solidFill>
                  <a:srgbClr val="FF0000"/>
                </a:solidFill>
              </a:rPr>
              <a:t>csplit</a:t>
            </a:r>
            <a:r>
              <a:rPr lang="en-GB" dirty="0"/>
              <a:t>: Context-based file split</a:t>
            </a:r>
          </a:p>
        </p:txBody>
      </p:sp>
      <p:sp>
        <p:nvSpPr>
          <p:cNvPr id="11267" name="Rectangle 3"/>
          <p:cNvSpPr>
            <a:spLocks noGrp="1" noChangeArrowheads="1"/>
          </p:cNvSpPr>
          <p:nvPr>
            <p:ph sz="quarter" idx="4"/>
          </p:nvPr>
        </p:nvSpPr>
        <p:spPr/>
        <p:txBody>
          <a:bodyPr/>
          <a:lstStyle/>
          <a:p>
            <a:r>
              <a:rPr lang="en-US" sz="1800" dirty="0">
                <a:solidFill>
                  <a:schemeClr val="tx1"/>
                </a:solidFill>
              </a:rPr>
              <a:t>Separate a file into smaller chunks, according to regular expression.</a:t>
            </a: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r>
              <a:rPr lang="en-US" sz="1800" dirty="0">
                <a:solidFill>
                  <a:schemeClr val="tx1"/>
                </a:solidFill>
              </a:rPr>
              <a:t>Split files according to specified number of lines.</a:t>
            </a:r>
          </a:p>
        </p:txBody>
      </p:sp>
      <p:sp>
        <p:nvSpPr>
          <p:cNvPr id="2" name="Slide Number Placeholder 2">
            <a:extLst>
              <a:ext uri="{FF2B5EF4-FFF2-40B4-BE49-F238E27FC236}">
                <a16:creationId xmlns:a16="http://schemas.microsoft.com/office/drawing/2014/main" id="{807EC8FC-ED2D-EFF3-6271-EA2285F7941B}"/>
              </a:ext>
            </a:extLst>
          </p:cNvPr>
          <p:cNvSpPr>
            <a:spLocks noGrp="1"/>
          </p:cNvSpPr>
          <p:nvPr>
            <p:ph type="sldNum" sz="quarter" idx="12"/>
          </p:nvPr>
        </p:nvSpPr>
        <p:spPr/>
        <p:txBody>
          <a:bodyPr/>
          <a:lstStyle/>
          <a:p>
            <a:fld id="{F3469444-D02B-D446-9CF8-19DEDDE073D1}" type="slidenum">
              <a:rPr lang="en-US" smtClean="0"/>
              <a:pPr/>
              <a:t>8</a:t>
            </a:fld>
            <a:endParaRPr lang="en-US" dirty="0"/>
          </a:p>
        </p:txBody>
      </p:sp>
      <p:sp>
        <p:nvSpPr>
          <p:cNvPr id="1002500" name="Rectangle 4"/>
          <p:cNvSpPr>
            <a:spLocks noChangeArrowheads="1"/>
          </p:cNvSpPr>
          <p:nvPr/>
        </p:nvSpPr>
        <p:spPr bwMode="auto">
          <a:xfrm>
            <a:off x="476249" y="2076771"/>
            <a:ext cx="10875434" cy="2338387"/>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grep –c "&lt;P&gt;" a1.html		</a:t>
            </a:r>
            <a:r>
              <a:rPr lang="en-US" sz="1800" i="1" dirty="0">
                <a:solidFill>
                  <a:schemeClr val="bg2"/>
                </a:solidFill>
                <a:latin typeface="Hack" panose="020B0609030202020204" pitchFamily="49" charset="0"/>
                <a:ea typeface="Hack" panose="020B0609030202020204" pitchFamily="49" charset="0"/>
                <a:cs typeface="Hack" panose="020B0609030202020204" pitchFamily="49" charset="0"/>
              </a:rPr>
              <a:t># find out how many files to split into</a:t>
            </a:r>
            <a:endParaRPr lang="en-US" sz="180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4</a:t>
            </a:r>
          </a:p>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csplit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–k –f para a1.html "/&lt;P&gt;/" {4}</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134</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145</a:t>
            </a:r>
          </a:p>
          <a:p>
            <a:pPr marL="322263" indent="-322263" defTabSz="715963">
              <a:spcBef>
                <a:spcPct val="0"/>
              </a:spcBef>
              <a:defRPr/>
            </a:pP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csplit</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‘8’: line number out of range on repetition 3</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120</a:t>
            </a:r>
          </a:p>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ls para*</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para01 para02 para03</a:t>
            </a:r>
          </a:p>
        </p:txBody>
      </p:sp>
      <p:sp>
        <p:nvSpPr>
          <p:cNvPr id="1002501" name="Rectangle 5"/>
          <p:cNvSpPr>
            <a:spLocks noChangeArrowheads="1"/>
          </p:cNvSpPr>
          <p:nvPr/>
        </p:nvSpPr>
        <p:spPr bwMode="auto">
          <a:xfrm>
            <a:off x="476249" y="5079197"/>
            <a:ext cx="10799233" cy="312264"/>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csplit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–k –f users /etc/passwd 4 {99} 2&gt;/dev/null</a:t>
            </a:r>
          </a:p>
        </p:txBody>
      </p:sp>
      <p:sp>
        <p:nvSpPr>
          <p:cNvPr id="11270" name="Text Box 6"/>
          <p:cNvSpPr txBox="1">
            <a:spLocks noChangeArrowheads="1"/>
          </p:cNvSpPr>
          <p:nvPr/>
        </p:nvSpPr>
        <p:spPr bwMode="auto">
          <a:xfrm>
            <a:off x="4471458" y="3767327"/>
            <a:ext cx="7078134" cy="738664"/>
          </a:xfrm>
          <a:prstGeom prst="rect">
            <a:avLst/>
          </a:prstGeom>
          <a:solidFill>
            <a:schemeClr val="bg1"/>
          </a:solidFill>
          <a:ln w="19050">
            <a:solidFill>
              <a:schemeClr val="accent1"/>
            </a:solidFill>
            <a:miter lim="800000"/>
            <a:headEnd/>
            <a:tailEnd/>
          </a:ln>
        </p:spPr>
        <p:txBody>
          <a:bodyPr wrap="square">
            <a:spAutoFit/>
          </a:bodyPr>
          <a:lstStyle/>
          <a:p>
            <a:pPr defTabSz="739775"/>
            <a:r>
              <a:rPr lang="en-GB" sz="1400" i="1" dirty="0">
                <a:solidFill>
                  <a:srgbClr val="134183"/>
                </a:solidFill>
                <a:latin typeface="Figtree" pitchFamily="2" charset="0"/>
              </a:rPr>
              <a:t>Create 3 files from the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a1.html</a:t>
            </a:r>
            <a:r>
              <a:rPr lang="en-GB" sz="1400" i="1" dirty="0">
                <a:solidFill>
                  <a:srgbClr val="134183"/>
                </a:solidFill>
                <a:latin typeface="Figtree" pitchFamily="2" charset="0"/>
              </a:rPr>
              <a:t>, using regular expression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&lt;P&gt;</a:t>
            </a:r>
            <a:r>
              <a:rPr lang="en-GB" sz="1400" i="1"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i="1" dirty="0">
                <a:solidFill>
                  <a:srgbClr val="134183"/>
                </a:solidFill>
                <a:latin typeface="Figtree" pitchFamily="2" charset="0"/>
              </a:rPr>
              <a:t>as the break point pattern.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–k</a:t>
            </a:r>
            <a:r>
              <a:rPr lang="en-GB" sz="1400" i="1"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i="1" dirty="0">
                <a:solidFill>
                  <a:srgbClr val="134183"/>
                </a:solidFill>
                <a:latin typeface="Figtree" pitchFamily="2" charset="0"/>
              </a:rPr>
              <a:t>will keep files created so far, even if there was a problem subsequently.  </a:t>
            </a:r>
            <a:r>
              <a:rPr lang="en-GB" sz="1400" b="1" i="1" dirty="0">
                <a:solidFill>
                  <a:srgbClr val="134183"/>
                </a:solidFill>
                <a:latin typeface="Hack" panose="020B0609030202020204" pitchFamily="49" charset="0"/>
                <a:ea typeface="Hack" panose="020B0609030202020204" pitchFamily="49" charset="0"/>
                <a:cs typeface="Hack" panose="020B0609030202020204" pitchFamily="49" charset="0"/>
              </a:rPr>
              <a:t>–f</a:t>
            </a:r>
            <a:r>
              <a:rPr lang="en-GB" sz="1400" i="1"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i="1" dirty="0">
                <a:solidFill>
                  <a:srgbClr val="134183"/>
                </a:solidFill>
                <a:latin typeface="Figtree" pitchFamily="2" charset="0"/>
              </a:rPr>
              <a:t>allowed to specify file prefix (otherwise all files would be named </a:t>
            </a:r>
            <a:r>
              <a:rPr lang="en-GB" sz="1400" b="1" i="1" dirty="0">
                <a:solidFill>
                  <a:srgbClr val="134183"/>
                </a:solidFill>
                <a:latin typeface="Figtree" pitchFamily="2" charset="0"/>
              </a:rPr>
              <a:t>xx01</a:t>
            </a:r>
            <a:r>
              <a:rPr lang="en-GB" sz="1400" i="1" dirty="0">
                <a:solidFill>
                  <a:srgbClr val="134183"/>
                </a:solidFill>
                <a:latin typeface="Figtree" pitchFamily="2" charset="0"/>
              </a:rPr>
              <a:t>…).</a:t>
            </a:r>
            <a:endParaRPr lang="en-GB" sz="1400" b="1" dirty="0">
              <a:solidFill>
                <a:srgbClr val="134183"/>
              </a:solidFill>
            </a:endParaRPr>
          </a:p>
        </p:txBody>
      </p:sp>
      <p:sp>
        <p:nvSpPr>
          <p:cNvPr id="11271" name="Text Box 7"/>
          <p:cNvSpPr txBox="1">
            <a:spLocks noChangeArrowheads="1"/>
          </p:cNvSpPr>
          <p:nvPr/>
        </p:nvSpPr>
        <p:spPr bwMode="auto">
          <a:xfrm>
            <a:off x="476249" y="5475032"/>
            <a:ext cx="10824634" cy="523220"/>
          </a:xfrm>
          <a:prstGeom prst="rect">
            <a:avLst/>
          </a:prstGeom>
          <a:noFill/>
          <a:ln w="19050">
            <a:noFill/>
            <a:miter lim="800000"/>
            <a:headEnd/>
            <a:tailEnd/>
          </a:ln>
        </p:spPr>
        <p:txBody>
          <a:bodyPr>
            <a:spAutoFit/>
          </a:bodyPr>
          <a:lstStyle/>
          <a:p>
            <a:pPr defTabSz="739775"/>
            <a:r>
              <a:rPr lang="en-GB" sz="1400" dirty="0">
                <a:solidFill>
                  <a:srgbClr val="134183"/>
                </a:solidFill>
                <a:latin typeface="Figtree" pitchFamily="2" charset="0"/>
              </a:rPr>
              <a:t>Rather than using RE for break point definition, we use here line count. The file is now split into as many new files as it takes, putting four lines in each of them. This time the </a:t>
            </a:r>
            <a:r>
              <a:rPr lang="en-GB" sz="1400" b="1" dirty="0" err="1">
                <a:solidFill>
                  <a:srgbClr val="134183"/>
                </a:solidFill>
                <a:latin typeface="Figtree" pitchFamily="2" charset="0"/>
              </a:rPr>
              <a:t>stderr</a:t>
            </a:r>
            <a:r>
              <a:rPr lang="en-GB" sz="1400" dirty="0">
                <a:solidFill>
                  <a:srgbClr val="134183"/>
                </a:solidFill>
                <a:latin typeface="Figtree" pitchFamily="2" charset="0"/>
              </a:rPr>
              <a:t> is disposed of.</a:t>
            </a:r>
            <a:endParaRPr lang="en-GB" sz="1400" dirty="0">
              <a:solidFill>
                <a:srgbClr val="134183"/>
              </a:solidFill>
            </a:endParaRPr>
          </a:p>
        </p:txBody>
      </p:sp>
    </p:spTree>
    <p:extLst>
      <p:ext uri="{BB962C8B-B14F-4D97-AF65-F5344CB8AC3E}">
        <p14:creationId xmlns:p14="http://schemas.microsoft.com/office/powerpoint/2010/main" val="340705396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C6EE8D-8973-3832-A5BF-CF9CCC3E0BB0}"/>
              </a:ext>
            </a:extLst>
          </p:cNvPr>
          <p:cNvSpPr>
            <a:spLocks noGrp="1"/>
          </p:cNvSpPr>
          <p:nvPr>
            <p:ph type="ctrTitle"/>
          </p:nvPr>
        </p:nvSpPr>
        <p:spPr/>
        <p:txBody>
          <a:bodyPr/>
          <a:lstStyle/>
          <a:p>
            <a:r>
              <a:rPr lang="en-GB" dirty="0">
                <a:solidFill>
                  <a:srgbClr val="FF0000"/>
                </a:solidFill>
              </a:rPr>
              <a:t>cut</a:t>
            </a:r>
            <a:r>
              <a:rPr lang="en-GB" dirty="0"/>
              <a:t>: Display/hide portions of text</a:t>
            </a:r>
          </a:p>
        </p:txBody>
      </p:sp>
      <p:sp>
        <p:nvSpPr>
          <p:cNvPr id="12291" name="Rectangle 3"/>
          <p:cNvSpPr>
            <a:spLocks noGrp="1" noChangeArrowheads="1"/>
          </p:cNvSpPr>
          <p:nvPr>
            <p:ph sz="quarter" idx="4"/>
          </p:nvPr>
        </p:nvSpPr>
        <p:spPr/>
        <p:txBody>
          <a:bodyPr/>
          <a:lstStyle/>
          <a:p>
            <a:r>
              <a:rPr lang="en-US" sz="1800" dirty="0">
                <a:solidFill>
                  <a:schemeClr val="tx1"/>
                </a:solidFill>
              </a:rPr>
              <a:t>Display characters 1 to 10 of a table:</a:t>
            </a:r>
          </a:p>
          <a:p>
            <a:endParaRPr lang="en-US" sz="1800" dirty="0">
              <a:solidFill>
                <a:schemeClr val="tx1"/>
              </a:solidFill>
            </a:endParaRPr>
          </a:p>
          <a:p>
            <a:endParaRPr lang="en-US" sz="1800" dirty="0">
              <a:solidFill>
                <a:schemeClr val="tx1"/>
              </a:solidFill>
            </a:endParaRPr>
          </a:p>
          <a:p>
            <a:r>
              <a:rPr lang="en-US" sz="1800" dirty="0">
                <a:solidFill>
                  <a:schemeClr val="tx1"/>
                </a:solidFill>
              </a:rPr>
              <a:t>Display fields 1, 5, 6 and 7 of the /etc/passwd file: </a:t>
            </a: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r>
              <a:rPr lang="en-US" sz="1800" dirty="0">
                <a:solidFill>
                  <a:schemeClr val="tx1"/>
                </a:solidFill>
              </a:rPr>
              <a:t>Use cut (</a:t>
            </a:r>
            <a:r>
              <a:rPr lang="en-GB" sz="1800" dirty="0">
                <a:solidFill>
                  <a:schemeClr val="tx1"/>
                </a:solidFill>
                <a:latin typeface="Figtree" pitchFamily="2" charset="0"/>
              </a:rPr>
              <a:t>space is the field delimiter here)</a:t>
            </a:r>
            <a:r>
              <a:rPr lang="en-US" sz="1800" dirty="0">
                <a:solidFill>
                  <a:schemeClr val="tx1"/>
                </a:solidFill>
              </a:rPr>
              <a:t> in the pipe:</a:t>
            </a:r>
          </a:p>
        </p:txBody>
      </p:sp>
      <p:sp>
        <p:nvSpPr>
          <p:cNvPr id="2" name="Slide Number Placeholder 2">
            <a:extLst>
              <a:ext uri="{FF2B5EF4-FFF2-40B4-BE49-F238E27FC236}">
                <a16:creationId xmlns:a16="http://schemas.microsoft.com/office/drawing/2014/main" id="{D5B45FE7-09AB-AB0A-AF12-71AE9A92BD23}"/>
              </a:ext>
            </a:extLst>
          </p:cNvPr>
          <p:cNvSpPr>
            <a:spLocks noGrp="1"/>
          </p:cNvSpPr>
          <p:nvPr>
            <p:ph type="sldNum" sz="quarter" idx="12"/>
          </p:nvPr>
        </p:nvSpPr>
        <p:spPr/>
        <p:txBody>
          <a:bodyPr/>
          <a:lstStyle/>
          <a:p>
            <a:fld id="{F3469444-D02B-D446-9CF8-19DEDDE073D1}" type="slidenum">
              <a:rPr lang="en-US" smtClean="0"/>
              <a:pPr/>
              <a:t>9</a:t>
            </a:fld>
            <a:endParaRPr lang="en-US" dirty="0"/>
          </a:p>
        </p:txBody>
      </p:sp>
      <p:sp>
        <p:nvSpPr>
          <p:cNvPr id="1004548" name="Rectangle 4"/>
          <p:cNvSpPr>
            <a:spLocks noChangeArrowheads="1"/>
          </p:cNvSpPr>
          <p:nvPr/>
        </p:nvSpPr>
        <p:spPr bwMode="auto">
          <a:xfrm>
            <a:off x="526833" y="2072889"/>
            <a:ext cx="3921974" cy="558485"/>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cut -c1-10 /etc/</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fstab</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/dev/hda1</a:t>
            </a:r>
          </a:p>
        </p:txBody>
      </p:sp>
      <p:sp>
        <p:nvSpPr>
          <p:cNvPr id="1004549" name="Rectangle 5"/>
          <p:cNvSpPr>
            <a:spLocks noChangeArrowheads="1"/>
          </p:cNvSpPr>
          <p:nvPr/>
        </p:nvSpPr>
        <p:spPr bwMode="auto">
          <a:xfrm>
            <a:off x="573401" y="5468315"/>
            <a:ext cx="10085916" cy="81121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who | cut -d" " -f1</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root</a:t>
            </a:r>
          </a:p>
          <a:p>
            <a:pPr marL="322263" indent="-322263" defTabSz="715963">
              <a:spcBef>
                <a:spcPct val="0"/>
              </a:spcBef>
              <a:defRPr/>
            </a:pP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derek</a:t>
            </a:r>
            <a:endParaRPr lang="en-US" sz="160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1004550" name="Rectangle 6"/>
          <p:cNvSpPr>
            <a:spLocks noChangeArrowheads="1"/>
          </p:cNvSpPr>
          <p:nvPr/>
        </p:nvSpPr>
        <p:spPr bwMode="auto">
          <a:xfrm>
            <a:off x="526833" y="3219955"/>
            <a:ext cx="10064750" cy="1055687"/>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cut -d: -f1,5-7 /etc/passwd</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user2:Shell course user:/home/user2:/bin/bash</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user2:Shell course user:/home/user2:/bin/bash</a:t>
            </a:r>
          </a:p>
        </p:txBody>
      </p:sp>
      <p:sp>
        <p:nvSpPr>
          <p:cNvPr id="12295" name="Text Box 7"/>
          <p:cNvSpPr txBox="1">
            <a:spLocks noChangeArrowheads="1"/>
          </p:cNvSpPr>
          <p:nvPr/>
        </p:nvSpPr>
        <p:spPr bwMode="auto">
          <a:xfrm>
            <a:off x="4623858" y="2198242"/>
            <a:ext cx="6178972" cy="307777"/>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First 10 characters in each line are passed to the output.</a:t>
            </a:r>
            <a:endParaRPr lang="en-GB" sz="1400" dirty="0">
              <a:solidFill>
                <a:srgbClr val="134183"/>
              </a:solidFill>
            </a:endParaRPr>
          </a:p>
        </p:txBody>
      </p:sp>
      <p:sp>
        <p:nvSpPr>
          <p:cNvPr id="12296" name="Text Box 8"/>
          <p:cNvSpPr txBox="1">
            <a:spLocks noChangeArrowheads="1"/>
          </p:cNvSpPr>
          <p:nvPr/>
        </p:nvSpPr>
        <p:spPr bwMode="auto">
          <a:xfrm>
            <a:off x="526833" y="4351982"/>
            <a:ext cx="10132484" cy="523220"/>
          </a:xfrm>
          <a:prstGeom prst="rect">
            <a:avLst/>
          </a:prstGeom>
          <a:noFill/>
          <a:ln w="19050">
            <a:noFill/>
            <a:miter lim="800000"/>
            <a:headEnd/>
            <a:tailEnd/>
          </a:ln>
        </p:spPr>
        <p:txBody>
          <a:bodyPr>
            <a:spAutoFit/>
          </a:bodyPr>
          <a:lstStyle/>
          <a:p>
            <a:pPr defTabSz="739775"/>
            <a:r>
              <a:rPr lang="en-GB" sz="1400" dirty="0">
                <a:solidFill>
                  <a:srgbClr val="134183"/>
                </a:solidFill>
                <a:latin typeface="Figtree" pitchFamily="2" charset="0"/>
              </a:rPr>
              <a:t>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/etc/passwd</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file uses the colon to separate fields, so 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-d</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option is used to inform cut of this.</a:t>
            </a:r>
          </a:p>
          <a:p>
            <a:pPr defTabSz="739775"/>
            <a:r>
              <a:rPr lang="en-GB" sz="1400" dirty="0">
                <a:solidFill>
                  <a:srgbClr val="134183"/>
                </a:solidFill>
                <a:latin typeface="Figtree" pitchFamily="2" charset="0"/>
              </a:rPr>
              <a:t>The fields show: username, comment, home directory, and login shell.</a:t>
            </a:r>
            <a:endParaRPr lang="en-GB" sz="1400" b="1" dirty="0">
              <a:solidFill>
                <a:srgbClr val="134183"/>
              </a:solidFill>
            </a:endParaRPr>
          </a:p>
        </p:txBody>
      </p:sp>
    </p:spTree>
    <p:extLst>
      <p:ext uri="{BB962C8B-B14F-4D97-AF65-F5344CB8AC3E}">
        <p14:creationId xmlns:p14="http://schemas.microsoft.com/office/powerpoint/2010/main" val="86730059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9DC662-84D2-34EC-42E9-184FF8CD8698}"/>
              </a:ext>
            </a:extLst>
          </p:cNvPr>
          <p:cNvSpPr>
            <a:spLocks noGrp="1"/>
          </p:cNvSpPr>
          <p:nvPr>
            <p:ph type="ctrTitle"/>
          </p:nvPr>
        </p:nvSpPr>
        <p:spPr/>
        <p:txBody>
          <a:bodyPr/>
          <a:lstStyle/>
          <a:p>
            <a:r>
              <a:rPr lang="en-GB" dirty="0" err="1">
                <a:solidFill>
                  <a:srgbClr val="FF0000"/>
                </a:solidFill>
              </a:rPr>
              <a:t>df</a:t>
            </a:r>
            <a:r>
              <a:rPr lang="en-GB" dirty="0"/>
              <a:t>: Disk free</a:t>
            </a:r>
          </a:p>
        </p:txBody>
      </p:sp>
      <p:sp>
        <p:nvSpPr>
          <p:cNvPr id="13315" name="Rectangle 3"/>
          <p:cNvSpPr>
            <a:spLocks noGrp="1" noChangeArrowheads="1"/>
          </p:cNvSpPr>
          <p:nvPr>
            <p:ph sz="quarter" idx="4"/>
          </p:nvPr>
        </p:nvSpPr>
        <p:spPr/>
        <p:txBody>
          <a:bodyPr/>
          <a:lstStyle/>
          <a:p>
            <a:r>
              <a:rPr lang="en-US" sz="1800" dirty="0">
                <a:solidFill>
                  <a:schemeClr val="tx1"/>
                </a:solidFill>
              </a:rPr>
              <a:t>Display amount of free space remaining on disk(s) :</a:t>
            </a: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pPr lvl="1"/>
            <a:endParaRPr lang="en-US" sz="1800" dirty="0"/>
          </a:p>
          <a:p>
            <a:pPr lvl="1">
              <a:buNone/>
            </a:pPr>
            <a:endParaRPr lang="en-US" sz="1800" dirty="0"/>
          </a:p>
          <a:p>
            <a:r>
              <a:rPr lang="en-US" sz="1800" dirty="0">
                <a:solidFill>
                  <a:schemeClr val="tx1"/>
                </a:solidFill>
              </a:rPr>
              <a:t>Show i-node table utilization.</a:t>
            </a:r>
          </a:p>
          <a:p>
            <a:pPr lvl="1"/>
            <a:endParaRPr lang="en-US" dirty="0"/>
          </a:p>
        </p:txBody>
      </p:sp>
      <p:sp>
        <p:nvSpPr>
          <p:cNvPr id="2" name="Slide Number Placeholder 2">
            <a:extLst>
              <a:ext uri="{FF2B5EF4-FFF2-40B4-BE49-F238E27FC236}">
                <a16:creationId xmlns:a16="http://schemas.microsoft.com/office/drawing/2014/main" id="{426D06E4-5061-46B3-CFD4-05A5F0AA95E8}"/>
              </a:ext>
            </a:extLst>
          </p:cNvPr>
          <p:cNvSpPr>
            <a:spLocks noGrp="1"/>
          </p:cNvSpPr>
          <p:nvPr>
            <p:ph type="sldNum" sz="quarter" idx="12"/>
          </p:nvPr>
        </p:nvSpPr>
        <p:spPr/>
        <p:txBody>
          <a:bodyPr/>
          <a:lstStyle/>
          <a:p>
            <a:fld id="{F3469444-D02B-D446-9CF8-19DEDDE073D1}" type="slidenum">
              <a:rPr lang="en-US" smtClean="0"/>
              <a:pPr/>
              <a:t>10</a:t>
            </a:fld>
            <a:endParaRPr lang="en-US" dirty="0"/>
          </a:p>
        </p:txBody>
      </p:sp>
      <p:sp>
        <p:nvSpPr>
          <p:cNvPr id="1006596" name="Rectangle 4"/>
          <p:cNvSpPr>
            <a:spLocks noChangeArrowheads="1"/>
          </p:cNvSpPr>
          <p:nvPr/>
        </p:nvSpPr>
        <p:spPr bwMode="auto">
          <a:xfrm>
            <a:off x="584414" y="2081216"/>
            <a:ext cx="10684933" cy="154337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df</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Filesystem 1024-blocks Used  Available Capacity   Mounted on</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/dev/hda1       99507  48363    46005     51%   /</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/dev/hda6      247871   7645   227426      3%   /home</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/dev/hda7       99507    307    94061      1%   /boot</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/dev/</a:t>
            </a: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hdd</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649516 649516        0    100%   /</a:t>
            </a: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mnt</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cdrom</a:t>
            </a:r>
            <a:endParaRPr lang="en-US" sz="160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13317" name="Text Box 5"/>
          <p:cNvSpPr txBox="1">
            <a:spLocks noChangeArrowheads="1"/>
          </p:cNvSpPr>
          <p:nvPr/>
        </p:nvSpPr>
        <p:spPr bwMode="auto">
          <a:xfrm>
            <a:off x="521681" y="3665718"/>
            <a:ext cx="11148058" cy="523220"/>
          </a:xfrm>
          <a:prstGeom prst="rect">
            <a:avLst/>
          </a:prstGeom>
          <a:noFill/>
          <a:ln w="19050">
            <a:noFill/>
            <a:miter lim="800000"/>
            <a:headEnd/>
            <a:tailEnd/>
          </a:ln>
        </p:spPr>
        <p:txBody>
          <a:bodyPr wrap="square">
            <a:spAutoFit/>
          </a:bodyPr>
          <a:lstStyle/>
          <a:p>
            <a:pPr defTabSz="739775">
              <a:spcBef>
                <a:spcPct val="0"/>
              </a:spcBef>
            </a:pPr>
            <a:r>
              <a:rPr lang="en-GB" sz="1400" b="1" dirty="0" err="1">
                <a:solidFill>
                  <a:srgbClr val="134183"/>
                </a:solidFill>
                <a:latin typeface="Hack" panose="020B0609030202020204" pitchFamily="49" charset="0"/>
                <a:ea typeface="Hack" panose="020B0609030202020204" pitchFamily="49" charset="0"/>
                <a:cs typeface="Hack" panose="020B0609030202020204" pitchFamily="49" charset="0"/>
              </a:rPr>
              <a:t>df</a:t>
            </a:r>
            <a:r>
              <a:rPr lang="en-GB" sz="1400" dirty="0">
                <a:solidFill>
                  <a:srgbClr val="134183"/>
                </a:solidFill>
                <a:latin typeface="Figtree" pitchFamily="2" charset="0"/>
              </a:rPr>
              <a:t> interrogates all filesystems (logically formatted devices) that are currently mounted (attached to the system hierarchy). This list will include any disks mounted remotely, or any externally mounted devices, such as a USB drive.</a:t>
            </a:r>
            <a:endParaRPr lang="en-GB" sz="1400" dirty="0">
              <a:solidFill>
                <a:srgbClr val="134183"/>
              </a:solidFill>
            </a:endParaRPr>
          </a:p>
        </p:txBody>
      </p:sp>
      <p:sp>
        <p:nvSpPr>
          <p:cNvPr id="1006598" name="Rectangle 6"/>
          <p:cNvSpPr>
            <a:spLocks noChangeArrowheads="1"/>
          </p:cNvSpPr>
          <p:nvPr/>
        </p:nvSpPr>
        <p:spPr bwMode="auto">
          <a:xfrm>
            <a:off x="584414" y="4592677"/>
            <a:ext cx="10644716" cy="1006475"/>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df</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i</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Filesystem   </a:t>
            </a: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Inodes</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IUsed</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Available Capacity  Mounted on</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/dev/hda1     25792   3316    22476     13%    /</a:t>
            </a:r>
          </a:p>
          <a:p>
            <a:pPr marL="322263" indent="-322263" defTabSz="715963">
              <a:lnSpc>
                <a:spcPct val="80000"/>
              </a:lnSpc>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a:t>
            </a:r>
          </a:p>
        </p:txBody>
      </p:sp>
      <p:sp>
        <p:nvSpPr>
          <p:cNvPr id="13319" name="Text Box 7"/>
          <p:cNvSpPr txBox="1">
            <a:spLocks noChangeArrowheads="1"/>
          </p:cNvSpPr>
          <p:nvPr/>
        </p:nvSpPr>
        <p:spPr bwMode="auto">
          <a:xfrm>
            <a:off x="584414" y="5599152"/>
            <a:ext cx="10725151" cy="307777"/>
          </a:xfrm>
          <a:prstGeom prst="rect">
            <a:avLst/>
          </a:prstGeom>
          <a:noFill/>
          <a:ln w="19050">
            <a:noFill/>
            <a:miter lim="800000"/>
            <a:headEnd/>
            <a:tailEnd/>
          </a:ln>
        </p:spPr>
        <p:txBody>
          <a:bodyPr>
            <a:spAutoFit/>
          </a:bodyPr>
          <a:lstStyle/>
          <a:p>
            <a:pPr defTabSz="739775"/>
            <a:r>
              <a:rPr lang="en-GB" sz="1400" dirty="0">
                <a:solidFill>
                  <a:srgbClr val="134183"/>
                </a:solidFill>
                <a:latin typeface="Figtree" pitchFamily="2" charset="0"/>
              </a:rPr>
              <a:t>With the </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i</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option we can see the i-node allocation and availability. </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22476</a:t>
            </a:r>
            <a:r>
              <a:rPr lang="en-GB" sz="1400" dirty="0">
                <a:solidFill>
                  <a:srgbClr val="134183"/>
                </a:solidFill>
                <a:latin typeface="Figtree" pitchFamily="2" charset="0"/>
              </a:rPr>
              <a:t> more files and directories may still be created under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a:t>
            </a:r>
            <a:r>
              <a:rPr lang="en-GB" sz="1400" dirty="0">
                <a:latin typeface="Figtree" pitchFamily="2" charset="0"/>
              </a:rPr>
              <a:t>.</a:t>
            </a:r>
            <a:endParaRPr lang="en-GB" sz="1400" dirty="0"/>
          </a:p>
        </p:txBody>
      </p:sp>
    </p:spTree>
    <p:extLst>
      <p:ext uri="{BB962C8B-B14F-4D97-AF65-F5344CB8AC3E}">
        <p14:creationId xmlns:p14="http://schemas.microsoft.com/office/powerpoint/2010/main" val="2574833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E9A9AB-69B0-EEAD-65FD-46AF33CF8966}"/>
              </a:ext>
            </a:extLst>
          </p:cNvPr>
          <p:cNvSpPr>
            <a:spLocks noGrp="1"/>
          </p:cNvSpPr>
          <p:nvPr>
            <p:ph type="ctrTitle"/>
          </p:nvPr>
        </p:nvSpPr>
        <p:spPr/>
        <p:txBody>
          <a:bodyPr/>
          <a:lstStyle/>
          <a:p>
            <a:r>
              <a:rPr lang="en-GB" dirty="0">
                <a:solidFill>
                  <a:srgbClr val="FF0000"/>
                </a:solidFill>
              </a:rPr>
              <a:t>dialog</a:t>
            </a:r>
            <a:r>
              <a:rPr lang="en-GB" dirty="0"/>
              <a:t>: Display shell scripts dialog boxes</a:t>
            </a:r>
          </a:p>
        </p:txBody>
      </p:sp>
      <p:sp>
        <p:nvSpPr>
          <p:cNvPr id="14339" name="Rectangle 3"/>
          <p:cNvSpPr>
            <a:spLocks noGrp="1" noChangeArrowheads="1"/>
          </p:cNvSpPr>
          <p:nvPr>
            <p:ph sz="quarter" idx="4"/>
          </p:nvPr>
        </p:nvSpPr>
        <p:spPr/>
        <p:txBody>
          <a:bodyPr/>
          <a:lstStyle/>
          <a:p>
            <a:r>
              <a:rPr lang="en-GB" sz="1800" dirty="0">
                <a:solidFill>
                  <a:schemeClr val="tx1"/>
                </a:solidFill>
              </a:rPr>
              <a:t>Display a Yes/No dialog box, and check return:</a:t>
            </a:r>
          </a:p>
          <a:p>
            <a:endParaRPr lang="en-GB" sz="1800" dirty="0">
              <a:solidFill>
                <a:schemeClr val="tx1"/>
              </a:solidFill>
            </a:endParaRPr>
          </a:p>
          <a:p>
            <a:pPr lvl="1"/>
            <a:endParaRPr lang="en-GB" sz="1800" dirty="0"/>
          </a:p>
          <a:p>
            <a:pPr lvl="1"/>
            <a:endParaRPr lang="en-GB" sz="1800" dirty="0"/>
          </a:p>
          <a:p>
            <a:pPr lvl="1">
              <a:buNone/>
            </a:pPr>
            <a:endParaRPr lang="en-GB" sz="1800" dirty="0"/>
          </a:p>
          <a:p>
            <a:r>
              <a:rPr lang="en-GB" sz="1800" dirty="0">
                <a:solidFill>
                  <a:schemeClr val="tx1"/>
                </a:solidFill>
              </a:rPr>
              <a:t>Display a file selection dialog box:</a:t>
            </a:r>
          </a:p>
          <a:p>
            <a:endParaRPr lang="en-GB" sz="1800" dirty="0">
              <a:solidFill>
                <a:schemeClr val="tx1"/>
              </a:solidFill>
            </a:endParaRPr>
          </a:p>
          <a:p>
            <a:endParaRPr lang="en-GB" sz="1800" dirty="0">
              <a:solidFill>
                <a:schemeClr val="tx1"/>
              </a:solidFill>
            </a:endParaRPr>
          </a:p>
          <a:p>
            <a:endParaRPr lang="en-GB" sz="1800" dirty="0">
              <a:solidFill>
                <a:schemeClr val="tx1"/>
              </a:solidFill>
            </a:endParaRPr>
          </a:p>
          <a:p>
            <a:r>
              <a:rPr lang="en-GB" sz="1800" dirty="0">
                <a:solidFill>
                  <a:schemeClr val="tx1"/>
                </a:solidFill>
              </a:rPr>
              <a:t>Display a calendar dialog box</a:t>
            </a:r>
          </a:p>
        </p:txBody>
      </p:sp>
      <p:sp>
        <p:nvSpPr>
          <p:cNvPr id="2" name="Slide Number Placeholder 2">
            <a:extLst>
              <a:ext uri="{FF2B5EF4-FFF2-40B4-BE49-F238E27FC236}">
                <a16:creationId xmlns:a16="http://schemas.microsoft.com/office/drawing/2014/main" id="{257AA546-0375-3D1A-FBD0-8C7A271FD8DF}"/>
              </a:ext>
            </a:extLst>
          </p:cNvPr>
          <p:cNvSpPr>
            <a:spLocks noGrp="1"/>
          </p:cNvSpPr>
          <p:nvPr>
            <p:ph type="sldNum" sz="quarter" idx="12"/>
          </p:nvPr>
        </p:nvSpPr>
        <p:spPr/>
        <p:txBody>
          <a:bodyPr/>
          <a:lstStyle/>
          <a:p>
            <a:fld id="{F3469444-D02B-D446-9CF8-19DEDDE073D1}" type="slidenum">
              <a:rPr lang="en-US" smtClean="0"/>
              <a:pPr/>
              <a:t>11</a:t>
            </a:fld>
            <a:endParaRPr lang="en-US" dirty="0"/>
          </a:p>
        </p:txBody>
      </p:sp>
      <p:sp>
        <p:nvSpPr>
          <p:cNvPr id="1008644" name="Text Box 4"/>
          <p:cNvSpPr txBox="1">
            <a:spLocks noChangeArrowheads="1"/>
          </p:cNvSpPr>
          <p:nvPr/>
        </p:nvSpPr>
        <p:spPr bwMode="auto">
          <a:xfrm>
            <a:off x="514349" y="2136727"/>
            <a:ext cx="11532576" cy="584775"/>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a:spAutoFit/>
          </a:bodyPr>
          <a:lstStyle/>
          <a:p>
            <a:pPr>
              <a:spcBef>
                <a:spcPct val="0"/>
              </a:spcBef>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if dialog -–</a:t>
            </a:r>
            <a:r>
              <a:rPr lang="en-GB" sz="1600" dirty="0" err="1">
                <a:solidFill>
                  <a:schemeClr val="bg2"/>
                </a:solidFill>
                <a:latin typeface="Hack" panose="020B0609030202020204" pitchFamily="49" charset="0"/>
                <a:ea typeface="Hack" panose="020B0609030202020204" pitchFamily="49" charset="0"/>
                <a:cs typeface="Hack" panose="020B0609030202020204" pitchFamily="49" charset="0"/>
              </a:rPr>
              <a:t>yesno</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"Are you really sure?" 7 26</a:t>
            </a:r>
          </a:p>
          <a:p>
            <a:pPr>
              <a:spcBef>
                <a:spcPct val="0"/>
              </a:spcBef>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then [...]</a:t>
            </a:r>
          </a:p>
        </p:txBody>
      </p:sp>
      <p:sp>
        <p:nvSpPr>
          <p:cNvPr id="14341" name="Text Box 5"/>
          <p:cNvSpPr txBox="1">
            <a:spLocks noChangeArrowheads="1"/>
          </p:cNvSpPr>
          <p:nvPr/>
        </p:nvSpPr>
        <p:spPr bwMode="auto">
          <a:xfrm>
            <a:off x="429269" y="2762360"/>
            <a:ext cx="11532576" cy="523220"/>
          </a:xfrm>
          <a:prstGeom prst="rect">
            <a:avLst/>
          </a:prstGeom>
          <a:noFill/>
          <a:ln w="9525">
            <a:noFill/>
            <a:miter lim="800000"/>
            <a:headEnd/>
            <a:tailEnd/>
          </a:ln>
        </p:spPr>
        <p:txBody>
          <a:bodyPr wrap="square">
            <a:spAutoFit/>
          </a:bodyPr>
          <a:lstStyle/>
          <a:p>
            <a:pPr>
              <a:spcBef>
                <a:spcPct val="0"/>
              </a:spcBef>
            </a:pPr>
            <a:r>
              <a:rPr lang="en-GB" sz="1400" dirty="0">
                <a:solidFill>
                  <a:srgbClr val="134183"/>
                </a:solidFill>
                <a:latin typeface="Figtree" pitchFamily="2" charset="0"/>
              </a:rPr>
              <a:t>Yes and No options will be in the local language. 7 is the row depth, and 26 is the width. The program returns success if Yes was selected, failure otherwise.</a:t>
            </a:r>
          </a:p>
        </p:txBody>
      </p:sp>
      <p:sp>
        <p:nvSpPr>
          <p:cNvPr id="1008646" name="Text Box 6"/>
          <p:cNvSpPr txBox="1">
            <a:spLocks noChangeArrowheads="1"/>
          </p:cNvSpPr>
          <p:nvPr/>
        </p:nvSpPr>
        <p:spPr bwMode="auto">
          <a:xfrm>
            <a:off x="544274" y="3893831"/>
            <a:ext cx="11532576" cy="338554"/>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a:spAutoFit/>
          </a:bodyPr>
          <a:lstStyle/>
          <a:p>
            <a:pPr>
              <a:spcBef>
                <a:spcPct val="0"/>
              </a:spcBef>
              <a:defRPr/>
            </a:pPr>
            <a:r>
              <a:rPr lang="en-GB" sz="16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dialog --</a:t>
            </a:r>
            <a:r>
              <a:rPr lang="en-GB" sz="1600" b="1" dirty="0" err="1">
                <a:solidFill>
                  <a:schemeClr val="bg2"/>
                </a:solidFill>
                <a:latin typeface="Hack" panose="020B0609030202020204" pitchFamily="49" charset="0"/>
                <a:ea typeface="Hack" panose="020B0609030202020204" pitchFamily="49" charset="0"/>
                <a:cs typeface="Hack" panose="020B0609030202020204" pitchFamily="49" charset="0"/>
              </a:rPr>
              <a:t>fselect</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 "${HOME}/" 7 50 2&gt; ./.</a:t>
            </a:r>
            <a:r>
              <a:rPr lang="en-GB" sz="1600" b="1" dirty="0" err="1">
                <a:solidFill>
                  <a:schemeClr val="bg2"/>
                </a:solidFill>
                <a:latin typeface="Hack" panose="020B0609030202020204" pitchFamily="49" charset="0"/>
                <a:ea typeface="Hack" panose="020B0609030202020204" pitchFamily="49" charset="0"/>
                <a:cs typeface="Hack" panose="020B0609030202020204" pitchFamily="49" charset="0"/>
              </a:rPr>
              <a:t>tmpfile;file</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=$(cat ./.</a:t>
            </a:r>
            <a:r>
              <a:rPr lang="en-GB" sz="1600" b="1" dirty="0" err="1">
                <a:solidFill>
                  <a:schemeClr val="bg2"/>
                </a:solidFill>
                <a:latin typeface="Hack" panose="020B0609030202020204" pitchFamily="49" charset="0"/>
                <a:ea typeface="Hack" panose="020B0609030202020204" pitchFamily="49" charset="0"/>
                <a:cs typeface="Hack" panose="020B0609030202020204" pitchFamily="49" charset="0"/>
              </a:rPr>
              <a:t>tmpfile</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);rm ./.</a:t>
            </a:r>
            <a:r>
              <a:rPr lang="en-GB" sz="1600" b="1" dirty="0" err="1">
                <a:solidFill>
                  <a:schemeClr val="bg2"/>
                </a:solidFill>
                <a:latin typeface="Hack" panose="020B0609030202020204" pitchFamily="49" charset="0"/>
                <a:ea typeface="Hack" panose="020B0609030202020204" pitchFamily="49" charset="0"/>
                <a:cs typeface="Hack" panose="020B0609030202020204" pitchFamily="49" charset="0"/>
              </a:rPr>
              <a:t>tmpfile</a:t>
            </a:r>
            <a:endParaRPr lang="en-GB" sz="160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14343" name="Text Box 7"/>
          <p:cNvSpPr txBox="1">
            <a:spLocks noChangeArrowheads="1"/>
          </p:cNvSpPr>
          <p:nvPr/>
        </p:nvSpPr>
        <p:spPr bwMode="auto">
          <a:xfrm>
            <a:off x="443922" y="4273243"/>
            <a:ext cx="11532575" cy="523220"/>
          </a:xfrm>
          <a:prstGeom prst="rect">
            <a:avLst/>
          </a:prstGeom>
          <a:noFill/>
          <a:ln w="9525">
            <a:noFill/>
            <a:miter lim="800000"/>
            <a:headEnd/>
            <a:tailEnd/>
          </a:ln>
        </p:spPr>
        <p:txBody>
          <a:bodyPr wrap="square">
            <a:spAutoFit/>
          </a:bodyPr>
          <a:lstStyle/>
          <a:p>
            <a:pPr>
              <a:spcBef>
                <a:spcPct val="0"/>
              </a:spcBef>
            </a:pPr>
            <a:r>
              <a:rPr lang="en-GB" sz="1400" dirty="0">
                <a:solidFill>
                  <a:srgbClr val="134183"/>
                </a:solidFill>
                <a:latin typeface="Figtree" pitchFamily="2" charset="0"/>
              </a:rPr>
              <a:t>Requires a little practice to use this! The user must select a file using the space bar. The selected file name is printed to standard error, hence the redirection.</a:t>
            </a:r>
          </a:p>
        </p:txBody>
      </p:sp>
      <p:sp>
        <p:nvSpPr>
          <p:cNvPr id="1008648" name="Text Box 8"/>
          <p:cNvSpPr txBox="1">
            <a:spLocks noChangeArrowheads="1"/>
          </p:cNvSpPr>
          <p:nvPr/>
        </p:nvSpPr>
        <p:spPr bwMode="auto">
          <a:xfrm>
            <a:off x="514349" y="5223070"/>
            <a:ext cx="11532576" cy="800219"/>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a:spAutoFit/>
          </a:bodyPr>
          <a:lstStyle/>
          <a:p>
            <a:pPr>
              <a:spcBef>
                <a:spcPct val="0"/>
              </a:spcBef>
              <a:defRPr/>
            </a:pPr>
            <a:r>
              <a:rPr lang="en-GB" sz="16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dialog --calendar "choose date" 7 50 2&gt; ./.</a:t>
            </a:r>
            <a:r>
              <a:rPr lang="en-GB" sz="1600" b="1" dirty="0" err="1">
                <a:solidFill>
                  <a:schemeClr val="bg2"/>
                </a:solidFill>
                <a:latin typeface="Hack" panose="020B0609030202020204" pitchFamily="49" charset="0"/>
                <a:ea typeface="Hack" panose="020B0609030202020204" pitchFamily="49" charset="0"/>
                <a:cs typeface="Hack" panose="020B0609030202020204" pitchFamily="49" charset="0"/>
              </a:rPr>
              <a:t>tmpdate;date</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=$(cat ./.</a:t>
            </a:r>
            <a:r>
              <a:rPr lang="en-GB" sz="1600" b="1" dirty="0" err="1">
                <a:solidFill>
                  <a:schemeClr val="bg2"/>
                </a:solidFill>
                <a:latin typeface="Hack" panose="020B0609030202020204" pitchFamily="49" charset="0"/>
                <a:ea typeface="Hack" panose="020B0609030202020204" pitchFamily="49" charset="0"/>
                <a:cs typeface="Hack" panose="020B0609030202020204" pitchFamily="49" charset="0"/>
              </a:rPr>
              <a:t>tmpdate</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);rm ./.</a:t>
            </a:r>
            <a:r>
              <a:rPr lang="en-GB" sz="1600" b="1" dirty="0" err="1">
                <a:solidFill>
                  <a:schemeClr val="bg2"/>
                </a:solidFill>
                <a:latin typeface="Hack" panose="020B0609030202020204" pitchFamily="49" charset="0"/>
                <a:ea typeface="Hack" panose="020B0609030202020204" pitchFamily="49" charset="0"/>
                <a:cs typeface="Hack" panose="020B0609030202020204" pitchFamily="49" charset="0"/>
              </a:rPr>
              <a:t>tmpdate</a:t>
            </a:r>
            <a:endParaRPr lang="en-GB" sz="16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a:spcBef>
                <a:spcPct val="0"/>
              </a:spcBef>
              <a:defRPr/>
            </a:pPr>
            <a:r>
              <a:rPr lang="en-GB" sz="16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echo $date</a:t>
            </a:r>
          </a:p>
          <a:p>
            <a:pPr>
              <a:spcBef>
                <a:spcPct val="0"/>
              </a:spcBef>
              <a:defRPr/>
            </a:pP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08/04/2004</a:t>
            </a:r>
          </a:p>
        </p:txBody>
      </p:sp>
      <p:sp>
        <p:nvSpPr>
          <p:cNvPr id="14345" name="Text Box 9"/>
          <p:cNvSpPr txBox="1">
            <a:spLocks noChangeArrowheads="1"/>
          </p:cNvSpPr>
          <p:nvPr/>
        </p:nvSpPr>
        <p:spPr bwMode="auto">
          <a:xfrm>
            <a:off x="514350" y="6095343"/>
            <a:ext cx="11532575" cy="307777"/>
          </a:xfrm>
          <a:prstGeom prst="rect">
            <a:avLst/>
          </a:prstGeom>
          <a:noFill/>
          <a:ln w="9525">
            <a:noFill/>
            <a:miter lim="800000"/>
            <a:headEnd/>
            <a:tailEnd/>
          </a:ln>
        </p:spPr>
        <p:txBody>
          <a:bodyPr wrap="square">
            <a:spAutoFit/>
          </a:bodyPr>
          <a:lstStyle/>
          <a:p>
            <a:pPr>
              <a:spcBef>
                <a:spcPct val="0"/>
              </a:spcBef>
            </a:pPr>
            <a:r>
              <a:rPr lang="en-GB" sz="1400" dirty="0">
                <a:solidFill>
                  <a:srgbClr val="134183"/>
                </a:solidFill>
                <a:latin typeface="Figtree" pitchFamily="2" charset="0"/>
              </a:rPr>
              <a:t>The calendar box allows a textual prompt, and again the selected date is written to standard error.</a:t>
            </a:r>
          </a:p>
        </p:txBody>
      </p:sp>
    </p:spTree>
    <p:extLst>
      <p:ext uri="{BB962C8B-B14F-4D97-AF65-F5344CB8AC3E}">
        <p14:creationId xmlns:p14="http://schemas.microsoft.com/office/powerpoint/2010/main" val="202972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F9D426-1E01-7650-6C82-B67B828AB8BC}"/>
              </a:ext>
            </a:extLst>
          </p:cNvPr>
          <p:cNvSpPr>
            <a:spLocks noGrp="1"/>
          </p:cNvSpPr>
          <p:nvPr>
            <p:ph type="ctrTitle"/>
          </p:nvPr>
        </p:nvSpPr>
        <p:spPr/>
        <p:txBody>
          <a:bodyPr/>
          <a:lstStyle/>
          <a:p>
            <a:r>
              <a:rPr lang="en-GB" dirty="0">
                <a:solidFill>
                  <a:srgbClr val="FF0000"/>
                </a:solidFill>
              </a:rPr>
              <a:t>diff </a:t>
            </a:r>
            <a:r>
              <a:rPr lang="en-GB" dirty="0"/>
              <a:t>(1): Show differences</a:t>
            </a:r>
          </a:p>
        </p:txBody>
      </p:sp>
      <p:sp>
        <p:nvSpPr>
          <p:cNvPr id="15363" name="Rectangle 3"/>
          <p:cNvSpPr>
            <a:spLocks noGrp="1" noChangeArrowheads="1"/>
          </p:cNvSpPr>
          <p:nvPr>
            <p:ph sz="quarter" idx="4"/>
          </p:nvPr>
        </p:nvSpPr>
        <p:spPr/>
        <p:txBody>
          <a:bodyPr/>
          <a:lstStyle/>
          <a:p>
            <a:r>
              <a:rPr lang="en-US" sz="1800" dirty="0">
                <a:solidFill>
                  <a:schemeClr val="tx1"/>
                </a:solidFill>
              </a:rPr>
              <a:t>Display differences between two directories :</a:t>
            </a:r>
          </a:p>
          <a:p>
            <a:endParaRPr lang="en-US" sz="1800" dirty="0">
              <a:solidFill>
                <a:schemeClr val="tx1"/>
              </a:solidFill>
            </a:endParaRPr>
          </a:p>
          <a:p>
            <a:pPr lvl="1"/>
            <a:endParaRPr lang="en-US" sz="1800" dirty="0"/>
          </a:p>
          <a:p>
            <a:pPr lvl="1"/>
            <a:endParaRPr lang="en-US" sz="1800" dirty="0"/>
          </a:p>
          <a:p>
            <a:pPr lvl="1">
              <a:buNone/>
            </a:pPr>
            <a:endParaRPr lang="en-US" sz="1800" dirty="0"/>
          </a:p>
          <a:p>
            <a:r>
              <a:rPr lang="en-US" sz="1800" dirty="0">
                <a:solidFill>
                  <a:schemeClr val="tx1"/>
                </a:solidFill>
              </a:rPr>
              <a:t>Display differences between two files:</a:t>
            </a:r>
          </a:p>
          <a:p>
            <a:pPr lvl="1"/>
            <a:endParaRPr lang="en-US" sz="1800" dirty="0"/>
          </a:p>
          <a:p>
            <a:pPr lvl="1"/>
            <a:endParaRPr lang="en-US" sz="1800" dirty="0"/>
          </a:p>
          <a:p>
            <a:pPr lvl="1"/>
            <a:endParaRPr lang="en-US" sz="1800" dirty="0"/>
          </a:p>
          <a:p>
            <a:pPr lvl="1"/>
            <a:endParaRPr lang="en-US" sz="1800" dirty="0"/>
          </a:p>
        </p:txBody>
      </p:sp>
      <p:sp>
        <p:nvSpPr>
          <p:cNvPr id="2" name="Slide Number Placeholder 2">
            <a:extLst>
              <a:ext uri="{FF2B5EF4-FFF2-40B4-BE49-F238E27FC236}">
                <a16:creationId xmlns:a16="http://schemas.microsoft.com/office/drawing/2014/main" id="{5F0F4C7A-818C-15CB-9890-C4E2EFFDC070}"/>
              </a:ext>
            </a:extLst>
          </p:cNvPr>
          <p:cNvSpPr>
            <a:spLocks noGrp="1"/>
          </p:cNvSpPr>
          <p:nvPr>
            <p:ph type="sldNum" sz="quarter" idx="12"/>
          </p:nvPr>
        </p:nvSpPr>
        <p:spPr/>
        <p:txBody>
          <a:bodyPr/>
          <a:lstStyle/>
          <a:p>
            <a:fld id="{F3469444-D02B-D446-9CF8-19DEDDE073D1}" type="slidenum">
              <a:rPr lang="en-US" smtClean="0"/>
              <a:pPr/>
              <a:t>12</a:t>
            </a:fld>
            <a:endParaRPr lang="en-US" dirty="0"/>
          </a:p>
        </p:txBody>
      </p:sp>
      <p:sp>
        <p:nvSpPr>
          <p:cNvPr id="15364" name="Text Box 4"/>
          <p:cNvSpPr txBox="1">
            <a:spLocks noChangeArrowheads="1"/>
          </p:cNvSpPr>
          <p:nvPr/>
        </p:nvSpPr>
        <p:spPr bwMode="auto">
          <a:xfrm>
            <a:off x="517002" y="2712759"/>
            <a:ext cx="10555818" cy="313932"/>
          </a:xfrm>
          <a:prstGeom prst="rect">
            <a:avLst/>
          </a:prstGeom>
          <a:noFill/>
          <a:ln w="19050">
            <a:noFill/>
            <a:miter lim="800000"/>
            <a:headEnd/>
            <a:tailEnd/>
          </a:ln>
        </p:spPr>
        <p:txBody>
          <a:bodyPr>
            <a:spAutoFit/>
          </a:bodyPr>
          <a:lstStyle/>
          <a:p>
            <a:pPr defTabSz="739775">
              <a:lnSpc>
                <a:spcPct val="90000"/>
              </a:lnSpc>
            </a:pPr>
            <a:r>
              <a:rPr lang="en-GB" sz="1600" dirty="0">
                <a:solidFill>
                  <a:srgbClr val="134183"/>
                </a:solidFill>
                <a:latin typeface="Figtree" pitchFamily="2" charset="0"/>
              </a:rPr>
              <a:t>Only file names are checked, not the contents of the files; there is</a:t>
            </a:r>
            <a:r>
              <a:rPr lang="en-GB" sz="16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600" b="1" dirty="0">
                <a:solidFill>
                  <a:srgbClr val="134183"/>
                </a:solidFill>
                <a:latin typeface="Hack" panose="020B0609030202020204" pitchFamily="49" charset="0"/>
                <a:ea typeface="Hack" panose="020B0609030202020204" pitchFamily="49" charset="0"/>
                <a:cs typeface="Hack" panose="020B0609030202020204" pitchFamily="49" charset="0"/>
              </a:rPr>
              <a:t>–r</a:t>
            </a:r>
            <a:r>
              <a:rPr lang="en-GB" sz="16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600" dirty="0">
                <a:solidFill>
                  <a:srgbClr val="134183"/>
                </a:solidFill>
                <a:latin typeface="Figtree" pitchFamily="2" charset="0"/>
              </a:rPr>
              <a:t>option available, for recursive checks.</a:t>
            </a:r>
            <a:endParaRPr lang="en-GB" sz="1600" dirty="0">
              <a:solidFill>
                <a:srgbClr val="134183"/>
              </a:solidFill>
            </a:endParaRPr>
          </a:p>
        </p:txBody>
      </p:sp>
      <p:sp>
        <p:nvSpPr>
          <p:cNvPr id="15365" name="Text Box 5"/>
          <p:cNvSpPr txBox="1">
            <a:spLocks noChangeArrowheads="1"/>
          </p:cNvSpPr>
          <p:nvPr/>
        </p:nvSpPr>
        <p:spPr bwMode="auto">
          <a:xfrm>
            <a:off x="613543" y="5627974"/>
            <a:ext cx="10964334" cy="738664"/>
          </a:xfrm>
          <a:prstGeom prst="rect">
            <a:avLst/>
          </a:prstGeom>
          <a:noFill/>
          <a:ln w="19050">
            <a:noFill/>
            <a:miter lim="800000"/>
            <a:headEnd/>
            <a:tailEnd/>
          </a:ln>
        </p:spPr>
        <p:txBody>
          <a:bodyPr>
            <a:spAutoFit/>
          </a:bodyPr>
          <a:lstStyle/>
          <a:p>
            <a:pPr defTabSz="739775"/>
            <a:r>
              <a:rPr lang="en-GB" sz="1400" dirty="0">
                <a:solidFill>
                  <a:srgbClr val="134183"/>
                </a:solidFill>
                <a:latin typeface="Figtree" pitchFamily="2" charset="0"/>
              </a:rPr>
              <a:t>Result is presented in the form of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ed</a:t>
            </a:r>
            <a:r>
              <a:rPr lang="en-GB" sz="1400" dirty="0">
                <a:solidFill>
                  <a:srgbClr val="134183"/>
                </a:solidFill>
                <a:latin typeface="Figtree" pitchFamily="2" charset="0"/>
              </a:rPr>
              <a:t> commands and indicate how to modify the first file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sales01</a:t>
            </a:r>
            <a:r>
              <a:rPr lang="en-GB" sz="1400" dirty="0">
                <a:solidFill>
                  <a:srgbClr val="134183"/>
                </a:solidFill>
                <a:latin typeface="Figtree" pitchFamily="2" charset="0"/>
              </a:rPr>
              <a:t>) to be the same as the second one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sales02</a:t>
            </a:r>
            <a:r>
              <a:rPr lang="en-GB" sz="1400" dirty="0">
                <a:solidFill>
                  <a:srgbClr val="134183"/>
                </a:solidFill>
                <a:latin typeface="Figtree" pitchFamily="2" charset="0"/>
              </a:rPr>
              <a:t>);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1a2,3</a:t>
            </a:r>
            <a:r>
              <a:rPr lang="en-GB" sz="1400" dirty="0">
                <a:solidFill>
                  <a:srgbClr val="134183"/>
                </a:solidFill>
                <a:latin typeface="Figtree" pitchFamily="2" charset="0"/>
              </a:rPr>
              <a:t> means after line 1 in the first file append lines 2 and 3 from the second file;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3d4</a:t>
            </a:r>
            <a:r>
              <a:rPr lang="en-GB" sz="1400" dirty="0">
                <a:solidFill>
                  <a:srgbClr val="134183"/>
                </a:solidFill>
                <a:latin typeface="Figtree" pitchFamily="2" charset="0"/>
              </a:rPr>
              <a:t> means after line 3 in the first file delete line 4.</a:t>
            </a:r>
            <a:endParaRPr lang="en-GB" sz="1400" dirty="0">
              <a:solidFill>
                <a:srgbClr val="134183"/>
              </a:solidFill>
            </a:endParaRPr>
          </a:p>
        </p:txBody>
      </p:sp>
      <p:sp>
        <p:nvSpPr>
          <p:cNvPr id="1010694" name="Rectangle 6"/>
          <p:cNvSpPr>
            <a:spLocks noChangeArrowheads="1"/>
          </p:cNvSpPr>
          <p:nvPr/>
        </p:nvSpPr>
        <p:spPr bwMode="auto">
          <a:xfrm>
            <a:off x="576269" y="2097363"/>
            <a:ext cx="10494433" cy="56673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80962" tIns="42862" rIns="80962" bIns="42862">
            <a:spAutoFit/>
          </a:bodyPr>
          <a:lstStyle/>
          <a:p>
            <a:pPr marL="255588" indent="-255588" defTabSz="681038">
              <a:lnSpc>
                <a:spcPct val="90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diff project2 project2.bak</a:t>
            </a:r>
            <a:endParaRPr lang="en-US" sz="180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255588" indent="-255588" defTabSz="681038">
              <a:lnSpc>
                <a:spcPct val="90000"/>
              </a:lnSpc>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Only in project2: report03</a:t>
            </a:r>
            <a:endParaRPr lang="en-GB" sz="160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1010695" name="Rectangle 7"/>
          <p:cNvSpPr>
            <a:spLocks noChangeArrowheads="1"/>
          </p:cNvSpPr>
          <p:nvPr/>
        </p:nvSpPr>
        <p:spPr bwMode="auto">
          <a:xfrm>
            <a:off x="568993" y="3862230"/>
            <a:ext cx="6659034" cy="1449387"/>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80962" tIns="42862" rIns="80962" bIns="42862">
            <a:spAutoFit/>
          </a:bodyPr>
          <a:lstStyle/>
          <a:p>
            <a:pPr marL="255588" indent="-255588" defTabSz="681038">
              <a:lnSpc>
                <a:spcPct val="90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diff sales01 sales02</a:t>
            </a:r>
            <a:endParaRPr lang="en-US" sz="180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255588" indent="-255588" defTabSz="681038">
              <a:lnSpc>
                <a:spcPct val="90000"/>
              </a:lnSpc>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1a2,3</a:t>
            </a:r>
          </a:p>
          <a:p>
            <a:pPr marL="255588" indent="-255588" defTabSz="681038">
              <a:lnSpc>
                <a:spcPct val="90000"/>
              </a:lnSpc>
              <a:spcBef>
                <a:spcPct val="0"/>
              </a:spcBef>
              <a:buFont typeface="Wingdings" pitchFamily="2" charset="2"/>
              <a:buNone/>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&gt; 120</a:t>
            </a:r>
          </a:p>
          <a:p>
            <a:pPr marL="255588" indent="-255588" defTabSz="681038">
              <a:lnSpc>
                <a:spcPct val="90000"/>
              </a:lnSpc>
              <a:spcBef>
                <a:spcPct val="0"/>
              </a:spcBef>
              <a:buFont typeface="Wingdings" pitchFamily="2" charset="2"/>
              <a:buNone/>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&gt; 109</a:t>
            </a:r>
          </a:p>
          <a:p>
            <a:pPr marL="255588" indent="-255588" defTabSz="681038">
              <a:lnSpc>
                <a:spcPct val="90000"/>
              </a:lnSpc>
              <a:spcBef>
                <a:spcPct val="0"/>
              </a:spcBef>
              <a:buFont typeface="Wingdings" pitchFamily="2" charset="2"/>
              <a:buNone/>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3d4</a:t>
            </a:r>
          </a:p>
          <a:p>
            <a:pPr marL="255588" indent="-255588" defTabSz="681038">
              <a:lnSpc>
                <a:spcPct val="90000"/>
              </a:lnSpc>
              <a:spcBef>
                <a:spcPct val="0"/>
              </a:spcBef>
              <a:buFont typeface="Wingdings" pitchFamily="2" charset="2"/>
              <a:buNone/>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&lt; 105</a:t>
            </a:r>
          </a:p>
        </p:txBody>
      </p:sp>
      <p:sp>
        <p:nvSpPr>
          <p:cNvPr id="1010697" name="Rectangle 9"/>
          <p:cNvSpPr>
            <a:spLocks noChangeArrowheads="1"/>
          </p:cNvSpPr>
          <p:nvPr/>
        </p:nvSpPr>
        <p:spPr bwMode="auto">
          <a:xfrm>
            <a:off x="8131526" y="4133722"/>
            <a:ext cx="1962149" cy="781050"/>
          </a:xfrm>
          <a:prstGeom prst="rect">
            <a:avLst/>
          </a:prstGeom>
          <a:solidFill>
            <a:srgbClr val="03EAB3"/>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130</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100</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105</a:t>
            </a:r>
          </a:p>
        </p:txBody>
      </p:sp>
      <p:sp>
        <p:nvSpPr>
          <p:cNvPr id="1010698" name="Rectangle 10"/>
          <p:cNvSpPr>
            <a:spLocks noChangeArrowheads="1"/>
          </p:cNvSpPr>
          <p:nvPr/>
        </p:nvSpPr>
        <p:spPr bwMode="auto">
          <a:xfrm>
            <a:off x="8949441" y="3904277"/>
            <a:ext cx="1144234" cy="373062"/>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400" b="1" dirty="0">
                <a:latin typeface="Courier New" pitchFamily="49" charset="0"/>
              </a:rPr>
              <a:t>sales01</a:t>
            </a:r>
            <a:r>
              <a:rPr lang="en-US" sz="1600" b="1" dirty="0">
                <a:latin typeface="Courier New" pitchFamily="49" charset="0"/>
              </a:rPr>
              <a:t>  </a:t>
            </a:r>
          </a:p>
        </p:txBody>
      </p:sp>
      <p:sp>
        <p:nvSpPr>
          <p:cNvPr id="1010700" name="Rectangle 12"/>
          <p:cNvSpPr>
            <a:spLocks noChangeArrowheads="1"/>
          </p:cNvSpPr>
          <p:nvPr/>
        </p:nvSpPr>
        <p:spPr bwMode="auto">
          <a:xfrm>
            <a:off x="9716029" y="4447064"/>
            <a:ext cx="1960033" cy="1025525"/>
          </a:xfrm>
          <a:prstGeom prst="rect">
            <a:avLst/>
          </a:prstGeom>
          <a:solidFill>
            <a:srgbClr val="00EDB5"/>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130</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120</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109</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100</a:t>
            </a:r>
          </a:p>
        </p:txBody>
      </p:sp>
      <p:sp>
        <p:nvSpPr>
          <p:cNvPr id="1010701" name="Rectangle 13"/>
          <p:cNvSpPr>
            <a:spLocks noChangeArrowheads="1"/>
          </p:cNvSpPr>
          <p:nvPr/>
        </p:nvSpPr>
        <p:spPr bwMode="auto">
          <a:xfrm>
            <a:off x="10533062" y="4277339"/>
            <a:ext cx="1143000" cy="373062"/>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400" b="1" dirty="0">
                <a:latin typeface="Courier New" pitchFamily="49" charset="0"/>
              </a:rPr>
              <a:t>sales02</a:t>
            </a:r>
            <a:r>
              <a:rPr lang="en-US" sz="1600" b="1" dirty="0">
                <a:latin typeface="Courier New" pitchFamily="49" charset="0"/>
              </a:rPr>
              <a:t>  </a:t>
            </a:r>
          </a:p>
        </p:txBody>
      </p:sp>
    </p:spTree>
    <p:extLst>
      <p:ext uri="{BB962C8B-B14F-4D97-AF65-F5344CB8AC3E}">
        <p14:creationId xmlns:p14="http://schemas.microsoft.com/office/powerpoint/2010/main" val="420982918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82BB00-004C-9D29-E4B0-50EF4456DE8F}"/>
              </a:ext>
            </a:extLst>
          </p:cNvPr>
          <p:cNvSpPr>
            <a:spLocks noGrp="1"/>
          </p:cNvSpPr>
          <p:nvPr>
            <p:ph type="ctrTitle"/>
          </p:nvPr>
        </p:nvSpPr>
        <p:spPr/>
        <p:txBody>
          <a:bodyPr/>
          <a:lstStyle/>
          <a:p>
            <a:r>
              <a:rPr lang="en-GB" dirty="0">
                <a:solidFill>
                  <a:srgbClr val="FF0000"/>
                </a:solidFill>
              </a:rPr>
              <a:t>diff </a:t>
            </a:r>
            <a:r>
              <a:rPr lang="en-GB" dirty="0"/>
              <a:t>(2)</a:t>
            </a:r>
          </a:p>
        </p:txBody>
      </p:sp>
      <p:sp>
        <p:nvSpPr>
          <p:cNvPr id="16388" name="Rectangle 4"/>
          <p:cNvSpPr>
            <a:spLocks noGrp="1" noChangeArrowheads="1"/>
          </p:cNvSpPr>
          <p:nvPr>
            <p:ph sz="quarter" idx="4"/>
          </p:nvPr>
        </p:nvSpPr>
        <p:spPr/>
        <p:txBody>
          <a:bodyPr/>
          <a:lstStyle/>
          <a:p>
            <a:r>
              <a:rPr lang="en-US" sz="1800" dirty="0">
                <a:solidFill>
                  <a:schemeClr val="tx1"/>
                </a:solidFill>
              </a:rPr>
              <a:t>Example: use ed with diff to synchronize two files:</a:t>
            </a:r>
          </a:p>
        </p:txBody>
      </p:sp>
      <p:sp>
        <p:nvSpPr>
          <p:cNvPr id="2" name="Slide Number Placeholder 2">
            <a:extLst>
              <a:ext uri="{FF2B5EF4-FFF2-40B4-BE49-F238E27FC236}">
                <a16:creationId xmlns:a16="http://schemas.microsoft.com/office/drawing/2014/main" id="{1FF382A8-B9ED-9F02-F2A8-432AF29E27C2}"/>
              </a:ext>
            </a:extLst>
          </p:cNvPr>
          <p:cNvSpPr>
            <a:spLocks noGrp="1"/>
          </p:cNvSpPr>
          <p:nvPr>
            <p:ph type="sldNum" sz="quarter" idx="12"/>
          </p:nvPr>
        </p:nvSpPr>
        <p:spPr/>
        <p:txBody>
          <a:bodyPr/>
          <a:lstStyle/>
          <a:p>
            <a:fld id="{F3469444-D02B-D446-9CF8-19DEDDE073D1}" type="slidenum">
              <a:rPr lang="en-US" smtClean="0"/>
              <a:pPr/>
              <a:t>13</a:t>
            </a:fld>
            <a:endParaRPr lang="en-US" dirty="0"/>
          </a:p>
        </p:txBody>
      </p:sp>
      <p:sp>
        <p:nvSpPr>
          <p:cNvPr id="1012738" name="Rectangle 2"/>
          <p:cNvSpPr>
            <a:spLocks noChangeArrowheads="1"/>
          </p:cNvSpPr>
          <p:nvPr/>
        </p:nvSpPr>
        <p:spPr bwMode="auto">
          <a:xfrm>
            <a:off x="538379" y="2214942"/>
            <a:ext cx="6457950" cy="346075"/>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80962" tIns="42862" rIns="80962" bIns="42862">
            <a:spAutoFit/>
          </a:bodyPr>
          <a:lstStyle/>
          <a:p>
            <a:pPr marL="255588" indent="-255588" defTabSz="681038">
              <a:lnSpc>
                <a:spcPct val="90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diff –e sales01 sales02 &gt;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ed.scr</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1012742" name="Rectangle 6"/>
          <p:cNvSpPr>
            <a:spLocks noChangeArrowheads="1"/>
          </p:cNvSpPr>
          <p:nvPr/>
        </p:nvSpPr>
        <p:spPr bwMode="auto">
          <a:xfrm>
            <a:off x="9552699" y="3288804"/>
            <a:ext cx="1934634" cy="1592263"/>
          </a:xfrm>
          <a:prstGeom prst="rect">
            <a:avLst/>
          </a:prstGeom>
          <a:solidFill>
            <a:srgbClr val="00EDB5"/>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90000"/>
              </a:lnSpc>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3d</a:t>
            </a:r>
          </a:p>
          <a:p>
            <a:pPr marL="322263" indent="-322263" defTabSz="715963">
              <a:lnSpc>
                <a:spcPct val="90000"/>
              </a:lnSpc>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1a</a:t>
            </a:r>
          </a:p>
          <a:p>
            <a:pPr marL="322263" indent="-322263" defTabSz="715963">
              <a:lnSpc>
                <a:spcPct val="90000"/>
              </a:lnSpc>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120</a:t>
            </a:r>
          </a:p>
          <a:p>
            <a:pPr marL="322263" indent="-322263" defTabSz="715963">
              <a:lnSpc>
                <a:spcPct val="90000"/>
              </a:lnSpc>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109</a:t>
            </a:r>
          </a:p>
          <a:p>
            <a:pPr marL="322263" indent="-322263" defTabSz="715963">
              <a:lnSpc>
                <a:spcPct val="90000"/>
              </a:lnSpc>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a:t>
            </a:r>
          </a:p>
          <a:p>
            <a:pPr marL="322263" indent="-322263" defTabSz="715963">
              <a:lnSpc>
                <a:spcPct val="90000"/>
              </a:lnSpc>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w</a:t>
            </a:r>
          </a:p>
          <a:p>
            <a:pPr marL="322263" indent="-322263" defTabSz="715963">
              <a:lnSpc>
                <a:spcPct val="90000"/>
              </a:lnSpc>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q</a:t>
            </a:r>
          </a:p>
        </p:txBody>
      </p:sp>
      <p:sp>
        <p:nvSpPr>
          <p:cNvPr id="1012743" name="Rectangle 7"/>
          <p:cNvSpPr>
            <a:spLocks noChangeArrowheads="1"/>
          </p:cNvSpPr>
          <p:nvPr/>
        </p:nvSpPr>
        <p:spPr bwMode="auto">
          <a:xfrm>
            <a:off x="10236383" y="3135203"/>
            <a:ext cx="1250950" cy="293797"/>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400" b="1" dirty="0" err="1">
                <a:latin typeface="Hack" panose="020B0609030202020204" pitchFamily="49" charset="0"/>
                <a:ea typeface="Hack" panose="020B0609030202020204" pitchFamily="49" charset="0"/>
                <a:cs typeface="Hack" panose="020B0609030202020204" pitchFamily="49" charset="0"/>
              </a:rPr>
              <a:t>ed.scr</a:t>
            </a:r>
            <a:r>
              <a:rPr lang="en-US" sz="1400" b="1" dirty="0">
                <a:latin typeface="Hack" panose="020B0609030202020204" pitchFamily="49" charset="0"/>
                <a:ea typeface="Hack" panose="020B0609030202020204" pitchFamily="49" charset="0"/>
                <a:cs typeface="Hack" panose="020B0609030202020204" pitchFamily="49" charset="0"/>
              </a:rPr>
              <a:t>  </a:t>
            </a:r>
          </a:p>
        </p:txBody>
      </p:sp>
      <p:sp>
        <p:nvSpPr>
          <p:cNvPr id="1012745" name="Rectangle 9"/>
          <p:cNvSpPr>
            <a:spLocks noChangeArrowheads="1"/>
          </p:cNvSpPr>
          <p:nvPr/>
        </p:nvSpPr>
        <p:spPr bwMode="auto">
          <a:xfrm>
            <a:off x="9426449" y="5307450"/>
            <a:ext cx="2023534" cy="1025525"/>
          </a:xfrm>
          <a:prstGeom prst="rect">
            <a:avLst/>
          </a:prstGeom>
          <a:solidFill>
            <a:srgbClr val="0FEEB9"/>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130</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120</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109</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100</a:t>
            </a:r>
          </a:p>
        </p:txBody>
      </p:sp>
      <p:sp>
        <p:nvSpPr>
          <p:cNvPr id="1012746" name="Rectangle 10"/>
          <p:cNvSpPr>
            <a:spLocks noChangeArrowheads="1"/>
          </p:cNvSpPr>
          <p:nvPr/>
        </p:nvSpPr>
        <p:spPr bwMode="auto">
          <a:xfrm>
            <a:off x="10269952" y="5126712"/>
            <a:ext cx="1180031" cy="342465"/>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400" b="1" dirty="0">
                <a:latin typeface="Hack" panose="020B0609030202020204" pitchFamily="49" charset="0"/>
                <a:ea typeface="Hack" panose="020B0609030202020204" pitchFamily="49" charset="0"/>
                <a:cs typeface="Hack" panose="020B0609030202020204" pitchFamily="49" charset="0"/>
              </a:rPr>
              <a:t>sales01</a:t>
            </a:r>
            <a:r>
              <a:rPr lang="en-US" sz="1600" b="1" dirty="0">
                <a:latin typeface="Courier New" pitchFamily="49" charset="0"/>
              </a:rPr>
              <a:t>  </a:t>
            </a:r>
          </a:p>
        </p:txBody>
      </p:sp>
      <p:sp>
        <p:nvSpPr>
          <p:cNvPr id="1012748" name="Rectangle 12"/>
          <p:cNvSpPr>
            <a:spLocks noChangeArrowheads="1"/>
          </p:cNvSpPr>
          <p:nvPr/>
        </p:nvSpPr>
        <p:spPr bwMode="auto">
          <a:xfrm>
            <a:off x="7376585" y="1955748"/>
            <a:ext cx="1962149" cy="781050"/>
          </a:xfrm>
          <a:prstGeom prst="rect">
            <a:avLst/>
          </a:prstGeom>
          <a:solidFill>
            <a:srgbClr val="0FEEB9"/>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130</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100</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105</a:t>
            </a:r>
          </a:p>
        </p:txBody>
      </p:sp>
      <p:sp>
        <p:nvSpPr>
          <p:cNvPr id="1012749" name="Rectangle 13"/>
          <p:cNvSpPr>
            <a:spLocks noChangeArrowheads="1"/>
          </p:cNvSpPr>
          <p:nvPr/>
        </p:nvSpPr>
        <p:spPr bwMode="auto">
          <a:xfrm>
            <a:off x="8188151" y="1746719"/>
            <a:ext cx="1144234" cy="342465"/>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400" b="1" dirty="0">
                <a:latin typeface="Hack" panose="020B0609030202020204" pitchFamily="49" charset="0"/>
                <a:ea typeface="Hack" panose="020B0609030202020204" pitchFamily="49" charset="0"/>
                <a:cs typeface="Hack" panose="020B0609030202020204" pitchFamily="49" charset="0"/>
              </a:rPr>
              <a:t>sales01</a:t>
            </a:r>
            <a:r>
              <a:rPr lang="en-US" sz="1600" b="1" dirty="0">
                <a:latin typeface="Courier New" pitchFamily="49" charset="0"/>
              </a:rPr>
              <a:t>  </a:t>
            </a:r>
          </a:p>
        </p:txBody>
      </p:sp>
      <p:sp>
        <p:nvSpPr>
          <p:cNvPr id="1012751" name="Rectangle 15"/>
          <p:cNvSpPr>
            <a:spLocks noChangeArrowheads="1"/>
          </p:cNvSpPr>
          <p:nvPr/>
        </p:nvSpPr>
        <p:spPr bwMode="auto">
          <a:xfrm>
            <a:off x="9527300" y="1702308"/>
            <a:ext cx="1960033" cy="1025525"/>
          </a:xfrm>
          <a:prstGeom prst="rect">
            <a:avLst/>
          </a:prstGeom>
          <a:solidFill>
            <a:srgbClr val="03EAB3"/>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130</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120</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109</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100</a:t>
            </a:r>
          </a:p>
        </p:txBody>
      </p:sp>
      <p:sp>
        <p:nvSpPr>
          <p:cNvPr id="1012752" name="Rectangle 16"/>
          <p:cNvSpPr>
            <a:spLocks noChangeArrowheads="1"/>
          </p:cNvSpPr>
          <p:nvPr/>
        </p:nvSpPr>
        <p:spPr bwMode="auto">
          <a:xfrm>
            <a:off x="10331634" y="1530352"/>
            <a:ext cx="1143000" cy="330795"/>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400" b="1" dirty="0">
                <a:latin typeface="Hack" panose="020B0609030202020204" pitchFamily="49" charset="0"/>
                <a:ea typeface="Hack" panose="020B0609030202020204" pitchFamily="49" charset="0"/>
                <a:cs typeface="Hack" panose="020B0609030202020204" pitchFamily="49" charset="0"/>
              </a:rPr>
              <a:t>sales02</a:t>
            </a:r>
            <a:r>
              <a:rPr lang="en-US" sz="1600" b="1" dirty="0">
                <a:latin typeface="Hack" panose="020B0609030202020204" pitchFamily="49" charset="0"/>
                <a:ea typeface="Hack" panose="020B0609030202020204" pitchFamily="49" charset="0"/>
                <a:cs typeface="Hack" panose="020B0609030202020204" pitchFamily="49" charset="0"/>
              </a:rPr>
              <a:t>  </a:t>
            </a:r>
          </a:p>
        </p:txBody>
      </p:sp>
      <p:sp>
        <p:nvSpPr>
          <p:cNvPr id="1012753" name="Rectangle 17"/>
          <p:cNvSpPr>
            <a:spLocks noChangeArrowheads="1"/>
          </p:cNvSpPr>
          <p:nvPr/>
        </p:nvSpPr>
        <p:spPr bwMode="auto">
          <a:xfrm>
            <a:off x="565546" y="4036284"/>
            <a:ext cx="8439151" cy="1360756"/>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80962" tIns="42862" rIns="80962" bIns="42862">
            <a:spAutoFit/>
          </a:bodyPr>
          <a:lstStyle/>
          <a:p>
            <a:pPr marL="255588" indent="-255588" defTabSz="681038">
              <a:lnSpc>
                <a:spcPct val="90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ed sales01 &lt;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ed.scr</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255588" indent="-255588" defTabSz="681038">
              <a:lnSpc>
                <a:spcPct val="90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cat sales01</a:t>
            </a:r>
          </a:p>
          <a:p>
            <a:pPr marL="255588" indent="-255588" defTabSz="681038">
              <a:lnSpc>
                <a:spcPct val="90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130</a:t>
            </a:r>
          </a:p>
          <a:p>
            <a:pPr marL="255588" indent="-255588" defTabSz="681038">
              <a:lnSpc>
                <a:spcPct val="90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120</a:t>
            </a:r>
          </a:p>
          <a:p>
            <a:pPr marL="255588" indent="-255588" defTabSz="681038">
              <a:lnSpc>
                <a:spcPct val="90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109</a:t>
            </a:r>
          </a:p>
          <a:p>
            <a:pPr marL="255588" indent="-255588" defTabSz="681038">
              <a:lnSpc>
                <a:spcPct val="90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100</a:t>
            </a:r>
          </a:p>
        </p:txBody>
      </p:sp>
      <p:sp>
        <p:nvSpPr>
          <p:cNvPr id="1012754" name="Rectangle 18"/>
          <p:cNvSpPr>
            <a:spLocks noChangeArrowheads="1"/>
          </p:cNvSpPr>
          <p:nvPr/>
        </p:nvSpPr>
        <p:spPr bwMode="auto">
          <a:xfrm>
            <a:off x="538379" y="2957291"/>
            <a:ext cx="8566149" cy="593725"/>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80962" tIns="42862" rIns="80962" bIns="42862">
            <a:spAutoFit/>
          </a:bodyPr>
          <a:lstStyle/>
          <a:p>
            <a:pPr marL="255588" indent="-255588" defTabSz="681038">
              <a:lnSpc>
                <a:spcPct val="90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echo w &gt;&gt;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ed.scr</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255588" indent="-255588" defTabSz="681038">
              <a:lnSpc>
                <a:spcPct val="90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echo q &gt;&gt;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ed.scr</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16395" name="Text Box 19"/>
          <p:cNvSpPr txBox="1">
            <a:spLocks noChangeArrowheads="1"/>
          </p:cNvSpPr>
          <p:nvPr/>
        </p:nvSpPr>
        <p:spPr bwMode="auto">
          <a:xfrm>
            <a:off x="443922" y="2603639"/>
            <a:ext cx="6426201" cy="286232"/>
          </a:xfrm>
          <a:prstGeom prst="rect">
            <a:avLst/>
          </a:prstGeom>
          <a:noFill/>
          <a:ln w="19050">
            <a:noFill/>
            <a:miter lim="800000"/>
            <a:headEnd/>
            <a:tailEnd/>
          </a:ln>
        </p:spPr>
        <p:txBody>
          <a:bodyPr>
            <a:spAutoFit/>
          </a:bodyPr>
          <a:lstStyle/>
          <a:p>
            <a:pPr defTabSz="739775">
              <a:lnSpc>
                <a:spcPct val="90000"/>
              </a:lnSpc>
            </a:pPr>
            <a:r>
              <a:rPr lang="en-GB" sz="1400" dirty="0">
                <a:solidFill>
                  <a:srgbClr val="134183"/>
                </a:solidFill>
                <a:latin typeface="Figtree" pitchFamily="2" charset="0"/>
              </a:rPr>
              <a:t>Create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ed</a:t>
            </a:r>
            <a:r>
              <a:rPr lang="en-GB" sz="1400" dirty="0">
                <a:solidFill>
                  <a:srgbClr val="134183"/>
                </a:solidFill>
                <a:latin typeface="Figtree" pitchFamily="2" charset="0"/>
              </a:rPr>
              <a:t> script (notice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–e</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option).</a:t>
            </a:r>
            <a:endParaRPr lang="en-GB" sz="1400" dirty="0">
              <a:solidFill>
                <a:srgbClr val="134183"/>
              </a:solidFill>
            </a:endParaRPr>
          </a:p>
        </p:txBody>
      </p:sp>
      <p:sp>
        <p:nvSpPr>
          <p:cNvPr id="16396" name="Text Box 20"/>
          <p:cNvSpPr txBox="1">
            <a:spLocks noChangeArrowheads="1"/>
          </p:cNvSpPr>
          <p:nvPr/>
        </p:nvSpPr>
        <p:spPr bwMode="auto">
          <a:xfrm>
            <a:off x="565896" y="3576415"/>
            <a:ext cx="7008284" cy="286232"/>
          </a:xfrm>
          <a:prstGeom prst="rect">
            <a:avLst/>
          </a:prstGeom>
          <a:noFill/>
          <a:ln w="19050">
            <a:noFill/>
            <a:miter lim="800000"/>
            <a:headEnd/>
            <a:tailEnd/>
          </a:ln>
        </p:spPr>
        <p:txBody>
          <a:bodyPr>
            <a:spAutoFit/>
          </a:bodyPr>
          <a:lstStyle/>
          <a:p>
            <a:pPr defTabSz="739775">
              <a:lnSpc>
                <a:spcPct val="90000"/>
              </a:lnSpc>
            </a:pPr>
            <a:r>
              <a:rPr lang="en-GB" sz="1400" dirty="0">
                <a:solidFill>
                  <a:srgbClr val="134183"/>
                </a:solidFill>
                <a:latin typeface="Figtree" pitchFamily="2" charset="0"/>
              </a:rPr>
              <a:t>Append write and quit commands to 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ed</a:t>
            </a:r>
            <a:r>
              <a:rPr lang="en-GB" sz="1400" dirty="0">
                <a:solidFill>
                  <a:srgbClr val="134183"/>
                </a:solidFill>
                <a:latin typeface="Figtree" pitchFamily="2" charset="0"/>
              </a:rPr>
              <a:t> script file.</a:t>
            </a:r>
            <a:endParaRPr lang="en-GB" sz="1400" dirty="0">
              <a:solidFill>
                <a:srgbClr val="134183"/>
              </a:solidFill>
            </a:endParaRPr>
          </a:p>
        </p:txBody>
      </p:sp>
      <p:sp>
        <p:nvSpPr>
          <p:cNvPr id="16397" name="Text Box 21"/>
          <p:cNvSpPr txBox="1">
            <a:spLocks noChangeArrowheads="1"/>
          </p:cNvSpPr>
          <p:nvPr/>
        </p:nvSpPr>
        <p:spPr bwMode="auto">
          <a:xfrm>
            <a:off x="571101" y="5515892"/>
            <a:ext cx="6426201" cy="286232"/>
          </a:xfrm>
          <a:prstGeom prst="rect">
            <a:avLst/>
          </a:prstGeom>
          <a:noFill/>
          <a:ln w="19050">
            <a:noFill/>
            <a:miter lim="800000"/>
            <a:headEnd/>
            <a:tailEnd/>
          </a:ln>
        </p:spPr>
        <p:txBody>
          <a:bodyPr>
            <a:spAutoFit/>
          </a:bodyPr>
          <a:lstStyle/>
          <a:p>
            <a:pPr defTabSz="739775">
              <a:lnSpc>
                <a:spcPct val="90000"/>
              </a:lnSpc>
            </a:pPr>
            <a:r>
              <a:rPr lang="en-GB" sz="1400" dirty="0">
                <a:solidFill>
                  <a:srgbClr val="134183"/>
                </a:solidFill>
                <a:latin typeface="Figtree" pitchFamily="2" charset="0"/>
              </a:rPr>
              <a:t>Apply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ed</a:t>
            </a:r>
            <a:r>
              <a:rPr lang="en-GB" sz="1400" dirty="0">
                <a:solidFill>
                  <a:srgbClr val="134183"/>
                </a:solidFill>
                <a:latin typeface="Figtree" pitchFamily="2" charset="0"/>
              </a:rPr>
              <a:t> script to the file being synchronized.</a:t>
            </a:r>
            <a:endParaRPr lang="en-GB" sz="1400" dirty="0">
              <a:solidFill>
                <a:srgbClr val="134183"/>
              </a:solidFill>
            </a:endParaRPr>
          </a:p>
        </p:txBody>
      </p:sp>
    </p:spTree>
    <p:extLst>
      <p:ext uri="{BB962C8B-B14F-4D97-AF65-F5344CB8AC3E}">
        <p14:creationId xmlns:p14="http://schemas.microsoft.com/office/powerpoint/2010/main" val="293197573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4D6CC3-0D2D-F061-39E7-E722F86CCDED}"/>
              </a:ext>
            </a:extLst>
          </p:cNvPr>
          <p:cNvSpPr>
            <a:spLocks noGrp="1"/>
          </p:cNvSpPr>
          <p:nvPr>
            <p:ph type="ctrTitle"/>
          </p:nvPr>
        </p:nvSpPr>
        <p:spPr/>
        <p:txBody>
          <a:bodyPr/>
          <a:lstStyle/>
          <a:p>
            <a:r>
              <a:rPr lang="en-GB" dirty="0">
                <a:solidFill>
                  <a:srgbClr val="FF0000"/>
                </a:solidFill>
              </a:rPr>
              <a:t>du</a:t>
            </a:r>
            <a:r>
              <a:rPr lang="en-GB" dirty="0"/>
              <a:t>: Disk usage</a:t>
            </a:r>
          </a:p>
        </p:txBody>
      </p:sp>
      <p:sp>
        <p:nvSpPr>
          <p:cNvPr id="17411" name="Rectangle 3"/>
          <p:cNvSpPr>
            <a:spLocks noGrp="1" noChangeArrowheads="1"/>
          </p:cNvSpPr>
          <p:nvPr>
            <p:ph sz="quarter" idx="4"/>
          </p:nvPr>
        </p:nvSpPr>
        <p:spPr/>
        <p:txBody>
          <a:bodyPr/>
          <a:lstStyle/>
          <a:p>
            <a:r>
              <a:rPr lang="en-US" sz="1800" dirty="0">
                <a:solidFill>
                  <a:schemeClr val="tx1"/>
                </a:solidFill>
              </a:rPr>
              <a:t>Display disk usage of the current directory:</a:t>
            </a:r>
          </a:p>
          <a:p>
            <a:endParaRPr lang="en-US" sz="1800" dirty="0">
              <a:solidFill>
                <a:schemeClr val="tx1"/>
              </a:solidFill>
            </a:endParaRPr>
          </a:p>
          <a:p>
            <a:pPr lvl="1"/>
            <a:endParaRPr lang="en-US" sz="1800" dirty="0"/>
          </a:p>
          <a:p>
            <a:pPr lvl="1"/>
            <a:endParaRPr lang="en-US" sz="1800" dirty="0"/>
          </a:p>
          <a:p>
            <a:pPr lvl="1"/>
            <a:endParaRPr lang="en-US" sz="1800" dirty="0"/>
          </a:p>
          <a:p>
            <a:pPr lvl="1"/>
            <a:endParaRPr lang="en-US" sz="1800" dirty="0"/>
          </a:p>
          <a:p>
            <a:pPr lvl="1"/>
            <a:endParaRPr lang="en-US" sz="1800" dirty="0"/>
          </a:p>
          <a:p>
            <a:pPr lvl="1"/>
            <a:endParaRPr lang="en-US" sz="1800" dirty="0"/>
          </a:p>
          <a:p>
            <a:r>
              <a:rPr lang="en-US" sz="1800" dirty="0">
                <a:solidFill>
                  <a:schemeClr val="tx1"/>
                </a:solidFill>
              </a:rPr>
              <a:t>Display total disk usage of a tree structure:</a:t>
            </a:r>
          </a:p>
          <a:p>
            <a:pPr lvl="1"/>
            <a:endParaRPr lang="en-US" dirty="0"/>
          </a:p>
        </p:txBody>
      </p:sp>
      <p:sp>
        <p:nvSpPr>
          <p:cNvPr id="2" name="Slide Number Placeholder 2">
            <a:extLst>
              <a:ext uri="{FF2B5EF4-FFF2-40B4-BE49-F238E27FC236}">
                <a16:creationId xmlns:a16="http://schemas.microsoft.com/office/drawing/2014/main" id="{3B8725D6-6B31-D2DE-8A0F-CB54486F7008}"/>
              </a:ext>
            </a:extLst>
          </p:cNvPr>
          <p:cNvSpPr>
            <a:spLocks noGrp="1"/>
          </p:cNvSpPr>
          <p:nvPr>
            <p:ph type="sldNum" sz="quarter" idx="12"/>
          </p:nvPr>
        </p:nvSpPr>
        <p:spPr/>
        <p:txBody>
          <a:bodyPr/>
          <a:lstStyle/>
          <a:p>
            <a:fld id="{F3469444-D02B-D446-9CF8-19DEDDE073D1}" type="slidenum">
              <a:rPr lang="en-US" smtClean="0"/>
              <a:pPr/>
              <a:t>14</a:t>
            </a:fld>
            <a:endParaRPr lang="en-US" dirty="0"/>
          </a:p>
        </p:txBody>
      </p:sp>
      <p:sp>
        <p:nvSpPr>
          <p:cNvPr id="1014788" name="Rectangle 4"/>
          <p:cNvSpPr>
            <a:spLocks noChangeArrowheads="1"/>
          </p:cNvSpPr>
          <p:nvPr/>
        </p:nvSpPr>
        <p:spPr bwMode="auto">
          <a:xfrm>
            <a:off x="514350" y="2147142"/>
            <a:ext cx="10446807" cy="2035813"/>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du	</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1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dbrep</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/bin</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1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dbrep</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tmp</a:t>
            </a:r>
            <a:endParaRPr lang="en-US" sz="140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1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dbrep</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/data</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4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dbrep</a:t>
            </a:r>
            <a:endParaRPr lang="en-US" sz="140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13   ./bin</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1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tmp</a:t>
            </a:r>
            <a:endParaRPr lang="en-US" sz="140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14   ./data</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36   .</a:t>
            </a:r>
          </a:p>
        </p:txBody>
      </p:sp>
      <p:sp>
        <p:nvSpPr>
          <p:cNvPr id="17413" name="Text Box 5"/>
          <p:cNvSpPr txBox="1">
            <a:spLocks noChangeArrowheads="1"/>
          </p:cNvSpPr>
          <p:nvPr/>
        </p:nvSpPr>
        <p:spPr bwMode="auto">
          <a:xfrm>
            <a:off x="4085289" y="3215530"/>
            <a:ext cx="6878242" cy="738664"/>
          </a:xfrm>
          <a:prstGeom prst="rect">
            <a:avLst/>
          </a:prstGeom>
          <a:solidFill>
            <a:schemeClr val="bg1"/>
          </a:solidFill>
          <a:ln w="19050">
            <a:solidFill>
              <a:schemeClr val="accent1"/>
            </a:solidFill>
            <a:miter lim="800000"/>
            <a:headEnd/>
            <a:tailEnd/>
          </a:ln>
        </p:spPr>
        <p:txBody>
          <a:bodyPr wrap="square">
            <a:spAutoFit/>
          </a:bodyPr>
          <a:lstStyle/>
          <a:p>
            <a:pPr defTabSz="739775"/>
            <a:r>
              <a:rPr lang="en-GB" sz="1400" b="1" i="1" dirty="0">
                <a:solidFill>
                  <a:srgbClr val="134183"/>
                </a:solidFill>
                <a:latin typeface="Figtree" pitchFamily="2" charset="0"/>
              </a:rPr>
              <a:t>du</a:t>
            </a:r>
            <a:r>
              <a:rPr lang="en-GB" sz="1400" i="1" dirty="0">
                <a:solidFill>
                  <a:srgbClr val="134183"/>
                </a:solidFill>
                <a:latin typeface="Figtree" pitchFamily="2" charset="0"/>
              </a:rPr>
              <a:t> summarises the amount of disk space (in kilobytes) of the tree structure given as argument. If no argument given, the current directory is summarised. Some implementations use 512-byte block as the unit… check it!</a:t>
            </a:r>
            <a:endParaRPr lang="en-GB" sz="1400" dirty="0">
              <a:solidFill>
                <a:srgbClr val="134183"/>
              </a:solidFill>
            </a:endParaRPr>
          </a:p>
        </p:txBody>
      </p:sp>
      <p:sp>
        <p:nvSpPr>
          <p:cNvPr id="1014790" name="Rectangle 6"/>
          <p:cNvSpPr>
            <a:spLocks noChangeArrowheads="1"/>
          </p:cNvSpPr>
          <p:nvPr/>
        </p:nvSpPr>
        <p:spPr bwMode="auto">
          <a:xfrm>
            <a:off x="466725" y="4725878"/>
            <a:ext cx="10494432" cy="81121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du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sh</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/var/log	</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1897  /var/log</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a:t>
            </a:r>
          </a:p>
        </p:txBody>
      </p:sp>
      <p:sp>
        <p:nvSpPr>
          <p:cNvPr id="17415" name="Text Box 7"/>
          <p:cNvSpPr txBox="1">
            <a:spLocks noChangeArrowheads="1"/>
          </p:cNvSpPr>
          <p:nvPr/>
        </p:nvSpPr>
        <p:spPr bwMode="auto">
          <a:xfrm>
            <a:off x="385445" y="5558603"/>
            <a:ext cx="10433050" cy="523220"/>
          </a:xfrm>
          <a:prstGeom prst="rect">
            <a:avLst/>
          </a:prstGeom>
          <a:noFill/>
          <a:ln w="19050">
            <a:noFill/>
            <a:miter lim="800000"/>
            <a:headEnd/>
            <a:tailEnd/>
          </a:ln>
        </p:spPr>
        <p:txBody>
          <a:bodyPr>
            <a:spAutoFit/>
          </a:bodyPr>
          <a:lstStyle/>
          <a:p>
            <a:pPr defTabSz="739775"/>
            <a:r>
              <a:rPr lang="en-GB" sz="1400" dirty="0">
                <a:solidFill>
                  <a:srgbClr val="134183"/>
                </a:solidFill>
                <a:latin typeface="Figtree" pitchFamily="2" charset="0"/>
              </a:rPr>
              <a:t>Here, with the use of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-s</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option we can see the total sum of the disk space used by all files and sub-directories </a:t>
            </a:r>
            <a:br>
              <a:rPr lang="en-GB" sz="1400" dirty="0">
                <a:solidFill>
                  <a:srgbClr val="134183"/>
                </a:solidFill>
                <a:latin typeface="Figtree" pitchFamily="2" charset="0"/>
              </a:rPr>
            </a:br>
            <a:r>
              <a:rPr lang="en-GB" sz="1400" dirty="0">
                <a:solidFill>
                  <a:srgbClr val="134183"/>
                </a:solidFill>
                <a:latin typeface="Figtree" pitchFamily="2" charset="0"/>
              </a:rPr>
              <a:t>of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/var/log</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directory. We are displaying in ‘human-readable’ way, with 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-h </a:t>
            </a:r>
            <a:r>
              <a:rPr lang="en-GB" sz="1400" dirty="0">
                <a:solidFill>
                  <a:srgbClr val="134183"/>
                </a:solidFill>
                <a:latin typeface="Figtree" pitchFamily="2" charset="0"/>
              </a:rPr>
              <a:t>option.</a:t>
            </a:r>
            <a:endParaRPr lang="en-GB" sz="1400" dirty="0">
              <a:solidFill>
                <a:srgbClr val="134183"/>
              </a:solidFill>
            </a:endParaRPr>
          </a:p>
        </p:txBody>
      </p:sp>
    </p:spTree>
    <p:extLst>
      <p:ext uri="{BB962C8B-B14F-4D97-AF65-F5344CB8AC3E}">
        <p14:creationId xmlns:p14="http://schemas.microsoft.com/office/powerpoint/2010/main" val="278785228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88CBB5-F49E-B5A3-F6D8-A018C596555A}"/>
              </a:ext>
            </a:extLst>
          </p:cNvPr>
          <p:cNvSpPr>
            <a:spLocks noGrp="1"/>
          </p:cNvSpPr>
          <p:nvPr>
            <p:ph type="ctrTitle"/>
          </p:nvPr>
        </p:nvSpPr>
        <p:spPr/>
        <p:txBody>
          <a:bodyPr/>
          <a:lstStyle/>
          <a:p>
            <a:r>
              <a:rPr lang="en-GB" dirty="0">
                <a:solidFill>
                  <a:srgbClr val="FF0000"/>
                </a:solidFill>
              </a:rPr>
              <a:t>file</a:t>
            </a:r>
            <a:r>
              <a:rPr lang="en-GB" dirty="0"/>
              <a:t>: Identify file type by its contents</a:t>
            </a:r>
          </a:p>
        </p:txBody>
      </p:sp>
      <p:sp>
        <p:nvSpPr>
          <p:cNvPr id="18435" name="Rectangle 3"/>
          <p:cNvSpPr>
            <a:spLocks noGrp="1" noChangeArrowheads="1"/>
          </p:cNvSpPr>
          <p:nvPr>
            <p:ph sz="quarter" idx="4"/>
          </p:nvPr>
        </p:nvSpPr>
        <p:spPr/>
        <p:txBody>
          <a:bodyPr>
            <a:normAutofit/>
          </a:bodyPr>
          <a:lstStyle/>
          <a:p>
            <a:r>
              <a:rPr lang="en-US" sz="1800" dirty="0">
                <a:solidFill>
                  <a:schemeClr val="tx1"/>
                </a:solidFill>
              </a:rPr>
              <a:t>Display content type of all files in the current directory:</a:t>
            </a:r>
          </a:p>
          <a:p>
            <a:endParaRPr lang="en-US" sz="1800" dirty="0">
              <a:solidFill>
                <a:schemeClr val="tx1"/>
              </a:solidFill>
            </a:endParaRPr>
          </a:p>
          <a:p>
            <a:pPr lvl="1">
              <a:buNone/>
            </a:pPr>
            <a:endParaRPr lang="en-US" sz="1800" dirty="0"/>
          </a:p>
          <a:p>
            <a:pPr lvl="1">
              <a:buNone/>
            </a:pPr>
            <a:endParaRPr lang="en-US" sz="1800" dirty="0"/>
          </a:p>
          <a:p>
            <a:pPr lvl="1">
              <a:buNone/>
            </a:pPr>
            <a:endParaRPr lang="en-US" sz="1800" dirty="0"/>
          </a:p>
          <a:p>
            <a:pPr lvl="1"/>
            <a:endParaRPr lang="en-US" sz="1800" dirty="0"/>
          </a:p>
          <a:p>
            <a:pPr>
              <a:buNone/>
            </a:pPr>
            <a:r>
              <a:rPr lang="en-US" sz="1800" dirty="0">
                <a:solidFill>
                  <a:schemeClr val="tx1"/>
                </a:solidFill>
              </a:rPr>
              <a:t>	</a:t>
            </a:r>
          </a:p>
          <a:p>
            <a:endParaRPr lang="en-US" sz="1800" dirty="0">
              <a:solidFill>
                <a:schemeClr val="tx1"/>
              </a:solidFill>
            </a:endParaRPr>
          </a:p>
          <a:p>
            <a:r>
              <a:rPr lang="en-US" sz="1800" dirty="0">
                <a:solidFill>
                  <a:schemeClr val="tx1"/>
                </a:solidFill>
              </a:rPr>
              <a:t>Identify files that are ‘safe’ to print to the screen:</a:t>
            </a:r>
          </a:p>
          <a:p>
            <a:pPr lvl="1"/>
            <a:endParaRPr lang="en-US" sz="1800" dirty="0"/>
          </a:p>
        </p:txBody>
      </p:sp>
      <p:sp>
        <p:nvSpPr>
          <p:cNvPr id="2" name="Slide Number Placeholder 2">
            <a:extLst>
              <a:ext uri="{FF2B5EF4-FFF2-40B4-BE49-F238E27FC236}">
                <a16:creationId xmlns:a16="http://schemas.microsoft.com/office/drawing/2014/main" id="{5190A1F9-020B-758C-E54B-C7552DD830EC}"/>
              </a:ext>
            </a:extLst>
          </p:cNvPr>
          <p:cNvSpPr>
            <a:spLocks noGrp="1"/>
          </p:cNvSpPr>
          <p:nvPr>
            <p:ph type="sldNum" sz="quarter" idx="12"/>
          </p:nvPr>
        </p:nvSpPr>
        <p:spPr/>
        <p:txBody>
          <a:bodyPr/>
          <a:lstStyle/>
          <a:p>
            <a:fld id="{F3469444-D02B-D446-9CF8-19DEDDE073D1}" type="slidenum">
              <a:rPr lang="en-US" smtClean="0"/>
              <a:pPr/>
              <a:t>15</a:t>
            </a:fld>
            <a:endParaRPr lang="en-US" dirty="0"/>
          </a:p>
        </p:txBody>
      </p:sp>
      <p:sp>
        <p:nvSpPr>
          <p:cNvPr id="1016836" name="Rectangle 4"/>
          <p:cNvSpPr>
            <a:spLocks noChangeArrowheads="1"/>
          </p:cNvSpPr>
          <p:nvPr/>
        </p:nvSpPr>
        <p:spPr bwMode="auto">
          <a:xfrm>
            <a:off x="537581" y="2079174"/>
            <a:ext cx="10463161" cy="178911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file *	</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batch.msg:	ASCII text</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ed.GK76gj:	ASCII text, with no line terminators</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log:		data</a:t>
            </a:r>
          </a:p>
          <a:p>
            <a:pPr marL="322263" indent="-322263" defTabSz="715963">
              <a:spcBef>
                <a:spcPct val="0"/>
              </a:spcBef>
              <a:defRPr/>
            </a:pP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lost+found</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directory</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su:		</a:t>
            </a: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setuid</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ELF 32-bit LSB executable ...</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tel.co:	shell script text executable</a:t>
            </a:r>
          </a:p>
        </p:txBody>
      </p:sp>
      <p:sp>
        <p:nvSpPr>
          <p:cNvPr id="18437" name="Text Box 5"/>
          <p:cNvSpPr txBox="1">
            <a:spLocks noChangeArrowheads="1"/>
          </p:cNvSpPr>
          <p:nvPr/>
        </p:nvSpPr>
        <p:spPr bwMode="auto">
          <a:xfrm>
            <a:off x="523821" y="3877811"/>
            <a:ext cx="11138481" cy="523220"/>
          </a:xfrm>
          <a:prstGeom prst="rect">
            <a:avLst/>
          </a:prstGeom>
          <a:noFill/>
          <a:ln w="19050">
            <a:noFill/>
            <a:miter lim="800000"/>
            <a:headEnd/>
            <a:tailEnd/>
          </a:ln>
        </p:spPr>
        <p:txBody>
          <a:bodyPr wrap="square">
            <a:spAutoFit/>
          </a:bodyPr>
          <a:lstStyle/>
          <a:p>
            <a:pPr defTabSz="739775"/>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file</a:t>
            </a:r>
            <a:r>
              <a:rPr lang="en-GB" sz="1400" dirty="0">
                <a:solidFill>
                  <a:srgbClr val="134183"/>
                </a:solidFill>
                <a:latin typeface="Figtree" pitchFamily="2" charset="0"/>
              </a:rPr>
              <a:t> attempts to guess the data type with the use of the so-called magic-number associated with each data type, and located in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/etc/magic</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on SVR4 and in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/usr/share/magic</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on Linux.</a:t>
            </a:r>
            <a:endParaRPr lang="en-GB" sz="1400" dirty="0">
              <a:solidFill>
                <a:srgbClr val="134183"/>
              </a:solidFill>
            </a:endParaRPr>
          </a:p>
        </p:txBody>
      </p:sp>
      <p:sp>
        <p:nvSpPr>
          <p:cNvPr id="1016838" name="Rectangle 6"/>
          <p:cNvSpPr>
            <a:spLocks noChangeArrowheads="1"/>
          </p:cNvSpPr>
          <p:nvPr/>
        </p:nvSpPr>
        <p:spPr bwMode="auto">
          <a:xfrm>
            <a:off x="548165" y="4878206"/>
            <a:ext cx="10452577" cy="1055687"/>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file * | grep text	</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batch.msg:	ASCII text</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ed.GK76gj:	ASCII text, with no line terminators</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a:t>
            </a:r>
          </a:p>
        </p:txBody>
      </p:sp>
      <p:sp>
        <p:nvSpPr>
          <p:cNvPr id="18439" name="Text Box 7"/>
          <p:cNvSpPr txBox="1">
            <a:spLocks noChangeArrowheads="1"/>
          </p:cNvSpPr>
          <p:nvPr/>
        </p:nvSpPr>
        <p:spPr bwMode="auto">
          <a:xfrm>
            <a:off x="523821" y="5937459"/>
            <a:ext cx="10068985" cy="307777"/>
          </a:xfrm>
          <a:prstGeom prst="rect">
            <a:avLst/>
          </a:prstGeom>
          <a:noFill/>
          <a:ln w="19050">
            <a:noFill/>
            <a:miter lim="800000"/>
            <a:headEnd/>
            <a:tailEnd/>
          </a:ln>
        </p:spPr>
        <p:txBody>
          <a:bodyPr>
            <a:spAutoFit/>
          </a:bodyPr>
          <a:lstStyle/>
          <a:p>
            <a:pPr defTabSz="739775"/>
            <a:r>
              <a:rPr lang="en-GB" sz="1400" dirty="0">
                <a:solidFill>
                  <a:srgbClr val="134183"/>
                </a:solidFill>
                <a:latin typeface="Figtree" pitchFamily="2" charset="0"/>
              </a:rPr>
              <a:t>Files marked as ‘text’ are OK for displaying on the terminal.</a:t>
            </a:r>
            <a:endParaRPr lang="en-GB" sz="1400" dirty="0">
              <a:solidFill>
                <a:srgbClr val="134183"/>
              </a:solidFill>
            </a:endParaRPr>
          </a:p>
        </p:txBody>
      </p:sp>
    </p:spTree>
    <p:extLst>
      <p:ext uri="{BB962C8B-B14F-4D97-AF65-F5344CB8AC3E}">
        <p14:creationId xmlns:p14="http://schemas.microsoft.com/office/powerpoint/2010/main" val="117040229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766235" y="3529534"/>
            <a:ext cx="10564284" cy="957262"/>
          </a:xfrm>
          <a:prstGeom prst="rect">
            <a:avLst/>
          </a:prstGeom>
          <a:noFill/>
          <a:ln w="12700">
            <a:noFill/>
            <a:miter lim="800000"/>
            <a:headEnd/>
            <a:tailEnd/>
          </a:ln>
        </p:spPr>
        <p:txBody>
          <a:bodyPr lIns="79383" tIns="42867" rIns="79383" bIns="42867"/>
          <a:lstStyle/>
          <a:p>
            <a:pPr marL="239713" indent="-239713" defTabSz="638175">
              <a:lnSpc>
                <a:spcPct val="120000"/>
              </a:lnSpc>
              <a:spcBef>
                <a:spcPct val="60000"/>
              </a:spcBef>
              <a:buClr>
                <a:schemeClr val="bg2"/>
              </a:buClr>
              <a:tabLst>
                <a:tab pos="1933575" algn="l"/>
              </a:tabLst>
            </a:pPr>
            <a:endParaRPr lang="en-US" sz="2500" i="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p:txBody>
      </p:sp>
      <p:sp>
        <p:nvSpPr>
          <p:cNvPr id="3" name="Title 2">
            <a:extLst>
              <a:ext uri="{FF2B5EF4-FFF2-40B4-BE49-F238E27FC236}">
                <a16:creationId xmlns:a16="http://schemas.microsoft.com/office/drawing/2014/main" id="{4AB9CF54-C854-BF27-F761-1C7918FE5524}"/>
              </a:ext>
            </a:extLst>
          </p:cNvPr>
          <p:cNvSpPr>
            <a:spLocks noGrp="1"/>
          </p:cNvSpPr>
          <p:nvPr>
            <p:ph type="ctrTitle"/>
          </p:nvPr>
        </p:nvSpPr>
        <p:spPr/>
        <p:txBody>
          <a:bodyPr/>
          <a:lstStyle/>
          <a:p>
            <a:r>
              <a:rPr lang="en-GB" dirty="0">
                <a:solidFill>
                  <a:srgbClr val="FF0000"/>
                </a:solidFill>
              </a:rPr>
              <a:t>find</a:t>
            </a:r>
            <a:r>
              <a:rPr lang="en-GB" dirty="0"/>
              <a:t>: Find files in live filesystem</a:t>
            </a:r>
          </a:p>
        </p:txBody>
      </p:sp>
      <p:sp>
        <p:nvSpPr>
          <p:cNvPr id="19460" name="Rectangle 4"/>
          <p:cNvSpPr>
            <a:spLocks noGrp="1" noChangeArrowheads="1"/>
          </p:cNvSpPr>
          <p:nvPr>
            <p:ph sz="quarter" idx="4"/>
          </p:nvPr>
        </p:nvSpPr>
        <p:spPr/>
        <p:txBody>
          <a:bodyPr>
            <a:normAutofit/>
          </a:bodyPr>
          <a:lstStyle/>
          <a:p>
            <a:r>
              <a:rPr lang="en-US" sz="1800" dirty="0">
                <a:solidFill>
                  <a:schemeClr val="tx1"/>
                </a:solidFill>
              </a:rPr>
              <a:t>Locate a particular file in the hierarchy of directories:</a:t>
            </a:r>
          </a:p>
          <a:p>
            <a:endParaRPr lang="en-US" sz="1800" dirty="0">
              <a:solidFill>
                <a:schemeClr val="tx1"/>
              </a:solidFill>
            </a:endParaRPr>
          </a:p>
          <a:p>
            <a:pPr lvl="1"/>
            <a:endParaRPr lang="en-US" sz="1800" dirty="0"/>
          </a:p>
          <a:p>
            <a:pPr lvl="1"/>
            <a:endParaRPr lang="en-US" sz="1800" dirty="0"/>
          </a:p>
          <a:p>
            <a:r>
              <a:rPr lang="en-US" sz="1800" dirty="0">
                <a:solidFill>
                  <a:schemeClr val="tx1"/>
                </a:solidFill>
              </a:rPr>
              <a:t>Unconditionally apply a command to all files that meet given set of conditions:</a:t>
            </a:r>
          </a:p>
          <a:p>
            <a:pPr lvl="1"/>
            <a:endParaRPr lang="en-US" sz="1800" dirty="0"/>
          </a:p>
          <a:p>
            <a:pPr lvl="1">
              <a:buNone/>
            </a:pPr>
            <a:endParaRPr lang="en-US" sz="1800" dirty="0"/>
          </a:p>
          <a:p>
            <a:endParaRPr lang="en-US" sz="1800" dirty="0">
              <a:solidFill>
                <a:schemeClr val="tx1"/>
              </a:solidFill>
            </a:endParaRPr>
          </a:p>
          <a:p>
            <a:r>
              <a:rPr lang="en-US" sz="1800" dirty="0">
                <a:solidFill>
                  <a:schemeClr val="tx1"/>
                </a:solidFill>
              </a:rPr>
              <a:t>Apply, with confirmation, a command to all files that meet given set of conditions:</a:t>
            </a:r>
          </a:p>
        </p:txBody>
      </p:sp>
      <p:sp>
        <p:nvSpPr>
          <p:cNvPr id="2" name="Slide Number Placeholder 2">
            <a:extLst>
              <a:ext uri="{FF2B5EF4-FFF2-40B4-BE49-F238E27FC236}">
                <a16:creationId xmlns:a16="http://schemas.microsoft.com/office/drawing/2014/main" id="{1AA5BFA7-BFA3-050C-235D-32B32E17ABA5}"/>
              </a:ext>
            </a:extLst>
          </p:cNvPr>
          <p:cNvSpPr>
            <a:spLocks noGrp="1"/>
          </p:cNvSpPr>
          <p:nvPr>
            <p:ph type="sldNum" sz="quarter" idx="12"/>
          </p:nvPr>
        </p:nvSpPr>
        <p:spPr/>
        <p:txBody>
          <a:bodyPr/>
          <a:lstStyle/>
          <a:p>
            <a:fld id="{F3469444-D02B-D446-9CF8-19DEDDE073D1}" type="slidenum">
              <a:rPr lang="en-US" smtClean="0"/>
              <a:pPr/>
              <a:t>16</a:t>
            </a:fld>
            <a:endParaRPr lang="en-US" dirty="0"/>
          </a:p>
        </p:txBody>
      </p:sp>
      <p:sp>
        <p:nvSpPr>
          <p:cNvPr id="1018885" name="Rectangle 5"/>
          <p:cNvSpPr>
            <a:spLocks noChangeArrowheads="1"/>
          </p:cNvSpPr>
          <p:nvPr/>
        </p:nvSpPr>
        <p:spPr bwMode="auto">
          <a:xfrm>
            <a:off x="567269" y="2129887"/>
            <a:ext cx="10456333" cy="743151"/>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find ./reports -name june1998 -print </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./reports/acc/june1998</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./reports/sales/june1998</a:t>
            </a:r>
          </a:p>
        </p:txBody>
      </p:sp>
      <p:sp>
        <p:nvSpPr>
          <p:cNvPr id="1018886" name="Rectangle 6"/>
          <p:cNvSpPr>
            <a:spLocks noChangeArrowheads="1"/>
          </p:cNvSpPr>
          <p:nvPr/>
        </p:nvSpPr>
        <p:spPr bwMode="auto">
          <a:xfrm>
            <a:off x="567269" y="4840572"/>
            <a:ext cx="10500783" cy="56673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find .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atime</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+30 -o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mtime</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+60 -ok rm {} \;</a:t>
            </a:r>
          </a:p>
          <a:p>
            <a:pPr marL="322263" indent="-322263" defTabSz="715963">
              <a:spcBef>
                <a:spcPct val="0"/>
              </a:spcBef>
              <a:defRPr/>
            </a:pPr>
            <a:r>
              <a:rPr lang="en-US" sz="1600" dirty="0">
                <a:solidFill>
                  <a:srgbClr val="FFFF00"/>
                </a:solidFill>
                <a:latin typeface="Hack" panose="020B0609030202020204" pitchFamily="49" charset="0"/>
                <a:ea typeface="Hack" panose="020B0609030202020204" pitchFamily="49" charset="0"/>
                <a:cs typeface="Hack" panose="020B0609030202020204" pitchFamily="49" charset="0"/>
              </a:rPr>
              <a:t>&lt;rm ./home/bin/</a:t>
            </a:r>
            <a:r>
              <a:rPr lang="en-US" sz="1600" dirty="0" err="1">
                <a:solidFill>
                  <a:srgbClr val="FFFF00"/>
                </a:solidFill>
                <a:latin typeface="Hack" panose="020B0609030202020204" pitchFamily="49" charset="0"/>
                <a:ea typeface="Hack" panose="020B0609030202020204" pitchFamily="49" charset="0"/>
                <a:cs typeface="Hack" panose="020B0609030202020204" pitchFamily="49" charset="0"/>
              </a:rPr>
              <a:t>prog.c</a:t>
            </a:r>
            <a:r>
              <a:rPr lang="en-US" sz="1600" dirty="0">
                <a:solidFill>
                  <a:srgbClr val="FFFF00"/>
                </a:solidFill>
                <a:latin typeface="Hack" panose="020B0609030202020204" pitchFamily="49" charset="0"/>
                <a:ea typeface="Hack" panose="020B0609030202020204" pitchFamily="49" charset="0"/>
                <a:cs typeface="Hack" panose="020B0609030202020204" pitchFamily="49" charset="0"/>
              </a:rPr>
              <a:t>&gt; ?</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n</a:t>
            </a:r>
          </a:p>
        </p:txBody>
      </p:sp>
      <p:sp>
        <p:nvSpPr>
          <p:cNvPr id="1018887" name="Rectangle 7"/>
          <p:cNvSpPr>
            <a:spLocks noChangeArrowheads="1"/>
          </p:cNvSpPr>
          <p:nvPr/>
        </p:nvSpPr>
        <p:spPr bwMode="auto">
          <a:xfrm>
            <a:off x="560389" y="3487559"/>
            <a:ext cx="10470091" cy="36772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find . -name "*log" -size 20k ! -user x -exec rm {} \;</a:t>
            </a:r>
          </a:p>
        </p:txBody>
      </p:sp>
      <p:sp>
        <p:nvSpPr>
          <p:cNvPr id="19464" name="Text Box 8"/>
          <p:cNvSpPr txBox="1">
            <a:spLocks noChangeArrowheads="1"/>
          </p:cNvSpPr>
          <p:nvPr/>
        </p:nvSpPr>
        <p:spPr bwMode="auto">
          <a:xfrm>
            <a:off x="514350" y="2847828"/>
            <a:ext cx="8890001" cy="307777"/>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Search hierarchy below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./reports</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for all files with the name june1998.</a:t>
            </a:r>
            <a:endParaRPr lang="en-GB" sz="1400" dirty="0">
              <a:solidFill>
                <a:srgbClr val="134183"/>
              </a:solidFill>
            </a:endParaRPr>
          </a:p>
        </p:txBody>
      </p:sp>
      <p:sp>
        <p:nvSpPr>
          <p:cNvPr id="19465" name="Text Box 9"/>
          <p:cNvSpPr txBox="1">
            <a:spLocks noChangeArrowheads="1"/>
          </p:cNvSpPr>
          <p:nvPr/>
        </p:nvSpPr>
        <p:spPr bwMode="auto">
          <a:xfrm>
            <a:off x="528111" y="3915555"/>
            <a:ext cx="10509249" cy="523220"/>
          </a:xfrm>
          <a:prstGeom prst="rect">
            <a:avLst/>
          </a:prstGeom>
          <a:noFill/>
          <a:ln w="19050">
            <a:noFill/>
            <a:miter lim="800000"/>
            <a:headEnd/>
            <a:tailEnd/>
          </a:ln>
        </p:spPr>
        <p:txBody>
          <a:bodyPr>
            <a:spAutoFit/>
          </a:bodyPr>
          <a:lstStyle/>
          <a:p>
            <a:pPr defTabSz="739775"/>
            <a:r>
              <a:rPr lang="en-GB" sz="1400" dirty="0">
                <a:solidFill>
                  <a:srgbClr val="134183"/>
                </a:solidFill>
                <a:latin typeface="Figtree" pitchFamily="2" charset="0"/>
              </a:rPr>
              <a:t>All files below the current directory (whose name end with </a:t>
            </a:r>
            <a:r>
              <a:rPr lang="en-GB" sz="1400" b="1" dirty="0">
                <a:solidFill>
                  <a:srgbClr val="134183"/>
                </a:solidFill>
                <a:latin typeface="Figtree" pitchFamily="2" charset="0"/>
              </a:rPr>
              <a:t>log</a:t>
            </a:r>
            <a:r>
              <a:rPr lang="en-GB" sz="1400" dirty="0">
                <a:solidFill>
                  <a:srgbClr val="134183"/>
                </a:solidFill>
                <a:latin typeface="Figtree" pitchFamily="2" charset="0"/>
              </a:rPr>
              <a:t> and are larger than </a:t>
            </a:r>
            <a:r>
              <a:rPr lang="en-GB" sz="1400" b="1" dirty="0">
                <a:solidFill>
                  <a:srgbClr val="134183"/>
                </a:solidFill>
                <a:latin typeface="Figtree" pitchFamily="2" charset="0"/>
              </a:rPr>
              <a:t>20 Kb</a:t>
            </a:r>
            <a:r>
              <a:rPr lang="en-GB" sz="1400" dirty="0">
                <a:solidFill>
                  <a:srgbClr val="134183"/>
                </a:solidFill>
                <a:latin typeface="Figtree" pitchFamily="2" charset="0"/>
              </a:rPr>
              <a:t> and do not belong to user </a:t>
            </a:r>
            <a:r>
              <a:rPr lang="en-GB" sz="1400" b="1" dirty="0">
                <a:solidFill>
                  <a:srgbClr val="134183"/>
                </a:solidFill>
                <a:latin typeface="Figtree" pitchFamily="2" charset="0"/>
              </a:rPr>
              <a:t>x</a:t>
            </a:r>
            <a:r>
              <a:rPr lang="en-GB" sz="1400" dirty="0">
                <a:solidFill>
                  <a:srgbClr val="134183"/>
                </a:solidFill>
                <a:latin typeface="Figtree" pitchFamily="2" charset="0"/>
              </a:rPr>
              <a:t>) will be unconditionally removed.</a:t>
            </a:r>
            <a:endParaRPr lang="en-GB" sz="1400" b="1" dirty="0">
              <a:solidFill>
                <a:srgbClr val="134183"/>
              </a:solidFill>
            </a:endParaRPr>
          </a:p>
        </p:txBody>
      </p:sp>
      <p:sp>
        <p:nvSpPr>
          <p:cNvPr id="19466" name="Text Box 10"/>
          <p:cNvSpPr txBox="1">
            <a:spLocks noChangeArrowheads="1"/>
          </p:cNvSpPr>
          <p:nvPr/>
        </p:nvSpPr>
        <p:spPr bwMode="auto">
          <a:xfrm>
            <a:off x="584202" y="5567661"/>
            <a:ext cx="10483850" cy="523220"/>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Selectively remove all files below the current directory, which have been accessed more than 30 days ago or modified more than 60 days ago.</a:t>
            </a:r>
          </a:p>
        </p:txBody>
      </p:sp>
    </p:spTree>
    <p:extLst>
      <p:ext uri="{BB962C8B-B14F-4D97-AF65-F5344CB8AC3E}">
        <p14:creationId xmlns:p14="http://schemas.microsoft.com/office/powerpoint/2010/main" val="240191557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B4CD44-758B-B8CE-ED2D-1A9CD636BA56}"/>
              </a:ext>
            </a:extLst>
          </p:cNvPr>
          <p:cNvSpPr>
            <a:spLocks noGrp="1"/>
          </p:cNvSpPr>
          <p:nvPr>
            <p:ph type="ctrTitle"/>
          </p:nvPr>
        </p:nvSpPr>
        <p:spPr/>
        <p:txBody>
          <a:bodyPr/>
          <a:lstStyle/>
          <a:p>
            <a:r>
              <a:rPr lang="en-GB" dirty="0">
                <a:solidFill>
                  <a:srgbClr val="FF0000"/>
                </a:solidFill>
              </a:rPr>
              <a:t>fold</a:t>
            </a:r>
            <a:r>
              <a:rPr lang="en-GB" dirty="0"/>
              <a:t>: Split into records</a:t>
            </a:r>
          </a:p>
        </p:txBody>
      </p:sp>
      <p:sp>
        <p:nvSpPr>
          <p:cNvPr id="20483" name="Rectangle 3"/>
          <p:cNvSpPr>
            <a:spLocks noGrp="1" noChangeArrowheads="1"/>
          </p:cNvSpPr>
          <p:nvPr>
            <p:ph sz="quarter" idx="4"/>
          </p:nvPr>
        </p:nvSpPr>
        <p:spPr/>
        <p:txBody>
          <a:bodyPr/>
          <a:lstStyle/>
          <a:p>
            <a:r>
              <a:rPr lang="en-US" sz="1800" dirty="0">
                <a:solidFill>
                  <a:schemeClr val="tx1"/>
                </a:solidFill>
              </a:rPr>
              <a:t>Separate records according to requested width:</a:t>
            </a:r>
          </a:p>
          <a:p>
            <a:pPr lvl="1"/>
            <a:endParaRPr lang="en-US" dirty="0"/>
          </a:p>
        </p:txBody>
      </p:sp>
      <p:sp>
        <p:nvSpPr>
          <p:cNvPr id="2" name="Slide Number Placeholder 2">
            <a:extLst>
              <a:ext uri="{FF2B5EF4-FFF2-40B4-BE49-F238E27FC236}">
                <a16:creationId xmlns:a16="http://schemas.microsoft.com/office/drawing/2014/main" id="{C4D82393-6EBB-7653-14A3-070041958775}"/>
              </a:ext>
            </a:extLst>
          </p:cNvPr>
          <p:cNvSpPr>
            <a:spLocks noGrp="1"/>
          </p:cNvSpPr>
          <p:nvPr>
            <p:ph type="sldNum" sz="quarter" idx="12"/>
          </p:nvPr>
        </p:nvSpPr>
        <p:spPr/>
        <p:txBody>
          <a:bodyPr/>
          <a:lstStyle/>
          <a:p>
            <a:fld id="{F3469444-D02B-D446-9CF8-19DEDDE073D1}" type="slidenum">
              <a:rPr lang="en-US" smtClean="0"/>
              <a:pPr/>
              <a:t>17</a:t>
            </a:fld>
            <a:endParaRPr lang="en-US" dirty="0"/>
          </a:p>
        </p:txBody>
      </p:sp>
      <p:sp>
        <p:nvSpPr>
          <p:cNvPr id="1020932" name="Rectangle 4"/>
          <p:cNvSpPr>
            <a:spLocks noChangeArrowheads="1"/>
          </p:cNvSpPr>
          <p:nvPr/>
        </p:nvSpPr>
        <p:spPr bwMode="auto">
          <a:xfrm>
            <a:off x="826611" y="2511433"/>
            <a:ext cx="5411154" cy="266810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fold –w 13 phones	</a:t>
            </a:r>
          </a:p>
          <a:p>
            <a:pPr marL="322263" indent="-322263" defTabSz="715963">
              <a:lnSpc>
                <a:spcPct val="133000"/>
              </a:lnSpc>
              <a:spcBef>
                <a:spcPct val="0"/>
              </a:spcBef>
              <a:defRPr/>
            </a:pP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Cirencester</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a:t>
            </a:r>
          </a:p>
          <a:p>
            <a:pPr marL="322263" indent="-322263" defTabSz="715963">
              <a:lnSpc>
                <a:spcPct val="133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01285 655888</a:t>
            </a:r>
          </a:p>
          <a:p>
            <a:pPr marL="322263" indent="-322263" defTabSz="715963">
              <a:lnSpc>
                <a:spcPct val="133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Holborn      </a:t>
            </a:r>
          </a:p>
          <a:p>
            <a:pPr marL="322263" indent="-322263" defTabSz="715963">
              <a:lnSpc>
                <a:spcPct val="133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0207 7137639</a:t>
            </a:r>
          </a:p>
          <a:p>
            <a:pPr marL="322263" indent="-322263" defTabSz="715963">
              <a:lnSpc>
                <a:spcPct val="133000"/>
              </a:lnSpc>
              <a:spcBef>
                <a:spcPct val="0"/>
              </a:spcBef>
              <a:defRPr/>
            </a:pP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Sywell</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a:t>
            </a:r>
          </a:p>
          <a:p>
            <a:pPr marL="322263" indent="-322263" defTabSz="715963">
              <a:lnSpc>
                <a:spcPct val="133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01606 644678 </a:t>
            </a:r>
          </a:p>
          <a:p>
            <a:pPr marL="322263" indent="-322263" defTabSz="715963">
              <a:lnSpc>
                <a:spcPct val="133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Warsaw       </a:t>
            </a:r>
          </a:p>
          <a:p>
            <a:pPr marL="322263" indent="-322263" defTabSz="715963">
              <a:lnSpc>
                <a:spcPct val="133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00482 2669445</a:t>
            </a:r>
          </a:p>
        </p:txBody>
      </p:sp>
      <p:sp>
        <p:nvSpPr>
          <p:cNvPr id="20485" name="Text Box 5"/>
          <p:cNvSpPr txBox="1">
            <a:spLocks noChangeArrowheads="1"/>
          </p:cNvSpPr>
          <p:nvPr/>
        </p:nvSpPr>
        <p:spPr bwMode="auto">
          <a:xfrm>
            <a:off x="755755" y="5362223"/>
            <a:ext cx="10678901" cy="523220"/>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Useful when you need to fit a file into a pre-existing structure, whether a database, or a label to be printed. Also useful for the purpose of extracting a column from a record, like in the above example, where we have separated the string and number fields.</a:t>
            </a:r>
            <a:endParaRPr lang="en-GB" sz="1400" dirty="0">
              <a:solidFill>
                <a:srgbClr val="134183"/>
              </a:solidFill>
            </a:endParaRPr>
          </a:p>
        </p:txBody>
      </p:sp>
      <p:sp>
        <p:nvSpPr>
          <p:cNvPr id="1020934" name="Rectangle 6"/>
          <p:cNvSpPr>
            <a:spLocks noChangeArrowheads="1"/>
          </p:cNvSpPr>
          <p:nvPr/>
        </p:nvSpPr>
        <p:spPr bwMode="auto">
          <a:xfrm>
            <a:off x="6341745" y="3360432"/>
            <a:ext cx="4943475" cy="1349375"/>
          </a:xfrm>
          <a:prstGeom prst="rect">
            <a:avLst/>
          </a:prstGeom>
          <a:solidFill>
            <a:srgbClr val="03EAB3"/>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600" dirty="0" err="1">
                <a:latin typeface="Hack" panose="020B0609030202020204" pitchFamily="49" charset="0"/>
                <a:ea typeface="Hack" panose="020B0609030202020204" pitchFamily="49" charset="0"/>
                <a:cs typeface="Hack" panose="020B0609030202020204" pitchFamily="49" charset="0"/>
              </a:rPr>
              <a:t>Cirencester</a:t>
            </a:r>
            <a:r>
              <a:rPr lang="en-US" sz="1600" dirty="0">
                <a:latin typeface="Hack" panose="020B0609030202020204" pitchFamily="49" charset="0"/>
                <a:ea typeface="Hack" panose="020B0609030202020204" pitchFamily="49" charset="0"/>
                <a:cs typeface="Hack" panose="020B0609030202020204" pitchFamily="49" charset="0"/>
              </a:rPr>
              <a:t>  01285 655888</a:t>
            </a:r>
          </a:p>
          <a:p>
            <a:pPr marL="322263" indent="-322263" defTabSz="715963">
              <a:lnSpc>
                <a:spcPct val="133000"/>
              </a:lnSpc>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Holborn      020 7137639</a:t>
            </a:r>
          </a:p>
          <a:p>
            <a:pPr marL="322263" indent="-322263" defTabSz="715963">
              <a:lnSpc>
                <a:spcPct val="133000"/>
              </a:lnSpc>
              <a:spcBef>
                <a:spcPct val="0"/>
              </a:spcBef>
              <a:defRPr/>
            </a:pPr>
            <a:r>
              <a:rPr lang="en-US" sz="1600" dirty="0" err="1">
                <a:latin typeface="Hack" panose="020B0609030202020204" pitchFamily="49" charset="0"/>
                <a:ea typeface="Hack" panose="020B0609030202020204" pitchFamily="49" charset="0"/>
                <a:cs typeface="Hack" panose="020B0609030202020204" pitchFamily="49" charset="0"/>
              </a:rPr>
              <a:t>Sywell</a:t>
            </a:r>
            <a:r>
              <a:rPr lang="en-US" sz="1600" dirty="0">
                <a:latin typeface="Hack" panose="020B0609030202020204" pitchFamily="49" charset="0"/>
                <a:ea typeface="Hack" panose="020B0609030202020204" pitchFamily="49" charset="0"/>
                <a:cs typeface="Hack" panose="020B0609030202020204" pitchFamily="49" charset="0"/>
              </a:rPr>
              <a:t>       01606 644678</a:t>
            </a:r>
          </a:p>
          <a:p>
            <a:pPr marL="322263" indent="-322263" defTabSz="715963">
              <a:lnSpc>
                <a:spcPct val="133000"/>
              </a:lnSpc>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Warsaw       00482 2669445</a:t>
            </a:r>
          </a:p>
        </p:txBody>
      </p:sp>
      <p:sp>
        <p:nvSpPr>
          <p:cNvPr id="1020935" name="Rectangle 7"/>
          <p:cNvSpPr>
            <a:spLocks noChangeArrowheads="1"/>
          </p:cNvSpPr>
          <p:nvPr/>
        </p:nvSpPr>
        <p:spPr bwMode="auto">
          <a:xfrm>
            <a:off x="10079353" y="3148718"/>
            <a:ext cx="1263649" cy="342465"/>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600" i="1" dirty="0">
                <a:latin typeface="Hack" panose="020B0609030202020204" pitchFamily="49" charset="0"/>
                <a:ea typeface="Hack" panose="020B0609030202020204" pitchFamily="49" charset="0"/>
                <a:cs typeface="Hack" panose="020B0609030202020204" pitchFamily="49" charset="0"/>
              </a:rPr>
              <a:t>phones</a:t>
            </a:r>
            <a:r>
              <a:rPr lang="en-US" sz="1600" i="1" dirty="0">
                <a:latin typeface="Courier New" pitchFamily="49" charset="0"/>
              </a:rPr>
              <a:t>  </a:t>
            </a:r>
          </a:p>
        </p:txBody>
      </p:sp>
    </p:spTree>
    <p:extLst>
      <p:ext uri="{BB962C8B-B14F-4D97-AF65-F5344CB8AC3E}">
        <p14:creationId xmlns:p14="http://schemas.microsoft.com/office/powerpoint/2010/main" val="115816261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68AA24-99B8-6AC5-D83B-5DBF0CC73B55}"/>
              </a:ext>
            </a:extLst>
          </p:cNvPr>
          <p:cNvSpPr>
            <a:spLocks noGrp="1"/>
          </p:cNvSpPr>
          <p:nvPr>
            <p:ph type="ctrTitle"/>
          </p:nvPr>
        </p:nvSpPr>
        <p:spPr/>
        <p:txBody>
          <a:bodyPr/>
          <a:lstStyle/>
          <a:p>
            <a:r>
              <a:rPr lang="en-GB" dirty="0">
                <a:solidFill>
                  <a:srgbClr val="FF0000"/>
                </a:solidFill>
              </a:rPr>
              <a:t>grep</a:t>
            </a:r>
            <a:r>
              <a:rPr lang="en-GB" dirty="0"/>
              <a:t>: Find patterns</a:t>
            </a:r>
          </a:p>
        </p:txBody>
      </p:sp>
      <p:sp>
        <p:nvSpPr>
          <p:cNvPr id="21507" name="Rectangle 3"/>
          <p:cNvSpPr>
            <a:spLocks noGrp="1" noChangeArrowheads="1"/>
          </p:cNvSpPr>
          <p:nvPr>
            <p:ph sz="quarter" idx="4"/>
          </p:nvPr>
        </p:nvSpPr>
        <p:spPr/>
        <p:txBody>
          <a:bodyPr>
            <a:normAutofit/>
          </a:bodyPr>
          <a:lstStyle/>
          <a:p>
            <a:r>
              <a:rPr lang="en-US" sz="1800" dirty="0">
                <a:solidFill>
                  <a:schemeClr val="tx1"/>
                </a:solidFill>
              </a:rPr>
              <a:t>Display lines with a particular string:</a:t>
            </a: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r>
              <a:rPr lang="en-US" sz="1800" dirty="0">
                <a:solidFill>
                  <a:schemeClr val="tx1"/>
                </a:solidFill>
              </a:rPr>
              <a:t>Display lines with the given regular expression:</a:t>
            </a:r>
          </a:p>
          <a:p>
            <a:pPr lvl="1"/>
            <a:endParaRPr lang="en-US" sz="1800" dirty="0"/>
          </a:p>
          <a:p>
            <a:pPr lvl="1"/>
            <a:endParaRPr lang="en-US" sz="1800" dirty="0"/>
          </a:p>
          <a:p>
            <a:pPr lvl="1"/>
            <a:endParaRPr lang="en-US" sz="1800" dirty="0"/>
          </a:p>
          <a:p>
            <a:pPr lvl="1"/>
            <a:endParaRPr lang="en-US" sz="1800" dirty="0"/>
          </a:p>
          <a:p>
            <a:r>
              <a:rPr lang="en-US" sz="1800" dirty="0">
                <a:solidFill>
                  <a:schemeClr val="tx1"/>
                </a:solidFill>
              </a:rPr>
              <a:t>Use grep in a pipe: show all bash processes</a:t>
            </a:r>
          </a:p>
          <a:p>
            <a:pPr lvl="1"/>
            <a:endParaRPr lang="en-US" sz="1800" dirty="0"/>
          </a:p>
          <a:p>
            <a:endParaRPr lang="en-US" sz="1800" dirty="0">
              <a:solidFill>
                <a:schemeClr val="tx1"/>
              </a:solidFill>
            </a:endParaRPr>
          </a:p>
        </p:txBody>
      </p:sp>
      <p:sp>
        <p:nvSpPr>
          <p:cNvPr id="2" name="Slide Number Placeholder 2">
            <a:extLst>
              <a:ext uri="{FF2B5EF4-FFF2-40B4-BE49-F238E27FC236}">
                <a16:creationId xmlns:a16="http://schemas.microsoft.com/office/drawing/2014/main" id="{9C70C672-19E2-6DF3-E91D-439F9FF06783}"/>
              </a:ext>
            </a:extLst>
          </p:cNvPr>
          <p:cNvSpPr>
            <a:spLocks noGrp="1"/>
          </p:cNvSpPr>
          <p:nvPr>
            <p:ph type="sldNum" sz="quarter" idx="12"/>
          </p:nvPr>
        </p:nvSpPr>
        <p:spPr/>
        <p:txBody>
          <a:bodyPr/>
          <a:lstStyle/>
          <a:p>
            <a:fld id="{F3469444-D02B-D446-9CF8-19DEDDE073D1}" type="slidenum">
              <a:rPr lang="en-US" smtClean="0"/>
              <a:pPr/>
              <a:t>18</a:t>
            </a:fld>
            <a:endParaRPr lang="en-US" dirty="0"/>
          </a:p>
        </p:txBody>
      </p:sp>
      <p:sp>
        <p:nvSpPr>
          <p:cNvPr id="1022980" name="Rectangle 4"/>
          <p:cNvSpPr>
            <a:spLocks noChangeArrowheads="1"/>
          </p:cNvSpPr>
          <p:nvPr/>
        </p:nvSpPr>
        <p:spPr bwMode="auto">
          <a:xfrm>
            <a:off x="508767" y="2121584"/>
            <a:ext cx="10475382" cy="56673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grep overdue ./customer/invoices</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Analysis Computer Engineering: ACE </a:t>
            </a: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sp</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overdue: ...</a:t>
            </a:r>
          </a:p>
        </p:txBody>
      </p:sp>
      <p:sp>
        <p:nvSpPr>
          <p:cNvPr id="1022981" name="Rectangle 5"/>
          <p:cNvSpPr>
            <a:spLocks noChangeArrowheads="1"/>
          </p:cNvSpPr>
          <p:nvPr/>
        </p:nvSpPr>
        <p:spPr bwMode="auto">
          <a:xfrm>
            <a:off x="508768" y="5164414"/>
            <a:ext cx="10477500" cy="81121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ps -e | grep -- "bash"</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16482	 1 S   0:12  bash</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16530	 1 S   0:00  bash</a:t>
            </a:r>
          </a:p>
        </p:txBody>
      </p:sp>
      <p:sp>
        <p:nvSpPr>
          <p:cNvPr id="1022982" name="Rectangle 6"/>
          <p:cNvSpPr>
            <a:spLocks noChangeArrowheads="1"/>
          </p:cNvSpPr>
          <p:nvPr/>
        </p:nvSpPr>
        <p:spPr bwMode="auto">
          <a:xfrm>
            <a:off x="508767" y="3628321"/>
            <a:ext cx="10449982" cy="56673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grep "^[f-m].\{2\}con[se]$" /usr/share/</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dict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/words</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falcons</a:t>
            </a:r>
          </a:p>
        </p:txBody>
      </p:sp>
      <p:sp>
        <p:nvSpPr>
          <p:cNvPr id="21511" name="Text Box 7"/>
          <p:cNvSpPr txBox="1">
            <a:spLocks noChangeArrowheads="1"/>
          </p:cNvSpPr>
          <p:nvPr/>
        </p:nvSpPr>
        <p:spPr bwMode="auto">
          <a:xfrm>
            <a:off x="477784" y="2726905"/>
            <a:ext cx="11050492" cy="307777"/>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Finds all lines in the file invoices that contain the string overdue. The string could be embedded in another string.</a:t>
            </a:r>
            <a:endParaRPr lang="en-GB" sz="1400" dirty="0">
              <a:solidFill>
                <a:srgbClr val="134183"/>
              </a:solidFill>
            </a:endParaRPr>
          </a:p>
        </p:txBody>
      </p:sp>
      <p:sp>
        <p:nvSpPr>
          <p:cNvPr id="21512" name="Text Box 8"/>
          <p:cNvSpPr txBox="1">
            <a:spLocks noChangeArrowheads="1"/>
          </p:cNvSpPr>
          <p:nvPr/>
        </p:nvSpPr>
        <p:spPr bwMode="auto">
          <a:xfrm>
            <a:off x="465084" y="4214111"/>
            <a:ext cx="10686935" cy="480131"/>
          </a:xfrm>
          <a:prstGeom prst="rect">
            <a:avLst/>
          </a:prstGeom>
          <a:noFill/>
          <a:ln w="19050">
            <a:noFill/>
            <a:miter lim="800000"/>
            <a:headEnd/>
            <a:tailEnd/>
          </a:ln>
        </p:spPr>
        <p:txBody>
          <a:bodyPr wrap="square">
            <a:spAutoFit/>
          </a:bodyPr>
          <a:lstStyle/>
          <a:p>
            <a:pPr defTabSz="739775">
              <a:lnSpc>
                <a:spcPct val="90000"/>
              </a:lnSpc>
            </a:pPr>
            <a:r>
              <a:rPr lang="en-GB" sz="1400" dirty="0">
                <a:solidFill>
                  <a:srgbClr val="134183"/>
                </a:solidFill>
                <a:latin typeface="Figtree" pitchFamily="2" charset="0"/>
              </a:rPr>
              <a:t>Lines that start with a letter in the range f to m,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^[f-m]</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 followed by any two characters</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.\{2\}</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 followed by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con</a:t>
            </a:r>
            <a:r>
              <a:rPr lang="en-GB" sz="1400" dirty="0">
                <a:solidFill>
                  <a:srgbClr val="134183"/>
                </a:solidFill>
                <a:latin typeface="Figtree" pitchFamily="2" charset="0"/>
              </a:rPr>
              <a:t>, followed by either an </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s</a:t>
            </a:r>
            <a:r>
              <a:rPr lang="en-GB" sz="1400" dirty="0">
                <a:solidFill>
                  <a:srgbClr val="134183"/>
                </a:solidFill>
                <a:latin typeface="Figtree" pitchFamily="2" charset="0"/>
              </a:rPr>
              <a:t> or an </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e</a:t>
            </a:r>
            <a:r>
              <a:rPr lang="en-GB" sz="1400" dirty="0">
                <a:solidFill>
                  <a:srgbClr val="134183"/>
                </a:solidFill>
                <a:latin typeface="Figtree" pitchFamily="2" charset="0"/>
              </a:rPr>
              <a:t>, which must be the last character on the line,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con[se]$.</a:t>
            </a:r>
          </a:p>
        </p:txBody>
      </p:sp>
      <p:sp>
        <p:nvSpPr>
          <p:cNvPr id="21513" name="Text Box 9"/>
          <p:cNvSpPr txBox="1">
            <a:spLocks noChangeArrowheads="1"/>
          </p:cNvSpPr>
          <p:nvPr/>
        </p:nvSpPr>
        <p:spPr bwMode="auto">
          <a:xfrm>
            <a:off x="508767" y="5994678"/>
            <a:ext cx="6875099" cy="307777"/>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In the output of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ps</a:t>
            </a:r>
            <a:r>
              <a:rPr lang="en-GB" sz="1400" dirty="0">
                <a:solidFill>
                  <a:srgbClr val="134183"/>
                </a:solidFill>
                <a:latin typeface="Figtree" pitchFamily="2" charset="0"/>
              </a:rPr>
              <a:t>, find lines with the string </a:t>
            </a:r>
            <a:r>
              <a:rPr lang="en-GB" sz="1400" b="1" dirty="0">
                <a:solidFill>
                  <a:srgbClr val="134183"/>
                </a:solidFill>
                <a:latin typeface="Figtree" pitchFamily="2" charset="0"/>
              </a:rPr>
              <a:t>bash</a:t>
            </a:r>
            <a:r>
              <a:rPr lang="en-GB" sz="1400" dirty="0">
                <a:solidFill>
                  <a:srgbClr val="134183"/>
                </a:solidFill>
                <a:latin typeface="Figtree" pitchFamily="2" charset="0"/>
              </a:rPr>
              <a:t>. </a:t>
            </a:r>
            <a:endParaRPr lang="en-GB" sz="1400" dirty="0"/>
          </a:p>
        </p:txBody>
      </p:sp>
    </p:spTree>
    <p:extLst>
      <p:ext uri="{BB962C8B-B14F-4D97-AF65-F5344CB8AC3E}">
        <p14:creationId xmlns:p14="http://schemas.microsoft.com/office/powerpoint/2010/main" val="99629401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486835" y="2689286"/>
            <a:ext cx="10564284" cy="957262"/>
          </a:xfrm>
          <a:prstGeom prst="rect">
            <a:avLst/>
          </a:prstGeom>
          <a:noFill/>
          <a:ln w="12700">
            <a:noFill/>
            <a:miter lim="800000"/>
            <a:headEnd/>
            <a:tailEnd/>
          </a:ln>
        </p:spPr>
        <p:txBody>
          <a:bodyPr lIns="79383" tIns="42867" rIns="79383" bIns="42867"/>
          <a:lstStyle/>
          <a:p>
            <a:pPr marL="239713" indent="-239713" defTabSz="638175">
              <a:lnSpc>
                <a:spcPct val="120000"/>
              </a:lnSpc>
              <a:spcBef>
                <a:spcPct val="60000"/>
              </a:spcBef>
              <a:buClr>
                <a:schemeClr val="bg2"/>
              </a:buClr>
              <a:tabLst>
                <a:tab pos="1933575" algn="l"/>
              </a:tabLst>
            </a:pPr>
            <a:endParaRPr lang="en-US" sz="2500" i="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80000"/>
              </a:lnSpc>
              <a:spcBef>
                <a:spcPct val="60000"/>
              </a:spcBef>
              <a:buClr>
                <a:schemeClr val="bg2"/>
              </a:buClr>
              <a:buFontTx/>
              <a:buChar char="•"/>
              <a:tabLst>
                <a:tab pos="1933575" algn="l"/>
              </a:tabLst>
            </a:pPr>
            <a:endParaRPr lang="en-US" sz="2500" b="1">
              <a:solidFill>
                <a:srgbClr val="134183"/>
              </a:solidFill>
            </a:endParaRPr>
          </a:p>
        </p:txBody>
      </p:sp>
      <p:sp>
        <p:nvSpPr>
          <p:cNvPr id="3" name="Title 2">
            <a:extLst>
              <a:ext uri="{FF2B5EF4-FFF2-40B4-BE49-F238E27FC236}">
                <a16:creationId xmlns:a16="http://schemas.microsoft.com/office/drawing/2014/main" id="{964E90F3-0B63-E50D-133F-508111C1B0A8}"/>
              </a:ext>
            </a:extLst>
          </p:cNvPr>
          <p:cNvSpPr>
            <a:spLocks noGrp="1"/>
          </p:cNvSpPr>
          <p:nvPr>
            <p:ph type="ctrTitle"/>
          </p:nvPr>
        </p:nvSpPr>
        <p:spPr/>
        <p:txBody>
          <a:bodyPr/>
          <a:lstStyle/>
          <a:p>
            <a:r>
              <a:rPr lang="en-GB" dirty="0">
                <a:solidFill>
                  <a:srgbClr val="FF0000"/>
                </a:solidFill>
              </a:rPr>
              <a:t>head</a:t>
            </a:r>
            <a:r>
              <a:rPr lang="en-GB" dirty="0"/>
              <a:t>: Show beginning of file</a:t>
            </a:r>
          </a:p>
        </p:txBody>
      </p:sp>
      <p:sp>
        <p:nvSpPr>
          <p:cNvPr id="22532" name="Rectangle 4"/>
          <p:cNvSpPr>
            <a:spLocks noGrp="1" noChangeArrowheads="1"/>
          </p:cNvSpPr>
          <p:nvPr>
            <p:ph sz="quarter" idx="4"/>
          </p:nvPr>
        </p:nvSpPr>
        <p:spPr/>
        <p:txBody>
          <a:bodyPr>
            <a:normAutofit/>
          </a:bodyPr>
          <a:lstStyle/>
          <a:p>
            <a:r>
              <a:rPr lang="en-US" sz="1800" dirty="0">
                <a:solidFill>
                  <a:schemeClr val="tx1"/>
                </a:solidFill>
              </a:rPr>
              <a:t>Display a number of leading lines in a file:</a:t>
            </a:r>
          </a:p>
          <a:p>
            <a:pPr lvl="2">
              <a:buNone/>
            </a:pPr>
            <a:endParaRPr lang="en-US" sz="1800" dirty="0"/>
          </a:p>
          <a:p>
            <a:pPr lvl="1"/>
            <a:endParaRPr lang="en-US" sz="1800" dirty="0"/>
          </a:p>
          <a:p>
            <a:endParaRPr lang="en-US" sz="1800" dirty="0">
              <a:solidFill>
                <a:schemeClr val="tx1"/>
              </a:solidFill>
            </a:endParaRPr>
          </a:p>
          <a:p>
            <a:r>
              <a:rPr lang="en-US" sz="1800" dirty="0">
                <a:solidFill>
                  <a:schemeClr val="tx1"/>
                </a:solidFill>
              </a:rPr>
              <a:t>Display a number of leading lines in a file:</a:t>
            </a:r>
          </a:p>
          <a:p>
            <a:endParaRPr lang="en-US" sz="1800" dirty="0">
              <a:solidFill>
                <a:schemeClr val="tx1"/>
              </a:solidFill>
            </a:endParaRPr>
          </a:p>
          <a:p>
            <a:endParaRPr lang="en-US" sz="1800" dirty="0">
              <a:solidFill>
                <a:schemeClr val="tx1"/>
              </a:solidFill>
            </a:endParaRPr>
          </a:p>
          <a:p>
            <a:pPr lvl="1"/>
            <a:endParaRPr lang="en-US" sz="1800" dirty="0"/>
          </a:p>
          <a:p>
            <a:pPr lvl="1"/>
            <a:endParaRPr lang="en-US" sz="1800" dirty="0"/>
          </a:p>
          <a:p>
            <a:r>
              <a:rPr lang="en-US" sz="1800" dirty="0">
                <a:solidFill>
                  <a:schemeClr val="tx1"/>
                </a:solidFill>
              </a:rPr>
              <a:t>Display a number of leading characters:</a:t>
            </a:r>
          </a:p>
        </p:txBody>
      </p:sp>
      <p:sp>
        <p:nvSpPr>
          <p:cNvPr id="2" name="Slide Number Placeholder 2">
            <a:extLst>
              <a:ext uri="{FF2B5EF4-FFF2-40B4-BE49-F238E27FC236}">
                <a16:creationId xmlns:a16="http://schemas.microsoft.com/office/drawing/2014/main" id="{85067FCA-FF03-AC87-6329-9E7ADC6C66D4}"/>
              </a:ext>
            </a:extLst>
          </p:cNvPr>
          <p:cNvSpPr>
            <a:spLocks noGrp="1"/>
          </p:cNvSpPr>
          <p:nvPr>
            <p:ph type="sldNum" sz="quarter" idx="12"/>
          </p:nvPr>
        </p:nvSpPr>
        <p:spPr/>
        <p:txBody>
          <a:bodyPr/>
          <a:lstStyle/>
          <a:p>
            <a:fld id="{F3469444-D02B-D446-9CF8-19DEDDE073D1}" type="slidenum">
              <a:rPr lang="en-US" smtClean="0"/>
              <a:pPr/>
              <a:t>19</a:t>
            </a:fld>
            <a:endParaRPr lang="en-US" dirty="0"/>
          </a:p>
        </p:txBody>
      </p:sp>
      <p:sp>
        <p:nvSpPr>
          <p:cNvPr id="1025029" name="Rectangle 5"/>
          <p:cNvSpPr>
            <a:spLocks noChangeArrowheads="1"/>
          </p:cNvSpPr>
          <p:nvPr/>
        </p:nvSpPr>
        <p:spPr bwMode="auto">
          <a:xfrm>
            <a:off x="488370" y="2065423"/>
            <a:ext cx="10475383" cy="743151"/>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head -2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etc</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inittab</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inittab</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This file describes how the INIT process </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should set up the system in certain run-level</a:t>
            </a:r>
          </a:p>
        </p:txBody>
      </p:sp>
      <p:sp>
        <p:nvSpPr>
          <p:cNvPr id="1025030" name="Rectangle 6"/>
          <p:cNvSpPr>
            <a:spLocks noChangeArrowheads="1"/>
          </p:cNvSpPr>
          <p:nvPr/>
        </p:nvSpPr>
        <p:spPr bwMode="auto">
          <a:xfrm>
            <a:off x="531282" y="5207309"/>
            <a:ext cx="10465858" cy="566737"/>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head -c 45 /etc/</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backuptab</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Config file listing for things to backup</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a:t>
            </a:r>
          </a:p>
        </p:txBody>
      </p:sp>
      <p:sp>
        <p:nvSpPr>
          <p:cNvPr id="1025031" name="Rectangle 7"/>
          <p:cNvSpPr>
            <a:spLocks noChangeArrowheads="1"/>
          </p:cNvSpPr>
          <p:nvPr/>
        </p:nvSpPr>
        <p:spPr bwMode="auto">
          <a:xfrm>
            <a:off x="488374" y="3460416"/>
            <a:ext cx="10475383" cy="743151"/>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ls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lS</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etc</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 head -2</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total 967</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rw</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-r--r--  1 root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root</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434898 Sep 10  1998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termcap</a:t>
            </a:r>
            <a:endParaRPr lang="en-US" sz="140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22536" name="Text Box 8"/>
          <p:cNvSpPr txBox="1">
            <a:spLocks noChangeArrowheads="1"/>
          </p:cNvSpPr>
          <p:nvPr/>
        </p:nvSpPr>
        <p:spPr bwMode="auto">
          <a:xfrm>
            <a:off x="443922" y="2827624"/>
            <a:ext cx="9508066" cy="307777"/>
          </a:xfrm>
          <a:prstGeom prst="rect">
            <a:avLst/>
          </a:prstGeom>
          <a:noFill/>
          <a:ln w="19050">
            <a:noFill/>
            <a:miter lim="800000"/>
            <a:headEnd/>
            <a:tailEnd/>
          </a:ln>
        </p:spPr>
        <p:txBody>
          <a:bodyPr>
            <a:spAutoFit/>
          </a:bodyPr>
          <a:lstStyle/>
          <a:p>
            <a:pPr defTabSz="739775"/>
            <a:r>
              <a:rPr lang="en-GB" sz="1400" dirty="0">
                <a:solidFill>
                  <a:srgbClr val="134183"/>
                </a:solidFill>
                <a:latin typeface="Figtree" pitchFamily="2" charset="0"/>
              </a:rPr>
              <a:t>Here we just print first two lines of the file.</a:t>
            </a:r>
            <a:endParaRPr lang="en-GB" sz="1400" dirty="0">
              <a:solidFill>
                <a:srgbClr val="134183"/>
              </a:solidFill>
            </a:endParaRPr>
          </a:p>
        </p:txBody>
      </p:sp>
      <p:sp>
        <p:nvSpPr>
          <p:cNvPr id="22537" name="Text Box 9"/>
          <p:cNvSpPr txBox="1">
            <a:spLocks noChangeArrowheads="1"/>
          </p:cNvSpPr>
          <p:nvPr/>
        </p:nvSpPr>
        <p:spPr bwMode="auto">
          <a:xfrm>
            <a:off x="443922" y="4233040"/>
            <a:ext cx="10861854" cy="286232"/>
          </a:xfrm>
          <a:prstGeom prst="rect">
            <a:avLst/>
          </a:prstGeom>
          <a:noFill/>
          <a:ln w="19050">
            <a:noFill/>
            <a:miter lim="800000"/>
            <a:headEnd/>
            <a:tailEnd/>
          </a:ln>
        </p:spPr>
        <p:txBody>
          <a:bodyPr wrap="square">
            <a:spAutoFit/>
          </a:bodyPr>
          <a:lstStyle/>
          <a:p>
            <a:pPr defTabSz="739775">
              <a:lnSpc>
                <a:spcPct val="90000"/>
              </a:lnSpc>
            </a:pPr>
            <a:r>
              <a:rPr lang="en-GB" sz="1400" dirty="0">
                <a:solidFill>
                  <a:srgbClr val="134183"/>
                </a:solidFill>
                <a:latin typeface="Figtree" pitchFamily="2" charset="0"/>
              </a:rPr>
              <a:t>Here,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ls</a:t>
            </a:r>
            <a:r>
              <a:rPr lang="en-GB" sz="1400" dirty="0">
                <a:solidFill>
                  <a:srgbClr val="134183"/>
                </a:solidFill>
                <a:latin typeface="Figtree" pitchFamily="2" charset="0"/>
              </a:rPr>
              <a:t> sorts in descending size order, so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head</a:t>
            </a:r>
            <a:r>
              <a:rPr lang="en-GB" sz="1400" dirty="0">
                <a:solidFill>
                  <a:srgbClr val="134183"/>
                </a:solidFill>
                <a:latin typeface="Figtree" pitchFamily="2" charset="0"/>
              </a:rPr>
              <a:t> will pick up the total block size of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/etc</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and the largest file in it.</a:t>
            </a:r>
            <a:endParaRPr lang="en-GB" sz="1400" b="1" dirty="0">
              <a:solidFill>
                <a:srgbClr val="134183"/>
              </a:solidFill>
            </a:endParaRPr>
          </a:p>
        </p:txBody>
      </p:sp>
      <p:sp>
        <p:nvSpPr>
          <p:cNvPr id="22538" name="Text Box 10"/>
          <p:cNvSpPr txBox="1">
            <a:spLocks noChangeArrowheads="1"/>
          </p:cNvSpPr>
          <p:nvPr/>
        </p:nvSpPr>
        <p:spPr bwMode="auto">
          <a:xfrm>
            <a:off x="445507" y="5838703"/>
            <a:ext cx="10561107" cy="307777"/>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-c</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option allows to specify number of leading characters to be displayed, instead of lines.</a:t>
            </a:r>
            <a:endParaRPr lang="en-GB" sz="1400" dirty="0">
              <a:solidFill>
                <a:srgbClr val="134183"/>
              </a:solidFill>
            </a:endParaRPr>
          </a:p>
        </p:txBody>
      </p:sp>
    </p:spTree>
    <p:extLst>
      <p:ext uri="{BB962C8B-B14F-4D97-AF65-F5344CB8AC3E}">
        <p14:creationId xmlns:p14="http://schemas.microsoft.com/office/powerpoint/2010/main" val="307956272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840318" y="3486152"/>
            <a:ext cx="10564283" cy="957263"/>
          </a:xfrm>
          <a:prstGeom prst="rect">
            <a:avLst/>
          </a:prstGeom>
          <a:noFill/>
          <a:ln w="12700">
            <a:noFill/>
            <a:miter lim="800000"/>
            <a:headEnd/>
            <a:tailEnd/>
          </a:ln>
        </p:spPr>
        <p:txBody>
          <a:bodyPr lIns="79383" tIns="42867" rIns="79383" bIns="42867"/>
          <a:lstStyle/>
          <a:p>
            <a:pPr marL="239713" indent="-239713" defTabSz="638175">
              <a:lnSpc>
                <a:spcPct val="120000"/>
              </a:lnSpc>
              <a:spcBef>
                <a:spcPct val="60000"/>
              </a:spcBef>
              <a:buClr>
                <a:schemeClr val="bg2"/>
              </a:buClr>
              <a:tabLst>
                <a:tab pos="1933575" algn="l"/>
              </a:tabLst>
            </a:pPr>
            <a:endParaRPr lang="en-US" sz="2500" i="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p:txBody>
      </p:sp>
      <p:sp>
        <p:nvSpPr>
          <p:cNvPr id="3" name="Title 2">
            <a:extLst>
              <a:ext uri="{FF2B5EF4-FFF2-40B4-BE49-F238E27FC236}">
                <a16:creationId xmlns:a16="http://schemas.microsoft.com/office/drawing/2014/main" id="{B862834E-47ED-1603-F30E-1842D17D9504}"/>
              </a:ext>
            </a:extLst>
          </p:cNvPr>
          <p:cNvSpPr>
            <a:spLocks noGrp="1"/>
          </p:cNvSpPr>
          <p:nvPr>
            <p:ph type="ctrTitle"/>
          </p:nvPr>
        </p:nvSpPr>
        <p:spPr/>
        <p:txBody>
          <a:bodyPr/>
          <a:lstStyle/>
          <a:p>
            <a:r>
              <a:rPr lang="en-GB" dirty="0">
                <a:solidFill>
                  <a:srgbClr val="FF0000"/>
                </a:solidFill>
              </a:rPr>
              <a:t>join</a:t>
            </a:r>
            <a:r>
              <a:rPr lang="en-GB" dirty="0"/>
              <a:t>: Merge files</a:t>
            </a:r>
          </a:p>
        </p:txBody>
      </p:sp>
      <p:sp>
        <p:nvSpPr>
          <p:cNvPr id="23556" name="Rectangle 4"/>
          <p:cNvSpPr>
            <a:spLocks noGrp="1" noChangeArrowheads="1"/>
          </p:cNvSpPr>
          <p:nvPr>
            <p:ph sz="quarter" idx="4"/>
          </p:nvPr>
        </p:nvSpPr>
        <p:spPr/>
        <p:txBody>
          <a:bodyPr/>
          <a:lstStyle/>
          <a:p>
            <a:r>
              <a:rPr lang="en-US" sz="1800" dirty="0">
                <a:solidFill>
                  <a:schemeClr val="tx1"/>
                </a:solidFill>
              </a:rPr>
              <a:t>Join two files on the first field:</a:t>
            </a:r>
          </a:p>
          <a:p>
            <a:endParaRPr lang="en-US" sz="1800" dirty="0">
              <a:solidFill>
                <a:schemeClr val="tx1"/>
              </a:solidFill>
            </a:endParaRPr>
          </a:p>
          <a:p>
            <a:endParaRPr lang="en-US" sz="1800" dirty="0">
              <a:solidFill>
                <a:schemeClr val="tx1"/>
              </a:solidFill>
            </a:endParaRPr>
          </a:p>
          <a:p>
            <a:pPr lvl="1"/>
            <a:endParaRPr lang="en-US" sz="1800" dirty="0"/>
          </a:p>
          <a:p>
            <a:pPr lvl="1"/>
            <a:endParaRPr lang="en-US" sz="1800" dirty="0"/>
          </a:p>
          <a:p>
            <a:pPr lvl="1"/>
            <a:endParaRPr lang="en-US" sz="1800" dirty="0"/>
          </a:p>
          <a:p>
            <a:pPr lvl="1"/>
            <a:endParaRPr lang="en-US" sz="1800" dirty="0"/>
          </a:p>
          <a:p>
            <a:r>
              <a:rPr lang="en-US" sz="1800" dirty="0">
                <a:solidFill>
                  <a:schemeClr val="tx1"/>
                </a:solidFill>
              </a:rPr>
              <a:t>Join and change the sequence of fields in the output:</a:t>
            </a:r>
          </a:p>
          <a:p>
            <a:endParaRPr lang="en-US" sz="1800" dirty="0">
              <a:solidFill>
                <a:schemeClr val="tx1"/>
              </a:solidFill>
            </a:endParaRPr>
          </a:p>
        </p:txBody>
      </p:sp>
      <p:sp>
        <p:nvSpPr>
          <p:cNvPr id="2" name="Slide Number Placeholder 2">
            <a:extLst>
              <a:ext uri="{FF2B5EF4-FFF2-40B4-BE49-F238E27FC236}">
                <a16:creationId xmlns:a16="http://schemas.microsoft.com/office/drawing/2014/main" id="{BEE9D193-B35C-49E6-B6F3-22F1591E8721}"/>
              </a:ext>
            </a:extLst>
          </p:cNvPr>
          <p:cNvSpPr>
            <a:spLocks noGrp="1"/>
          </p:cNvSpPr>
          <p:nvPr>
            <p:ph type="sldNum" sz="quarter" idx="12"/>
          </p:nvPr>
        </p:nvSpPr>
        <p:spPr/>
        <p:txBody>
          <a:bodyPr/>
          <a:lstStyle/>
          <a:p>
            <a:fld id="{F3469444-D02B-D446-9CF8-19DEDDE073D1}" type="slidenum">
              <a:rPr lang="en-US" smtClean="0"/>
              <a:pPr/>
              <a:t>20</a:t>
            </a:fld>
            <a:endParaRPr lang="en-US" dirty="0"/>
          </a:p>
        </p:txBody>
      </p:sp>
      <p:sp>
        <p:nvSpPr>
          <p:cNvPr id="1027077" name="Rectangle 5"/>
          <p:cNvSpPr>
            <a:spLocks noChangeArrowheads="1"/>
          </p:cNvSpPr>
          <p:nvPr/>
        </p:nvSpPr>
        <p:spPr bwMode="auto">
          <a:xfrm>
            <a:off x="531058" y="4449702"/>
            <a:ext cx="10498986" cy="1300163"/>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join –j1 1 –j2 1 –o 1.1 2.2 2.3 1.2 1.3 phones sales03 </a:t>
            </a:r>
          </a:p>
          <a:p>
            <a:pPr marL="322263" indent="-322263" defTabSz="715963">
              <a:spcBef>
                <a:spcPct val="0"/>
              </a:spcBef>
              <a:defRPr/>
            </a:pP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adam</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130 130 01285 655888</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bob 100 120 020 7137639 </a:t>
            </a:r>
          </a:p>
          <a:p>
            <a:pPr marL="322263" indent="-322263" defTabSz="715963">
              <a:spcBef>
                <a:spcPct val="0"/>
              </a:spcBef>
              <a:defRPr/>
            </a:pP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kirsty</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105 109 01606 644678</a:t>
            </a:r>
          </a:p>
          <a:p>
            <a:pPr marL="322263" indent="-322263" defTabSz="715963">
              <a:spcBef>
                <a:spcPct val="0"/>
              </a:spcBef>
              <a:defRPr/>
            </a:pP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basia</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124 132 00482 2669445</a:t>
            </a:r>
          </a:p>
        </p:txBody>
      </p:sp>
      <p:sp>
        <p:nvSpPr>
          <p:cNvPr id="23559" name="Text Box 7"/>
          <p:cNvSpPr txBox="1">
            <a:spLocks noChangeArrowheads="1"/>
          </p:cNvSpPr>
          <p:nvPr/>
        </p:nvSpPr>
        <p:spPr bwMode="auto">
          <a:xfrm>
            <a:off x="525767" y="5789552"/>
            <a:ext cx="10494867" cy="286232"/>
          </a:xfrm>
          <a:prstGeom prst="rect">
            <a:avLst/>
          </a:prstGeom>
          <a:noFill/>
          <a:ln w="19050">
            <a:noFill/>
            <a:miter lim="800000"/>
            <a:headEnd/>
            <a:tailEnd/>
          </a:ln>
        </p:spPr>
        <p:txBody>
          <a:bodyPr wrap="square">
            <a:spAutoFit/>
          </a:bodyPr>
          <a:lstStyle/>
          <a:p>
            <a:pPr defTabSz="739775">
              <a:lnSpc>
                <a:spcPct val="90000"/>
              </a:lnSpc>
            </a:pPr>
            <a:r>
              <a:rPr lang="en-GB" sz="1400" dirty="0">
                <a:solidFill>
                  <a:srgbClr val="134183"/>
                </a:solidFill>
                <a:latin typeface="Figtree" pitchFamily="2" charset="0"/>
              </a:rPr>
              <a:t>Here, 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–o</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option is used to specify the required sequence of the fields when displayed at the standard output.</a:t>
            </a:r>
            <a:endParaRPr lang="en-GB" sz="1400" b="1" dirty="0">
              <a:solidFill>
                <a:srgbClr val="134183"/>
              </a:solidFill>
            </a:endParaRPr>
          </a:p>
        </p:txBody>
      </p:sp>
      <p:sp>
        <p:nvSpPr>
          <p:cNvPr id="1027080" name="Rectangle 8"/>
          <p:cNvSpPr>
            <a:spLocks noChangeArrowheads="1"/>
          </p:cNvSpPr>
          <p:nvPr/>
        </p:nvSpPr>
        <p:spPr bwMode="auto">
          <a:xfrm>
            <a:off x="525767" y="2126143"/>
            <a:ext cx="6593415" cy="130016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join –j1 1 –j2 1 phones sales03</a:t>
            </a:r>
          </a:p>
          <a:p>
            <a:pPr marL="322263" indent="-322263" defTabSz="715963">
              <a:spcBef>
                <a:spcPct val="0"/>
              </a:spcBef>
              <a:defRPr/>
            </a:pP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adam</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01285 655888 130 130</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bob 020 7137639 100 120</a:t>
            </a:r>
          </a:p>
          <a:p>
            <a:pPr marL="322263" indent="-322263" defTabSz="715963">
              <a:spcBef>
                <a:spcPct val="0"/>
              </a:spcBef>
              <a:defRPr/>
            </a:pP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kirsty</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01606 644678 105 109</a:t>
            </a:r>
          </a:p>
          <a:p>
            <a:pPr marL="322263" indent="-322263" defTabSz="715963">
              <a:spcBef>
                <a:spcPct val="0"/>
              </a:spcBef>
              <a:defRPr/>
            </a:pP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basia</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00482 2669445 124 132</a:t>
            </a:r>
          </a:p>
        </p:txBody>
      </p:sp>
      <p:sp>
        <p:nvSpPr>
          <p:cNvPr id="23561" name="Text Box 9"/>
          <p:cNvSpPr txBox="1">
            <a:spLocks noChangeArrowheads="1"/>
          </p:cNvSpPr>
          <p:nvPr/>
        </p:nvSpPr>
        <p:spPr bwMode="auto">
          <a:xfrm>
            <a:off x="443922" y="3510556"/>
            <a:ext cx="6675260" cy="480131"/>
          </a:xfrm>
          <a:prstGeom prst="rect">
            <a:avLst/>
          </a:prstGeom>
          <a:noFill/>
          <a:ln w="19050">
            <a:noFill/>
            <a:miter lim="800000"/>
            <a:headEnd/>
            <a:tailEnd/>
          </a:ln>
        </p:spPr>
        <p:txBody>
          <a:bodyPr wrap="square">
            <a:spAutoFit/>
          </a:bodyPr>
          <a:lstStyle/>
          <a:p>
            <a:pPr defTabSz="739775">
              <a:lnSpc>
                <a:spcPct val="90000"/>
              </a:lnSpc>
            </a:pPr>
            <a:r>
              <a:rPr lang="en-GB" sz="1400" dirty="0">
                <a:solidFill>
                  <a:srgbClr val="134183"/>
                </a:solidFill>
                <a:latin typeface="Figtree" pitchFamily="2" charset="0"/>
              </a:rPr>
              <a:t>Standard join: join field was field one of both files; </a:t>
            </a:r>
            <a:br>
              <a:rPr lang="en-GB" sz="1400" dirty="0">
                <a:solidFill>
                  <a:srgbClr val="134183"/>
                </a:solidFill>
                <a:latin typeface="Figtree" pitchFamily="2" charset="0"/>
              </a:rPr>
            </a:b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-j1 1 –j2 1 </a:t>
            </a:r>
            <a:r>
              <a:rPr lang="en-GB" sz="1400" dirty="0">
                <a:solidFill>
                  <a:srgbClr val="134183"/>
                </a:solidFill>
                <a:latin typeface="Figtree" pitchFamily="2" charset="0"/>
              </a:rPr>
              <a:t>means join on field 1 of first file and field 1 of the second file.</a:t>
            </a:r>
            <a:endParaRPr lang="en-GB" sz="1400" b="1" dirty="0">
              <a:solidFill>
                <a:srgbClr val="134183"/>
              </a:solidFill>
            </a:endParaRPr>
          </a:p>
        </p:txBody>
      </p:sp>
      <p:sp>
        <p:nvSpPr>
          <p:cNvPr id="1027082" name="Rectangle 10"/>
          <p:cNvSpPr>
            <a:spLocks noChangeArrowheads="1"/>
          </p:cNvSpPr>
          <p:nvPr/>
        </p:nvSpPr>
        <p:spPr bwMode="auto">
          <a:xfrm>
            <a:off x="7488239" y="3332462"/>
            <a:ext cx="2965961" cy="930275"/>
          </a:xfrm>
          <a:prstGeom prst="rect">
            <a:avLst/>
          </a:prstGeom>
          <a:solidFill>
            <a:srgbClr val="0FEEB9"/>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90000"/>
              </a:lnSpc>
              <a:spcBef>
                <a:spcPct val="0"/>
              </a:spcBef>
              <a:defRPr/>
            </a:pPr>
            <a:r>
              <a:rPr lang="en-US" sz="1600" dirty="0" err="1">
                <a:latin typeface="Hack" panose="020B0609030202020204" pitchFamily="49" charset="0"/>
                <a:ea typeface="Hack" panose="020B0609030202020204" pitchFamily="49" charset="0"/>
                <a:cs typeface="Hack" panose="020B0609030202020204" pitchFamily="49" charset="0"/>
              </a:rPr>
              <a:t>adam</a:t>
            </a:r>
            <a:r>
              <a:rPr lang="en-US" sz="1600" dirty="0">
                <a:latin typeface="Hack" panose="020B0609030202020204" pitchFamily="49" charset="0"/>
                <a:ea typeface="Hack" panose="020B0609030202020204" pitchFamily="49" charset="0"/>
                <a:cs typeface="Hack" panose="020B0609030202020204" pitchFamily="49" charset="0"/>
              </a:rPr>
              <a:t>   130  130</a:t>
            </a:r>
          </a:p>
          <a:p>
            <a:pPr marL="322263" indent="-322263" defTabSz="715963">
              <a:lnSpc>
                <a:spcPct val="90000"/>
              </a:lnSpc>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bob    100  120</a:t>
            </a:r>
          </a:p>
          <a:p>
            <a:pPr marL="322263" indent="-322263" defTabSz="715963">
              <a:lnSpc>
                <a:spcPct val="90000"/>
              </a:lnSpc>
              <a:spcBef>
                <a:spcPct val="0"/>
              </a:spcBef>
              <a:defRPr/>
            </a:pPr>
            <a:r>
              <a:rPr lang="en-US" sz="1600" dirty="0" err="1">
                <a:latin typeface="Hack" panose="020B0609030202020204" pitchFamily="49" charset="0"/>
                <a:ea typeface="Hack" panose="020B0609030202020204" pitchFamily="49" charset="0"/>
                <a:cs typeface="Hack" panose="020B0609030202020204" pitchFamily="49" charset="0"/>
              </a:rPr>
              <a:t>kirsty</a:t>
            </a:r>
            <a:r>
              <a:rPr lang="en-US" sz="1600" dirty="0">
                <a:latin typeface="Hack" panose="020B0609030202020204" pitchFamily="49" charset="0"/>
                <a:ea typeface="Hack" panose="020B0609030202020204" pitchFamily="49" charset="0"/>
                <a:cs typeface="Hack" panose="020B0609030202020204" pitchFamily="49" charset="0"/>
              </a:rPr>
              <a:t> 105  109</a:t>
            </a:r>
          </a:p>
          <a:p>
            <a:pPr marL="322263" indent="-322263" defTabSz="715963">
              <a:lnSpc>
                <a:spcPct val="90000"/>
              </a:lnSpc>
              <a:spcBef>
                <a:spcPct val="0"/>
              </a:spcBef>
              <a:defRPr/>
            </a:pPr>
            <a:r>
              <a:rPr lang="en-US" sz="1600" dirty="0" err="1">
                <a:latin typeface="Hack" panose="020B0609030202020204" pitchFamily="49" charset="0"/>
                <a:ea typeface="Hack" panose="020B0609030202020204" pitchFamily="49" charset="0"/>
                <a:cs typeface="Hack" panose="020B0609030202020204" pitchFamily="49" charset="0"/>
              </a:rPr>
              <a:t>basia</a:t>
            </a:r>
            <a:r>
              <a:rPr lang="en-US" sz="1600" dirty="0">
                <a:latin typeface="Hack" panose="020B0609030202020204" pitchFamily="49" charset="0"/>
                <a:ea typeface="Hack" panose="020B0609030202020204" pitchFamily="49" charset="0"/>
                <a:cs typeface="Hack" panose="020B0609030202020204" pitchFamily="49" charset="0"/>
              </a:rPr>
              <a:t>	</a:t>
            </a:r>
            <a:r>
              <a:rPr lang="en-US" sz="1600" b="1" dirty="0">
                <a:latin typeface="Hack" panose="020B0609030202020204" pitchFamily="49" charset="0"/>
                <a:ea typeface="Hack" panose="020B0609030202020204" pitchFamily="49" charset="0"/>
                <a:cs typeface="Hack" panose="020B0609030202020204" pitchFamily="49" charset="0"/>
              </a:rPr>
              <a:t> </a:t>
            </a:r>
            <a:r>
              <a:rPr lang="en-US" sz="1600" dirty="0">
                <a:latin typeface="Hack" panose="020B0609030202020204" pitchFamily="49" charset="0"/>
                <a:ea typeface="Hack" panose="020B0609030202020204" pitchFamily="49" charset="0"/>
                <a:cs typeface="Hack" panose="020B0609030202020204" pitchFamily="49" charset="0"/>
              </a:rPr>
              <a:t>124  132</a:t>
            </a:r>
          </a:p>
        </p:txBody>
      </p:sp>
      <p:sp>
        <p:nvSpPr>
          <p:cNvPr id="1027083" name="Rectangle 11"/>
          <p:cNvSpPr>
            <a:spLocks noChangeArrowheads="1"/>
          </p:cNvSpPr>
          <p:nvPr/>
        </p:nvSpPr>
        <p:spPr bwMode="auto">
          <a:xfrm>
            <a:off x="9583482" y="3171007"/>
            <a:ext cx="897279" cy="342465"/>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400" b="1" dirty="0">
                <a:latin typeface="Hack" panose="020B0609030202020204" pitchFamily="49" charset="0"/>
                <a:ea typeface="Hack" panose="020B0609030202020204" pitchFamily="49" charset="0"/>
                <a:cs typeface="Hack" panose="020B0609030202020204" pitchFamily="49" charset="0"/>
              </a:rPr>
              <a:t>sales03</a:t>
            </a:r>
            <a:r>
              <a:rPr lang="en-US" sz="1600" b="1" dirty="0">
                <a:latin typeface="Courier New" pitchFamily="49" charset="0"/>
              </a:rPr>
              <a:t>  </a:t>
            </a:r>
          </a:p>
        </p:txBody>
      </p:sp>
      <p:sp>
        <p:nvSpPr>
          <p:cNvPr id="1027085" name="Rectangle 13"/>
          <p:cNvSpPr>
            <a:spLocks noChangeArrowheads="1"/>
          </p:cNvSpPr>
          <p:nvPr/>
        </p:nvSpPr>
        <p:spPr bwMode="auto">
          <a:xfrm>
            <a:off x="7488239" y="2022845"/>
            <a:ext cx="3608359" cy="1025525"/>
          </a:xfrm>
          <a:prstGeom prst="rect">
            <a:avLst/>
          </a:prstGeom>
          <a:solidFill>
            <a:srgbClr val="00EDB5"/>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600" dirty="0" err="1">
                <a:latin typeface="Hack" panose="020B0609030202020204" pitchFamily="49" charset="0"/>
                <a:ea typeface="Hack" panose="020B0609030202020204" pitchFamily="49" charset="0"/>
                <a:cs typeface="Hack" panose="020B0609030202020204" pitchFamily="49" charset="0"/>
              </a:rPr>
              <a:t>adam</a:t>
            </a:r>
            <a:r>
              <a:rPr lang="en-US" sz="1600" dirty="0">
                <a:latin typeface="Hack" panose="020B0609030202020204" pitchFamily="49" charset="0"/>
                <a:ea typeface="Hack" panose="020B0609030202020204" pitchFamily="49" charset="0"/>
                <a:cs typeface="Hack" panose="020B0609030202020204" pitchFamily="49" charset="0"/>
              </a:rPr>
              <a:t>   01285 655888</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bob    020 7137639</a:t>
            </a:r>
          </a:p>
          <a:p>
            <a:pPr marL="322263" indent="-322263" defTabSz="715963">
              <a:spcBef>
                <a:spcPct val="0"/>
              </a:spcBef>
              <a:defRPr/>
            </a:pPr>
            <a:r>
              <a:rPr lang="en-US" sz="1600" dirty="0" err="1">
                <a:latin typeface="Hack" panose="020B0609030202020204" pitchFamily="49" charset="0"/>
                <a:ea typeface="Hack" panose="020B0609030202020204" pitchFamily="49" charset="0"/>
                <a:cs typeface="Hack" panose="020B0609030202020204" pitchFamily="49" charset="0"/>
              </a:rPr>
              <a:t>kirsty</a:t>
            </a:r>
            <a:r>
              <a:rPr lang="en-US" sz="1600" dirty="0">
                <a:latin typeface="Hack" panose="020B0609030202020204" pitchFamily="49" charset="0"/>
                <a:ea typeface="Hack" panose="020B0609030202020204" pitchFamily="49" charset="0"/>
                <a:cs typeface="Hack" panose="020B0609030202020204" pitchFamily="49" charset="0"/>
              </a:rPr>
              <a:t> 01606 644678</a:t>
            </a:r>
          </a:p>
          <a:p>
            <a:pPr marL="322263" indent="-322263" defTabSz="715963">
              <a:spcBef>
                <a:spcPct val="0"/>
              </a:spcBef>
              <a:defRPr/>
            </a:pPr>
            <a:r>
              <a:rPr lang="en-US" sz="1600" dirty="0" err="1">
                <a:latin typeface="Hack" panose="020B0609030202020204" pitchFamily="49" charset="0"/>
                <a:ea typeface="Hack" panose="020B0609030202020204" pitchFamily="49" charset="0"/>
                <a:cs typeface="Hack" panose="020B0609030202020204" pitchFamily="49" charset="0"/>
              </a:rPr>
              <a:t>basia</a:t>
            </a:r>
            <a:r>
              <a:rPr lang="en-US" sz="1600" dirty="0">
                <a:latin typeface="Hack" panose="020B0609030202020204" pitchFamily="49" charset="0"/>
                <a:ea typeface="Hack" panose="020B0609030202020204" pitchFamily="49" charset="0"/>
                <a:cs typeface="Hack" panose="020B0609030202020204" pitchFamily="49" charset="0"/>
              </a:rPr>
              <a:t>  00482 2669445</a:t>
            </a:r>
          </a:p>
        </p:txBody>
      </p:sp>
      <p:sp>
        <p:nvSpPr>
          <p:cNvPr id="1027086" name="Rectangle 14"/>
          <p:cNvSpPr>
            <a:spLocks noChangeArrowheads="1"/>
          </p:cNvSpPr>
          <p:nvPr/>
        </p:nvSpPr>
        <p:spPr bwMode="auto">
          <a:xfrm>
            <a:off x="10149098" y="1830190"/>
            <a:ext cx="974839" cy="342465"/>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400" b="1" dirty="0">
                <a:latin typeface="Hack" panose="020B0609030202020204" pitchFamily="49" charset="0"/>
                <a:ea typeface="Hack" panose="020B0609030202020204" pitchFamily="49" charset="0"/>
                <a:cs typeface="Hack" panose="020B0609030202020204" pitchFamily="49" charset="0"/>
              </a:rPr>
              <a:t>phones</a:t>
            </a:r>
            <a:r>
              <a:rPr lang="en-US" sz="1600" b="1" dirty="0">
                <a:latin typeface="Courier New" pitchFamily="49" charset="0"/>
              </a:rPr>
              <a:t>  </a:t>
            </a:r>
          </a:p>
        </p:txBody>
      </p:sp>
    </p:spTree>
    <p:extLst>
      <p:ext uri="{BB962C8B-B14F-4D97-AF65-F5344CB8AC3E}">
        <p14:creationId xmlns:p14="http://schemas.microsoft.com/office/powerpoint/2010/main" val="12766543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9DB6E6-13BF-97E5-8AFE-711A93B68ACE}"/>
              </a:ext>
            </a:extLst>
          </p:cNvPr>
          <p:cNvSpPr>
            <a:spLocks noGrp="1"/>
          </p:cNvSpPr>
          <p:nvPr>
            <p:ph type="ctrTitle"/>
          </p:nvPr>
        </p:nvSpPr>
        <p:spPr/>
        <p:txBody>
          <a:bodyPr/>
          <a:lstStyle/>
          <a:p>
            <a:r>
              <a:rPr lang="en-GB" dirty="0">
                <a:solidFill>
                  <a:srgbClr val="FF0000"/>
                </a:solidFill>
              </a:rPr>
              <a:t>od</a:t>
            </a:r>
            <a:r>
              <a:rPr lang="en-GB" dirty="0"/>
              <a:t>: - Octal dump</a:t>
            </a:r>
          </a:p>
        </p:txBody>
      </p:sp>
      <p:sp>
        <p:nvSpPr>
          <p:cNvPr id="24579" name="Rectangle 3"/>
          <p:cNvSpPr>
            <a:spLocks noGrp="1" noChangeArrowheads="1"/>
          </p:cNvSpPr>
          <p:nvPr>
            <p:ph sz="quarter" idx="4"/>
          </p:nvPr>
        </p:nvSpPr>
        <p:spPr/>
        <p:txBody>
          <a:bodyPr>
            <a:normAutofit/>
          </a:bodyPr>
          <a:lstStyle/>
          <a:p>
            <a:r>
              <a:rPr lang="en-US" sz="1800" dirty="0">
                <a:solidFill>
                  <a:schemeClr val="tx1"/>
                </a:solidFill>
              </a:rPr>
              <a:t>Display file byte-by-byte:</a:t>
            </a:r>
          </a:p>
          <a:p>
            <a:endParaRPr lang="en-US" sz="1800" dirty="0">
              <a:solidFill>
                <a:schemeClr val="tx1"/>
              </a:solidFill>
            </a:endParaRPr>
          </a:p>
          <a:p>
            <a:endParaRPr lang="en-US" sz="1800" dirty="0">
              <a:solidFill>
                <a:schemeClr val="tx1"/>
              </a:solidFill>
            </a:endParaRPr>
          </a:p>
          <a:p>
            <a:pPr marL="457200" lvl="1" indent="0">
              <a:buNone/>
            </a:pPr>
            <a:endParaRPr lang="en-US" sz="1800" dirty="0"/>
          </a:p>
          <a:p>
            <a:r>
              <a:rPr lang="en-US" sz="1800" dirty="0">
                <a:solidFill>
                  <a:schemeClr val="tx1"/>
                </a:solidFill>
              </a:rPr>
              <a:t>Display file by word-by-word:</a:t>
            </a:r>
          </a:p>
          <a:p>
            <a:endParaRPr lang="en-US" sz="1800" dirty="0">
              <a:solidFill>
                <a:schemeClr val="tx1"/>
              </a:solidFill>
            </a:endParaRPr>
          </a:p>
          <a:p>
            <a:pPr lvl="1"/>
            <a:endParaRPr lang="en-US" sz="1800" dirty="0"/>
          </a:p>
          <a:p>
            <a:pPr lvl="1"/>
            <a:endParaRPr lang="en-US" sz="1800" dirty="0"/>
          </a:p>
          <a:p>
            <a:pPr lvl="1"/>
            <a:endParaRPr lang="en-US" sz="1800" dirty="0"/>
          </a:p>
          <a:p>
            <a:r>
              <a:rPr lang="en-US" sz="1800" dirty="0">
                <a:solidFill>
                  <a:schemeClr val="tx1"/>
                </a:solidFill>
              </a:rPr>
              <a:t>Use </a:t>
            </a:r>
            <a:r>
              <a:rPr lang="en-US" sz="1800" dirty="0" err="1">
                <a:solidFill>
                  <a:schemeClr val="tx1"/>
                </a:solidFill>
                <a:latin typeface="Hack" panose="020B0609030202020204" pitchFamily="49" charset="0"/>
                <a:ea typeface="Hack" panose="020B0609030202020204" pitchFamily="49" charset="0"/>
                <a:cs typeface="Hack" panose="020B0609030202020204" pitchFamily="49" charset="0"/>
              </a:rPr>
              <a:t>od</a:t>
            </a:r>
            <a:r>
              <a:rPr lang="en-US" sz="1800" dirty="0">
                <a:solidFill>
                  <a:schemeClr val="tx1"/>
                </a:solidFill>
              </a:rPr>
              <a:t> to identify non-printable characters in data:</a:t>
            </a:r>
          </a:p>
          <a:p>
            <a:pPr lvl="1"/>
            <a:endParaRPr lang="en-US" sz="1800" dirty="0"/>
          </a:p>
          <a:p>
            <a:endParaRPr lang="en-US" sz="1800" dirty="0">
              <a:solidFill>
                <a:schemeClr val="tx1"/>
              </a:solidFill>
            </a:endParaRPr>
          </a:p>
        </p:txBody>
      </p:sp>
      <p:sp>
        <p:nvSpPr>
          <p:cNvPr id="2" name="Slide Number Placeholder 2">
            <a:extLst>
              <a:ext uri="{FF2B5EF4-FFF2-40B4-BE49-F238E27FC236}">
                <a16:creationId xmlns:a16="http://schemas.microsoft.com/office/drawing/2014/main" id="{D0914959-C89F-CF55-C568-8DC4D7CFB509}"/>
              </a:ext>
            </a:extLst>
          </p:cNvPr>
          <p:cNvSpPr>
            <a:spLocks noGrp="1"/>
          </p:cNvSpPr>
          <p:nvPr>
            <p:ph type="sldNum" sz="quarter" idx="12"/>
          </p:nvPr>
        </p:nvSpPr>
        <p:spPr/>
        <p:txBody>
          <a:bodyPr/>
          <a:lstStyle/>
          <a:p>
            <a:fld id="{F3469444-D02B-D446-9CF8-19DEDDE073D1}" type="slidenum">
              <a:rPr lang="en-US" smtClean="0"/>
              <a:pPr/>
              <a:t>21</a:t>
            </a:fld>
            <a:endParaRPr lang="en-US" dirty="0"/>
          </a:p>
        </p:txBody>
      </p:sp>
      <p:sp>
        <p:nvSpPr>
          <p:cNvPr id="1029124" name="Rectangle 4"/>
          <p:cNvSpPr>
            <a:spLocks noChangeArrowheads="1"/>
          </p:cNvSpPr>
          <p:nvPr/>
        </p:nvSpPr>
        <p:spPr bwMode="auto">
          <a:xfrm>
            <a:off x="488209" y="2074008"/>
            <a:ext cx="8237008" cy="1006475"/>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od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bc</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etc</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ppp</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/options</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0000000 154 157 143 153 012</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l   o   c   k  \n</a:t>
            </a:r>
          </a:p>
          <a:p>
            <a:pPr marL="322263" indent="-322263" defTabSz="715963">
              <a:lnSpc>
                <a:spcPct val="80000"/>
              </a:lnSpc>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0000005</a:t>
            </a:r>
            <a:r>
              <a:rPr lang="en-US" sz="1600" b="1" dirty="0">
                <a:solidFill>
                  <a:schemeClr val="bg2"/>
                </a:solidFill>
                <a:latin typeface="Hack" panose="020B0609030202020204" pitchFamily="49" charset="0"/>
                <a:ea typeface="Hack" panose="020B0609030202020204" pitchFamily="49" charset="0"/>
                <a:cs typeface="Hack" panose="020B0609030202020204" pitchFamily="49" charset="0"/>
              </a:rPr>
              <a:t> </a:t>
            </a:r>
          </a:p>
        </p:txBody>
      </p:sp>
      <p:sp>
        <p:nvSpPr>
          <p:cNvPr id="1029125" name="Rectangle 5"/>
          <p:cNvSpPr>
            <a:spLocks noChangeArrowheads="1"/>
          </p:cNvSpPr>
          <p:nvPr/>
        </p:nvSpPr>
        <p:spPr bwMode="auto">
          <a:xfrm>
            <a:off x="488209" y="5226402"/>
            <a:ext cx="5565620" cy="81121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echo "$IFS" | od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bc</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0000000 040 011 012 012</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\t  \n  \n</a:t>
            </a:r>
          </a:p>
        </p:txBody>
      </p:sp>
      <p:sp>
        <p:nvSpPr>
          <p:cNvPr id="1029126" name="Rectangle 6"/>
          <p:cNvSpPr>
            <a:spLocks noChangeArrowheads="1"/>
          </p:cNvSpPr>
          <p:nvPr/>
        </p:nvSpPr>
        <p:spPr bwMode="auto">
          <a:xfrm>
            <a:off x="488209" y="3622724"/>
            <a:ext cx="4614122" cy="1006475"/>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od</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xc</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/etc/</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ppp</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/options</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0000000 6f6c 6b63 000a</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l   o   c   k  \n  \0</a:t>
            </a:r>
          </a:p>
          <a:p>
            <a:pPr marL="322263" indent="-322263" defTabSz="715963">
              <a:lnSpc>
                <a:spcPct val="80000"/>
              </a:lnSpc>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0000005</a:t>
            </a:r>
          </a:p>
        </p:txBody>
      </p:sp>
      <p:sp>
        <p:nvSpPr>
          <p:cNvPr id="24583" name="Text Box 7"/>
          <p:cNvSpPr txBox="1">
            <a:spLocks noChangeArrowheads="1"/>
          </p:cNvSpPr>
          <p:nvPr/>
        </p:nvSpPr>
        <p:spPr bwMode="auto">
          <a:xfrm>
            <a:off x="4696142" y="2364903"/>
            <a:ext cx="4029075" cy="523220"/>
          </a:xfrm>
          <a:prstGeom prst="rect">
            <a:avLst/>
          </a:prstGeom>
          <a:solidFill>
            <a:schemeClr val="bg2"/>
          </a:solidFill>
          <a:ln w="19050">
            <a:solidFill>
              <a:schemeClr val="tx1"/>
            </a:solidFill>
            <a:miter lim="800000"/>
            <a:headEnd/>
            <a:tailEnd/>
          </a:ln>
        </p:spPr>
        <p:txBody>
          <a:bodyPr wrap="square">
            <a:spAutoFit/>
          </a:bodyPr>
          <a:lstStyle/>
          <a:p>
            <a:pPr defTabSz="739775"/>
            <a:r>
              <a:rPr lang="en-GB" sz="1400" dirty="0">
                <a:solidFill>
                  <a:srgbClr val="134183"/>
                </a:solidFill>
                <a:latin typeface="Figtree" pitchFamily="2" charset="0"/>
              </a:rPr>
              <a:t>Here each byte is displayed in </a:t>
            </a:r>
            <a:r>
              <a:rPr lang="en-GB" sz="1400" b="1" dirty="0">
                <a:solidFill>
                  <a:srgbClr val="134183"/>
                </a:solidFill>
                <a:latin typeface="Figtree" pitchFamily="2" charset="0"/>
              </a:rPr>
              <a:t>octal</a:t>
            </a:r>
            <a:r>
              <a:rPr lang="en-GB" sz="1400" dirty="0">
                <a:solidFill>
                  <a:srgbClr val="134183"/>
                </a:solidFill>
                <a:latin typeface="Figtree" pitchFamily="2" charset="0"/>
              </a:rPr>
              <a:t> form </a:t>
            </a:r>
            <a:br>
              <a:rPr lang="en-GB" sz="1400" dirty="0">
                <a:solidFill>
                  <a:srgbClr val="134183"/>
                </a:solidFill>
                <a:latin typeface="Figtree" pitchFamily="2" charset="0"/>
              </a:rPr>
            </a:br>
            <a:r>
              <a:rPr lang="en-GB" sz="1400" dirty="0">
                <a:solidFill>
                  <a:srgbClr val="134183"/>
                </a:solidFill>
                <a:latin typeface="Figtree" pitchFamily="2" charset="0"/>
              </a:rPr>
              <a:t>and, immediately below, as a </a:t>
            </a:r>
            <a:r>
              <a:rPr lang="en-GB" sz="1400" b="1" dirty="0">
                <a:solidFill>
                  <a:srgbClr val="134183"/>
                </a:solidFill>
                <a:latin typeface="Figtree" pitchFamily="2" charset="0"/>
              </a:rPr>
              <a:t>character</a:t>
            </a:r>
            <a:r>
              <a:rPr lang="en-GB" sz="1400" dirty="0">
                <a:solidFill>
                  <a:srgbClr val="134183"/>
                </a:solidFill>
                <a:latin typeface="Figtree" pitchFamily="2" charset="0"/>
              </a:rPr>
              <a:t>.</a:t>
            </a:r>
            <a:r>
              <a:rPr lang="en-GB" sz="1400" dirty="0">
                <a:latin typeface="Figtree" pitchFamily="2" charset="0"/>
              </a:rPr>
              <a:t> </a:t>
            </a:r>
            <a:endParaRPr lang="en-GB" sz="1400" dirty="0"/>
          </a:p>
        </p:txBody>
      </p:sp>
      <p:sp>
        <p:nvSpPr>
          <p:cNvPr id="24584" name="Text Box 8"/>
          <p:cNvSpPr txBox="1">
            <a:spLocks noChangeArrowheads="1"/>
          </p:cNvSpPr>
          <p:nvPr/>
        </p:nvSpPr>
        <p:spPr bwMode="auto">
          <a:xfrm>
            <a:off x="6009312" y="3826412"/>
            <a:ext cx="5431810" cy="610680"/>
          </a:xfrm>
          <a:prstGeom prst="rect">
            <a:avLst/>
          </a:prstGeom>
          <a:solidFill>
            <a:schemeClr val="bg2"/>
          </a:solidFill>
          <a:ln w="19050">
            <a:solidFill>
              <a:schemeClr val="tx1"/>
            </a:solidFill>
            <a:miter lim="800000"/>
            <a:headEnd/>
            <a:tailEnd/>
          </a:ln>
        </p:spPr>
        <p:txBody>
          <a:bodyPr wrap="square">
            <a:spAutoFit/>
          </a:bodyPr>
          <a:lstStyle/>
          <a:p>
            <a:pPr defTabSz="739775">
              <a:lnSpc>
                <a:spcPct val="80000"/>
              </a:lnSpc>
            </a:pPr>
            <a:r>
              <a:rPr lang="en-GB" sz="1400" dirty="0">
                <a:solidFill>
                  <a:srgbClr val="134183"/>
                </a:solidFill>
                <a:latin typeface="Figtree" pitchFamily="2" charset="0"/>
              </a:rPr>
              <a:t>In this case, each character is represented by the corresponding </a:t>
            </a:r>
            <a:r>
              <a:rPr lang="en-GB" sz="1400" b="1" dirty="0">
                <a:solidFill>
                  <a:srgbClr val="134183"/>
                </a:solidFill>
                <a:latin typeface="Figtree" pitchFamily="2" charset="0"/>
              </a:rPr>
              <a:t>hex</a:t>
            </a:r>
            <a:r>
              <a:rPr lang="en-GB" sz="1400" dirty="0">
                <a:solidFill>
                  <a:srgbClr val="134183"/>
                </a:solidFill>
                <a:latin typeface="Figtree" pitchFamily="2" charset="0"/>
              </a:rPr>
              <a:t> word (two-byte unit), again, with the </a:t>
            </a:r>
            <a:r>
              <a:rPr lang="en-GB" sz="1400" b="1" dirty="0">
                <a:solidFill>
                  <a:srgbClr val="134183"/>
                </a:solidFill>
                <a:latin typeface="Figtree" pitchFamily="2" charset="0"/>
              </a:rPr>
              <a:t>character</a:t>
            </a:r>
            <a:r>
              <a:rPr lang="en-GB" sz="1400" dirty="0">
                <a:solidFill>
                  <a:srgbClr val="134183"/>
                </a:solidFill>
                <a:latin typeface="Figtree" pitchFamily="2" charset="0"/>
              </a:rPr>
              <a:t> form shown below.</a:t>
            </a:r>
            <a:endParaRPr lang="en-GB" sz="1400" b="1" dirty="0">
              <a:solidFill>
                <a:srgbClr val="134183"/>
              </a:solidFill>
            </a:endParaRPr>
          </a:p>
        </p:txBody>
      </p:sp>
      <p:sp>
        <p:nvSpPr>
          <p:cNvPr id="24585" name="Text Box 9"/>
          <p:cNvSpPr txBox="1">
            <a:spLocks noChangeArrowheads="1"/>
          </p:cNvSpPr>
          <p:nvPr/>
        </p:nvSpPr>
        <p:spPr bwMode="auto">
          <a:xfrm>
            <a:off x="6409824" y="5366150"/>
            <a:ext cx="4850342" cy="641714"/>
          </a:xfrm>
          <a:prstGeom prst="rect">
            <a:avLst/>
          </a:prstGeom>
          <a:noFill/>
          <a:ln w="19050">
            <a:solidFill>
              <a:schemeClr val="tx1"/>
            </a:solidFill>
            <a:miter lim="800000"/>
            <a:headEnd/>
            <a:tailEnd/>
          </a:ln>
        </p:spPr>
        <p:txBody>
          <a:bodyPr wrap="square">
            <a:spAutoFit/>
          </a:bodyPr>
          <a:lstStyle/>
          <a:p>
            <a:pPr defTabSz="739775">
              <a:lnSpc>
                <a:spcPct val="85000"/>
              </a:lnSpc>
              <a:spcBef>
                <a:spcPct val="0"/>
              </a:spcBef>
            </a:pPr>
            <a:r>
              <a:rPr lang="en-GB" sz="1400" dirty="0">
                <a:solidFill>
                  <a:srgbClr val="134183"/>
                </a:solidFill>
                <a:latin typeface="Figtree" pitchFamily="2" charset="0"/>
              </a:rPr>
              <a:t>Printing value of </a:t>
            </a:r>
            <a:r>
              <a:rPr lang="en-GB" sz="1400" b="1" dirty="0">
                <a:solidFill>
                  <a:srgbClr val="134183"/>
                </a:solidFill>
                <a:latin typeface="Figtree" pitchFamily="2" charset="0"/>
              </a:rPr>
              <a:t>IFS</a:t>
            </a:r>
            <a:r>
              <a:rPr lang="en-GB" sz="1400" dirty="0">
                <a:solidFill>
                  <a:srgbClr val="134183"/>
                </a:solidFill>
                <a:latin typeface="Figtree" pitchFamily="2" charset="0"/>
              </a:rPr>
              <a:t> to the screen would show ‘nothing’. Passing it to </a:t>
            </a:r>
            <a:r>
              <a:rPr lang="en-GB" sz="1400" b="1" dirty="0" err="1">
                <a:solidFill>
                  <a:srgbClr val="134183"/>
                </a:solidFill>
                <a:latin typeface="Hack" panose="020B0609030202020204" pitchFamily="49" charset="0"/>
                <a:ea typeface="Hack" panose="020B0609030202020204" pitchFamily="49" charset="0"/>
                <a:cs typeface="Hack" panose="020B0609030202020204" pitchFamily="49" charset="0"/>
              </a:rPr>
              <a:t>od</a:t>
            </a:r>
            <a:r>
              <a:rPr lang="en-GB" sz="1400" dirty="0">
                <a:solidFill>
                  <a:srgbClr val="134183"/>
                </a:solidFill>
                <a:latin typeface="Figtree" pitchFamily="2" charset="0"/>
              </a:rPr>
              <a:t> allows to see the real contents. The </a:t>
            </a:r>
            <a:r>
              <a:rPr lang="en-GB" sz="1400" b="1" dirty="0">
                <a:solidFill>
                  <a:srgbClr val="134183"/>
                </a:solidFill>
                <a:latin typeface="Figtree" pitchFamily="2" charset="0"/>
              </a:rPr>
              <a:t>040</a:t>
            </a:r>
            <a:r>
              <a:rPr lang="en-GB" sz="1400" dirty="0">
                <a:solidFill>
                  <a:srgbClr val="134183"/>
                </a:solidFill>
                <a:latin typeface="Figtree" pitchFamily="2" charset="0"/>
              </a:rPr>
              <a:t> number is octal for space.</a:t>
            </a:r>
            <a:endParaRPr lang="en-GB" sz="1400" dirty="0">
              <a:solidFill>
                <a:srgbClr val="134183"/>
              </a:solidFill>
            </a:endParaRPr>
          </a:p>
        </p:txBody>
      </p:sp>
      <p:sp>
        <p:nvSpPr>
          <p:cNvPr id="1029130" name="Rectangle 10"/>
          <p:cNvSpPr>
            <a:spLocks noChangeArrowheads="1"/>
          </p:cNvSpPr>
          <p:nvPr/>
        </p:nvSpPr>
        <p:spPr bwMode="auto">
          <a:xfrm>
            <a:off x="9053195" y="2355800"/>
            <a:ext cx="2071839" cy="495108"/>
          </a:xfrm>
          <a:prstGeom prst="rect">
            <a:avLst/>
          </a:prstGeom>
          <a:solidFill>
            <a:srgbClr val="03EAB3"/>
          </a:solidFill>
          <a:ln w="12700">
            <a:solidFill>
              <a:schemeClr val="tx1"/>
            </a:solidFill>
            <a:miter lim="800000"/>
            <a:headEnd/>
            <a:tailEnd/>
          </a:ln>
          <a:effectLst>
            <a:outerShdw dist="107763" dir="2700000" algn="ctr" rotWithShape="0">
              <a:schemeClr val="bg2"/>
            </a:outerShdw>
          </a:effectLst>
        </p:spPr>
        <p:txBody>
          <a:bodyPr wrap="square" lIns="44450" tIns="108000" rIns="44450" bIns="108000">
            <a:spAutoFit/>
          </a:bodyPr>
          <a:lstStyle/>
          <a:p>
            <a:pPr marL="322263" indent="-322263" defTabSz="715963">
              <a:lnSpc>
                <a:spcPct val="90000"/>
              </a:lnSpc>
              <a:spcBef>
                <a:spcPct val="0"/>
              </a:spcBef>
              <a:defRPr/>
            </a:pPr>
            <a:r>
              <a:rPr lang="en-US" sz="2000" dirty="0">
                <a:latin typeface="Hack" panose="020B0609030202020204" pitchFamily="49" charset="0"/>
                <a:ea typeface="Hack" panose="020B0609030202020204" pitchFamily="49" charset="0"/>
                <a:cs typeface="Hack" panose="020B0609030202020204" pitchFamily="49" charset="0"/>
              </a:rPr>
              <a:t>lock</a:t>
            </a:r>
          </a:p>
        </p:txBody>
      </p:sp>
      <p:sp>
        <p:nvSpPr>
          <p:cNvPr id="1029131" name="Rectangle 11"/>
          <p:cNvSpPr>
            <a:spLocks noChangeArrowheads="1"/>
          </p:cNvSpPr>
          <p:nvPr/>
        </p:nvSpPr>
        <p:spPr bwMode="auto">
          <a:xfrm>
            <a:off x="10191584" y="2193670"/>
            <a:ext cx="933450" cy="342465"/>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400" b="1" i="1" dirty="0">
                <a:latin typeface="Figtree" pitchFamily="2" charset="0"/>
              </a:rPr>
              <a:t>options</a:t>
            </a:r>
            <a:r>
              <a:rPr lang="en-US" sz="1600" b="1" dirty="0">
                <a:latin typeface="Courier New" pitchFamily="49" charset="0"/>
              </a:rPr>
              <a:t>  </a:t>
            </a:r>
          </a:p>
        </p:txBody>
      </p:sp>
    </p:spTree>
    <p:extLst>
      <p:ext uri="{BB962C8B-B14F-4D97-AF65-F5344CB8AC3E}">
        <p14:creationId xmlns:p14="http://schemas.microsoft.com/office/powerpoint/2010/main" val="368449386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8D3B99-EB70-30E4-8B73-3479352FB7EA}"/>
              </a:ext>
            </a:extLst>
          </p:cNvPr>
          <p:cNvSpPr>
            <a:spLocks noGrp="1"/>
          </p:cNvSpPr>
          <p:nvPr>
            <p:ph type="ctrTitle"/>
          </p:nvPr>
        </p:nvSpPr>
        <p:spPr/>
        <p:txBody>
          <a:bodyPr/>
          <a:lstStyle/>
          <a:p>
            <a:r>
              <a:rPr lang="en-GB" dirty="0">
                <a:solidFill>
                  <a:srgbClr val="FF0000"/>
                </a:solidFill>
              </a:rPr>
              <a:t>paste</a:t>
            </a:r>
            <a:r>
              <a:rPr lang="en-GB" dirty="0"/>
              <a:t>: Merge files together</a:t>
            </a:r>
          </a:p>
        </p:txBody>
      </p:sp>
      <p:sp>
        <p:nvSpPr>
          <p:cNvPr id="25603" name="Rectangle 3"/>
          <p:cNvSpPr>
            <a:spLocks noGrp="1" noChangeArrowheads="1"/>
          </p:cNvSpPr>
          <p:nvPr>
            <p:ph sz="quarter" idx="4"/>
          </p:nvPr>
        </p:nvSpPr>
        <p:spPr/>
        <p:txBody>
          <a:bodyPr>
            <a:normAutofit/>
          </a:bodyPr>
          <a:lstStyle/>
          <a:p>
            <a:r>
              <a:rPr lang="en-US" sz="1800" dirty="0">
                <a:solidFill>
                  <a:schemeClr val="tx1"/>
                </a:solidFill>
              </a:rPr>
              <a:t>Paste files together horizontally:</a:t>
            </a:r>
          </a:p>
          <a:p>
            <a:endParaRPr lang="en-US" sz="1800" dirty="0">
              <a:solidFill>
                <a:schemeClr val="tx1"/>
              </a:solidFill>
            </a:endParaRPr>
          </a:p>
          <a:p>
            <a:endParaRPr lang="en-US" sz="1800" dirty="0">
              <a:solidFill>
                <a:schemeClr val="tx1"/>
              </a:solidFill>
            </a:endParaRPr>
          </a:p>
          <a:p>
            <a:pPr lvl="1"/>
            <a:endParaRPr lang="en-US" sz="1800" dirty="0"/>
          </a:p>
          <a:p>
            <a:pPr lvl="1"/>
            <a:endParaRPr lang="en-US" sz="1800" dirty="0"/>
          </a:p>
          <a:p>
            <a:r>
              <a:rPr lang="en-US" sz="1800" dirty="0">
                <a:solidFill>
                  <a:schemeClr val="tx1"/>
                </a:solidFill>
              </a:rPr>
              <a:t>Paste files using different delimiters:</a:t>
            </a:r>
          </a:p>
          <a:p>
            <a:pPr lvl="1"/>
            <a:endParaRPr lang="en-US" sz="1800" dirty="0"/>
          </a:p>
          <a:p>
            <a:pPr lvl="1"/>
            <a:endParaRPr lang="en-US" sz="1800" dirty="0"/>
          </a:p>
          <a:p>
            <a:pPr lvl="2"/>
            <a:endParaRPr lang="en-US" sz="1800" dirty="0"/>
          </a:p>
          <a:p>
            <a:r>
              <a:rPr lang="en-US" sz="1800" dirty="0">
                <a:solidFill>
                  <a:schemeClr val="tx1"/>
                </a:solidFill>
              </a:rPr>
              <a:t>Interactively insert a column between pasted files:</a:t>
            </a:r>
          </a:p>
          <a:p>
            <a:endParaRPr lang="en-US" dirty="0">
              <a:solidFill>
                <a:schemeClr val="tx1"/>
              </a:solidFill>
            </a:endParaRPr>
          </a:p>
        </p:txBody>
      </p:sp>
      <p:sp>
        <p:nvSpPr>
          <p:cNvPr id="2" name="Slide Number Placeholder 2">
            <a:extLst>
              <a:ext uri="{FF2B5EF4-FFF2-40B4-BE49-F238E27FC236}">
                <a16:creationId xmlns:a16="http://schemas.microsoft.com/office/drawing/2014/main" id="{7BD526D4-F350-4058-56B9-A13F9274EFA4}"/>
              </a:ext>
            </a:extLst>
          </p:cNvPr>
          <p:cNvSpPr>
            <a:spLocks noGrp="1"/>
          </p:cNvSpPr>
          <p:nvPr>
            <p:ph type="sldNum" sz="quarter" idx="12"/>
          </p:nvPr>
        </p:nvSpPr>
        <p:spPr/>
        <p:txBody>
          <a:bodyPr/>
          <a:lstStyle/>
          <a:p>
            <a:fld id="{F3469444-D02B-D446-9CF8-19DEDDE073D1}" type="slidenum">
              <a:rPr lang="en-US" smtClean="0"/>
              <a:pPr/>
              <a:t>22</a:t>
            </a:fld>
            <a:endParaRPr lang="en-US" dirty="0"/>
          </a:p>
        </p:txBody>
      </p:sp>
      <p:sp>
        <p:nvSpPr>
          <p:cNvPr id="1031172" name="Rectangle 4"/>
          <p:cNvSpPr>
            <a:spLocks noChangeArrowheads="1"/>
          </p:cNvSpPr>
          <p:nvPr/>
        </p:nvSpPr>
        <p:spPr bwMode="auto">
          <a:xfrm>
            <a:off x="500639" y="2104714"/>
            <a:ext cx="6824293" cy="958595"/>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paste names sales02 sales03</a:t>
            </a:r>
          </a:p>
          <a:p>
            <a:pPr marL="322263" indent="-322263" defTabSz="715963">
              <a:spcBef>
                <a:spcPct val="0"/>
              </a:spcBef>
              <a:defRPr/>
            </a:pP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adam</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130   130</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bob     100   120</a:t>
            </a:r>
          </a:p>
          <a:p>
            <a:pPr marL="322263" indent="-322263" defTabSz="715963">
              <a:spcBef>
                <a:spcPct val="0"/>
              </a:spcBef>
              <a:defRPr/>
            </a:pP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kirsty</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105   109</a:t>
            </a:r>
          </a:p>
        </p:txBody>
      </p:sp>
      <p:sp>
        <p:nvSpPr>
          <p:cNvPr id="1031173" name="Rectangle 5"/>
          <p:cNvSpPr>
            <a:spLocks noChangeArrowheads="1"/>
          </p:cNvSpPr>
          <p:nvPr/>
        </p:nvSpPr>
        <p:spPr bwMode="auto">
          <a:xfrm>
            <a:off x="514350" y="5387965"/>
            <a:ext cx="5953583" cy="117403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paste names sales02 - sales03 &gt;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sale.rep</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xx&lt;CR&gt;</a:t>
            </a:r>
          </a:p>
          <a:p>
            <a:pPr marL="322263" indent="-322263" defTabSz="715963">
              <a:spcBef>
                <a:spcPct val="0"/>
              </a:spcBef>
              <a:defRPr/>
            </a:pP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yy</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&lt;CR&gt;</a:t>
            </a:r>
          </a:p>
          <a:p>
            <a:pPr marL="322263" indent="-322263" defTabSz="715963">
              <a:spcBef>
                <a:spcPct val="0"/>
              </a:spcBef>
              <a:defRPr/>
            </a:pP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zz</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&lt;CR&gt;</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^D</a:t>
            </a:r>
          </a:p>
        </p:txBody>
      </p:sp>
      <p:sp>
        <p:nvSpPr>
          <p:cNvPr id="25606" name="Text Box 6"/>
          <p:cNvSpPr txBox="1">
            <a:spLocks noChangeArrowheads="1"/>
          </p:cNvSpPr>
          <p:nvPr/>
        </p:nvSpPr>
        <p:spPr bwMode="auto">
          <a:xfrm>
            <a:off x="3212336" y="2770976"/>
            <a:ext cx="4471617" cy="307777"/>
          </a:xfrm>
          <a:prstGeom prst="rect">
            <a:avLst/>
          </a:prstGeom>
          <a:noFill/>
          <a:ln w="19050">
            <a:noFill/>
            <a:miter lim="800000"/>
            <a:headEnd/>
            <a:tailEnd/>
          </a:ln>
        </p:spPr>
        <p:txBody>
          <a:bodyPr wrap="square">
            <a:spAutoFit/>
          </a:bodyPr>
          <a:lstStyle/>
          <a:p>
            <a:pPr defTabSz="739775"/>
            <a:r>
              <a:rPr lang="en-GB" sz="1400" dirty="0">
                <a:solidFill>
                  <a:schemeClr val="bg1"/>
                </a:solidFill>
                <a:latin typeface="Figtree" pitchFamily="2" charset="0"/>
              </a:rPr>
              <a:t>Tabs, adjusted for neat columns, are used as default.</a:t>
            </a:r>
            <a:endParaRPr lang="en-GB" sz="1400" dirty="0">
              <a:solidFill>
                <a:schemeClr val="bg1"/>
              </a:solidFill>
            </a:endParaRPr>
          </a:p>
        </p:txBody>
      </p:sp>
      <p:sp>
        <p:nvSpPr>
          <p:cNvPr id="25607" name="Text Box 7"/>
          <p:cNvSpPr txBox="1">
            <a:spLocks noChangeArrowheads="1"/>
          </p:cNvSpPr>
          <p:nvPr/>
        </p:nvSpPr>
        <p:spPr bwMode="auto">
          <a:xfrm>
            <a:off x="1771411" y="6292248"/>
            <a:ext cx="7666990" cy="286232"/>
          </a:xfrm>
          <a:prstGeom prst="rect">
            <a:avLst/>
          </a:prstGeom>
          <a:solidFill>
            <a:schemeClr val="bg2"/>
          </a:solidFill>
          <a:ln w="19050">
            <a:solidFill>
              <a:schemeClr val="tx1"/>
            </a:solidFill>
            <a:miter lim="800000"/>
            <a:headEnd/>
            <a:tailEnd/>
          </a:ln>
        </p:spPr>
        <p:txBody>
          <a:bodyPr wrap="square">
            <a:spAutoFit/>
          </a:bodyPr>
          <a:lstStyle/>
          <a:p>
            <a:pPr defTabSz="739775">
              <a:lnSpc>
                <a:spcPct val="90000"/>
              </a:lnSpc>
            </a:pPr>
            <a:r>
              <a:rPr lang="en-GB" sz="1400" dirty="0">
                <a:solidFill>
                  <a:srgbClr val="134183"/>
                </a:solidFill>
                <a:latin typeface="Figtree" pitchFamily="2" charset="0"/>
              </a:rPr>
              <a:t>Here, the hyphen instead of a filename informed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paste</a:t>
            </a:r>
            <a:r>
              <a:rPr lang="en-GB" sz="1400" dirty="0">
                <a:solidFill>
                  <a:srgbClr val="134183"/>
                </a:solidFill>
                <a:latin typeface="Figtree" pitchFamily="2" charset="0"/>
              </a:rPr>
              <a:t> to read from the keyboard.</a:t>
            </a:r>
            <a:endParaRPr lang="en-GB" sz="1400" b="1" dirty="0">
              <a:solidFill>
                <a:srgbClr val="134183"/>
              </a:solidFill>
            </a:endParaRPr>
          </a:p>
        </p:txBody>
      </p:sp>
      <p:sp>
        <p:nvSpPr>
          <p:cNvPr id="1031176" name="Rectangle 8"/>
          <p:cNvSpPr>
            <a:spLocks noChangeArrowheads="1"/>
          </p:cNvSpPr>
          <p:nvPr/>
        </p:nvSpPr>
        <p:spPr bwMode="auto">
          <a:xfrm>
            <a:off x="527225" y="3820665"/>
            <a:ext cx="5568485" cy="927817"/>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6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b="1" dirty="0">
                <a:solidFill>
                  <a:schemeClr val="bg2"/>
                </a:solidFill>
                <a:latin typeface="Hack" panose="020B0609030202020204" pitchFamily="49" charset="0"/>
                <a:ea typeface="Hack" panose="020B0609030202020204" pitchFamily="49" charset="0"/>
                <a:cs typeface="Hack" panose="020B0609030202020204" pitchFamily="49" charset="0"/>
              </a:rPr>
              <a:t> paste -d"&lt;tab&gt;": names sales02 sales03</a:t>
            </a:r>
          </a:p>
          <a:p>
            <a:pPr marL="322263" indent="-322263" defTabSz="715963">
              <a:spcBef>
                <a:spcPct val="0"/>
              </a:spcBef>
              <a:defRPr/>
            </a:pP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adam</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130:130</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bob     100:120</a:t>
            </a:r>
          </a:p>
          <a:p>
            <a:pPr marL="322263" indent="-322263" defTabSz="715963">
              <a:spcBef>
                <a:spcPct val="0"/>
              </a:spcBef>
              <a:defRPr/>
            </a:pP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kirsty</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105:109</a:t>
            </a:r>
          </a:p>
        </p:txBody>
      </p:sp>
      <p:sp>
        <p:nvSpPr>
          <p:cNvPr id="25609" name="Text Box 9"/>
          <p:cNvSpPr txBox="1">
            <a:spLocks noChangeArrowheads="1"/>
          </p:cNvSpPr>
          <p:nvPr/>
        </p:nvSpPr>
        <p:spPr bwMode="auto">
          <a:xfrm>
            <a:off x="6424216" y="4221155"/>
            <a:ext cx="4786879" cy="480131"/>
          </a:xfrm>
          <a:prstGeom prst="rect">
            <a:avLst/>
          </a:prstGeom>
          <a:solidFill>
            <a:schemeClr val="bg1"/>
          </a:solidFill>
          <a:ln w="19050">
            <a:solidFill>
              <a:schemeClr val="accent1"/>
            </a:solidFill>
            <a:miter lim="800000"/>
            <a:headEnd/>
            <a:tailEnd/>
          </a:ln>
        </p:spPr>
        <p:txBody>
          <a:bodyPr wrap="square">
            <a:spAutoFit/>
          </a:bodyPr>
          <a:lstStyle/>
          <a:p>
            <a:pPr defTabSz="739775">
              <a:lnSpc>
                <a:spcPct val="90000"/>
              </a:lnSpc>
            </a:pPr>
            <a:r>
              <a:rPr lang="en-GB" sz="1400" dirty="0">
                <a:solidFill>
                  <a:srgbClr val="134183"/>
                </a:solidFill>
                <a:latin typeface="Figtree" pitchFamily="2" charset="0"/>
              </a:rPr>
              <a:t>Alternative field separators can be defined; here we asked for a tab and a colon.</a:t>
            </a:r>
            <a:endParaRPr lang="en-GB" sz="1400" b="1" dirty="0">
              <a:solidFill>
                <a:srgbClr val="134183"/>
              </a:solidFill>
            </a:endParaRPr>
          </a:p>
        </p:txBody>
      </p:sp>
      <p:sp>
        <p:nvSpPr>
          <p:cNvPr id="1031180" name="Rectangle 12"/>
          <p:cNvSpPr>
            <a:spLocks noChangeArrowheads="1"/>
          </p:cNvSpPr>
          <p:nvPr/>
        </p:nvSpPr>
        <p:spPr bwMode="auto">
          <a:xfrm>
            <a:off x="7891784" y="1656137"/>
            <a:ext cx="2045259" cy="781050"/>
          </a:xfrm>
          <a:prstGeom prst="rect">
            <a:avLst/>
          </a:prstGeom>
          <a:solidFill>
            <a:srgbClr val="00EDB5"/>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600" dirty="0" err="1">
                <a:latin typeface="Hack" panose="020B0609030202020204" pitchFamily="49" charset="0"/>
                <a:ea typeface="Hack" panose="020B0609030202020204" pitchFamily="49" charset="0"/>
                <a:cs typeface="Hack" panose="020B0609030202020204" pitchFamily="49" charset="0"/>
              </a:rPr>
              <a:t>adam</a:t>
            </a:r>
            <a:endParaRPr lang="en-US" sz="1600" dirty="0">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bob </a:t>
            </a:r>
          </a:p>
          <a:p>
            <a:pPr marL="322263" indent="-322263" defTabSz="715963">
              <a:spcBef>
                <a:spcPct val="0"/>
              </a:spcBef>
              <a:defRPr/>
            </a:pPr>
            <a:r>
              <a:rPr lang="en-US" sz="1600" dirty="0" err="1">
                <a:latin typeface="Hack" panose="020B0609030202020204" pitchFamily="49" charset="0"/>
                <a:ea typeface="Hack" panose="020B0609030202020204" pitchFamily="49" charset="0"/>
                <a:cs typeface="Hack" panose="020B0609030202020204" pitchFamily="49" charset="0"/>
              </a:rPr>
              <a:t>kirsty</a:t>
            </a:r>
            <a:endParaRPr lang="en-US" sz="1600" dirty="0">
              <a:latin typeface="Hack" panose="020B0609030202020204" pitchFamily="49" charset="0"/>
              <a:ea typeface="Hack" panose="020B0609030202020204" pitchFamily="49" charset="0"/>
              <a:cs typeface="Hack" panose="020B0609030202020204" pitchFamily="49" charset="0"/>
            </a:endParaRPr>
          </a:p>
        </p:txBody>
      </p:sp>
      <p:sp>
        <p:nvSpPr>
          <p:cNvPr id="1031181" name="Rectangle 13"/>
          <p:cNvSpPr>
            <a:spLocks noChangeArrowheads="1"/>
          </p:cNvSpPr>
          <p:nvPr/>
        </p:nvSpPr>
        <p:spPr bwMode="auto">
          <a:xfrm>
            <a:off x="9095326" y="1451847"/>
            <a:ext cx="889243" cy="342465"/>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400" b="1" i="1" dirty="0">
                <a:latin typeface="Hack" panose="020B0609030202020204" pitchFamily="49" charset="0"/>
                <a:ea typeface="Hack" panose="020B0609030202020204" pitchFamily="49" charset="0"/>
                <a:cs typeface="Hack" panose="020B0609030202020204" pitchFamily="49" charset="0"/>
              </a:rPr>
              <a:t>names</a:t>
            </a:r>
            <a:r>
              <a:rPr lang="en-US" sz="1600" b="1" dirty="0">
                <a:latin typeface="Courier New" pitchFamily="49" charset="0"/>
              </a:rPr>
              <a:t>  </a:t>
            </a:r>
          </a:p>
        </p:txBody>
      </p:sp>
      <p:sp>
        <p:nvSpPr>
          <p:cNvPr id="1031183" name="Rectangle 15"/>
          <p:cNvSpPr>
            <a:spLocks noChangeArrowheads="1"/>
          </p:cNvSpPr>
          <p:nvPr/>
        </p:nvSpPr>
        <p:spPr bwMode="auto">
          <a:xfrm>
            <a:off x="9438401" y="2172345"/>
            <a:ext cx="1888675" cy="781050"/>
          </a:xfrm>
          <a:prstGeom prst="rect">
            <a:avLst/>
          </a:prstGeom>
          <a:solidFill>
            <a:srgbClr val="0FEEB9"/>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130</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100</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105</a:t>
            </a:r>
          </a:p>
        </p:txBody>
      </p:sp>
      <p:sp>
        <p:nvSpPr>
          <p:cNvPr id="1031184" name="Rectangle 16"/>
          <p:cNvSpPr>
            <a:spLocks noChangeArrowheads="1"/>
          </p:cNvSpPr>
          <p:nvPr/>
        </p:nvSpPr>
        <p:spPr bwMode="auto">
          <a:xfrm>
            <a:off x="10303172" y="2001112"/>
            <a:ext cx="1076757" cy="342465"/>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400" b="1" i="1" dirty="0">
                <a:latin typeface="Hack" panose="020B0609030202020204" pitchFamily="49" charset="0"/>
                <a:ea typeface="Hack" panose="020B0609030202020204" pitchFamily="49" charset="0"/>
                <a:cs typeface="Hack" panose="020B0609030202020204" pitchFamily="49" charset="0"/>
              </a:rPr>
              <a:t>sales02</a:t>
            </a:r>
            <a:r>
              <a:rPr lang="en-US" sz="1600" b="1" dirty="0">
                <a:latin typeface="Courier New" pitchFamily="49" charset="0"/>
              </a:rPr>
              <a:t>  </a:t>
            </a:r>
          </a:p>
        </p:txBody>
      </p:sp>
      <p:sp>
        <p:nvSpPr>
          <p:cNvPr id="1031186" name="Rectangle 18"/>
          <p:cNvSpPr>
            <a:spLocks noChangeArrowheads="1"/>
          </p:cNvSpPr>
          <p:nvPr/>
        </p:nvSpPr>
        <p:spPr bwMode="auto">
          <a:xfrm>
            <a:off x="8071465" y="3091838"/>
            <a:ext cx="1790085" cy="781050"/>
          </a:xfrm>
          <a:prstGeom prst="rect">
            <a:avLst/>
          </a:prstGeom>
          <a:solidFill>
            <a:srgbClr val="0FEEB9"/>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130</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120</a:t>
            </a:r>
          </a:p>
          <a:p>
            <a:pPr marL="322263" indent="-322263" defTabSz="715963">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109</a:t>
            </a:r>
          </a:p>
        </p:txBody>
      </p:sp>
      <p:sp>
        <p:nvSpPr>
          <p:cNvPr id="1031187" name="Rectangle 19"/>
          <p:cNvSpPr>
            <a:spLocks noChangeArrowheads="1"/>
          </p:cNvSpPr>
          <p:nvPr/>
        </p:nvSpPr>
        <p:spPr bwMode="auto">
          <a:xfrm>
            <a:off x="8817656" y="3001550"/>
            <a:ext cx="1043894" cy="342465"/>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400" b="1" i="1" dirty="0">
                <a:latin typeface="Hack" panose="020B0609030202020204" pitchFamily="49" charset="0"/>
                <a:ea typeface="Hack" panose="020B0609030202020204" pitchFamily="49" charset="0"/>
                <a:cs typeface="Hack" panose="020B0609030202020204" pitchFamily="49" charset="0"/>
              </a:rPr>
              <a:t>sales03</a:t>
            </a:r>
            <a:r>
              <a:rPr lang="en-US" sz="1600" b="1" dirty="0">
                <a:latin typeface="Courier New" pitchFamily="49" charset="0"/>
              </a:rPr>
              <a:t>  </a:t>
            </a:r>
          </a:p>
        </p:txBody>
      </p:sp>
      <p:sp>
        <p:nvSpPr>
          <p:cNvPr id="1031189" name="Rectangle 21"/>
          <p:cNvSpPr>
            <a:spLocks noChangeArrowheads="1"/>
          </p:cNvSpPr>
          <p:nvPr/>
        </p:nvSpPr>
        <p:spPr bwMode="auto">
          <a:xfrm>
            <a:off x="6979551" y="5256176"/>
            <a:ext cx="4385476" cy="709613"/>
          </a:xfrm>
          <a:prstGeom prst="rect">
            <a:avLst/>
          </a:prstGeom>
          <a:solidFill>
            <a:srgbClr val="00EDB5"/>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90000"/>
              </a:lnSpc>
              <a:spcBef>
                <a:spcPct val="0"/>
              </a:spcBef>
              <a:defRPr/>
            </a:pPr>
            <a:r>
              <a:rPr lang="en-US" sz="1600" dirty="0" err="1">
                <a:latin typeface="Hack" panose="020B0609030202020204" pitchFamily="49" charset="0"/>
                <a:ea typeface="Hack" panose="020B0609030202020204" pitchFamily="49" charset="0"/>
                <a:cs typeface="Hack" panose="020B0609030202020204" pitchFamily="49" charset="0"/>
              </a:rPr>
              <a:t>adam</a:t>
            </a:r>
            <a:r>
              <a:rPr lang="en-US" sz="1600" dirty="0">
                <a:latin typeface="Hack" panose="020B0609030202020204" pitchFamily="49" charset="0"/>
                <a:ea typeface="Hack" panose="020B0609030202020204" pitchFamily="49" charset="0"/>
                <a:cs typeface="Hack" panose="020B0609030202020204" pitchFamily="49" charset="0"/>
              </a:rPr>
              <a:t>    130   xx   130</a:t>
            </a:r>
          </a:p>
          <a:p>
            <a:pPr marL="322263" indent="-322263" defTabSz="715963">
              <a:lnSpc>
                <a:spcPct val="90000"/>
              </a:lnSpc>
              <a:spcBef>
                <a:spcPct val="0"/>
              </a:spcBef>
              <a:defRPr/>
            </a:pPr>
            <a:r>
              <a:rPr lang="en-US" sz="1600" dirty="0">
                <a:latin typeface="Hack" panose="020B0609030202020204" pitchFamily="49" charset="0"/>
                <a:ea typeface="Hack" panose="020B0609030202020204" pitchFamily="49" charset="0"/>
                <a:cs typeface="Hack" panose="020B0609030202020204" pitchFamily="49" charset="0"/>
              </a:rPr>
              <a:t>bob     100   </a:t>
            </a:r>
            <a:r>
              <a:rPr lang="en-US" sz="1600" dirty="0" err="1">
                <a:latin typeface="Hack" panose="020B0609030202020204" pitchFamily="49" charset="0"/>
                <a:ea typeface="Hack" panose="020B0609030202020204" pitchFamily="49" charset="0"/>
                <a:cs typeface="Hack" panose="020B0609030202020204" pitchFamily="49" charset="0"/>
              </a:rPr>
              <a:t>yy</a:t>
            </a:r>
            <a:r>
              <a:rPr lang="en-US" sz="1600" dirty="0">
                <a:latin typeface="Hack" panose="020B0609030202020204" pitchFamily="49" charset="0"/>
                <a:ea typeface="Hack" panose="020B0609030202020204" pitchFamily="49" charset="0"/>
                <a:cs typeface="Hack" panose="020B0609030202020204" pitchFamily="49" charset="0"/>
              </a:rPr>
              <a:t>   120</a:t>
            </a:r>
          </a:p>
          <a:p>
            <a:pPr marL="322263" indent="-322263" defTabSz="715963">
              <a:lnSpc>
                <a:spcPct val="90000"/>
              </a:lnSpc>
              <a:spcBef>
                <a:spcPct val="0"/>
              </a:spcBef>
              <a:defRPr/>
            </a:pPr>
            <a:r>
              <a:rPr lang="en-US" sz="1600" dirty="0" err="1">
                <a:latin typeface="Hack" panose="020B0609030202020204" pitchFamily="49" charset="0"/>
                <a:ea typeface="Hack" panose="020B0609030202020204" pitchFamily="49" charset="0"/>
                <a:cs typeface="Hack" panose="020B0609030202020204" pitchFamily="49" charset="0"/>
              </a:rPr>
              <a:t>kirsty</a:t>
            </a:r>
            <a:r>
              <a:rPr lang="en-US" sz="1600" dirty="0">
                <a:latin typeface="Hack" panose="020B0609030202020204" pitchFamily="49" charset="0"/>
                <a:ea typeface="Hack" panose="020B0609030202020204" pitchFamily="49" charset="0"/>
                <a:cs typeface="Hack" panose="020B0609030202020204" pitchFamily="49" charset="0"/>
              </a:rPr>
              <a:t>  105   </a:t>
            </a:r>
            <a:r>
              <a:rPr lang="en-US" sz="1600" dirty="0" err="1">
                <a:latin typeface="Hack" panose="020B0609030202020204" pitchFamily="49" charset="0"/>
                <a:ea typeface="Hack" panose="020B0609030202020204" pitchFamily="49" charset="0"/>
                <a:cs typeface="Hack" panose="020B0609030202020204" pitchFamily="49" charset="0"/>
              </a:rPr>
              <a:t>zz</a:t>
            </a:r>
            <a:r>
              <a:rPr lang="en-US" sz="1600" dirty="0">
                <a:latin typeface="Hack" panose="020B0609030202020204" pitchFamily="49" charset="0"/>
                <a:ea typeface="Hack" panose="020B0609030202020204" pitchFamily="49" charset="0"/>
                <a:cs typeface="Hack" panose="020B0609030202020204" pitchFamily="49" charset="0"/>
              </a:rPr>
              <a:t>   109</a:t>
            </a:r>
          </a:p>
        </p:txBody>
      </p:sp>
      <p:sp>
        <p:nvSpPr>
          <p:cNvPr id="1031190" name="Rectangle 22"/>
          <p:cNvSpPr>
            <a:spLocks noChangeArrowheads="1"/>
          </p:cNvSpPr>
          <p:nvPr/>
        </p:nvSpPr>
        <p:spPr bwMode="auto">
          <a:xfrm>
            <a:off x="10273368" y="5049553"/>
            <a:ext cx="1091659" cy="330795"/>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400" b="1" i="1" dirty="0" err="1">
                <a:latin typeface="Hack" panose="020B0609030202020204" pitchFamily="49" charset="0"/>
                <a:ea typeface="Hack" panose="020B0609030202020204" pitchFamily="49" charset="0"/>
                <a:cs typeface="Hack" panose="020B0609030202020204" pitchFamily="49" charset="0"/>
              </a:rPr>
              <a:t>sale.rep</a:t>
            </a:r>
            <a:r>
              <a:rPr lang="en-US" sz="1600" b="1" dirty="0">
                <a:latin typeface="Hack" panose="020B0609030202020204" pitchFamily="49" charset="0"/>
                <a:ea typeface="Hack" panose="020B0609030202020204" pitchFamily="49" charset="0"/>
                <a:cs typeface="Hack" panose="020B0609030202020204" pitchFamily="49" charset="0"/>
              </a:rPr>
              <a:t>  </a:t>
            </a:r>
          </a:p>
        </p:txBody>
      </p:sp>
    </p:spTree>
    <p:extLst>
      <p:ext uri="{BB962C8B-B14F-4D97-AF65-F5344CB8AC3E}">
        <p14:creationId xmlns:p14="http://schemas.microsoft.com/office/powerpoint/2010/main" val="172819042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505884" y="2716940"/>
            <a:ext cx="10564283" cy="957262"/>
          </a:xfrm>
          <a:prstGeom prst="rect">
            <a:avLst/>
          </a:prstGeom>
          <a:noFill/>
          <a:ln w="12700">
            <a:noFill/>
            <a:miter lim="800000"/>
            <a:headEnd/>
            <a:tailEnd/>
          </a:ln>
        </p:spPr>
        <p:txBody>
          <a:bodyPr lIns="79383" tIns="42867" rIns="79383" bIns="42867"/>
          <a:lstStyle/>
          <a:p>
            <a:pPr marL="239713" indent="-239713" defTabSz="638175">
              <a:lnSpc>
                <a:spcPct val="120000"/>
              </a:lnSpc>
              <a:spcBef>
                <a:spcPct val="60000"/>
              </a:spcBef>
              <a:buClr>
                <a:schemeClr val="bg2"/>
              </a:buClr>
              <a:tabLst>
                <a:tab pos="1933575" algn="l"/>
              </a:tabLst>
            </a:pPr>
            <a:endParaRPr lang="en-US" sz="2500" b="1">
              <a:solidFill>
                <a:srgbClr val="134183"/>
              </a:solidFill>
            </a:endParaRPr>
          </a:p>
          <a:p>
            <a:pPr marL="239713" indent="-239713" defTabSz="638175">
              <a:lnSpc>
                <a:spcPct val="80000"/>
              </a:lnSpc>
              <a:spcBef>
                <a:spcPct val="60000"/>
              </a:spcBef>
              <a:buClr>
                <a:schemeClr val="bg2"/>
              </a:buClr>
              <a:buFontTx/>
              <a:buChar char="•"/>
              <a:tabLst>
                <a:tab pos="1933575" algn="l"/>
              </a:tabLst>
            </a:pPr>
            <a:endParaRPr lang="en-US" sz="2500" b="1">
              <a:solidFill>
                <a:srgbClr val="134183"/>
              </a:solidFill>
            </a:endParaRPr>
          </a:p>
        </p:txBody>
      </p:sp>
      <p:sp>
        <p:nvSpPr>
          <p:cNvPr id="3" name="Title 2">
            <a:extLst>
              <a:ext uri="{FF2B5EF4-FFF2-40B4-BE49-F238E27FC236}">
                <a16:creationId xmlns:a16="http://schemas.microsoft.com/office/drawing/2014/main" id="{F894805F-AA6D-6A28-EC7D-60D9CDE02C7B}"/>
              </a:ext>
            </a:extLst>
          </p:cNvPr>
          <p:cNvSpPr>
            <a:spLocks noGrp="1"/>
          </p:cNvSpPr>
          <p:nvPr>
            <p:ph type="ctrTitle"/>
          </p:nvPr>
        </p:nvSpPr>
        <p:spPr/>
        <p:txBody>
          <a:bodyPr/>
          <a:lstStyle/>
          <a:p>
            <a:r>
              <a:rPr lang="en-GB" dirty="0">
                <a:solidFill>
                  <a:srgbClr val="FF0000"/>
                </a:solidFill>
              </a:rPr>
              <a:t>pr</a:t>
            </a:r>
            <a:r>
              <a:rPr lang="en-GB" dirty="0"/>
              <a:t>: - pre-format for printing</a:t>
            </a:r>
          </a:p>
        </p:txBody>
      </p:sp>
      <p:sp>
        <p:nvSpPr>
          <p:cNvPr id="26628" name="Rectangle 4"/>
          <p:cNvSpPr>
            <a:spLocks noGrp="1" noChangeArrowheads="1"/>
          </p:cNvSpPr>
          <p:nvPr>
            <p:ph sz="quarter" idx="4"/>
          </p:nvPr>
        </p:nvSpPr>
        <p:spPr/>
        <p:txBody>
          <a:bodyPr>
            <a:normAutofit/>
          </a:bodyPr>
          <a:lstStyle/>
          <a:p>
            <a:r>
              <a:rPr lang="en-US" sz="1800" dirty="0">
                <a:solidFill>
                  <a:schemeClr val="tx1"/>
                </a:solidFill>
              </a:rPr>
              <a:t>Format a file with a header:</a:t>
            </a:r>
          </a:p>
          <a:p>
            <a:endParaRPr lang="en-US" sz="1800" dirty="0">
              <a:solidFill>
                <a:schemeClr val="tx1"/>
              </a:solidFill>
            </a:endParaRPr>
          </a:p>
          <a:p>
            <a:pPr lvl="1"/>
            <a:endParaRPr lang="en-US" sz="1800" dirty="0"/>
          </a:p>
          <a:p>
            <a:pPr lvl="1"/>
            <a:endParaRPr lang="en-US" sz="1800" dirty="0"/>
          </a:p>
          <a:p>
            <a:pPr lvl="1"/>
            <a:endParaRPr lang="en-US" sz="1800" dirty="0"/>
          </a:p>
          <a:p>
            <a:r>
              <a:rPr lang="en-US" sz="1800" dirty="0">
                <a:solidFill>
                  <a:schemeClr val="tx1"/>
                </a:solidFill>
              </a:rPr>
              <a:t>Merge files together horizontally, adding a header:</a:t>
            </a:r>
          </a:p>
          <a:p>
            <a:endParaRPr lang="en-US" sz="1800" dirty="0">
              <a:solidFill>
                <a:schemeClr val="tx1"/>
              </a:solidFill>
            </a:endParaRPr>
          </a:p>
          <a:p>
            <a:endParaRPr lang="en-US" sz="1800" dirty="0">
              <a:solidFill>
                <a:schemeClr val="tx1"/>
              </a:solidFill>
            </a:endParaRPr>
          </a:p>
          <a:p>
            <a:pPr lvl="1"/>
            <a:endParaRPr lang="en-US" sz="1800" dirty="0"/>
          </a:p>
          <a:p>
            <a:r>
              <a:rPr lang="en-US" sz="1800" dirty="0">
                <a:solidFill>
                  <a:schemeClr val="tx1"/>
                </a:solidFill>
              </a:rPr>
              <a:t>Set the left margin of the file with the offset option:</a:t>
            </a:r>
          </a:p>
          <a:p>
            <a:pPr lvl="1"/>
            <a:endParaRPr lang="en-US" dirty="0"/>
          </a:p>
        </p:txBody>
      </p:sp>
      <p:sp>
        <p:nvSpPr>
          <p:cNvPr id="2" name="Slide Number Placeholder 2">
            <a:extLst>
              <a:ext uri="{FF2B5EF4-FFF2-40B4-BE49-F238E27FC236}">
                <a16:creationId xmlns:a16="http://schemas.microsoft.com/office/drawing/2014/main" id="{37E71AE0-8820-7D71-F109-F7C2014686AE}"/>
              </a:ext>
            </a:extLst>
          </p:cNvPr>
          <p:cNvSpPr>
            <a:spLocks noGrp="1"/>
          </p:cNvSpPr>
          <p:nvPr>
            <p:ph type="sldNum" sz="quarter" idx="12"/>
          </p:nvPr>
        </p:nvSpPr>
        <p:spPr/>
        <p:txBody>
          <a:bodyPr/>
          <a:lstStyle/>
          <a:p>
            <a:fld id="{F3469444-D02B-D446-9CF8-19DEDDE073D1}" type="slidenum">
              <a:rPr lang="en-US" smtClean="0"/>
              <a:pPr/>
              <a:t>23</a:t>
            </a:fld>
            <a:endParaRPr lang="en-US" dirty="0"/>
          </a:p>
        </p:txBody>
      </p:sp>
      <p:sp>
        <p:nvSpPr>
          <p:cNvPr id="1033221" name="Rectangle 5"/>
          <p:cNvSpPr>
            <a:spLocks noChangeArrowheads="1"/>
          </p:cNvSpPr>
          <p:nvPr/>
        </p:nvSpPr>
        <p:spPr bwMode="auto">
          <a:xfrm>
            <a:off x="505884" y="2089792"/>
            <a:ext cx="10473265" cy="89396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pr -l 20 names</a:t>
            </a:r>
          </a:p>
          <a:p>
            <a:pPr marL="322263" indent="-322263" defTabSz="715963">
              <a:lnSpc>
                <a:spcPct val="90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99-03-19 18:29           names                   Page  1</a:t>
            </a:r>
          </a:p>
          <a:p>
            <a:pPr marL="322263" indent="-322263" defTabSz="715963">
              <a:lnSpc>
                <a:spcPct val="90000"/>
              </a:lnSpc>
              <a:spcBef>
                <a:spcPct val="0"/>
              </a:spcBef>
              <a:defRPr/>
            </a:pP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adam</a:t>
            </a:r>
            <a:endParaRPr lang="en-US" sz="140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lnSpc>
                <a:spcPct val="90000"/>
              </a:lnSpc>
              <a:spcBef>
                <a:spcPct val="0"/>
              </a:spcBef>
              <a:defRPr/>
            </a:pP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kirsty</a:t>
            </a:r>
            <a:r>
              <a:rPr lang="en-US" sz="1400" b="1" dirty="0">
                <a:solidFill>
                  <a:schemeClr val="bg2"/>
                </a:solidFill>
                <a:latin typeface="Hack" panose="020B0609030202020204" pitchFamily="49" charset="0"/>
                <a:ea typeface="Hack" panose="020B0609030202020204" pitchFamily="49" charset="0"/>
                <a:cs typeface="Hack" panose="020B0609030202020204" pitchFamily="49" charset="0"/>
              </a:rPr>
              <a:t> </a:t>
            </a:r>
          </a:p>
        </p:txBody>
      </p:sp>
      <p:sp>
        <p:nvSpPr>
          <p:cNvPr id="26630" name="Text Box 6"/>
          <p:cNvSpPr txBox="1">
            <a:spLocks noChangeArrowheads="1"/>
          </p:cNvSpPr>
          <p:nvPr/>
        </p:nvSpPr>
        <p:spPr bwMode="auto">
          <a:xfrm>
            <a:off x="2598209" y="2724271"/>
            <a:ext cx="8495240" cy="523220"/>
          </a:xfrm>
          <a:prstGeom prst="rect">
            <a:avLst/>
          </a:prstGeom>
          <a:solidFill>
            <a:schemeClr val="bg1"/>
          </a:solidFill>
          <a:ln w="19050">
            <a:solidFill>
              <a:schemeClr val="accent1"/>
            </a:solidFill>
            <a:miter lim="800000"/>
            <a:headEnd/>
            <a:tailEnd/>
          </a:ln>
        </p:spPr>
        <p:txBody>
          <a:bodyPr wrap="square">
            <a:spAutoFit/>
          </a:bodyPr>
          <a:lstStyle/>
          <a:p>
            <a:pPr defTabSz="739775"/>
            <a:r>
              <a:rPr lang="en-GB" sz="1400" dirty="0">
                <a:solidFill>
                  <a:srgbClr val="134183"/>
                </a:solidFill>
                <a:latin typeface="Figtree" pitchFamily="2" charset="0"/>
              </a:rPr>
              <a:t>Header added automatically; 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-l 20</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reduced page length to 20 lines (from 66 default).</a:t>
            </a:r>
            <a:br>
              <a:rPr lang="en-GB" sz="1400" dirty="0">
                <a:solidFill>
                  <a:srgbClr val="134183"/>
                </a:solidFill>
                <a:latin typeface="Figtree" pitchFamily="2" charset="0"/>
              </a:rPr>
            </a:br>
            <a:r>
              <a:rPr lang="en-GB" sz="1400" dirty="0">
                <a:solidFill>
                  <a:srgbClr val="134183"/>
                </a:solidFill>
                <a:latin typeface="Figtree" pitchFamily="2" charset="0"/>
              </a:rPr>
              <a:t>This could be done </a:t>
            </a:r>
            <a:r>
              <a:rPr lang="en-US" sz="1400" dirty="0">
                <a:solidFill>
                  <a:srgbClr val="134183"/>
                </a:solidFill>
                <a:latin typeface="Figtree" pitchFamily="2" charset="0"/>
              </a:rPr>
              <a:t>to either prepare it for printing or use in report generating.</a:t>
            </a:r>
            <a:endParaRPr lang="en-GB" sz="1400" dirty="0">
              <a:solidFill>
                <a:srgbClr val="134183"/>
              </a:solidFill>
              <a:latin typeface="Figtree" pitchFamily="2" charset="0"/>
            </a:endParaRPr>
          </a:p>
        </p:txBody>
      </p:sp>
      <p:sp>
        <p:nvSpPr>
          <p:cNvPr id="1033223" name="Rectangle 7"/>
          <p:cNvSpPr>
            <a:spLocks noChangeArrowheads="1"/>
          </p:cNvSpPr>
          <p:nvPr/>
        </p:nvSpPr>
        <p:spPr bwMode="auto">
          <a:xfrm>
            <a:off x="515407" y="3803715"/>
            <a:ext cx="10463742" cy="89396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pr -m -l 20 names sales02 sales03</a:t>
            </a:r>
          </a:p>
          <a:p>
            <a:pPr marL="322263" indent="-322263" defTabSz="715963">
              <a:lnSpc>
                <a:spcPct val="90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99-03-19 18:29           names                   Page  1</a:t>
            </a:r>
          </a:p>
          <a:p>
            <a:pPr marL="322263" indent="-322263" defTabSz="715963">
              <a:lnSpc>
                <a:spcPct val="90000"/>
              </a:lnSpc>
              <a:spcBef>
                <a:spcPct val="0"/>
              </a:spcBef>
              <a:defRPr/>
            </a:pP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adam</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130   130</a:t>
            </a:r>
          </a:p>
          <a:p>
            <a:pPr marL="322263" indent="-322263" defTabSz="715963">
              <a:lnSpc>
                <a:spcPct val="90000"/>
              </a:lnSpc>
              <a:spcBef>
                <a:spcPct val="0"/>
              </a:spcBef>
              <a:defRPr/>
            </a:pP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kirsty</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105   109</a:t>
            </a:r>
          </a:p>
        </p:txBody>
      </p:sp>
      <p:sp>
        <p:nvSpPr>
          <p:cNvPr id="26632" name="Text Box 8"/>
          <p:cNvSpPr txBox="1">
            <a:spLocks noChangeArrowheads="1"/>
          </p:cNvSpPr>
          <p:nvPr/>
        </p:nvSpPr>
        <p:spPr bwMode="auto">
          <a:xfrm>
            <a:off x="4181048" y="4338335"/>
            <a:ext cx="6798101" cy="307777"/>
          </a:xfrm>
          <a:prstGeom prst="rect">
            <a:avLst/>
          </a:prstGeom>
          <a:solidFill>
            <a:schemeClr val="bg1"/>
          </a:solidFill>
          <a:ln w="19050">
            <a:solidFill>
              <a:schemeClr val="accent1"/>
            </a:solidFill>
            <a:miter lim="800000"/>
            <a:headEnd/>
            <a:tailEnd/>
          </a:ln>
        </p:spPr>
        <p:txBody>
          <a:bodyPr wrap="square">
            <a:spAutoFit/>
          </a:bodyPr>
          <a:lstStyle/>
          <a:p>
            <a:pPr defTabSz="739775"/>
            <a:r>
              <a:rPr lang="en-GB" sz="1400" dirty="0">
                <a:solidFill>
                  <a:srgbClr val="134183"/>
                </a:solidFill>
                <a:latin typeface="Figtree" pitchFamily="2" charset="0"/>
              </a:rPr>
              <a:t>Rather like </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paste</a:t>
            </a:r>
            <a:r>
              <a:rPr lang="en-GB" sz="1400" dirty="0">
                <a:solidFill>
                  <a:srgbClr val="134183"/>
                </a:solidFill>
                <a:latin typeface="Figtree" pitchFamily="2" charset="0"/>
              </a:rPr>
              <a:t>, but with a header and control over the page length.</a:t>
            </a:r>
          </a:p>
        </p:txBody>
      </p:sp>
      <p:sp>
        <p:nvSpPr>
          <p:cNvPr id="1033225" name="Rectangle 9"/>
          <p:cNvSpPr>
            <a:spLocks noChangeArrowheads="1"/>
          </p:cNvSpPr>
          <p:nvPr/>
        </p:nvSpPr>
        <p:spPr bwMode="auto">
          <a:xfrm>
            <a:off x="514350" y="5409324"/>
            <a:ext cx="10473266" cy="89396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pr -o 5 -l 20 names</a:t>
            </a:r>
          </a:p>
          <a:p>
            <a:pPr marL="322263" indent="-322263" defTabSz="715963">
              <a:lnSpc>
                <a:spcPct val="90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99-03-19 18:29           names                   Page  1</a:t>
            </a:r>
          </a:p>
          <a:p>
            <a:pPr marL="322263" indent="-322263" defTabSz="715963">
              <a:lnSpc>
                <a:spcPct val="90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adam</a:t>
            </a:r>
            <a:endParaRPr lang="en-US" sz="140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lnSpc>
                <a:spcPct val="90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kirsty</a:t>
            </a:r>
            <a:endParaRPr lang="en-US" sz="140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26634" name="Text Box 10"/>
          <p:cNvSpPr txBox="1">
            <a:spLocks noChangeArrowheads="1"/>
          </p:cNvSpPr>
          <p:nvPr/>
        </p:nvSpPr>
        <p:spPr bwMode="auto">
          <a:xfrm>
            <a:off x="5425226" y="5978089"/>
            <a:ext cx="5527413" cy="307777"/>
          </a:xfrm>
          <a:prstGeom prst="rect">
            <a:avLst/>
          </a:prstGeom>
          <a:solidFill>
            <a:schemeClr val="bg1"/>
          </a:solidFill>
          <a:ln w="19050">
            <a:solidFill>
              <a:schemeClr val="accent1"/>
            </a:solidFill>
            <a:miter lim="800000"/>
            <a:headEnd/>
            <a:tailEnd/>
          </a:ln>
        </p:spPr>
        <p:txBody>
          <a:bodyPr wrap="square">
            <a:spAutoFit/>
          </a:bodyPr>
          <a:lstStyle/>
          <a:p>
            <a:pPr defTabSz="739775"/>
            <a:r>
              <a:rPr lang="en-GB" sz="1400" dirty="0">
                <a:solidFill>
                  <a:srgbClr val="134183"/>
                </a:solidFill>
                <a:latin typeface="Figtree" pitchFamily="2" charset="0"/>
              </a:rPr>
              <a:t>The entire output is pushed by five characters to the right.</a:t>
            </a:r>
          </a:p>
        </p:txBody>
      </p:sp>
    </p:spTree>
    <p:extLst>
      <p:ext uri="{BB962C8B-B14F-4D97-AF65-F5344CB8AC3E}">
        <p14:creationId xmlns:p14="http://schemas.microsoft.com/office/powerpoint/2010/main" val="299318963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467783" y="2760263"/>
            <a:ext cx="10564283" cy="957262"/>
          </a:xfrm>
          <a:prstGeom prst="rect">
            <a:avLst/>
          </a:prstGeom>
          <a:noFill/>
          <a:ln w="12700">
            <a:noFill/>
            <a:miter lim="800000"/>
            <a:headEnd/>
            <a:tailEnd/>
          </a:ln>
        </p:spPr>
        <p:txBody>
          <a:bodyPr lIns="79383" tIns="42867" rIns="79383" bIns="42867"/>
          <a:lstStyle/>
          <a:p>
            <a:pPr marL="239713" indent="-239713" defTabSz="638175">
              <a:lnSpc>
                <a:spcPct val="120000"/>
              </a:lnSpc>
              <a:spcBef>
                <a:spcPct val="60000"/>
              </a:spcBef>
              <a:buClr>
                <a:schemeClr val="bg2"/>
              </a:buClr>
              <a:tabLst>
                <a:tab pos="1933575" algn="l"/>
              </a:tabLst>
            </a:pPr>
            <a:endParaRPr lang="en-US" sz="2500" i="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571500" lvl="1" indent="-187325" defTabSz="638175">
              <a:lnSpc>
                <a:spcPct val="80000"/>
              </a:lnSpc>
              <a:spcBef>
                <a:spcPct val="15000"/>
              </a:spcBef>
              <a:spcAft>
                <a:spcPct val="10000"/>
              </a:spcAft>
              <a:buClr>
                <a:schemeClr val="bg2"/>
              </a:buClr>
              <a:buFontTx/>
              <a:buChar char="•"/>
              <a:tabLst>
                <a:tab pos="1933575" algn="l"/>
              </a:tabLst>
            </a:pPr>
            <a:endParaRPr lang="en-US" sz="2000" b="1">
              <a:solidFill>
                <a:srgbClr val="134183"/>
              </a:solidFill>
            </a:endParaRPr>
          </a:p>
          <a:p>
            <a:pPr marL="571500" lvl="1" indent="-187325" defTabSz="638175">
              <a:lnSpc>
                <a:spcPct val="80000"/>
              </a:lnSpc>
              <a:spcBef>
                <a:spcPct val="15000"/>
              </a:spcBef>
              <a:spcAft>
                <a:spcPct val="10000"/>
              </a:spcAft>
              <a:buClr>
                <a:schemeClr val="bg2"/>
              </a:buClr>
              <a:buFontTx/>
              <a:buChar char="•"/>
              <a:tabLst>
                <a:tab pos="1933575" algn="l"/>
              </a:tabLst>
            </a:pPr>
            <a:endParaRPr lang="en-US" sz="2000" b="1">
              <a:solidFill>
                <a:srgbClr val="134183"/>
              </a:solidFill>
            </a:endParaRPr>
          </a:p>
          <a:p>
            <a:pPr marL="239713" indent="-239713" defTabSz="638175">
              <a:lnSpc>
                <a:spcPct val="80000"/>
              </a:lnSpc>
              <a:spcBef>
                <a:spcPct val="60000"/>
              </a:spcBef>
              <a:buClr>
                <a:schemeClr val="bg2"/>
              </a:buClr>
              <a:buFontTx/>
              <a:buChar char="•"/>
              <a:tabLst>
                <a:tab pos="1933575" algn="l"/>
              </a:tabLst>
            </a:pPr>
            <a:endParaRPr lang="en-US" sz="2500" b="1">
              <a:solidFill>
                <a:srgbClr val="134183"/>
              </a:solidFill>
            </a:endParaRPr>
          </a:p>
        </p:txBody>
      </p:sp>
      <p:sp>
        <p:nvSpPr>
          <p:cNvPr id="3" name="Title 2">
            <a:extLst>
              <a:ext uri="{FF2B5EF4-FFF2-40B4-BE49-F238E27FC236}">
                <a16:creationId xmlns:a16="http://schemas.microsoft.com/office/drawing/2014/main" id="{D0BA7888-3D34-42E8-03FB-AD39D885145E}"/>
              </a:ext>
            </a:extLst>
          </p:cNvPr>
          <p:cNvSpPr>
            <a:spLocks noGrp="1"/>
          </p:cNvSpPr>
          <p:nvPr>
            <p:ph type="ctrTitle"/>
          </p:nvPr>
        </p:nvSpPr>
        <p:spPr/>
        <p:txBody>
          <a:bodyPr/>
          <a:lstStyle/>
          <a:p>
            <a:r>
              <a:rPr lang="en-GB" dirty="0" err="1">
                <a:solidFill>
                  <a:srgbClr val="FF0000"/>
                </a:solidFill>
              </a:rPr>
              <a:t>ps</a:t>
            </a:r>
            <a:r>
              <a:rPr lang="en-GB" dirty="0"/>
              <a:t>: Process list</a:t>
            </a:r>
          </a:p>
        </p:txBody>
      </p:sp>
      <p:sp>
        <p:nvSpPr>
          <p:cNvPr id="27652" name="Rectangle 4"/>
          <p:cNvSpPr>
            <a:spLocks noGrp="1" noChangeArrowheads="1"/>
          </p:cNvSpPr>
          <p:nvPr>
            <p:ph sz="quarter" idx="4"/>
          </p:nvPr>
        </p:nvSpPr>
        <p:spPr/>
        <p:txBody>
          <a:bodyPr>
            <a:normAutofit/>
          </a:bodyPr>
          <a:lstStyle/>
          <a:p>
            <a:r>
              <a:rPr lang="en-US" sz="1800" dirty="0">
                <a:solidFill>
                  <a:schemeClr val="tx1"/>
                </a:solidFill>
              </a:rPr>
              <a:t>Identify PID (process ID) of named process:</a:t>
            </a:r>
          </a:p>
          <a:p>
            <a:endParaRPr lang="en-US" sz="1800" dirty="0">
              <a:solidFill>
                <a:schemeClr val="tx1"/>
              </a:solidFill>
            </a:endParaRPr>
          </a:p>
          <a:p>
            <a:pPr lvl="1"/>
            <a:endParaRPr lang="en-US" sz="1800" dirty="0"/>
          </a:p>
          <a:p>
            <a:pPr>
              <a:buNone/>
            </a:pPr>
            <a:r>
              <a:rPr lang="en-US" sz="1800" dirty="0">
                <a:solidFill>
                  <a:schemeClr val="tx1"/>
                </a:solidFill>
              </a:rPr>
              <a:t>	</a:t>
            </a:r>
          </a:p>
          <a:p>
            <a:pPr lvl="1"/>
            <a:endParaRPr lang="en-US" sz="1800" dirty="0"/>
          </a:p>
          <a:p>
            <a:r>
              <a:rPr lang="en-US" sz="1800" dirty="0">
                <a:solidFill>
                  <a:schemeClr val="tx1"/>
                </a:solidFill>
              </a:rPr>
              <a:t>Capture process ID numbers into a variable:</a:t>
            </a:r>
          </a:p>
          <a:p>
            <a:endParaRPr lang="en-US" sz="1800" dirty="0">
              <a:solidFill>
                <a:schemeClr val="tx1"/>
              </a:solidFill>
            </a:endParaRPr>
          </a:p>
          <a:p>
            <a:pPr lvl="1"/>
            <a:endParaRPr lang="en-US" sz="1800" dirty="0"/>
          </a:p>
          <a:p>
            <a:pPr>
              <a:buNone/>
            </a:pPr>
            <a:r>
              <a:rPr lang="en-US" sz="1800" dirty="0">
                <a:solidFill>
                  <a:schemeClr val="tx1"/>
                </a:solidFill>
              </a:rPr>
              <a:t>	</a:t>
            </a:r>
          </a:p>
          <a:p>
            <a:r>
              <a:rPr lang="en-US" sz="1800" dirty="0">
                <a:solidFill>
                  <a:schemeClr val="tx1"/>
                </a:solidFill>
              </a:rPr>
              <a:t>Show all bash login processes:</a:t>
            </a:r>
          </a:p>
        </p:txBody>
      </p:sp>
      <p:sp>
        <p:nvSpPr>
          <p:cNvPr id="2" name="Slide Number Placeholder 2">
            <a:extLst>
              <a:ext uri="{FF2B5EF4-FFF2-40B4-BE49-F238E27FC236}">
                <a16:creationId xmlns:a16="http://schemas.microsoft.com/office/drawing/2014/main" id="{94E35EC1-1840-4123-001C-2E984A2E3268}"/>
              </a:ext>
            </a:extLst>
          </p:cNvPr>
          <p:cNvSpPr>
            <a:spLocks noGrp="1"/>
          </p:cNvSpPr>
          <p:nvPr>
            <p:ph type="sldNum" sz="quarter" idx="12"/>
          </p:nvPr>
        </p:nvSpPr>
        <p:spPr/>
        <p:txBody>
          <a:bodyPr/>
          <a:lstStyle/>
          <a:p>
            <a:fld id="{F3469444-D02B-D446-9CF8-19DEDDE073D1}" type="slidenum">
              <a:rPr lang="en-US" smtClean="0"/>
              <a:pPr/>
              <a:t>24</a:t>
            </a:fld>
            <a:endParaRPr lang="en-US" dirty="0"/>
          </a:p>
        </p:txBody>
      </p:sp>
      <p:sp>
        <p:nvSpPr>
          <p:cNvPr id="1035269" name="Rectangle 5"/>
          <p:cNvSpPr>
            <a:spLocks noChangeArrowheads="1"/>
          </p:cNvSpPr>
          <p:nvPr/>
        </p:nvSpPr>
        <p:spPr bwMode="auto">
          <a:xfrm>
            <a:off x="571501" y="5470452"/>
            <a:ext cx="10579100" cy="743151"/>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ps</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 grep -- "bash"</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16482	 1 S   0:12  bash</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16530	 1 S   0:00  bash</a:t>
            </a:r>
          </a:p>
        </p:txBody>
      </p:sp>
      <p:sp>
        <p:nvSpPr>
          <p:cNvPr id="27654" name="Text Box 6"/>
          <p:cNvSpPr txBox="1">
            <a:spLocks noChangeArrowheads="1"/>
          </p:cNvSpPr>
          <p:nvPr/>
        </p:nvSpPr>
        <p:spPr bwMode="auto">
          <a:xfrm>
            <a:off x="3842389" y="5838765"/>
            <a:ext cx="7284507" cy="307777"/>
          </a:xfrm>
          <a:prstGeom prst="rect">
            <a:avLst/>
          </a:prstGeom>
          <a:solidFill>
            <a:schemeClr val="bg1"/>
          </a:solidFill>
          <a:ln w="19050">
            <a:noFill/>
            <a:miter lim="800000"/>
            <a:headEnd/>
            <a:tailEnd/>
          </a:ln>
        </p:spPr>
        <p:txBody>
          <a:bodyPr wrap="square">
            <a:spAutoFit/>
          </a:bodyPr>
          <a:lstStyle/>
          <a:p>
            <a:pPr defTabSz="739775">
              <a:spcBef>
                <a:spcPct val="0"/>
              </a:spcBef>
            </a:pPr>
            <a:r>
              <a:rPr lang="en-GB" sz="1400" dirty="0">
                <a:solidFill>
                  <a:srgbClr val="134183"/>
                </a:solidFill>
                <a:latin typeface="Figtree" pitchFamily="2" charset="0"/>
              </a:rPr>
              <a:t>In the output of </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ps</a:t>
            </a:r>
            <a:r>
              <a:rPr lang="en-GB" sz="1400" dirty="0">
                <a:solidFill>
                  <a:srgbClr val="134183"/>
                </a:solidFill>
                <a:latin typeface="Figtree" pitchFamily="2" charset="0"/>
              </a:rPr>
              <a:t>, find lines with the string "bash", which relates to bash shells. </a:t>
            </a:r>
          </a:p>
        </p:txBody>
      </p:sp>
      <p:sp>
        <p:nvSpPr>
          <p:cNvPr id="1035271" name="Rectangle 7"/>
          <p:cNvSpPr>
            <a:spLocks noChangeArrowheads="1"/>
          </p:cNvSpPr>
          <p:nvPr/>
        </p:nvSpPr>
        <p:spPr bwMode="auto">
          <a:xfrm>
            <a:off x="514350" y="2286457"/>
            <a:ext cx="10576985" cy="52770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ps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ef</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awk</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 $5 ~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mingetty</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 print $2 }'</a:t>
            </a:r>
          </a:p>
          <a:p>
            <a:pPr marL="322263" indent="-322263" defTabSz="715963">
              <a:spcBef>
                <a:spcPct val="0"/>
              </a:spcBef>
              <a:defRPr/>
            </a:pP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root</a:t>
            </a:r>
            <a:endParaRPr lang="en-GB" sz="1600" b="1"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27656" name="Text Box 8"/>
          <p:cNvSpPr txBox="1">
            <a:spLocks noChangeArrowheads="1"/>
          </p:cNvSpPr>
          <p:nvPr/>
        </p:nvSpPr>
        <p:spPr bwMode="auto">
          <a:xfrm>
            <a:off x="514352" y="2811922"/>
            <a:ext cx="10566400" cy="523220"/>
          </a:xfrm>
          <a:prstGeom prst="rect">
            <a:avLst/>
          </a:prstGeom>
          <a:noFill/>
          <a:ln w="19050">
            <a:noFill/>
            <a:miter lim="800000"/>
            <a:headEnd/>
            <a:tailEnd/>
          </a:ln>
        </p:spPr>
        <p:txBody>
          <a:bodyPr>
            <a:spAutoFit/>
          </a:bodyPr>
          <a:lstStyle/>
          <a:p>
            <a:pPr defTabSz="739775">
              <a:spcBef>
                <a:spcPct val="0"/>
              </a:spcBef>
            </a:pP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awk</a:t>
            </a:r>
            <a:r>
              <a:rPr lang="en-GB" sz="1400" dirty="0">
                <a:solidFill>
                  <a:srgbClr val="134183"/>
                </a:solidFill>
                <a:latin typeface="Figtree" pitchFamily="2" charset="0"/>
              </a:rPr>
              <a:t> will check each line in turn if the fifth field, process name contains </a:t>
            </a:r>
            <a:r>
              <a:rPr lang="en-GB" sz="1400" b="1" dirty="0">
                <a:solidFill>
                  <a:srgbClr val="134183"/>
                </a:solidFill>
                <a:latin typeface="Figtree" pitchFamily="2" charset="0"/>
              </a:rPr>
              <a:t>ftp</a:t>
            </a:r>
            <a:r>
              <a:rPr lang="en-GB" sz="1400" dirty="0">
                <a:solidFill>
                  <a:srgbClr val="134183"/>
                </a:solidFill>
                <a:latin typeface="Figtree" pitchFamily="2" charset="0"/>
              </a:rPr>
              <a:t>. If so, field 1 (PID) of that line is displayed. Beware of different versions of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ps</a:t>
            </a:r>
            <a:r>
              <a:rPr lang="en-GB" sz="1400" dirty="0">
                <a:solidFill>
                  <a:srgbClr val="134183"/>
                </a:solidFill>
                <a:latin typeface="Figtree" pitchFamily="2" charset="0"/>
              </a:rPr>
              <a:t>. Check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man</a:t>
            </a:r>
            <a:r>
              <a:rPr lang="en-GB" sz="1400" dirty="0">
                <a:solidFill>
                  <a:srgbClr val="134183"/>
                </a:solidFill>
                <a:latin typeface="Figtree" pitchFamily="2" charset="0"/>
              </a:rPr>
              <a:t> pages for options.</a:t>
            </a:r>
          </a:p>
        </p:txBody>
      </p:sp>
      <p:sp>
        <p:nvSpPr>
          <p:cNvPr id="1035273" name="Rectangle 9"/>
          <p:cNvSpPr>
            <a:spLocks noChangeArrowheads="1"/>
          </p:cNvSpPr>
          <p:nvPr/>
        </p:nvSpPr>
        <p:spPr bwMode="auto">
          <a:xfrm>
            <a:off x="514350" y="4000444"/>
            <a:ext cx="10636251" cy="804706"/>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ftpPIDs</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=$(ps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ef</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awk</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 $5 ~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mingetty</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 print $2 }')</a:t>
            </a:r>
          </a:p>
          <a:p>
            <a:pPr marL="322263" indent="-322263" defTabSz="715963">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echo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ftpPIDs</a:t>
            </a:r>
            <a:endParaRPr lang="en-GB"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636 713 3043</a:t>
            </a:r>
            <a:endParaRPr lang="en-GB" sz="1400" b="1"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27658" name="Text Box 10"/>
          <p:cNvSpPr txBox="1">
            <a:spLocks noChangeArrowheads="1"/>
          </p:cNvSpPr>
          <p:nvPr/>
        </p:nvSpPr>
        <p:spPr bwMode="auto">
          <a:xfrm>
            <a:off x="3041018" y="4466363"/>
            <a:ext cx="8039734" cy="307777"/>
          </a:xfrm>
          <a:prstGeom prst="rect">
            <a:avLst/>
          </a:prstGeom>
          <a:solidFill>
            <a:schemeClr val="bg1"/>
          </a:solidFill>
          <a:ln w="19050">
            <a:noFill/>
            <a:miter lim="800000"/>
            <a:headEnd/>
            <a:tailEnd/>
          </a:ln>
        </p:spPr>
        <p:txBody>
          <a:bodyPr wrap="square">
            <a:spAutoFit/>
          </a:bodyPr>
          <a:lstStyle/>
          <a:p>
            <a:pPr defTabSz="739775">
              <a:spcBef>
                <a:spcPct val="0"/>
              </a:spcBef>
            </a:pPr>
            <a:r>
              <a:rPr lang="en-GB" sz="1400" dirty="0">
                <a:solidFill>
                  <a:srgbClr val="134183"/>
                </a:solidFill>
                <a:latin typeface="Figtree" pitchFamily="2" charset="0"/>
              </a:rPr>
              <a:t>Same as before, but this time </a:t>
            </a:r>
            <a:r>
              <a:rPr lang="en-GB" sz="1400" b="1" dirty="0">
                <a:solidFill>
                  <a:srgbClr val="134183"/>
                </a:solidFill>
                <a:latin typeface="Figtree" pitchFamily="2" charset="0"/>
              </a:rPr>
              <a:t>PIDs </a:t>
            </a:r>
            <a:r>
              <a:rPr lang="en-GB" sz="1400" dirty="0">
                <a:solidFill>
                  <a:srgbClr val="134183"/>
                </a:solidFill>
                <a:latin typeface="Figtree" pitchFamily="2" charset="0"/>
              </a:rPr>
              <a:t>of all</a:t>
            </a:r>
            <a:r>
              <a:rPr lang="en-GB" sz="1400" b="1" dirty="0">
                <a:solidFill>
                  <a:srgbClr val="134183"/>
                </a:solidFill>
                <a:latin typeface="Figtree" pitchFamily="2" charset="0"/>
              </a:rPr>
              <a:t> ftp </a:t>
            </a:r>
            <a:r>
              <a:rPr lang="en-GB" sz="1400" dirty="0">
                <a:solidFill>
                  <a:srgbClr val="134183"/>
                </a:solidFill>
                <a:latin typeface="Figtree" pitchFamily="2" charset="0"/>
              </a:rPr>
              <a:t>processes are assigned to variable</a:t>
            </a:r>
            <a:r>
              <a:rPr lang="en-GB" sz="1400" b="1" dirty="0">
                <a:solidFill>
                  <a:srgbClr val="134183"/>
                </a:solidFill>
                <a:latin typeface="Figtree" pitchFamily="2" charset="0"/>
              </a:rPr>
              <a:t> </a:t>
            </a:r>
            <a:r>
              <a:rPr lang="en-GB" sz="1400" b="1" dirty="0" err="1">
                <a:solidFill>
                  <a:srgbClr val="134183"/>
                </a:solidFill>
                <a:latin typeface="Hack" panose="020B0609030202020204" pitchFamily="49" charset="0"/>
                <a:ea typeface="Hack" panose="020B0609030202020204" pitchFamily="49" charset="0"/>
                <a:cs typeface="Hack" panose="020B0609030202020204" pitchFamily="49" charset="0"/>
              </a:rPr>
              <a:t>ftpPIDs</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a:t>
            </a:r>
            <a:endParaRPr lang="en-GB" sz="1400" dirty="0">
              <a:solidFill>
                <a:srgbClr val="134183"/>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23696138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AC233C-3DD8-188A-371B-5D81191737C9}"/>
              </a:ext>
            </a:extLst>
          </p:cNvPr>
          <p:cNvSpPr>
            <a:spLocks noGrp="1"/>
          </p:cNvSpPr>
          <p:nvPr>
            <p:ph type="ctrTitle"/>
          </p:nvPr>
        </p:nvSpPr>
        <p:spPr/>
        <p:txBody>
          <a:bodyPr/>
          <a:lstStyle/>
          <a:p>
            <a:r>
              <a:rPr lang="en-GB" dirty="0" err="1">
                <a:solidFill>
                  <a:srgbClr val="FF0000"/>
                </a:solidFill>
              </a:rPr>
              <a:t>pstree</a:t>
            </a:r>
            <a:r>
              <a:rPr lang="en-GB" dirty="0"/>
              <a:t>: Process family tree</a:t>
            </a:r>
          </a:p>
        </p:txBody>
      </p:sp>
      <p:sp>
        <p:nvSpPr>
          <p:cNvPr id="2" name="Text Placeholder 1"/>
          <p:cNvSpPr>
            <a:spLocks noGrp="1"/>
          </p:cNvSpPr>
          <p:nvPr>
            <p:ph sz="quarter" idx="4"/>
          </p:nvPr>
        </p:nvSpPr>
        <p:spPr/>
        <p:txBody>
          <a:bodyPr/>
          <a:lstStyle/>
          <a:p>
            <a:r>
              <a:rPr lang="en-GB" sz="1800" dirty="0">
                <a:solidFill>
                  <a:schemeClr val="tx1"/>
                </a:solidFill>
              </a:rPr>
              <a:t>Draw a tree of all processes (one screen at a time):</a:t>
            </a:r>
          </a:p>
          <a:p>
            <a:endParaRPr lang="en-GB" sz="1800" dirty="0">
              <a:solidFill>
                <a:schemeClr val="tx1"/>
              </a:solidFill>
            </a:endParaRPr>
          </a:p>
          <a:p>
            <a:endParaRPr lang="en-GB" sz="1800" dirty="0">
              <a:solidFill>
                <a:schemeClr val="tx1"/>
              </a:solidFill>
            </a:endParaRPr>
          </a:p>
          <a:p>
            <a:pPr lvl="1"/>
            <a:endParaRPr lang="en-GB" sz="1800" dirty="0"/>
          </a:p>
          <a:p>
            <a:pPr lvl="1"/>
            <a:endParaRPr lang="en-GB" sz="1800" dirty="0"/>
          </a:p>
          <a:p>
            <a:pPr lvl="1"/>
            <a:endParaRPr lang="en-GB" sz="1800" dirty="0"/>
          </a:p>
          <a:p>
            <a:pPr lvl="1"/>
            <a:endParaRPr lang="en-GB" sz="1800" dirty="0"/>
          </a:p>
          <a:p>
            <a:r>
              <a:rPr lang="en-GB" sz="1800" dirty="0">
                <a:solidFill>
                  <a:schemeClr val="tx1"/>
                </a:solidFill>
              </a:rPr>
              <a:t>Extract a tree representation for a particular PID:</a:t>
            </a:r>
          </a:p>
        </p:txBody>
      </p:sp>
      <p:sp>
        <p:nvSpPr>
          <p:cNvPr id="9" name="Slide Number Placeholder 2">
            <a:extLst>
              <a:ext uri="{FF2B5EF4-FFF2-40B4-BE49-F238E27FC236}">
                <a16:creationId xmlns:a16="http://schemas.microsoft.com/office/drawing/2014/main" id="{366197FC-ADE8-2C84-3FA4-932E06946FFE}"/>
              </a:ext>
            </a:extLst>
          </p:cNvPr>
          <p:cNvSpPr>
            <a:spLocks noGrp="1"/>
          </p:cNvSpPr>
          <p:nvPr>
            <p:ph type="sldNum" sz="quarter" idx="12"/>
          </p:nvPr>
        </p:nvSpPr>
        <p:spPr/>
        <p:txBody>
          <a:bodyPr/>
          <a:lstStyle/>
          <a:p>
            <a:fld id="{F3469444-D02B-D446-9CF8-19DEDDE073D1}" type="slidenum">
              <a:rPr lang="en-US" smtClean="0"/>
              <a:pPr/>
              <a:t>25</a:t>
            </a:fld>
            <a:endParaRPr lang="en-US" dirty="0"/>
          </a:p>
        </p:txBody>
      </p:sp>
      <p:sp>
        <p:nvSpPr>
          <p:cNvPr id="4" name="Rectangle 7"/>
          <p:cNvSpPr>
            <a:spLocks noChangeArrowheads="1"/>
          </p:cNvSpPr>
          <p:nvPr/>
        </p:nvSpPr>
        <p:spPr bwMode="auto">
          <a:xfrm>
            <a:off x="443922" y="2074684"/>
            <a:ext cx="10576985" cy="117403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pstree | more</a:t>
            </a:r>
          </a:p>
          <a:p>
            <a:pPr marL="322263" indent="-322263" defTabSz="715963">
              <a:defRPr/>
            </a:pP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pstree | more</a:t>
            </a:r>
          </a:p>
          <a:p>
            <a:pPr marL="322263" indent="-322263" defTabSz="715963">
              <a:defRPr/>
            </a:pP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systemd-+-</a:t>
            </a:r>
            <a:r>
              <a:rPr lang="en-GB" sz="1400" dirty="0" err="1">
                <a:solidFill>
                  <a:schemeClr val="bg2"/>
                </a:solidFill>
                <a:latin typeface="Hack" panose="020B0609030202020204" pitchFamily="49" charset="0"/>
                <a:ea typeface="Hack" panose="020B0609030202020204" pitchFamily="49" charset="0"/>
                <a:cs typeface="Hack" panose="020B0609030202020204" pitchFamily="49" charset="0"/>
              </a:rPr>
              <a:t>ModemManager</a:t>
            </a: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---2*[{</a:t>
            </a:r>
            <a:r>
              <a:rPr lang="en-GB" sz="1400" dirty="0" err="1">
                <a:solidFill>
                  <a:schemeClr val="bg2"/>
                </a:solidFill>
                <a:latin typeface="Hack" panose="020B0609030202020204" pitchFamily="49" charset="0"/>
                <a:ea typeface="Hack" panose="020B0609030202020204" pitchFamily="49" charset="0"/>
                <a:cs typeface="Hack" panose="020B0609030202020204" pitchFamily="49" charset="0"/>
              </a:rPr>
              <a:t>ModemManager</a:t>
            </a: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a:t>
            </a:r>
          </a:p>
          <a:p>
            <a:pPr marL="322263" indent="-322263" defTabSz="715963">
              <a:defRPr/>
            </a:pP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400" dirty="0" err="1">
                <a:solidFill>
                  <a:schemeClr val="bg2"/>
                </a:solidFill>
                <a:latin typeface="Hack" panose="020B0609030202020204" pitchFamily="49" charset="0"/>
                <a:ea typeface="Hack" panose="020B0609030202020204" pitchFamily="49" charset="0"/>
                <a:cs typeface="Hack" panose="020B0609030202020204" pitchFamily="49" charset="0"/>
              </a:rPr>
              <a:t>NetworkManager</a:t>
            </a: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---2*[{</a:t>
            </a:r>
            <a:r>
              <a:rPr lang="en-GB" sz="1400" dirty="0" err="1">
                <a:solidFill>
                  <a:schemeClr val="bg2"/>
                </a:solidFill>
                <a:latin typeface="Hack" panose="020B0609030202020204" pitchFamily="49" charset="0"/>
                <a:ea typeface="Hack" panose="020B0609030202020204" pitchFamily="49" charset="0"/>
                <a:cs typeface="Hack" panose="020B0609030202020204" pitchFamily="49" charset="0"/>
              </a:rPr>
              <a:t>NetworkManager</a:t>
            </a: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a:t>
            </a:r>
          </a:p>
          <a:p>
            <a:pPr marL="322263" indent="-322263" defTabSz="715963">
              <a:defRPr/>
            </a:pP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        |-2*[</a:t>
            </a:r>
            <a:r>
              <a:rPr lang="en-GB" sz="1400" dirty="0" err="1">
                <a:solidFill>
                  <a:schemeClr val="bg2"/>
                </a:solidFill>
                <a:latin typeface="Hack" panose="020B0609030202020204" pitchFamily="49" charset="0"/>
                <a:ea typeface="Hack" panose="020B0609030202020204" pitchFamily="49" charset="0"/>
                <a:cs typeface="Hack" panose="020B0609030202020204" pitchFamily="49" charset="0"/>
              </a:rPr>
              <a:t>VBoxClient</a:t>
            </a: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a:t>
            </a:r>
            <a:r>
              <a:rPr lang="en-GB" sz="1400" dirty="0" err="1">
                <a:solidFill>
                  <a:schemeClr val="bg2"/>
                </a:solidFill>
                <a:latin typeface="Hack" panose="020B0609030202020204" pitchFamily="49" charset="0"/>
                <a:ea typeface="Hack" panose="020B0609030202020204" pitchFamily="49" charset="0"/>
                <a:cs typeface="Hack" panose="020B0609030202020204" pitchFamily="49" charset="0"/>
              </a:rPr>
              <a:t>VBoxClient</a:t>
            </a: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a:t>
            </a:r>
            <a:r>
              <a:rPr lang="en-GB" sz="1400" dirty="0" err="1">
                <a:solidFill>
                  <a:schemeClr val="bg2"/>
                </a:solidFill>
                <a:latin typeface="Hack" panose="020B0609030202020204" pitchFamily="49" charset="0"/>
                <a:ea typeface="Hack" panose="020B0609030202020204" pitchFamily="49" charset="0"/>
                <a:cs typeface="Hack" panose="020B0609030202020204" pitchFamily="49" charset="0"/>
              </a:rPr>
              <a:t>VBoxClient</a:t>
            </a: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a:t>
            </a:r>
            <a:endParaRPr lang="en-GB" sz="1400" b="1"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5" name="Text Box 8"/>
          <p:cNvSpPr txBox="1">
            <a:spLocks noChangeArrowheads="1"/>
          </p:cNvSpPr>
          <p:nvPr/>
        </p:nvSpPr>
        <p:spPr bwMode="auto">
          <a:xfrm>
            <a:off x="342324" y="3248722"/>
            <a:ext cx="10566400" cy="523220"/>
          </a:xfrm>
          <a:prstGeom prst="rect">
            <a:avLst/>
          </a:prstGeom>
          <a:noFill/>
          <a:ln w="19050">
            <a:noFill/>
            <a:miter lim="800000"/>
            <a:headEnd/>
            <a:tailEnd/>
          </a:ln>
        </p:spPr>
        <p:txBody>
          <a:bodyPr>
            <a:spAutoFit/>
          </a:bodyPr>
          <a:lstStyle/>
          <a:p>
            <a:pPr defTabSz="739775"/>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pstree</a:t>
            </a:r>
            <a:r>
              <a:rPr lang="en-GB" sz="1400" b="1" dirty="0">
                <a:solidFill>
                  <a:srgbClr val="134183"/>
                </a:solidFill>
                <a:latin typeface="Figtree" pitchFamily="2" charset="0"/>
              </a:rPr>
              <a:t> </a:t>
            </a:r>
            <a:r>
              <a:rPr lang="en-GB" sz="1400" dirty="0">
                <a:solidFill>
                  <a:srgbClr val="134183"/>
                </a:solidFill>
                <a:latin typeface="Figtree" pitchFamily="2" charset="0"/>
              </a:rPr>
              <a:t>shows running processes as a tree structure; child threads of a process are found under the parent process and are shown with the process name in curly braces; equivalent instances are collated and number of them are indicated.</a:t>
            </a:r>
          </a:p>
        </p:txBody>
      </p:sp>
      <p:sp>
        <p:nvSpPr>
          <p:cNvPr id="6" name="Rectangle 7"/>
          <p:cNvSpPr>
            <a:spLocks noChangeArrowheads="1"/>
          </p:cNvSpPr>
          <p:nvPr/>
        </p:nvSpPr>
        <p:spPr bwMode="auto">
          <a:xfrm>
            <a:off x="605367" y="4867004"/>
            <a:ext cx="10576985" cy="743151"/>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pstree -p -a 1183</a:t>
            </a:r>
          </a:p>
          <a:p>
            <a:pPr marL="322263" indent="-322263" defTabSz="715963">
              <a:defRPr/>
            </a:pP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Xorg,1183 -core :0 -seat seat0 -auth /var/run/</a:t>
            </a:r>
            <a:r>
              <a:rPr lang="en-GB" sz="1400" dirty="0" err="1">
                <a:solidFill>
                  <a:schemeClr val="bg2"/>
                </a:solidFill>
                <a:latin typeface="Hack" panose="020B0609030202020204" pitchFamily="49" charset="0"/>
                <a:ea typeface="Hack" panose="020B0609030202020204" pitchFamily="49" charset="0"/>
                <a:cs typeface="Hack" panose="020B0609030202020204" pitchFamily="49" charset="0"/>
              </a:rPr>
              <a:t>lightdm</a:t>
            </a: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/root/:0 -</a:t>
            </a:r>
            <a:r>
              <a:rPr lang="en-GB" sz="1400" dirty="0" err="1">
                <a:solidFill>
                  <a:schemeClr val="bg2"/>
                </a:solidFill>
                <a:latin typeface="Hack" panose="020B0609030202020204" pitchFamily="49" charset="0"/>
                <a:ea typeface="Hack" panose="020B0609030202020204" pitchFamily="49" charset="0"/>
                <a:cs typeface="Hack" panose="020B0609030202020204" pitchFamily="49" charset="0"/>
              </a:rPr>
              <a:t>nolisten</a:t>
            </a: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 tcp vt7 -</a:t>
            </a:r>
            <a:r>
              <a:rPr lang="en-GB" sz="1400" dirty="0" err="1">
                <a:solidFill>
                  <a:schemeClr val="bg2"/>
                </a:solidFill>
                <a:latin typeface="Hack" panose="020B0609030202020204" pitchFamily="49" charset="0"/>
                <a:ea typeface="Hack" panose="020B0609030202020204" pitchFamily="49" charset="0"/>
                <a:cs typeface="Hack" panose="020B0609030202020204" pitchFamily="49" charset="0"/>
              </a:rPr>
              <a:t>novtswitch</a:t>
            </a:r>
            <a:endParaRPr lang="en-GB" sz="140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defRPr/>
            </a:pP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400" dirty="0" err="1">
                <a:solidFill>
                  <a:schemeClr val="bg2"/>
                </a:solidFill>
                <a:latin typeface="Hack" panose="020B0609030202020204" pitchFamily="49" charset="0"/>
                <a:ea typeface="Hack" panose="020B0609030202020204" pitchFamily="49" charset="0"/>
                <a:cs typeface="Hack" panose="020B0609030202020204" pitchFamily="49" charset="0"/>
              </a:rPr>
              <a:t>InputThread</a:t>
            </a: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},1213</a:t>
            </a:r>
            <a:endParaRPr lang="en-GB" sz="1400" b="1"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7" name="Text Box 8"/>
          <p:cNvSpPr txBox="1">
            <a:spLocks noChangeArrowheads="1"/>
          </p:cNvSpPr>
          <p:nvPr/>
        </p:nvSpPr>
        <p:spPr bwMode="auto">
          <a:xfrm>
            <a:off x="605367" y="5783932"/>
            <a:ext cx="10566400" cy="307777"/>
          </a:xfrm>
          <a:prstGeom prst="rect">
            <a:avLst/>
          </a:prstGeom>
          <a:noFill/>
          <a:ln w="19050">
            <a:noFill/>
            <a:miter lim="800000"/>
            <a:headEnd/>
            <a:tailEnd/>
          </a:ln>
        </p:spPr>
        <p:txBody>
          <a:bodyPr>
            <a:spAutoFit/>
          </a:bodyPr>
          <a:lstStyle/>
          <a:p>
            <a:pPr defTabSz="739775"/>
            <a:r>
              <a:rPr lang="en-GB" sz="1400" dirty="0">
                <a:solidFill>
                  <a:srgbClr val="134183"/>
                </a:solidFill>
                <a:latin typeface="Figtree" pitchFamily="2" charset="0"/>
              </a:rPr>
              <a:t>Display tree branch of a specific process ID, showing command line arguments </a:t>
            </a:r>
            <a:r>
              <a:rPr lang="en-GB" sz="1400" b="1" dirty="0">
                <a:solidFill>
                  <a:srgbClr val="134183"/>
                </a:solidFill>
                <a:latin typeface="Figtree" pitchFamily="2" charset="0"/>
              </a:rPr>
              <a:t>(</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-a</a:t>
            </a:r>
            <a:r>
              <a:rPr lang="en-GB" sz="1400" b="1" dirty="0">
                <a:solidFill>
                  <a:srgbClr val="134183"/>
                </a:solidFill>
                <a:latin typeface="Figtree" pitchFamily="2" charset="0"/>
              </a:rPr>
              <a:t>) </a:t>
            </a:r>
            <a:r>
              <a:rPr lang="en-GB" sz="1400" dirty="0">
                <a:solidFill>
                  <a:srgbClr val="134183"/>
                </a:solidFill>
                <a:latin typeface="Figtree" pitchFamily="2" charset="0"/>
              </a:rPr>
              <a:t>and process PIDs </a:t>
            </a:r>
            <a:r>
              <a:rPr lang="en-GB" sz="1400" b="1" dirty="0">
                <a:solidFill>
                  <a:srgbClr val="134183"/>
                </a:solidFill>
                <a:latin typeface="Figtree" pitchFamily="2" charset="0"/>
              </a:rPr>
              <a:t>(</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-p</a:t>
            </a:r>
            <a:r>
              <a:rPr lang="en-GB" sz="1400" b="1" dirty="0">
                <a:solidFill>
                  <a:srgbClr val="134183"/>
                </a:solidFill>
                <a:latin typeface="Figtree" pitchFamily="2" charset="0"/>
              </a:rPr>
              <a:t>).</a:t>
            </a:r>
            <a:endParaRPr lang="en-GB" sz="1400" dirty="0">
              <a:solidFill>
                <a:srgbClr val="134183"/>
              </a:solidFill>
              <a:latin typeface="Figtree" pitchFamily="2" charset="0"/>
            </a:endParaRPr>
          </a:p>
        </p:txBody>
      </p:sp>
      <p:sp>
        <p:nvSpPr>
          <p:cNvPr id="8" name="Rectangle 7"/>
          <p:cNvSpPr>
            <a:spLocks noChangeArrowheads="1"/>
          </p:cNvSpPr>
          <p:nvPr/>
        </p:nvSpPr>
        <p:spPr bwMode="auto">
          <a:xfrm>
            <a:off x="7785366" y="4196297"/>
            <a:ext cx="3593042" cy="49693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GB" sz="16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600" b="1" dirty="0">
                <a:solidFill>
                  <a:schemeClr val="bg2"/>
                </a:solidFill>
                <a:latin typeface="Hack" panose="020B0609030202020204" pitchFamily="49" charset="0"/>
                <a:ea typeface="Hack" panose="020B0609030202020204" pitchFamily="49" charset="0"/>
                <a:cs typeface="Hack" panose="020B0609030202020204" pitchFamily="49" charset="0"/>
              </a:rPr>
              <a:t>pgrep </a:t>
            </a:r>
            <a:r>
              <a:rPr lang="en-GB" sz="1600" b="1" dirty="0" err="1">
                <a:solidFill>
                  <a:schemeClr val="bg2"/>
                </a:solidFill>
                <a:latin typeface="Hack" panose="020B0609030202020204" pitchFamily="49" charset="0"/>
                <a:ea typeface="Hack" panose="020B0609030202020204" pitchFamily="49" charset="0"/>
                <a:cs typeface="Hack" panose="020B0609030202020204" pitchFamily="49" charset="0"/>
              </a:rPr>
              <a:t>Xorg</a:t>
            </a:r>
            <a:endParaRPr lang="en-GB" sz="140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defRPr/>
            </a:pP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1183</a:t>
            </a:r>
            <a:endParaRPr lang="en-GB" sz="1400" b="1"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423423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E52F6D-BDA6-938D-112C-E85FC2323444}"/>
              </a:ext>
            </a:extLst>
          </p:cNvPr>
          <p:cNvSpPr>
            <a:spLocks noGrp="1"/>
          </p:cNvSpPr>
          <p:nvPr>
            <p:ph type="ctrTitle"/>
          </p:nvPr>
        </p:nvSpPr>
        <p:spPr/>
        <p:txBody>
          <a:bodyPr/>
          <a:lstStyle/>
          <a:p>
            <a:r>
              <a:rPr lang="en-GB" dirty="0"/>
              <a:t>Regular expressions</a:t>
            </a:r>
          </a:p>
        </p:txBody>
      </p:sp>
      <p:sp>
        <p:nvSpPr>
          <p:cNvPr id="2" name="Slide Number Placeholder 2">
            <a:extLst>
              <a:ext uri="{FF2B5EF4-FFF2-40B4-BE49-F238E27FC236}">
                <a16:creationId xmlns:a16="http://schemas.microsoft.com/office/drawing/2014/main" id="{F12B8A7E-33AC-1A0A-4063-CF3A3E9FFA3E}"/>
              </a:ext>
            </a:extLst>
          </p:cNvPr>
          <p:cNvSpPr>
            <a:spLocks noGrp="1"/>
          </p:cNvSpPr>
          <p:nvPr>
            <p:ph type="sldNum" sz="quarter" idx="12"/>
          </p:nvPr>
        </p:nvSpPr>
        <p:spPr/>
        <p:txBody>
          <a:bodyPr/>
          <a:lstStyle/>
          <a:p>
            <a:fld id="{F3469444-D02B-D446-9CF8-19DEDDE073D1}" type="slidenum">
              <a:rPr lang="en-US" smtClean="0"/>
              <a:pPr/>
              <a:t>26</a:t>
            </a:fld>
            <a:endParaRPr lang="en-US" dirty="0"/>
          </a:p>
        </p:txBody>
      </p:sp>
      <p:sp>
        <p:nvSpPr>
          <p:cNvPr id="4" name="Rounded Rectangle 3"/>
          <p:cNvSpPr/>
          <p:nvPr/>
        </p:nvSpPr>
        <p:spPr>
          <a:xfrm>
            <a:off x="514350" y="1979999"/>
            <a:ext cx="11161263" cy="4328725"/>
          </a:xfrm>
          <a:prstGeom prst="roundRect">
            <a:avLst>
              <a:gd name="adj" fmla="val 7439"/>
            </a:avLst>
          </a:prstGeom>
        </p:spPr>
        <p:style>
          <a:lnRef idx="2">
            <a:schemeClr val="accent1"/>
          </a:lnRef>
          <a:fillRef idx="1">
            <a:schemeClr val="lt1"/>
          </a:fillRef>
          <a:effectRef idx="0">
            <a:schemeClr val="accent1"/>
          </a:effectRef>
          <a:fontRef idx="minor">
            <a:schemeClr val="dk1"/>
          </a:fontRef>
        </p:style>
        <p:txBody>
          <a:bodyPr rtlCol="0" anchor="ctr"/>
          <a:lstStyle/>
          <a:p>
            <a:r>
              <a:rPr lang="en-GB" sz="1400" b="1" dirty="0"/>
              <a:t>.</a:t>
            </a:r>
            <a:r>
              <a:rPr lang="en-GB" sz="1400" dirty="0"/>
              <a:t>	(dot) matches any single character; </a:t>
            </a:r>
            <a:r>
              <a:rPr lang="en-GB" sz="1400" i="1" dirty="0"/>
              <a:t>e.g.,</a:t>
            </a:r>
            <a:r>
              <a:rPr lang="en-GB" sz="1400" dirty="0"/>
              <a:t> 	</a:t>
            </a:r>
            <a:r>
              <a:rPr lang="en-GB" sz="1400" dirty="0" err="1"/>
              <a:t>a.c</a:t>
            </a:r>
            <a:r>
              <a:rPr lang="en-GB" sz="1400" dirty="0"/>
              <a:t> matches: </a:t>
            </a:r>
            <a:r>
              <a:rPr lang="en-GB" sz="1400" dirty="0" err="1"/>
              <a:t>abc</a:t>
            </a:r>
            <a:r>
              <a:rPr lang="en-GB" sz="1400" dirty="0"/>
              <a:t>, </a:t>
            </a:r>
            <a:r>
              <a:rPr lang="en-GB" sz="1400" dirty="0" err="1"/>
              <a:t>adc</a:t>
            </a:r>
            <a:r>
              <a:rPr lang="en-GB" sz="1400" dirty="0"/>
              <a:t>, a4c</a:t>
            </a:r>
            <a:br>
              <a:rPr lang="en-GB" sz="1400" dirty="0"/>
            </a:br>
            <a:r>
              <a:rPr lang="en-GB" sz="1400" b="1" dirty="0"/>
              <a:t>[</a:t>
            </a:r>
            <a:r>
              <a:rPr lang="en-GB" sz="1400" b="1" dirty="0" err="1"/>
              <a:t>abcd</a:t>
            </a:r>
            <a:r>
              <a:rPr lang="en-GB" sz="1400" b="1" dirty="0"/>
              <a:t>]</a:t>
            </a:r>
            <a:r>
              <a:rPr lang="en-GB" sz="1400" dirty="0"/>
              <a:t>	matches any single character of a, b, c, d/	</a:t>
            </a:r>
            <a:r>
              <a:rPr lang="en-GB" sz="1400" i="1" dirty="0"/>
              <a:t>e.g.</a:t>
            </a:r>
            <a:r>
              <a:rPr lang="en-GB" sz="1400" dirty="0"/>
              <a:t> </a:t>
            </a:r>
            <a:r>
              <a:rPr lang="en-GB" sz="1400" dirty="0" err="1"/>
              <a:t>patt</a:t>
            </a:r>
            <a:r>
              <a:rPr lang="en-GB" sz="1400" dirty="0"/>
              <a:t>[</a:t>
            </a:r>
            <a:r>
              <a:rPr lang="en-GB" sz="1400" dirty="0" err="1"/>
              <a:t>abc</a:t>
            </a:r>
            <a:r>
              <a:rPr lang="en-GB" sz="1400" dirty="0"/>
              <a:t>] matches: </a:t>
            </a:r>
            <a:r>
              <a:rPr lang="en-GB" sz="1400" dirty="0" err="1"/>
              <a:t>patta</a:t>
            </a:r>
            <a:r>
              <a:rPr lang="en-GB" sz="1400" dirty="0"/>
              <a:t>, </a:t>
            </a:r>
            <a:r>
              <a:rPr lang="en-GB" sz="1400" dirty="0" err="1"/>
              <a:t>pattb</a:t>
            </a:r>
            <a:r>
              <a:rPr lang="en-GB" sz="1400" dirty="0"/>
              <a:t>, </a:t>
            </a:r>
            <a:r>
              <a:rPr lang="en-GB" sz="1400" dirty="0" err="1"/>
              <a:t>pattc</a:t>
            </a:r>
            <a:br>
              <a:rPr lang="en-GB" sz="1400" dirty="0"/>
            </a:br>
            <a:endParaRPr lang="en-GB" sz="1400" dirty="0"/>
          </a:p>
          <a:p>
            <a:r>
              <a:rPr lang="en-GB" sz="1400" b="1" dirty="0"/>
              <a:t>[a-f]</a:t>
            </a:r>
            <a:r>
              <a:rPr lang="en-GB" sz="1400" dirty="0"/>
              <a:t>	matches any single character lexically between a and f</a:t>
            </a:r>
          </a:p>
          <a:p>
            <a:r>
              <a:rPr lang="en-GB" sz="1400" i="1" dirty="0"/>
              <a:t>		</a:t>
            </a:r>
            <a:r>
              <a:rPr lang="nb-NO" sz="1400" i="1" dirty="0"/>
              <a:t>e.g. </a:t>
            </a:r>
            <a:r>
              <a:rPr lang="nb-NO" sz="1400" dirty="0"/>
              <a:t>patt[0-3] matches: patt0, patt1, patt2, patt3</a:t>
            </a:r>
            <a:br>
              <a:rPr lang="nb-NO" sz="1400" dirty="0"/>
            </a:br>
            <a:endParaRPr lang="en-GB" sz="1400" dirty="0"/>
          </a:p>
          <a:p>
            <a:r>
              <a:rPr lang="nb-NO" sz="1400" dirty="0"/>
              <a:t> </a:t>
            </a:r>
            <a:r>
              <a:rPr lang="en-GB" sz="1400" b="1" dirty="0"/>
              <a:t>[^</a:t>
            </a:r>
            <a:r>
              <a:rPr lang="en-GB" sz="1400" b="1" dirty="0" err="1"/>
              <a:t>abc</a:t>
            </a:r>
            <a:r>
              <a:rPr lang="en-GB" sz="1400" b="1" dirty="0"/>
              <a:t>]</a:t>
            </a:r>
            <a:r>
              <a:rPr lang="en-GB" sz="1400" dirty="0"/>
              <a:t>	matches any single character, </a:t>
            </a:r>
            <a:r>
              <a:rPr lang="en-GB" sz="1400" i="1" dirty="0"/>
              <a:t>except</a:t>
            </a:r>
            <a:r>
              <a:rPr lang="en-GB" sz="1400" dirty="0"/>
              <a:t> a, b, c	</a:t>
            </a:r>
            <a:br>
              <a:rPr lang="en-GB" sz="1400" dirty="0"/>
            </a:br>
            <a:r>
              <a:rPr lang="en-GB" sz="1400" dirty="0"/>
              <a:t>		</a:t>
            </a:r>
            <a:r>
              <a:rPr lang="en-GB" sz="1400" i="1" dirty="0"/>
              <a:t>e.g. </a:t>
            </a:r>
            <a:r>
              <a:rPr lang="en-GB" sz="1400" dirty="0" err="1"/>
              <a:t>patt</a:t>
            </a:r>
            <a:r>
              <a:rPr lang="en-GB" sz="1400" dirty="0"/>
              <a:t>[!a-h] matches: </a:t>
            </a:r>
            <a:r>
              <a:rPr lang="en-GB" sz="1400" dirty="0" err="1"/>
              <a:t>pattj</a:t>
            </a:r>
            <a:r>
              <a:rPr lang="en-GB" sz="1400" dirty="0"/>
              <a:t>, </a:t>
            </a:r>
            <a:r>
              <a:rPr lang="en-GB" sz="1400" dirty="0" err="1"/>
              <a:t>pattk</a:t>
            </a:r>
            <a:r>
              <a:rPr lang="en-GB" sz="1400" dirty="0"/>
              <a:t>, ... , but not any of </a:t>
            </a:r>
            <a:r>
              <a:rPr lang="en-GB" sz="1400" dirty="0" err="1"/>
              <a:t>patta</a:t>
            </a:r>
            <a:r>
              <a:rPr lang="en-GB" sz="1400" dirty="0"/>
              <a:t>, ..., </a:t>
            </a:r>
            <a:r>
              <a:rPr lang="en-GB" sz="1400" dirty="0" err="1"/>
              <a:t>patth</a:t>
            </a:r>
            <a:br>
              <a:rPr lang="en-GB" sz="1400" dirty="0"/>
            </a:br>
            <a:endParaRPr lang="en-GB" sz="1400" dirty="0"/>
          </a:p>
          <a:p>
            <a:r>
              <a:rPr lang="en-GB" sz="1400" b="1" dirty="0"/>
              <a:t>^</a:t>
            </a:r>
            <a:r>
              <a:rPr lang="en-GB" sz="1400" dirty="0"/>
              <a:t>	matches the beginning of the line </a:t>
            </a:r>
            <a:r>
              <a:rPr lang="en-GB" sz="1400" i="1" dirty="0"/>
              <a:t>e.g. </a:t>
            </a:r>
            <a:r>
              <a:rPr lang="en-GB" sz="1400" dirty="0"/>
              <a:t>^foo matches: foo </a:t>
            </a:r>
            <a:r>
              <a:rPr lang="en-GB" sz="1400" u="sng" dirty="0"/>
              <a:t>only if it is at the start of a line</a:t>
            </a:r>
            <a:endParaRPr lang="en-GB" sz="1400" dirty="0"/>
          </a:p>
          <a:p>
            <a:r>
              <a:rPr lang="en-GB" sz="1400" b="1" dirty="0"/>
              <a:t>$	</a:t>
            </a:r>
            <a:r>
              <a:rPr lang="en-GB" sz="1400" dirty="0"/>
              <a:t>matches the end of the line </a:t>
            </a:r>
            <a:r>
              <a:rPr lang="en-GB" sz="1400" i="1" dirty="0"/>
              <a:t>e.g.</a:t>
            </a:r>
            <a:r>
              <a:rPr lang="en-GB" sz="1400" dirty="0"/>
              <a:t>  foo$ matches: foo </a:t>
            </a:r>
            <a:r>
              <a:rPr lang="en-GB" sz="1400" u="sng" dirty="0"/>
              <a:t>only if it is at the end of a line</a:t>
            </a:r>
            <a:br>
              <a:rPr lang="en-GB" sz="1400" u="sng" dirty="0"/>
            </a:br>
            <a:endParaRPr lang="en-GB" sz="1400" dirty="0"/>
          </a:p>
          <a:p>
            <a:r>
              <a:rPr lang="en-GB" sz="1400" b="1" dirty="0"/>
              <a:t>c*       	</a:t>
            </a:r>
            <a:r>
              <a:rPr lang="en-GB" sz="1400" dirty="0"/>
              <a:t>matches any number of occurrences of &lt;c&gt;, including none.</a:t>
            </a:r>
          </a:p>
          <a:p>
            <a:r>
              <a:rPr lang="en-GB" sz="1400" i="1" dirty="0"/>
              <a:t>		e.g.</a:t>
            </a:r>
            <a:r>
              <a:rPr lang="en-GB" sz="1400" dirty="0"/>
              <a:t>  </a:t>
            </a:r>
            <a:r>
              <a:rPr lang="en-GB" sz="1400" dirty="0" err="1"/>
              <a:t>ba</a:t>
            </a:r>
            <a:r>
              <a:rPr lang="en-GB" sz="1400" dirty="0"/>
              <a:t>* matches: b, </a:t>
            </a:r>
            <a:r>
              <a:rPr lang="en-GB" sz="1400" dirty="0" err="1"/>
              <a:t>ba</a:t>
            </a:r>
            <a:r>
              <a:rPr lang="en-GB" sz="1400" dirty="0"/>
              <a:t>, baa, </a:t>
            </a:r>
            <a:r>
              <a:rPr lang="en-GB" sz="1400" dirty="0" err="1"/>
              <a:t>baaa</a:t>
            </a:r>
            <a:r>
              <a:rPr lang="en-GB" sz="1400" dirty="0"/>
              <a:t>, ...</a:t>
            </a:r>
          </a:p>
          <a:p>
            <a:r>
              <a:rPr lang="en-GB" sz="1400" dirty="0"/>
              <a:t>		         .* matches:  any string (including the null string)</a:t>
            </a:r>
          </a:p>
          <a:p>
            <a:r>
              <a:rPr lang="en-GB" sz="1400" dirty="0"/>
              <a:t>		         [A-Z]* matches: 	a string of capital letters</a:t>
            </a:r>
          </a:p>
          <a:p>
            <a:r>
              <a:rPr lang="en-GB" sz="1400" b="1" dirty="0"/>
              <a:t>\{n\}</a:t>
            </a:r>
            <a:r>
              <a:rPr lang="en-GB" sz="1400" dirty="0"/>
              <a:t>	matches exactly n of the character specified in front </a:t>
            </a:r>
          </a:p>
          <a:p>
            <a:r>
              <a:rPr lang="en-GB" sz="1400" i="1" dirty="0"/>
              <a:t>		e.g.</a:t>
            </a:r>
            <a:r>
              <a:rPr lang="en-GB" sz="1400" dirty="0"/>
              <a:t>  chap[0-9]\{2\} matches:  chapt10, but not chap1</a:t>
            </a:r>
          </a:p>
          <a:p>
            <a:r>
              <a:rPr lang="en-GB" sz="1400" b="1" dirty="0"/>
              <a:t>\{</a:t>
            </a:r>
            <a:r>
              <a:rPr lang="en-GB" sz="1400" b="1" dirty="0" err="1"/>
              <a:t>n,m</a:t>
            </a:r>
            <a:r>
              <a:rPr lang="en-GB" sz="1400" b="1" dirty="0"/>
              <a:t>\}</a:t>
            </a:r>
            <a:r>
              <a:rPr lang="en-GB" sz="1400" dirty="0"/>
              <a:t>	matches between n and m of the character specified in front</a:t>
            </a:r>
          </a:p>
          <a:p>
            <a:r>
              <a:rPr lang="en-GB" sz="1400" i="1" dirty="0"/>
              <a:t>		e.g.</a:t>
            </a:r>
            <a:r>
              <a:rPr lang="en-GB" sz="1400" dirty="0"/>
              <a:t>  chap[0-9]\{2,5\} matches: chapt10, chap100, chap12345, … , but not chap1</a:t>
            </a:r>
          </a:p>
        </p:txBody>
      </p:sp>
    </p:spTree>
    <p:extLst>
      <p:ext uri="{BB962C8B-B14F-4D97-AF65-F5344CB8AC3E}">
        <p14:creationId xmlns:p14="http://schemas.microsoft.com/office/powerpoint/2010/main" val="1015567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C8183B-53DA-E29D-FF86-8EEE345DA53A}"/>
              </a:ext>
            </a:extLst>
          </p:cNvPr>
          <p:cNvSpPr>
            <a:spLocks noGrp="1"/>
          </p:cNvSpPr>
          <p:nvPr>
            <p:ph type="ctrTitle"/>
          </p:nvPr>
        </p:nvSpPr>
        <p:spPr/>
        <p:txBody>
          <a:bodyPr/>
          <a:lstStyle/>
          <a:p>
            <a:r>
              <a:rPr lang="en-GB" dirty="0" err="1">
                <a:solidFill>
                  <a:srgbClr val="FF0000"/>
                </a:solidFill>
              </a:rPr>
              <a:t>sed</a:t>
            </a:r>
            <a:r>
              <a:rPr lang="en-GB" dirty="0"/>
              <a:t> (1): Stream editor</a:t>
            </a:r>
          </a:p>
        </p:txBody>
      </p:sp>
      <p:sp>
        <p:nvSpPr>
          <p:cNvPr id="28675" name="Rectangle 3"/>
          <p:cNvSpPr>
            <a:spLocks noGrp="1" noChangeArrowheads="1"/>
          </p:cNvSpPr>
          <p:nvPr>
            <p:ph sz="quarter" idx="4"/>
          </p:nvPr>
        </p:nvSpPr>
        <p:spPr/>
        <p:txBody>
          <a:bodyPr>
            <a:normAutofit/>
          </a:bodyPr>
          <a:lstStyle/>
          <a:p>
            <a:r>
              <a:rPr lang="en-US" sz="1800" dirty="0">
                <a:solidFill>
                  <a:schemeClr val="tx1"/>
                </a:solidFill>
              </a:rPr>
              <a:t>Perform the search-and-replace on data:</a:t>
            </a:r>
          </a:p>
          <a:p>
            <a:endParaRPr lang="en-US" sz="1800" dirty="0">
              <a:solidFill>
                <a:schemeClr val="tx1"/>
              </a:solidFill>
            </a:endParaRPr>
          </a:p>
          <a:p>
            <a:endParaRPr lang="en-US" sz="1800" dirty="0">
              <a:solidFill>
                <a:schemeClr val="tx1"/>
              </a:solidFill>
            </a:endParaRPr>
          </a:p>
          <a:p>
            <a:pPr lvl="1">
              <a:buNone/>
            </a:pPr>
            <a:endParaRPr lang="en-US" sz="1800" dirty="0"/>
          </a:p>
          <a:p>
            <a:pPr lvl="1">
              <a:buNone/>
            </a:pPr>
            <a:endParaRPr lang="en-US" sz="1800" dirty="0"/>
          </a:p>
          <a:p>
            <a:r>
              <a:rPr lang="en-US" sz="1800" dirty="0">
                <a:solidFill>
                  <a:schemeClr val="tx1"/>
                </a:solidFill>
              </a:rPr>
              <a:t>Find lines matching given regular expression:</a:t>
            </a:r>
          </a:p>
          <a:p>
            <a:endParaRPr lang="en-US" sz="1800" dirty="0">
              <a:solidFill>
                <a:schemeClr val="tx1"/>
              </a:solidFill>
            </a:endParaRPr>
          </a:p>
          <a:p>
            <a:pPr>
              <a:buNone/>
            </a:pPr>
            <a:r>
              <a:rPr lang="en-US" sz="1800" dirty="0">
                <a:solidFill>
                  <a:schemeClr val="tx1"/>
                </a:solidFill>
              </a:rPr>
              <a:t>	</a:t>
            </a:r>
          </a:p>
          <a:p>
            <a:pPr lvl="1"/>
            <a:endParaRPr lang="en-US" sz="1800" dirty="0"/>
          </a:p>
          <a:p>
            <a:pPr lvl="2"/>
            <a:endParaRPr lang="en-US" sz="1800" dirty="0"/>
          </a:p>
          <a:p>
            <a:pPr>
              <a:buNone/>
            </a:pPr>
            <a:r>
              <a:rPr lang="en-US" sz="1800" dirty="0">
                <a:solidFill>
                  <a:schemeClr val="tx1"/>
                </a:solidFill>
              </a:rPr>
              <a:t>	</a:t>
            </a:r>
          </a:p>
          <a:p>
            <a:r>
              <a:rPr lang="en-US" sz="1800" dirty="0">
                <a:solidFill>
                  <a:schemeClr val="tx1"/>
                </a:solidFill>
              </a:rPr>
              <a:t>Remove empty lines:</a:t>
            </a:r>
          </a:p>
          <a:p>
            <a:pPr lvl="1"/>
            <a:endParaRPr lang="en-US" sz="1800" dirty="0"/>
          </a:p>
        </p:txBody>
      </p:sp>
      <p:sp>
        <p:nvSpPr>
          <p:cNvPr id="2" name="Slide Number Placeholder 2">
            <a:extLst>
              <a:ext uri="{FF2B5EF4-FFF2-40B4-BE49-F238E27FC236}">
                <a16:creationId xmlns:a16="http://schemas.microsoft.com/office/drawing/2014/main" id="{B81AE437-6EA9-494F-3809-C217ED7975E2}"/>
              </a:ext>
            </a:extLst>
          </p:cNvPr>
          <p:cNvSpPr>
            <a:spLocks noGrp="1"/>
          </p:cNvSpPr>
          <p:nvPr>
            <p:ph type="sldNum" sz="quarter" idx="12"/>
          </p:nvPr>
        </p:nvSpPr>
        <p:spPr/>
        <p:txBody>
          <a:bodyPr/>
          <a:lstStyle/>
          <a:p>
            <a:fld id="{F3469444-D02B-D446-9CF8-19DEDDE073D1}" type="slidenum">
              <a:rPr lang="en-US" smtClean="0"/>
              <a:pPr/>
              <a:t>27</a:t>
            </a:fld>
            <a:endParaRPr lang="en-US" dirty="0"/>
          </a:p>
        </p:txBody>
      </p:sp>
      <p:sp>
        <p:nvSpPr>
          <p:cNvPr id="1037316" name="Rectangle 4"/>
          <p:cNvSpPr>
            <a:spLocks noChangeArrowheads="1"/>
          </p:cNvSpPr>
          <p:nvPr/>
        </p:nvSpPr>
        <p:spPr bwMode="auto">
          <a:xfrm>
            <a:off x="443922" y="2065264"/>
            <a:ext cx="10440458" cy="52770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sed -n 's/bob/</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jimmie</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gp</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mylist</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Next pay review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jimmie</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will ...</a:t>
            </a:r>
          </a:p>
        </p:txBody>
      </p:sp>
      <p:sp>
        <p:nvSpPr>
          <p:cNvPr id="1037317" name="Rectangle 5"/>
          <p:cNvSpPr>
            <a:spLocks noChangeArrowheads="1"/>
          </p:cNvSpPr>
          <p:nvPr/>
        </p:nvSpPr>
        <p:spPr bwMode="auto">
          <a:xfrm>
            <a:off x="3037438" y="5503926"/>
            <a:ext cx="5098415" cy="38087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sed '/^$/d'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in.file</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&gt;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out.file</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1037318" name="Rectangle 6"/>
          <p:cNvSpPr>
            <a:spLocks noChangeArrowheads="1"/>
          </p:cNvSpPr>
          <p:nvPr/>
        </p:nvSpPr>
        <p:spPr bwMode="auto">
          <a:xfrm>
            <a:off x="539193" y="3784047"/>
            <a:ext cx="10436224" cy="958595"/>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sed 's/sys/SYS/; /daemon/d;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tty</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/q'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etc</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/group</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root::0:root</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SYS::3:root,bin,admin</a:t>
            </a:r>
          </a:p>
          <a:p>
            <a:pPr marL="322263" indent="-322263" defTabSz="715963">
              <a:spcBef>
                <a:spcPct val="0"/>
              </a:spcBef>
              <a:defRPr/>
            </a:pP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tty</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::5:</a:t>
            </a:r>
          </a:p>
        </p:txBody>
      </p:sp>
      <p:sp>
        <p:nvSpPr>
          <p:cNvPr id="28679" name="Text Box 7"/>
          <p:cNvSpPr txBox="1">
            <a:spLocks noChangeArrowheads="1"/>
          </p:cNvSpPr>
          <p:nvPr/>
        </p:nvSpPr>
        <p:spPr bwMode="auto">
          <a:xfrm>
            <a:off x="443922" y="2727624"/>
            <a:ext cx="10705040" cy="523220"/>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-n</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option switches off automatic output of </a:t>
            </a:r>
            <a:r>
              <a:rPr lang="en-GB" sz="1400" b="1" dirty="0">
                <a:solidFill>
                  <a:srgbClr val="134183"/>
                </a:solidFill>
                <a:latin typeface="Figtree" pitchFamily="2" charset="0"/>
              </a:rPr>
              <a:t>sed</a:t>
            </a:r>
            <a:r>
              <a:rPr lang="en-GB" sz="1400" dirty="0">
                <a:solidFill>
                  <a:srgbClr val="134183"/>
                </a:solidFill>
                <a:latin typeface="Figtree" pitchFamily="2" charset="0"/>
              </a:rPr>
              <a:t>; the substitute command will search for each occurrence of word </a:t>
            </a:r>
            <a:r>
              <a:rPr lang="en-GB" sz="1400" b="1" dirty="0">
                <a:solidFill>
                  <a:srgbClr val="134183"/>
                </a:solidFill>
                <a:latin typeface="Figtree" pitchFamily="2" charset="0"/>
              </a:rPr>
              <a:t>bob</a:t>
            </a:r>
            <a:r>
              <a:rPr lang="en-GB" sz="1400" dirty="0">
                <a:solidFill>
                  <a:srgbClr val="134183"/>
                </a:solidFill>
                <a:latin typeface="Figtree" pitchFamily="2" charset="0"/>
              </a:rPr>
              <a:t> and replace it with </a:t>
            </a:r>
            <a:r>
              <a:rPr lang="en-GB" sz="1400" b="1" dirty="0" err="1">
                <a:solidFill>
                  <a:srgbClr val="134183"/>
                </a:solidFill>
                <a:latin typeface="Figtree" pitchFamily="2" charset="0"/>
              </a:rPr>
              <a:t>jimmie</a:t>
            </a:r>
            <a:r>
              <a:rPr lang="en-GB" sz="1400" dirty="0">
                <a:solidFill>
                  <a:srgbClr val="134183"/>
                </a:solidFill>
                <a:latin typeface="Figtree" pitchFamily="2" charset="0"/>
              </a:rPr>
              <a:t>. The </a:t>
            </a:r>
            <a:r>
              <a:rPr lang="en-GB" sz="1400" b="1" dirty="0" err="1">
                <a:solidFill>
                  <a:srgbClr val="134183"/>
                </a:solidFill>
                <a:latin typeface="Hack" panose="020B0609030202020204" pitchFamily="49" charset="0"/>
                <a:ea typeface="Hack" panose="020B0609030202020204" pitchFamily="49" charset="0"/>
                <a:cs typeface="Hack" panose="020B0609030202020204" pitchFamily="49" charset="0"/>
              </a:rPr>
              <a:t>gp</a:t>
            </a:r>
            <a:r>
              <a:rPr lang="en-GB" sz="1400" dirty="0">
                <a:solidFill>
                  <a:srgbClr val="134183"/>
                </a:solidFill>
                <a:latin typeface="Figtree" pitchFamily="2" charset="0"/>
              </a:rPr>
              <a:t> flags at the end will make the substitution </a:t>
            </a:r>
            <a:r>
              <a:rPr lang="en-GB" sz="1400" b="1" dirty="0">
                <a:solidFill>
                  <a:srgbClr val="134183"/>
                </a:solidFill>
                <a:latin typeface="Figtree" pitchFamily="2" charset="0"/>
              </a:rPr>
              <a:t>g</a:t>
            </a:r>
            <a:r>
              <a:rPr lang="en-GB" sz="1400" dirty="0">
                <a:solidFill>
                  <a:srgbClr val="134183"/>
                </a:solidFill>
                <a:latin typeface="Figtree" pitchFamily="2" charset="0"/>
              </a:rPr>
              <a:t>lobal and</a:t>
            </a:r>
            <a:r>
              <a:rPr lang="en-GB" sz="1400" b="1" dirty="0">
                <a:solidFill>
                  <a:srgbClr val="134183"/>
                </a:solidFill>
                <a:latin typeface="Figtree" pitchFamily="2" charset="0"/>
              </a:rPr>
              <a:t> p</a:t>
            </a:r>
            <a:r>
              <a:rPr lang="en-GB" sz="1400" dirty="0">
                <a:solidFill>
                  <a:srgbClr val="134183"/>
                </a:solidFill>
                <a:latin typeface="Figtree" pitchFamily="2" charset="0"/>
              </a:rPr>
              <a:t>rint affected lines to </a:t>
            </a:r>
            <a:r>
              <a:rPr lang="en-GB" sz="1400" b="1" dirty="0" err="1">
                <a:solidFill>
                  <a:srgbClr val="134183"/>
                </a:solidFill>
                <a:latin typeface="Figtree" pitchFamily="2" charset="0"/>
              </a:rPr>
              <a:t>stdout</a:t>
            </a:r>
            <a:r>
              <a:rPr lang="en-GB" sz="1400" dirty="0">
                <a:solidFill>
                  <a:srgbClr val="134183"/>
                </a:solidFill>
                <a:latin typeface="Figtree" pitchFamily="2" charset="0"/>
              </a:rPr>
              <a:t>, respectively.</a:t>
            </a:r>
            <a:endParaRPr lang="en-GB" sz="1400" dirty="0">
              <a:solidFill>
                <a:srgbClr val="134183"/>
              </a:solidFill>
            </a:endParaRPr>
          </a:p>
        </p:txBody>
      </p:sp>
      <p:sp>
        <p:nvSpPr>
          <p:cNvPr id="28680" name="Text Box 8"/>
          <p:cNvSpPr txBox="1">
            <a:spLocks noChangeArrowheads="1"/>
          </p:cNvSpPr>
          <p:nvPr/>
        </p:nvSpPr>
        <p:spPr bwMode="auto">
          <a:xfrm>
            <a:off x="546147" y="4895795"/>
            <a:ext cx="11112026" cy="286232"/>
          </a:xfrm>
          <a:prstGeom prst="rect">
            <a:avLst/>
          </a:prstGeom>
          <a:noFill/>
          <a:ln w="19050">
            <a:noFill/>
            <a:miter lim="800000"/>
            <a:headEnd/>
            <a:tailEnd/>
          </a:ln>
        </p:spPr>
        <p:txBody>
          <a:bodyPr wrap="square">
            <a:spAutoFit/>
          </a:bodyPr>
          <a:lstStyle/>
          <a:p>
            <a:pPr defTabSz="739775">
              <a:lnSpc>
                <a:spcPct val="90000"/>
              </a:lnSpc>
            </a:pPr>
            <a:r>
              <a:rPr lang="en-GB" sz="1400" dirty="0">
                <a:solidFill>
                  <a:srgbClr val="134183"/>
                </a:solidFill>
                <a:latin typeface="Figtree" pitchFamily="2" charset="0"/>
              </a:rPr>
              <a:t>The first instruction substituted </a:t>
            </a:r>
            <a:r>
              <a:rPr lang="en-GB" sz="1400" b="1" dirty="0">
                <a:solidFill>
                  <a:srgbClr val="134183"/>
                </a:solidFill>
                <a:latin typeface="Figtree" pitchFamily="2" charset="0"/>
              </a:rPr>
              <a:t>sys</a:t>
            </a:r>
            <a:r>
              <a:rPr lang="en-GB" sz="1400" dirty="0">
                <a:solidFill>
                  <a:srgbClr val="134183"/>
                </a:solidFill>
                <a:latin typeface="Figtree" pitchFamily="2" charset="0"/>
              </a:rPr>
              <a:t> with </a:t>
            </a:r>
            <a:r>
              <a:rPr lang="en-GB" sz="1400" b="1" dirty="0">
                <a:solidFill>
                  <a:srgbClr val="134183"/>
                </a:solidFill>
                <a:latin typeface="Figtree" pitchFamily="2" charset="0"/>
              </a:rPr>
              <a:t>SYS</a:t>
            </a:r>
            <a:r>
              <a:rPr lang="en-GB" sz="1400" dirty="0">
                <a:solidFill>
                  <a:srgbClr val="134183"/>
                </a:solidFill>
                <a:latin typeface="Figtree" pitchFamily="2" charset="0"/>
              </a:rPr>
              <a:t>; the second deletes lines containing </a:t>
            </a:r>
            <a:r>
              <a:rPr lang="en-GB" sz="1400" b="1" dirty="0">
                <a:solidFill>
                  <a:srgbClr val="134183"/>
                </a:solidFill>
                <a:latin typeface="Figtree" pitchFamily="2" charset="0"/>
              </a:rPr>
              <a:t>daemon</a:t>
            </a:r>
            <a:r>
              <a:rPr lang="en-GB" sz="1400" dirty="0">
                <a:solidFill>
                  <a:srgbClr val="134183"/>
                </a:solidFill>
                <a:latin typeface="Figtree" pitchFamily="2" charset="0"/>
              </a:rPr>
              <a:t>; finally, we quit on the line with </a:t>
            </a:r>
            <a:r>
              <a:rPr lang="en-GB" sz="1400" b="1" dirty="0" err="1">
                <a:solidFill>
                  <a:srgbClr val="134183"/>
                </a:solidFill>
                <a:latin typeface="Figtree" pitchFamily="2" charset="0"/>
              </a:rPr>
              <a:t>tty</a:t>
            </a:r>
            <a:r>
              <a:rPr lang="en-GB" sz="1400" dirty="0">
                <a:solidFill>
                  <a:srgbClr val="134183"/>
                </a:solidFill>
                <a:latin typeface="Figtree" pitchFamily="2" charset="0"/>
              </a:rPr>
              <a:t>.</a:t>
            </a:r>
            <a:endParaRPr lang="en-GB" sz="1400" b="1" dirty="0">
              <a:solidFill>
                <a:srgbClr val="134183"/>
              </a:solidFill>
            </a:endParaRPr>
          </a:p>
        </p:txBody>
      </p:sp>
      <p:sp>
        <p:nvSpPr>
          <p:cNvPr id="28681" name="Text Box 9"/>
          <p:cNvSpPr txBox="1">
            <a:spLocks noChangeArrowheads="1"/>
          </p:cNvSpPr>
          <p:nvPr/>
        </p:nvSpPr>
        <p:spPr bwMode="auto">
          <a:xfrm>
            <a:off x="546147" y="6044330"/>
            <a:ext cx="11112026" cy="307777"/>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Here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sed</a:t>
            </a:r>
            <a:r>
              <a:rPr lang="en-GB" sz="1400" dirty="0">
                <a:solidFill>
                  <a:srgbClr val="134183"/>
                </a:solidFill>
                <a:latin typeface="Figtree" pitchFamily="2" charset="0"/>
              </a:rPr>
              <a:t> is using </a:t>
            </a:r>
            <a:r>
              <a:rPr lang="en-GB" sz="1400" b="1" dirty="0">
                <a:solidFill>
                  <a:srgbClr val="134183"/>
                </a:solidFill>
                <a:latin typeface="Figtree" pitchFamily="2" charset="0"/>
              </a:rPr>
              <a:t>RE</a:t>
            </a:r>
            <a:r>
              <a:rPr lang="en-GB" sz="1400" dirty="0">
                <a:solidFill>
                  <a:srgbClr val="134183"/>
                </a:solidFill>
                <a:latin typeface="Figtree" pitchFamily="2" charset="0"/>
              </a:rPr>
              <a:t> (regular expressions) to locate empty lines. Once removed, the rest of the file is written to </a:t>
            </a:r>
            <a:r>
              <a:rPr lang="en-GB" sz="1400" b="1" dirty="0" err="1">
                <a:solidFill>
                  <a:srgbClr val="134183"/>
                </a:solidFill>
                <a:latin typeface="Figtree" pitchFamily="2" charset="0"/>
              </a:rPr>
              <a:t>out.file</a:t>
            </a:r>
            <a:r>
              <a:rPr lang="en-GB" sz="1400" dirty="0">
                <a:solidFill>
                  <a:srgbClr val="134183"/>
                </a:solidFill>
                <a:latin typeface="Figtree" pitchFamily="2" charset="0"/>
              </a:rPr>
              <a:t>. </a:t>
            </a:r>
            <a:endParaRPr lang="en-GB" sz="1400" dirty="0">
              <a:solidFill>
                <a:srgbClr val="134183"/>
              </a:solidFill>
            </a:endParaRPr>
          </a:p>
        </p:txBody>
      </p:sp>
    </p:spTree>
    <p:extLst>
      <p:ext uri="{BB962C8B-B14F-4D97-AF65-F5344CB8AC3E}">
        <p14:creationId xmlns:p14="http://schemas.microsoft.com/office/powerpoint/2010/main" val="261429946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0247B5-95BA-E0A2-C62D-93BDF83FE2A8}"/>
              </a:ext>
            </a:extLst>
          </p:cNvPr>
          <p:cNvSpPr>
            <a:spLocks noGrp="1"/>
          </p:cNvSpPr>
          <p:nvPr>
            <p:ph type="ctrTitle"/>
          </p:nvPr>
        </p:nvSpPr>
        <p:spPr/>
        <p:txBody>
          <a:bodyPr/>
          <a:lstStyle/>
          <a:p>
            <a:r>
              <a:rPr lang="en-GB" dirty="0" err="1">
                <a:solidFill>
                  <a:srgbClr val="FF0000"/>
                </a:solidFill>
              </a:rPr>
              <a:t>sed</a:t>
            </a:r>
            <a:r>
              <a:rPr lang="en-GB" dirty="0"/>
              <a:t> (2):</a:t>
            </a:r>
          </a:p>
        </p:txBody>
      </p:sp>
      <p:sp>
        <p:nvSpPr>
          <p:cNvPr id="29699" name="Rectangle 3"/>
          <p:cNvSpPr>
            <a:spLocks noGrp="1" noChangeArrowheads="1"/>
          </p:cNvSpPr>
          <p:nvPr>
            <p:ph sz="quarter" idx="4"/>
          </p:nvPr>
        </p:nvSpPr>
        <p:spPr/>
        <p:txBody>
          <a:bodyPr>
            <a:normAutofit/>
          </a:bodyPr>
          <a:lstStyle/>
          <a:p>
            <a:r>
              <a:rPr lang="en-GB" sz="1800" dirty="0">
                <a:solidFill>
                  <a:schemeClr val="tx1"/>
                </a:solidFill>
              </a:rPr>
              <a:t>Insert text before the specified line:</a:t>
            </a:r>
          </a:p>
          <a:p>
            <a:endParaRPr lang="en-GB" sz="1800" dirty="0">
              <a:solidFill>
                <a:schemeClr val="tx1"/>
              </a:solidFill>
            </a:endParaRPr>
          </a:p>
          <a:p>
            <a:pPr>
              <a:buNone/>
            </a:pPr>
            <a:endParaRPr lang="en-GB" sz="1800" dirty="0">
              <a:solidFill>
                <a:schemeClr val="tx1"/>
              </a:solidFill>
            </a:endParaRPr>
          </a:p>
          <a:p>
            <a:r>
              <a:rPr lang="en-GB" sz="1800" dirty="0">
                <a:solidFill>
                  <a:schemeClr val="tx1"/>
                </a:solidFill>
              </a:rPr>
              <a:t>Append text after the specified line:</a:t>
            </a:r>
          </a:p>
          <a:p>
            <a:endParaRPr lang="en-GB" sz="1800" dirty="0">
              <a:solidFill>
                <a:schemeClr val="tx1"/>
              </a:solidFill>
            </a:endParaRPr>
          </a:p>
          <a:p>
            <a:pPr>
              <a:buNone/>
            </a:pPr>
            <a:endParaRPr lang="en-GB" sz="1800" dirty="0">
              <a:solidFill>
                <a:schemeClr val="tx1"/>
              </a:solidFill>
            </a:endParaRPr>
          </a:p>
          <a:p>
            <a:r>
              <a:rPr lang="en-GB" sz="1800" dirty="0">
                <a:solidFill>
                  <a:schemeClr val="tx1"/>
                </a:solidFill>
              </a:rPr>
              <a:t>Replace line matching RE with new text (entire line changed):</a:t>
            </a:r>
          </a:p>
          <a:p>
            <a:endParaRPr lang="en-GB" sz="1800" dirty="0">
              <a:solidFill>
                <a:schemeClr val="tx1"/>
              </a:solidFill>
            </a:endParaRPr>
          </a:p>
          <a:p>
            <a:pPr>
              <a:buNone/>
            </a:pPr>
            <a:endParaRPr lang="en-GB" sz="1800" dirty="0">
              <a:solidFill>
                <a:schemeClr val="tx1"/>
              </a:solidFill>
            </a:endParaRPr>
          </a:p>
          <a:p>
            <a:r>
              <a:rPr lang="en-GB" sz="1800" dirty="0">
                <a:solidFill>
                  <a:schemeClr val="tx1"/>
                </a:solidFill>
              </a:rPr>
              <a:t>Transform characters with a corresponding equivalent:</a:t>
            </a:r>
          </a:p>
          <a:p>
            <a:endParaRPr lang="en-GB" sz="1800" dirty="0">
              <a:solidFill>
                <a:schemeClr val="tx1"/>
              </a:solidFill>
            </a:endParaRPr>
          </a:p>
        </p:txBody>
      </p:sp>
      <p:sp>
        <p:nvSpPr>
          <p:cNvPr id="2" name="Slide Number Placeholder 2">
            <a:extLst>
              <a:ext uri="{FF2B5EF4-FFF2-40B4-BE49-F238E27FC236}">
                <a16:creationId xmlns:a16="http://schemas.microsoft.com/office/drawing/2014/main" id="{B054EA52-29CC-DA14-DE47-A9B0D266BAFB}"/>
              </a:ext>
            </a:extLst>
          </p:cNvPr>
          <p:cNvSpPr>
            <a:spLocks noGrp="1"/>
          </p:cNvSpPr>
          <p:nvPr>
            <p:ph type="sldNum" sz="quarter" idx="12"/>
          </p:nvPr>
        </p:nvSpPr>
        <p:spPr/>
        <p:txBody>
          <a:bodyPr/>
          <a:lstStyle/>
          <a:p>
            <a:fld id="{F3469444-D02B-D446-9CF8-19DEDDE073D1}" type="slidenum">
              <a:rPr lang="en-US" smtClean="0"/>
              <a:pPr/>
              <a:t>28</a:t>
            </a:fld>
            <a:endParaRPr lang="en-US" dirty="0"/>
          </a:p>
        </p:txBody>
      </p:sp>
      <p:sp>
        <p:nvSpPr>
          <p:cNvPr id="29700" name="Rectangle 4"/>
          <p:cNvSpPr>
            <a:spLocks noChangeArrowheads="1"/>
          </p:cNvSpPr>
          <p:nvPr/>
        </p:nvSpPr>
        <p:spPr bwMode="auto">
          <a:xfrm>
            <a:off x="950384" y="6227765"/>
            <a:ext cx="2480734" cy="515937"/>
          </a:xfrm>
          <a:prstGeom prst="rect">
            <a:avLst/>
          </a:prstGeom>
          <a:noFill/>
          <a:ln w="12700">
            <a:noFill/>
            <a:miter lim="800000"/>
            <a:headEnd/>
            <a:tailEnd/>
          </a:ln>
        </p:spPr>
        <p:txBody>
          <a:bodyPr wrap="none" anchor="ctr"/>
          <a:lstStyle/>
          <a:p>
            <a:endParaRPr lang="en-US"/>
          </a:p>
        </p:txBody>
      </p:sp>
      <p:sp>
        <p:nvSpPr>
          <p:cNvPr id="1039365" name="Rectangle 5"/>
          <p:cNvSpPr>
            <a:spLocks noChangeArrowheads="1"/>
          </p:cNvSpPr>
          <p:nvPr/>
        </p:nvSpPr>
        <p:spPr bwMode="auto">
          <a:xfrm>
            <a:off x="443922" y="2123443"/>
            <a:ext cx="5119901" cy="59690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sed</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'1i\</a:t>
            </a:r>
          </a:p>
          <a:p>
            <a:pPr marL="322263" indent="-322263" defTabSz="715963">
              <a:spcBef>
                <a:spcPct val="0"/>
              </a:spcBef>
              <a:defRPr/>
            </a:pP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#!/bin/bash'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a_script</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&gt;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a_script</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a:t>
            </a:r>
          </a:p>
        </p:txBody>
      </p:sp>
      <p:sp>
        <p:nvSpPr>
          <p:cNvPr id="1039366" name="Rectangle 6"/>
          <p:cNvSpPr>
            <a:spLocks noChangeArrowheads="1"/>
          </p:cNvSpPr>
          <p:nvPr/>
        </p:nvSpPr>
        <p:spPr bwMode="auto">
          <a:xfrm>
            <a:off x="543456" y="5491602"/>
            <a:ext cx="5902221" cy="736163"/>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sed</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'10,$y/&lt;space&gt;&lt;tab&gt;/-=/'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data_file</a:t>
            </a:r>
            <a:endParaRPr lang="en-GB"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lnSpc>
                <a:spcPct val="133000"/>
              </a:lnSpc>
              <a:spcBef>
                <a:spcPct val="0"/>
              </a:spcBef>
              <a:defRPr/>
            </a:pP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a:t>
            </a:r>
          </a:p>
        </p:txBody>
      </p:sp>
      <p:sp>
        <p:nvSpPr>
          <p:cNvPr id="1039367" name="Rectangle 7"/>
          <p:cNvSpPr>
            <a:spLocks noChangeArrowheads="1"/>
          </p:cNvSpPr>
          <p:nvPr/>
        </p:nvSpPr>
        <p:spPr bwMode="auto">
          <a:xfrm>
            <a:off x="543456" y="4378765"/>
            <a:ext cx="7287789" cy="59690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sed</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'/&lt;TITLE&gt;/c\</a:t>
            </a:r>
          </a:p>
          <a:p>
            <a:pPr marL="322263" indent="-322263" defTabSz="715963">
              <a:spcBef>
                <a:spcPct val="0"/>
              </a:spcBef>
              <a:defRPr/>
            </a:pP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&lt;TITLE&gt;New Dinner Menu&lt;/TITLE&gt;' dinner &gt; new-dinner</a:t>
            </a:r>
          </a:p>
        </p:txBody>
      </p:sp>
      <p:sp>
        <p:nvSpPr>
          <p:cNvPr id="1039368" name="Rectangle 8"/>
          <p:cNvSpPr>
            <a:spLocks noChangeArrowheads="1"/>
          </p:cNvSpPr>
          <p:nvPr/>
        </p:nvSpPr>
        <p:spPr bwMode="auto">
          <a:xfrm>
            <a:off x="543456" y="3205757"/>
            <a:ext cx="7450349" cy="59690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sed</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'$a\</a:t>
            </a:r>
          </a:p>
          <a:p>
            <a:pPr marL="322263" indent="-322263" defTabSz="715963">
              <a:spcBef>
                <a:spcPct val="0"/>
              </a:spcBef>
              <a:defRPr/>
            </a:pP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InterTel</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Kettering, Northamptonshire'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addr</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&gt; </a:t>
            </a:r>
            <a:r>
              <a:rPr lang="en-GB" sz="1800" b="1" dirty="0" err="1">
                <a:solidFill>
                  <a:schemeClr val="bg2"/>
                </a:solidFill>
                <a:latin typeface="Hack" panose="020B0609030202020204" pitchFamily="49" charset="0"/>
                <a:ea typeface="Hack" panose="020B0609030202020204" pitchFamily="49" charset="0"/>
                <a:cs typeface="Hack" panose="020B0609030202020204" pitchFamily="49" charset="0"/>
              </a:rPr>
              <a:t>addr</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a:t>
            </a:r>
          </a:p>
        </p:txBody>
      </p:sp>
    </p:spTree>
    <p:extLst>
      <p:ext uri="{BB962C8B-B14F-4D97-AF65-F5344CB8AC3E}">
        <p14:creationId xmlns:p14="http://schemas.microsoft.com/office/powerpoint/2010/main" val="177240310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126681" y="2547332"/>
            <a:ext cx="10564283" cy="957262"/>
          </a:xfrm>
          <a:prstGeom prst="rect">
            <a:avLst/>
          </a:prstGeom>
          <a:noFill/>
          <a:ln w="12700">
            <a:noFill/>
            <a:miter lim="800000"/>
            <a:headEnd/>
            <a:tailEnd/>
          </a:ln>
        </p:spPr>
        <p:txBody>
          <a:bodyPr lIns="79383" tIns="42867" rIns="79383" bIns="42867"/>
          <a:lstStyle/>
          <a:p>
            <a:pPr marL="239713" indent="-239713" defTabSz="638175">
              <a:lnSpc>
                <a:spcPct val="120000"/>
              </a:lnSpc>
              <a:spcBef>
                <a:spcPct val="60000"/>
              </a:spcBef>
              <a:buClr>
                <a:schemeClr val="bg2"/>
              </a:buClr>
              <a:tabLst>
                <a:tab pos="1933575" algn="l"/>
              </a:tabLst>
            </a:pPr>
            <a:endParaRPr lang="en-US" sz="2500" i="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80000"/>
              </a:lnSpc>
              <a:spcBef>
                <a:spcPct val="60000"/>
              </a:spcBef>
              <a:buClr>
                <a:schemeClr val="bg2"/>
              </a:buClr>
              <a:buFontTx/>
              <a:buChar char="•"/>
              <a:tabLst>
                <a:tab pos="1933575" algn="l"/>
              </a:tabLst>
            </a:pPr>
            <a:endParaRPr lang="en-US" sz="2500" b="1">
              <a:solidFill>
                <a:srgbClr val="134183"/>
              </a:solidFill>
            </a:endParaRPr>
          </a:p>
        </p:txBody>
      </p:sp>
      <p:sp>
        <p:nvSpPr>
          <p:cNvPr id="3" name="Title 2">
            <a:extLst>
              <a:ext uri="{FF2B5EF4-FFF2-40B4-BE49-F238E27FC236}">
                <a16:creationId xmlns:a16="http://schemas.microsoft.com/office/drawing/2014/main" id="{77B5B99B-ADF2-16A2-6D45-E9826A124D05}"/>
              </a:ext>
            </a:extLst>
          </p:cNvPr>
          <p:cNvSpPr>
            <a:spLocks noGrp="1"/>
          </p:cNvSpPr>
          <p:nvPr>
            <p:ph type="ctrTitle"/>
          </p:nvPr>
        </p:nvSpPr>
        <p:spPr/>
        <p:txBody>
          <a:bodyPr/>
          <a:lstStyle/>
          <a:p>
            <a:r>
              <a:rPr lang="en-GB" dirty="0">
                <a:solidFill>
                  <a:srgbClr val="FF0000"/>
                </a:solidFill>
              </a:rPr>
              <a:t>sort</a:t>
            </a:r>
            <a:r>
              <a:rPr lang="en-GB" dirty="0"/>
              <a:t>: sort stream</a:t>
            </a:r>
          </a:p>
        </p:txBody>
      </p:sp>
      <p:sp>
        <p:nvSpPr>
          <p:cNvPr id="30724" name="Rectangle 4"/>
          <p:cNvSpPr>
            <a:spLocks noGrp="1" noChangeArrowheads="1"/>
          </p:cNvSpPr>
          <p:nvPr>
            <p:ph sz="quarter" idx="4"/>
          </p:nvPr>
        </p:nvSpPr>
        <p:spPr/>
        <p:txBody>
          <a:bodyPr>
            <a:normAutofit/>
          </a:bodyPr>
          <a:lstStyle/>
          <a:p>
            <a:r>
              <a:rPr lang="en-US" sz="1800" dirty="0">
                <a:solidFill>
                  <a:schemeClr val="tx1"/>
                </a:solidFill>
              </a:rPr>
              <a:t>Sort a file and collect the output in the same file:</a:t>
            </a:r>
          </a:p>
          <a:p>
            <a:endParaRPr lang="en-US" sz="1800" dirty="0"/>
          </a:p>
          <a:p>
            <a:endParaRPr lang="en-US" sz="1800" dirty="0"/>
          </a:p>
          <a:p>
            <a:r>
              <a:rPr lang="en-US" sz="1800" dirty="0"/>
              <a:t>Sort a file using another field separator:</a:t>
            </a:r>
          </a:p>
          <a:p>
            <a:endParaRPr lang="en-US" sz="1800" dirty="0"/>
          </a:p>
          <a:p>
            <a:endParaRPr lang="en-US" sz="1800" dirty="0"/>
          </a:p>
          <a:p>
            <a:endParaRPr lang="en-US" sz="1800" dirty="0"/>
          </a:p>
          <a:p>
            <a:endParaRPr lang="en-US" sz="1800" dirty="0"/>
          </a:p>
          <a:p>
            <a:r>
              <a:rPr lang="en-US" sz="1800" dirty="0"/>
              <a:t>Combine two files, sort them, and eliminate duplicate lines:</a:t>
            </a:r>
          </a:p>
        </p:txBody>
      </p:sp>
      <p:sp>
        <p:nvSpPr>
          <p:cNvPr id="2" name="Slide Number Placeholder 2">
            <a:extLst>
              <a:ext uri="{FF2B5EF4-FFF2-40B4-BE49-F238E27FC236}">
                <a16:creationId xmlns:a16="http://schemas.microsoft.com/office/drawing/2014/main" id="{4D2BD388-EDC3-EE1B-01EC-331C7D1A72DF}"/>
              </a:ext>
            </a:extLst>
          </p:cNvPr>
          <p:cNvSpPr>
            <a:spLocks noGrp="1"/>
          </p:cNvSpPr>
          <p:nvPr>
            <p:ph type="sldNum" sz="quarter" idx="12"/>
          </p:nvPr>
        </p:nvSpPr>
        <p:spPr/>
        <p:txBody>
          <a:bodyPr/>
          <a:lstStyle/>
          <a:p>
            <a:fld id="{F3469444-D02B-D446-9CF8-19DEDDE073D1}" type="slidenum">
              <a:rPr lang="en-US" smtClean="0"/>
              <a:pPr/>
              <a:t>29</a:t>
            </a:fld>
            <a:endParaRPr lang="en-US" dirty="0"/>
          </a:p>
        </p:txBody>
      </p:sp>
      <p:sp>
        <p:nvSpPr>
          <p:cNvPr id="1041413" name="Rectangle 5"/>
          <p:cNvSpPr>
            <a:spLocks noChangeArrowheads="1"/>
          </p:cNvSpPr>
          <p:nvPr/>
        </p:nvSpPr>
        <p:spPr bwMode="auto">
          <a:xfrm>
            <a:off x="514350" y="2322447"/>
            <a:ext cx="10492635" cy="38087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sort -o names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names</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1041414" name="Rectangle 6"/>
          <p:cNvSpPr>
            <a:spLocks noChangeArrowheads="1"/>
          </p:cNvSpPr>
          <p:nvPr/>
        </p:nvSpPr>
        <p:spPr bwMode="auto">
          <a:xfrm>
            <a:off x="597268" y="5256917"/>
            <a:ext cx="10473586" cy="38087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sort -u team98 team99 &gt; team</a:t>
            </a:r>
          </a:p>
        </p:txBody>
      </p:sp>
      <p:sp>
        <p:nvSpPr>
          <p:cNvPr id="1041415" name="Rectangle 7"/>
          <p:cNvSpPr>
            <a:spLocks noChangeArrowheads="1"/>
          </p:cNvSpPr>
          <p:nvPr/>
        </p:nvSpPr>
        <p:spPr bwMode="auto">
          <a:xfrm>
            <a:off x="514350" y="3523341"/>
            <a:ext cx="10483110" cy="38087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sort -t: -k4n,4 –k3n,3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etc</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/passwd &gt;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tmp</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/grp-</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uid</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30728" name="Text Box 8"/>
          <p:cNvSpPr txBox="1">
            <a:spLocks noChangeArrowheads="1"/>
          </p:cNvSpPr>
          <p:nvPr/>
        </p:nvSpPr>
        <p:spPr bwMode="auto">
          <a:xfrm>
            <a:off x="485775" y="2731886"/>
            <a:ext cx="10511684" cy="307777"/>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-o</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option allows the sort ‘in place’. </a:t>
            </a:r>
            <a:endParaRPr lang="en-GB" sz="1400" dirty="0">
              <a:solidFill>
                <a:srgbClr val="134183"/>
              </a:solidFill>
            </a:endParaRPr>
          </a:p>
        </p:txBody>
      </p:sp>
      <p:sp>
        <p:nvSpPr>
          <p:cNvPr id="30729" name="Text Box 9"/>
          <p:cNvSpPr txBox="1">
            <a:spLocks noChangeArrowheads="1"/>
          </p:cNvSpPr>
          <p:nvPr/>
        </p:nvSpPr>
        <p:spPr bwMode="auto">
          <a:xfrm>
            <a:off x="514350" y="3938662"/>
            <a:ext cx="10483109" cy="674031"/>
          </a:xfrm>
          <a:prstGeom prst="rect">
            <a:avLst/>
          </a:prstGeom>
          <a:noFill/>
          <a:ln w="19050">
            <a:noFill/>
            <a:miter lim="800000"/>
            <a:headEnd/>
            <a:tailEnd/>
          </a:ln>
        </p:spPr>
        <p:txBody>
          <a:bodyPr wrap="square">
            <a:spAutoFit/>
          </a:bodyPr>
          <a:lstStyle/>
          <a:p>
            <a:pPr defTabSz="739775">
              <a:lnSpc>
                <a:spcPct val="90000"/>
              </a:lnSpc>
            </a:pPr>
            <a:r>
              <a:rPr lang="en-GB" sz="1400" dirty="0">
                <a:solidFill>
                  <a:srgbClr val="134183"/>
                </a:solidFill>
                <a:latin typeface="Figtree" pitchFamily="2" charset="0"/>
              </a:rPr>
              <a:t>The 4th field of the password file (delimited by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–k4,4</a:t>
            </a:r>
            <a:r>
              <a:rPr lang="en-GB" sz="1400" dirty="0">
                <a:solidFill>
                  <a:srgbClr val="134183"/>
                </a:solidFill>
                <a:latin typeface="Figtree" pitchFamily="2" charset="0"/>
              </a:rPr>
              <a:t>) is the group id, </a:t>
            </a:r>
            <a:r>
              <a:rPr lang="en-GB" sz="1400" b="1" dirty="0">
                <a:solidFill>
                  <a:srgbClr val="134183"/>
                </a:solidFill>
                <a:latin typeface="Figtree" pitchFamily="2" charset="0"/>
              </a:rPr>
              <a:t>GID</a:t>
            </a:r>
            <a:r>
              <a:rPr lang="en-GB" sz="1400" dirty="0">
                <a:solidFill>
                  <a:srgbClr val="134183"/>
                </a:solidFill>
                <a:latin typeface="Figtree" pitchFamily="2" charset="0"/>
              </a:rPr>
              <a:t> of a user, and the 3rd field (delimited by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–k3,3</a:t>
            </a:r>
            <a:r>
              <a:rPr lang="en-GB" sz="1400" dirty="0">
                <a:solidFill>
                  <a:srgbClr val="134183"/>
                </a:solidFill>
                <a:latin typeface="Figtree" pitchFamily="2" charset="0"/>
              </a:rPr>
              <a:t>) is the user id,  </a:t>
            </a:r>
            <a:r>
              <a:rPr lang="en-GB" sz="1400" b="1" dirty="0">
                <a:solidFill>
                  <a:srgbClr val="134183"/>
                </a:solidFill>
                <a:latin typeface="Figtree" pitchFamily="2" charset="0"/>
              </a:rPr>
              <a:t>UID</a:t>
            </a:r>
            <a:r>
              <a:rPr lang="en-GB" sz="1400" dirty="0">
                <a:solidFill>
                  <a:srgbClr val="134183"/>
                </a:solidFill>
                <a:latin typeface="Figtree" pitchFamily="2" charset="0"/>
              </a:rPr>
              <a:t>. So, this command sorts the file by </a:t>
            </a:r>
            <a:r>
              <a:rPr lang="en-GB" sz="1400" b="1" dirty="0">
                <a:solidFill>
                  <a:srgbClr val="134183"/>
                </a:solidFill>
                <a:latin typeface="Figtree" pitchFamily="2" charset="0"/>
              </a:rPr>
              <a:t>GID</a:t>
            </a:r>
            <a:r>
              <a:rPr lang="en-GB" sz="1400" dirty="0">
                <a:solidFill>
                  <a:srgbClr val="134183"/>
                </a:solidFill>
                <a:latin typeface="Figtree" pitchFamily="2" charset="0"/>
              </a:rPr>
              <a:t> number. Entries with the same group number are then sorted in order of user </a:t>
            </a:r>
            <a:r>
              <a:rPr lang="en-GB" sz="1400" b="1" dirty="0">
                <a:solidFill>
                  <a:srgbClr val="134183"/>
                </a:solidFill>
                <a:latin typeface="Figtree" pitchFamily="2" charset="0"/>
              </a:rPr>
              <a:t>UID</a:t>
            </a:r>
            <a:r>
              <a:rPr lang="en-GB" sz="1400" dirty="0">
                <a:solidFill>
                  <a:srgbClr val="134183"/>
                </a:solidFill>
                <a:latin typeface="Figtree" pitchFamily="2" charset="0"/>
              </a:rPr>
              <a:t>. Both fields being sorted on are numeric, hence the </a:t>
            </a:r>
            <a:r>
              <a:rPr lang="en-GB" sz="1400" b="1" dirty="0">
                <a:solidFill>
                  <a:srgbClr val="134183"/>
                </a:solidFill>
                <a:latin typeface="Figtree" pitchFamily="2" charset="0"/>
              </a:rPr>
              <a:t>n</a:t>
            </a:r>
            <a:r>
              <a:rPr lang="en-GB" sz="1400" dirty="0">
                <a:solidFill>
                  <a:srgbClr val="134183"/>
                </a:solidFill>
                <a:latin typeface="Figtree" pitchFamily="2" charset="0"/>
              </a:rPr>
              <a:t> modifier.</a:t>
            </a:r>
            <a:endParaRPr lang="en-GB" sz="1400" b="1" dirty="0">
              <a:solidFill>
                <a:srgbClr val="134183"/>
              </a:solidFill>
            </a:endParaRPr>
          </a:p>
        </p:txBody>
      </p:sp>
      <p:sp>
        <p:nvSpPr>
          <p:cNvPr id="30730" name="Text Box 10"/>
          <p:cNvSpPr txBox="1">
            <a:spLocks noChangeArrowheads="1"/>
          </p:cNvSpPr>
          <p:nvPr/>
        </p:nvSpPr>
        <p:spPr bwMode="auto">
          <a:xfrm>
            <a:off x="504824" y="5703787"/>
            <a:ext cx="10473585" cy="523220"/>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By default,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sort</a:t>
            </a:r>
            <a:r>
              <a:rPr lang="en-GB" sz="1400" dirty="0">
                <a:solidFill>
                  <a:srgbClr val="134183"/>
                </a:solidFill>
                <a:latin typeface="Figtree" pitchFamily="2" charset="0"/>
              </a:rPr>
              <a:t> merges sorted output of two input files. 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-u</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option eliminates duplicate lines. If we knew that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team98</a:t>
            </a:r>
            <a:r>
              <a:rPr lang="en-GB" sz="1400" dirty="0">
                <a:solidFill>
                  <a:srgbClr val="134183"/>
                </a:solidFill>
                <a:latin typeface="Figtree" pitchFamily="2" charset="0"/>
              </a:rPr>
              <a:t> and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team</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99 </a:t>
            </a:r>
            <a:r>
              <a:rPr lang="en-GB" sz="1400" dirty="0">
                <a:solidFill>
                  <a:srgbClr val="134183"/>
                </a:solidFill>
                <a:latin typeface="Figtree" pitchFamily="2" charset="0"/>
              </a:rPr>
              <a:t>were already sorted, we could have used </a:t>
            </a:r>
            <a:r>
              <a:rPr lang="en-GB" sz="1400" b="1" dirty="0">
                <a:solidFill>
                  <a:srgbClr val="134183"/>
                </a:solidFill>
                <a:latin typeface="Figtree" pitchFamily="2" charset="0"/>
              </a:rPr>
              <a:t>-m</a:t>
            </a:r>
            <a:r>
              <a:rPr lang="en-GB" sz="1400" dirty="0">
                <a:solidFill>
                  <a:srgbClr val="134183"/>
                </a:solidFill>
                <a:latin typeface="Figtree" pitchFamily="2" charset="0"/>
              </a:rPr>
              <a:t> option instead, to save time.</a:t>
            </a:r>
            <a:endParaRPr lang="en-GB" sz="1400" dirty="0">
              <a:solidFill>
                <a:srgbClr val="134183"/>
              </a:solidFill>
            </a:endParaRPr>
          </a:p>
        </p:txBody>
      </p:sp>
    </p:spTree>
    <p:extLst>
      <p:ext uri="{BB962C8B-B14F-4D97-AF65-F5344CB8AC3E}">
        <p14:creationId xmlns:p14="http://schemas.microsoft.com/office/powerpoint/2010/main" val="172244437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698181" y="2645963"/>
            <a:ext cx="10564283" cy="957262"/>
          </a:xfrm>
          <a:prstGeom prst="rect">
            <a:avLst/>
          </a:prstGeom>
          <a:noFill/>
          <a:ln w="12700">
            <a:noFill/>
            <a:miter lim="800000"/>
            <a:headEnd/>
            <a:tailEnd/>
          </a:ln>
        </p:spPr>
        <p:txBody>
          <a:bodyPr lIns="79383" tIns="42867" rIns="79383" bIns="42867"/>
          <a:lstStyle/>
          <a:p>
            <a:pPr marL="239713" indent="-239713" defTabSz="638175">
              <a:lnSpc>
                <a:spcPct val="120000"/>
              </a:lnSpc>
              <a:spcBef>
                <a:spcPct val="60000"/>
              </a:spcBef>
              <a:buClr>
                <a:schemeClr val="bg2"/>
              </a:buClr>
              <a:tabLst>
                <a:tab pos="1933575" algn="l"/>
              </a:tabLst>
            </a:pPr>
            <a:endParaRPr lang="en-US" sz="2500" i="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571500" lvl="1" indent="-187325" defTabSz="638175">
              <a:lnSpc>
                <a:spcPct val="80000"/>
              </a:lnSpc>
              <a:spcBef>
                <a:spcPct val="15000"/>
              </a:spcBef>
              <a:spcAft>
                <a:spcPct val="10000"/>
              </a:spcAft>
              <a:buClr>
                <a:schemeClr val="bg2"/>
              </a:buClr>
              <a:buFontTx/>
              <a:buChar char="•"/>
              <a:tabLst>
                <a:tab pos="1933575" algn="l"/>
              </a:tabLst>
            </a:pPr>
            <a:endParaRPr lang="en-US" sz="2000" b="1">
              <a:solidFill>
                <a:srgbClr val="134183"/>
              </a:solidFill>
            </a:endParaRPr>
          </a:p>
          <a:p>
            <a:pPr marL="571500" lvl="1" indent="-187325" defTabSz="638175">
              <a:lnSpc>
                <a:spcPct val="80000"/>
              </a:lnSpc>
              <a:spcBef>
                <a:spcPct val="15000"/>
              </a:spcBef>
              <a:spcAft>
                <a:spcPct val="10000"/>
              </a:spcAft>
              <a:buClr>
                <a:schemeClr val="bg2"/>
              </a:buClr>
              <a:buFontTx/>
              <a:buChar char="•"/>
              <a:tabLst>
                <a:tab pos="1933575" algn="l"/>
              </a:tabLst>
            </a:pPr>
            <a:endParaRPr lang="en-US" sz="2000" b="1">
              <a:solidFill>
                <a:srgbClr val="134183"/>
              </a:solidFill>
            </a:endParaRPr>
          </a:p>
        </p:txBody>
      </p:sp>
      <p:sp>
        <p:nvSpPr>
          <p:cNvPr id="3" name="Title 2">
            <a:extLst>
              <a:ext uri="{FF2B5EF4-FFF2-40B4-BE49-F238E27FC236}">
                <a16:creationId xmlns:a16="http://schemas.microsoft.com/office/drawing/2014/main" id="{E15E236B-2DDD-68F1-7F9F-98E0922874B8}"/>
              </a:ext>
            </a:extLst>
          </p:cNvPr>
          <p:cNvSpPr>
            <a:spLocks noGrp="1"/>
          </p:cNvSpPr>
          <p:nvPr>
            <p:ph type="ctrTitle"/>
          </p:nvPr>
        </p:nvSpPr>
        <p:spPr/>
        <p:txBody>
          <a:bodyPr/>
          <a:lstStyle/>
          <a:p>
            <a:r>
              <a:rPr lang="en-GB" dirty="0">
                <a:solidFill>
                  <a:srgbClr val="FF0000"/>
                </a:solidFill>
              </a:rPr>
              <a:t>split</a:t>
            </a:r>
            <a:r>
              <a:rPr lang="en-GB" dirty="0"/>
              <a:t>: split files</a:t>
            </a:r>
          </a:p>
        </p:txBody>
      </p:sp>
      <p:sp>
        <p:nvSpPr>
          <p:cNvPr id="31748" name="Rectangle 4"/>
          <p:cNvSpPr>
            <a:spLocks noGrp="1" noChangeArrowheads="1"/>
          </p:cNvSpPr>
          <p:nvPr>
            <p:ph sz="quarter" idx="4"/>
          </p:nvPr>
        </p:nvSpPr>
        <p:spPr/>
        <p:txBody>
          <a:bodyPr/>
          <a:lstStyle/>
          <a:p>
            <a:r>
              <a:rPr lang="en-US" sz="1800" dirty="0">
                <a:solidFill>
                  <a:schemeClr val="tx1"/>
                </a:solidFill>
              </a:rPr>
              <a:t>Split a large file into smaller pieces:</a:t>
            </a:r>
          </a:p>
          <a:p>
            <a:endParaRPr lang="en-US" sz="1800" dirty="0">
              <a:solidFill>
                <a:schemeClr val="tx1"/>
              </a:solidFill>
            </a:endParaRPr>
          </a:p>
          <a:p>
            <a:pPr lvl="1"/>
            <a:endParaRPr lang="en-US" sz="1800" dirty="0"/>
          </a:p>
          <a:p>
            <a:pPr lvl="1"/>
            <a:endParaRPr lang="en-US" sz="1800" dirty="0"/>
          </a:p>
          <a:p>
            <a:r>
              <a:rPr lang="en-US" sz="1800" dirty="0">
                <a:solidFill>
                  <a:schemeClr val="tx1"/>
                </a:solidFill>
              </a:rPr>
              <a:t>Create new files interactively:</a:t>
            </a:r>
          </a:p>
          <a:p>
            <a:endParaRPr lang="en-US" dirty="0"/>
          </a:p>
        </p:txBody>
      </p:sp>
      <p:sp>
        <p:nvSpPr>
          <p:cNvPr id="2" name="Slide Number Placeholder 2">
            <a:extLst>
              <a:ext uri="{FF2B5EF4-FFF2-40B4-BE49-F238E27FC236}">
                <a16:creationId xmlns:a16="http://schemas.microsoft.com/office/drawing/2014/main" id="{40EAB791-7F78-997B-6A6D-7BA80F8FE8A7}"/>
              </a:ext>
            </a:extLst>
          </p:cNvPr>
          <p:cNvSpPr>
            <a:spLocks noGrp="1"/>
          </p:cNvSpPr>
          <p:nvPr>
            <p:ph type="sldNum" sz="quarter" idx="12"/>
          </p:nvPr>
        </p:nvSpPr>
        <p:spPr/>
        <p:txBody>
          <a:bodyPr/>
          <a:lstStyle/>
          <a:p>
            <a:fld id="{F3469444-D02B-D446-9CF8-19DEDDE073D1}" type="slidenum">
              <a:rPr lang="en-US" smtClean="0"/>
              <a:pPr/>
              <a:t>30</a:t>
            </a:fld>
            <a:endParaRPr lang="en-US" dirty="0"/>
          </a:p>
        </p:txBody>
      </p:sp>
      <p:sp>
        <p:nvSpPr>
          <p:cNvPr id="1043461" name="Rectangle 5"/>
          <p:cNvSpPr>
            <a:spLocks noChangeArrowheads="1"/>
          </p:cNvSpPr>
          <p:nvPr/>
        </p:nvSpPr>
        <p:spPr bwMode="auto">
          <a:xfrm>
            <a:off x="443922" y="2065344"/>
            <a:ext cx="10483110" cy="38087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split -100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bigdb</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db</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31750" name="Text Box 6"/>
          <p:cNvSpPr txBox="1">
            <a:spLocks noChangeArrowheads="1"/>
          </p:cNvSpPr>
          <p:nvPr/>
        </p:nvSpPr>
        <p:spPr bwMode="auto">
          <a:xfrm>
            <a:off x="851640" y="2507850"/>
            <a:ext cx="10073216" cy="286232"/>
          </a:xfrm>
          <a:prstGeom prst="rect">
            <a:avLst/>
          </a:prstGeom>
          <a:noFill/>
          <a:ln w="19050">
            <a:noFill/>
            <a:miter lim="800000"/>
            <a:headEnd/>
            <a:tailEnd/>
          </a:ln>
        </p:spPr>
        <p:txBody>
          <a:bodyPr>
            <a:spAutoFit/>
          </a:bodyPr>
          <a:lstStyle/>
          <a:p>
            <a:pPr defTabSz="739775">
              <a:lnSpc>
                <a:spcPct val="90000"/>
              </a:lnSpc>
            </a:pPr>
            <a:r>
              <a:rPr lang="en-GB" sz="1400" dirty="0">
                <a:solidFill>
                  <a:srgbClr val="134183"/>
                </a:solidFill>
                <a:latin typeface="Figtree" pitchFamily="2" charset="0"/>
              </a:rPr>
              <a:t>The first 100 lines from </a:t>
            </a:r>
            <a:r>
              <a:rPr lang="en-GB" sz="1400" dirty="0" err="1">
                <a:solidFill>
                  <a:srgbClr val="134183"/>
                </a:solidFill>
                <a:latin typeface="Figtree" pitchFamily="2" charset="0"/>
              </a:rPr>
              <a:t>bigdb</a:t>
            </a:r>
            <a:r>
              <a:rPr lang="en-GB" sz="1400" dirty="0">
                <a:solidFill>
                  <a:srgbClr val="134183"/>
                </a:solidFill>
                <a:latin typeface="Figtree" pitchFamily="2" charset="0"/>
              </a:rPr>
              <a:t> is copied into </a:t>
            </a:r>
            <a:r>
              <a:rPr lang="en-GB" sz="1400" dirty="0" err="1">
                <a:solidFill>
                  <a:srgbClr val="134183"/>
                </a:solidFill>
                <a:latin typeface="Figtree" pitchFamily="2" charset="0"/>
              </a:rPr>
              <a:t>dbaa</a:t>
            </a:r>
            <a:r>
              <a:rPr lang="en-GB" sz="1400" dirty="0">
                <a:solidFill>
                  <a:srgbClr val="134183"/>
                </a:solidFill>
                <a:latin typeface="Figtree" pitchFamily="2" charset="0"/>
              </a:rPr>
              <a:t>, the second 100 lines is copied into </a:t>
            </a:r>
            <a:r>
              <a:rPr lang="en-GB" sz="1400" dirty="0" err="1">
                <a:solidFill>
                  <a:srgbClr val="134183"/>
                </a:solidFill>
                <a:latin typeface="Figtree" pitchFamily="2" charset="0"/>
              </a:rPr>
              <a:t>dbab</a:t>
            </a:r>
            <a:r>
              <a:rPr lang="en-GB" sz="1400" dirty="0">
                <a:solidFill>
                  <a:srgbClr val="134183"/>
                </a:solidFill>
                <a:latin typeface="Figtree" pitchFamily="2" charset="0"/>
              </a:rPr>
              <a:t>, and so on.</a:t>
            </a:r>
          </a:p>
        </p:txBody>
      </p:sp>
      <p:sp>
        <p:nvSpPr>
          <p:cNvPr id="31751" name="Text Box 7"/>
          <p:cNvSpPr txBox="1">
            <a:spLocks noChangeArrowheads="1"/>
          </p:cNvSpPr>
          <p:nvPr/>
        </p:nvSpPr>
        <p:spPr bwMode="auto">
          <a:xfrm>
            <a:off x="832590" y="5451077"/>
            <a:ext cx="10088033" cy="480131"/>
          </a:xfrm>
          <a:prstGeom prst="rect">
            <a:avLst/>
          </a:prstGeom>
          <a:noFill/>
          <a:ln w="19050">
            <a:noFill/>
            <a:miter lim="800000"/>
            <a:headEnd/>
            <a:tailEnd/>
          </a:ln>
        </p:spPr>
        <p:txBody>
          <a:bodyPr>
            <a:spAutoFit/>
          </a:bodyPr>
          <a:lstStyle/>
          <a:p>
            <a:pPr defTabSz="739775">
              <a:lnSpc>
                <a:spcPct val="90000"/>
              </a:lnSpc>
            </a:pPr>
            <a:r>
              <a:rPr lang="en-GB" sz="1400" dirty="0">
                <a:solidFill>
                  <a:srgbClr val="134183"/>
                </a:solidFill>
                <a:latin typeface="Figtree" pitchFamily="2" charset="0"/>
              </a:rPr>
              <a:t>The hyphen instead of the filename informs </a:t>
            </a:r>
            <a:r>
              <a:rPr lang="en-GB" sz="1400" b="1" dirty="0">
                <a:solidFill>
                  <a:srgbClr val="134183"/>
                </a:solidFill>
                <a:latin typeface="Figtree" pitchFamily="2" charset="0"/>
              </a:rPr>
              <a:t>split</a:t>
            </a:r>
            <a:r>
              <a:rPr lang="en-GB" sz="1400" dirty="0">
                <a:solidFill>
                  <a:srgbClr val="134183"/>
                </a:solidFill>
                <a:latin typeface="Figtree" pitchFamily="2" charset="0"/>
              </a:rPr>
              <a:t> that data is coming from </a:t>
            </a:r>
            <a:r>
              <a:rPr lang="en-GB" sz="1400" b="1" dirty="0">
                <a:solidFill>
                  <a:srgbClr val="134183"/>
                </a:solidFill>
                <a:latin typeface="Figtree" pitchFamily="2" charset="0"/>
              </a:rPr>
              <a:t>stdin</a:t>
            </a:r>
            <a:r>
              <a:rPr lang="en-GB" sz="1400" dirty="0">
                <a:solidFill>
                  <a:srgbClr val="134183"/>
                </a:solidFill>
                <a:latin typeface="Figtree" pitchFamily="2" charset="0"/>
              </a:rPr>
              <a:t> (the keyboard). Until </a:t>
            </a:r>
            <a:r>
              <a:rPr lang="en-GB" sz="1400" b="1" dirty="0">
                <a:solidFill>
                  <a:srgbClr val="134183"/>
                </a:solidFill>
                <a:latin typeface="Figtree" pitchFamily="2" charset="0"/>
              </a:rPr>
              <a:t>split</a:t>
            </a:r>
            <a:r>
              <a:rPr lang="en-GB" sz="1400" dirty="0">
                <a:solidFill>
                  <a:srgbClr val="134183"/>
                </a:solidFill>
                <a:latin typeface="Figtree" pitchFamily="2" charset="0"/>
              </a:rPr>
              <a:t> sees </a:t>
            </a:r>
            <a:r>
              <a:rPr lang="en-GB" sz="1400" b="1" dirty="0">
                <a:solidFill>
                  <a:srgbClr val="134183"/>
                </a:solidFill>
                <a:latin typeface="Figtree" pitchFamily="2" charset="0"/>
              </a:rPr>
              <a:t>CTRL_D</a:t>
            </a:r>
            <a:r>
              <a:rPr lang="en-GB" sz="1400" dirty="0">
                <a:solidFill>
                  <a:srgbClr val="134183"/>
                </a:solidFill>
                <a:latin typeface="Figtree" pitchFamily="2" charset="0"/>
              </a:rPr>
              <a:t> on its own line, each two lines types are going to be put in successive </a:t>
            </a:r>
            <a:r>
              <a:rPr lang="en-GB" sz="1400" b="1" dirty="0">
                <a:solidFill>
                  <a:srgbClr val="134183"/>
                </a:solidFill>
                <a:latin typeface="Figtree" pitchFamily="2" charset="0"/>
              </a:rPr>
              <a:t>phone</a:t>
            </a:r>
            <a:r>
              <a:rPr lang="en-GB" sz="1400" dirty="0">
                <a:solidFill>
                  <a:srgbClr val="134183"/>
                </a:solidFill>
                <a:latin typeface="Figtree" pitchFamily="2" charset="0"/>
              </a:rPr>
              <a:t> files.</a:t>
            </a:r>
            <a:endParaRPr lang="en-GB" sz="1400" b="1" dirty="0">
              <a:solidFill>
                <a:srgbClr val="134183"/>
              </a:solidFill>
            </a:endParaRPr>
          </a:p>
        </p:txBody>
      </p:sp>
      <p:sp>
        <p:nvSpPr>
          <p:cNvPr id="1043464" name="Rectangle 8"/>
          <p:cNvSpPr>
            <a:spLocks noChangeArrowheads="1"/>
          </p:cNvSpPr>
          <p:nvPr/>
        </p:nvSpPr>
        <p:spPr bwMode="auto">
          <a:xfrm>
            <a:off x="832590" y="3688950"/>
            <a:ext cx="5276850" cy="1634805"/>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b="1"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b="1" dirty="0">
                <a:solidFill>
                  <a:schemeClr val="bg2"/>
                </a:solidFill>
                <a:latin typeface="Hack" panose="020B0609030202020204" pitchFamily="49" charset="0"/>
                <a:ea typeface="Hack" panose="020B0609030202020204" pitchFamily="49" charset="0"/>
                <a:cs typeface="Hack" panose="020B0609030202020204" pitchFamily="49" charset="0"/>
              </a:rPr>
              <a:t>split -2 - phone</a:t>
            </a:r>
          </a:p>
          <a:p>
            <a:pPr marL="322263" indent="-322263" defTabSz="715963">
              <a:spcBef>
                <a:spcPct val="0"/>
              </a:spcBef>
              <a:defRPr/>
            </a:pP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Cirencester</a:t>
            </a:r>
            <a:endParaRPr lang="en-US" sz="160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01285 655888</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Holborn</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0203 7137639</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^D</a:t>
            </a:r>
          </a:p>
        </p:txBody>
      </p:sp>
      <p:sp>
        <p:nvSpPr>
          <p:cNvPr id="1043466" name="Rectangle 10"/>
          <p:cNvSpPr>
            <a:spLocks noChangeArrowheads="1"/>
          </p:cNvSpPr>
          <p:nvPr/>
        </p:nvSpPr>
        <p:spPr bwMode="auto">
          <a:xfrm>
            <a:off x="6983016" y="3337719"/>
            <a:ext cx="3748618" cy="658256"/>
          </a:xfrm>
          <a:prstGeom prst="rect">
            <a:avLst/>
          </a:prstGeom>
          <a:solidFill>
            <a:srgbClr val="03EAB3"/>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600" b="1" dirty="0" err="1">
                <a:latin typeface="Hack" panose="020B0609030202020204" pitchFamily="49" charset="0"/>
                <a:ea typeface="Hack" panose="020B0609030202020204" pitchFamily="49" charset="0"/>
                <a:cs typeface="Hack" panose="020B0609030202020204" pitchFamily="49" charset="0"/>
              </a:rPr>
              <a:t>Cirencester</a:t>
            </a:r>
            <a:endParaRPr lang="en-US" sz="1600" b="1" dirty="0">
              <a:latin typeface="Hack" panose="020B0609030202020204" pitchFamily="49" charset="0"/>
              <a:ea typeface="Hack" panose="020B0609030202020204" pitchFamily="49" charset="0"/>
              <a:cs typeface="Hack" panose="020B0609030202020204" pitchFamily="49" charset="0"/>
            </a:endParaRPr>
          </a:p>
          <a:p>
            <a:pPr marL="322263" indent="-322263" defTabSz="715963">
              <a:lnSpc>
                <a:spcPct val="133000"/>
              </a:lnSpc>
              <a:spcBef>
                <a:spcPct val="0"/>
              </a:spcBef>
              <a:defRPr/>
            </a:pPr>
            <a:r>
              <a:rPr lang="en-US" sz="1600" b="1" dirty="0">
                <a:latin typeface="Hack" panose="020B0609030202020204" pitchFamily="49" charset="0"/>
                <a:ea typeface="Hack" panose="020B0609030202020204" pitchFamily="49" charset="0"/>
                <a:cs typeface="Hack" panose="020B0609030202020204" pitchFamily="49" charset="0"/>
              </a:rPr>
              <a:t>01285 655888</a:t>
            </a:r>
          </a:p>
        </p:txBody>
      </p:sp>
      <p:sp>
        <p:nvSpPr>
          <p:cNvPr id="1043467" name="Rectangle 11"/>
          <p:cNvSpPr>
            <a:spLocks noChangeArrowheads="1"/>
          </p:cNvSpPr>
          <p:nvPr/>
        </p:nvSpPr>
        <p:spPr bwMode="auto">
          <a:xfrm>
            <a:off x="9345217" y="3194566"/>
            <a:ext cx="1386417" cy="342337"/>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600" b="1" dirty="0" err="1">
                <a:latin typeface="Hack" panose="020B0609030202020204" pitchFamily="49" charset="0"/>
                <a:ea typeface="Hack" panose="020B0609030202020204" pitchFamily="49" charset="0"/>
                <a:cs typeface="Hack" panose="020B0609030202020204" pitchFamily="49" charset="0"/>
              </a:rPr>
              <a:t>phoneaa</a:t>
            </a:r>
            <a:r>
              <a:rPr lang="en-US" sz="1600" b="1" dirty="0">
                <a:latin typeface="Courier New" pitchFamily="49" charset="0"/>
              </a:rPr>
              <a:t>  </a:t>
            </a:r>
          </a:p>
        </p:txBody>
      </p:sp>
      <p:sp>
        <p:nvSpPr>
          <p:cNvPr id="1043469" name="Rectangle 13"/>
          <p:cNvSpPr>
            <a:spLocks noChangeArrowheads="1"/>
          </p:cNvSpPr>
          <p:nvPr/>
        </p:nvSpPr>
        <p:spPr bwMode="auto">
          <a:xfrm>
            <a:off x="7798540" y="4702140"/>
            <a:ext cx="3888316" cy="658256"/>
          </a:xfrm>
          <a:prstGeom prst="rect">
            <a:avLst/>
          </a:prstGeom>
          <a:solidFill>
            <a:srgbClr val="00EDB5"/>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600" b="1" dirty="0">
                <a:latin typeface="Hack" panose="020B0609030202020204" pitchFamily="49" charset="0"/>
                <a:ea typeface="Hack" panose="020B0609030202020204" pitchFamily="49" charset="0"/>
                <a:cs typeface="Hack" panose="020B0609030202020204" pitchFamily="49" charset="0"/>
              </a:rPr>
              <a:t>Holborn</a:t>
            </a:r>
          </a:p>
          <a:p>
            <a:pPr marL="322263" indent="-322263" defTabSz="715963">
              <a:lnSpc>
                <a:spcPct val="133000"/>
              </a:lnSpc>
              <a:spcBef>
                <a:spcPct val="0"/>
              </a:spcBef>
              <a:defRPr/>
            </a:pPr>
            <a:r>
              <a:rPr lang="en-US" sz="1600" b="1" dirty="0">
                <a:latin typeface="Hack" panose="020B0609030202020204" pitchFamily="49" charset="0"/>
                <a:ea typeface="Hack" panose="020B0609030202020204" pitchFamily="49" charset="0"/>
                <a:cs typeface="Hack" panose="020B0609030202020204" pitchFamily="49" charset="0"/>
              </a:rPr>
              <a:t>0203 7137639</a:t>
            </a:r>
          </a:p>
        </p:txBody>
      </p:sp>
      <p:sp>
        <p:nvSpPr>
          <p:cNvPr id="1043470" name="Rectangle 14"/>
          <p:cNvSpPr>
            <a:spLocks noChangeArrowheads="1"/>
          </p:cNvSpPr>
          <p:nvPr/>
        </p:nvSpPr>
        <p:spPr bwMode="auto">
          <a:xfrm>
            <a:off x="10143596" y="4552357"/>
            <a:ext cx="1532466" cy="342337"/>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600" b="1" dirty="0" err="1">
                <a:latin typeface="Hack" panose="020B0609030202020204" pitchFamily="49" charset="0"/>
                <a:ea typeface="Hack" panose="020B0609030202020204" pitchFamily="49" charset="0"/>
                <a:cs typeface="Hack" panose="020B0609030202020204" pitchFamily="49" charset="0"/>
              </a:rPr>
              <a:t>phoneab</a:t>
            </a:r>
            <a:r>
              <a:rPr lang="en-US" sz="1600" b="1" dirty="0">
                <a:latin typeface="Courier New" pitchFamily="49" charset="0"/>
              </a:rPr>
              <a:t>  </a:t>
            </a:r>
          </a:p>
        </p:txBody>
      </p:sp>
    </p:spTree>
    <p:extLst>
      <p:ext uri="{BB962C8B-B14F-4D97-AF65-F5344CB8AC3E}">
        <p14:creationId xmlns:p14="http://schemas.microsoft.com/office/powerpoint/2010/main" val="416433855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6DBB58-7441-0CB7-2EA4-2E89B8915C53}"/>
              </a:ext>
            </a:extLst>
          </p:cNvPr>
          <p:cNvSpPr>
            <a:spLocks noGrp="1"/>
          </p:cNvSpPr>
          <p:nvPr>
            <p:ph type="ctrTitle"/>
          </p:nvPr>
        </p:nvSpPr>
        <p:spPr/>
        <p:txBody>
          <a:bodyPr/>
          <a:lstStyle/>
          <a:p>
            <a:r>
              <a:rPr lang="en-GB" dirty="0">
                <a:solidFill>
                  <a:srgbClr val="FF0000"/>
                </a:solidFill>
              </a:rPr>
              <a:t>stat</a:t>
            </a:r>
            <a:r>
              <a:rPr lang="en-GB" dirty="0"/>
              <a:t>: get file status</a:t>
            </a:r>
          </a:p>
        </p:txBody>
      </p:sp>
      <p:sp>
        <p:nvSpPr>
          <p:cNvPr id="32771" name="Rectangle 3"/>
          <p:cNvSpPr>
            <a:spLocks noGrp="1" noChangeArrowheads="1"/>
          </p:cNvSpPr>
          <p:nvPr>
            <p:ph sz="quarter" idx="4"/>
          </p:nvPr>
        </p:nvSpPr>
        <p:spPr/>
        <p:txBody>
          <a:bodyPr>
            <a:normAutofit/>
          </a:bodyPr>
          <a:lstStyle/>
          <a:p>
            <a:r>
              <a:rPr lang="en-US" sz="1800" dirty="0">
                <a:solidFill>
                  <a:schemeClr val="tx1"/>
                </a:solidFill>
              </a:rPr>
              <a:t>Get access rights in octal (to feed into </a:t>
            </a:r>
            <a:r>
              <a:rPr lang="en-US" sz="1800" dirty="0" err="1">
                <a:solidFill>
                  <a:schemeClr val="tx1"/>
                </a:solidFill>
              </a:rPr>
              <a:t>chmod</a:t>
            </a:r>
            <a:r>
              <a:rPr lang="en-US" sz="1800" dirty="0">
                <a:solidFill>
                  <a:schemeClr val="tx1"/>
                </a:solidFill>
              </a:rPr>
              <a:t>, etc.):</a:t>
            </a:r>
          </a:p>
          <a:p>
            <a:endParaRPr lang="en-US" sz="1800" dirty="0"/>
          </a:p>
          <a:p>
            <a:pPr lvl="2">
              <a:buNone/>
            </a:pPr>
            <a:endParaRPr lang="en-US" sz="1800" dirty="0"/>
          </a:p>
          <a:p>
            <a:pPr lvl="2"/>
            <a:endParaRPr lang="en-US" sz="1800" dirty="0"/>
          </a:p>
          <a:p>
            <a:r>
              <a:rPr lang="en-US" sz="1800" dirty="0"/>
              <a:t>Display file name, type, and file size in bytes, of all files:</a:t>
            </a:r>
          </a:p>
          <a:p>
            <a:endParaRPr lang="en-US" sz="1800" dirty="0"/>
          </a:p>
          <a:p>
            <a:pPr lvl="3"/>
            <a:endParaRPr lang="en-US" dirty="0"/>
          </a:p>
          <a:p>
            <a:pPr lvl="2"/>
            <a:endParaRPr lang="en-US" sz="1800" dirty="0"/>
          </a:p>
          <a:p>
            <a:pPr lvl="2">
              <a:buNone/>
            </a:pPr>
            <a:endParaRPr lang="en-US" sz="1800" dirty="0"/>
          </a:p>
          <a:p>
            <a:pPr lvl="2"/>
            <a:endParaRPr lang="en-US" sz="1800" dirty="0"/>
          </a:p>
          <a:p>
            <a:r>
              <a:rPr lang="en-US" sz="1800" dirty="0">
                <a:solidFill>
                  <a:schemeClr val="tx1"/>
                </a:solidFill>
              </a:rPr>
              <a:t>To display number of free </a:t>
            </a:r>
            <a:r>
              <a:rPr lang="en-US" sz="1800" dirty="0" err="1">
                <a:solidFill>
                  <a:schemeClr val="tx1"/>
                </a:solidFill>
              </a:rPr>
              <a:t>inodes</a:t>
            </a:r>
            <a:r>
              <a:rPr lang="en-US" sz="1800" dirty="0">
                <a:solidFill>
                  <a:schemeClr val="tx1"/>
                </a:solidFill>
              </a:rPr>
              <a:t> in a file-system:</a:t>
            </a:r>
          </a:p>
        </p:txBody>
      </p:sp>
      <p:sp>
        <p:nvSpPr>
          <p:cNvPr id="2" name="Slide Number Placeholder 2">
            <a:extLst>
              <a:ext uri="{FF2B5EF4-FFF2-40B4-BE49-F238E27FC236}">
                <a16:creationId xmlns:a16="http://schemas.microsoft.com/office/drawing/2014/main" id="{8EACA49B-D822-39E0-3930-B7F29B1CE7D9}"/>
              </a:ext>
            </a:extLst>
          </p:cNvPr>
          <p:cNvSpPr>
            <a:spLocks noGrp="1"/>
          </p:cNvSpPr>
          <p:nvPr>
            <p:ph type="sldNum" sz="quarter" idx="12"/>
          </p:nvPr>
        </p:nvSpPr>
        <p:spPr/>
        <p:txBody>
          <a:bodyPr/>
          <a:lstStyle/>
          <a:p>
            <a:fld id="{F3469444-D02B-D446-9CF8-19DEDDE073D1}" type="slidenum">
              <a:rPr lang="en-US" smtClean="0"/>
              <a:pPr/>
              <a:t>31</a:t>
            </a:fld>
            <a:endParaRPr lang="en-US" dirty="0"/>
          </a:p>
        </p:txBody>
      </p:sp>
      <p:sp>
        <p:nvSpPr>
          <p:cNvPr id="1045508" name="Text Box 4"/>
          <p:cNvSpPr txBox="1">
            <a:spLocks noChangeArrowheads="1"/>
          </p:cNvSpPr>
          <p:nvPr/>
        </p:nvSpPr>
        <p:spPr bwMode="auto">
          <a:xfrm>
            <a:off x="514350" y="2274194"/>
            <a:ext cx="10475862" cy="37941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a:spAutoFit/>
          </a:bodyPr>
          <a:lstStyle/>
          <a:p>
            <a:pPr>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stat –c %a filename</a:t>
            </a:r>
          </a:p>
        </p:txBody>
      </p:sp>
      <p:sp>
        <p:nvSpPr>
          <p:cNvPr id="1045510" name="Text Box 6"/>
          <p:cNvSpPr txBox="1">
            <a:spLocks noChangeArrowheads="1"/>
          </p:cNvSpPr>
          <p:nvPr/>
        </p:nvSpPr>
        <p:spPr bwMode="auto">
          <a:xfrm>
            <a:off x="512763" y="3462582"/>
            <a:ext cx="10447286" cy="1107996"/>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a:spAutoFit/>
          </a:bodyPr>
          <a:lstStyle/>
          <a:p>
            <a:pPr>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stat –c "Name: %n, %F, Size: %s" *</a:t>
            </a:r>
          </a:p>
          <a:p>
            <a:pPr>
              <a:spcBef>
                <a:spcPct val="0"/>
              </a:spcBef>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Name: </a:t>
            </a:r>
            <a:r>
              <a:rPr lang="en-GB" sz="1600" dirty="0" err="1">
                <a:solidFill>
                  <a:schemeClr val="bg2"/>
                </a:solidFill>
                <a:latin typeface="Hack" panose="020B0609030202020204" pitchFamily="49" charset="0"/>
                <a:ea typeface="Hack" panose="020B0609030202020204" pitchFamily="49" charset="0"/>
                <a:cs typeface="Hack" panose="020B0609030202020204" pitchFamily="49" charset="0"/>
              </a:rPr>
              <a:t>POSIX.pm.gz</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Regular File, Size: 5681</a:t>
            </a:r>
          </a:p>
          <a:p>
            <a:pPr>
              <a:spcBef>
                <a:spcPct val="0"/>
              </a:spcBef>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Name: </a:t>
            </a:r>
            <a:r>
              <a:rPr lang="en-GB" sz="1600" dirty="0" err="1">
                <a:solidFill>
                  <a:schemeClr val="bg2"/>
                </a:solidFill>
                <a:latin typeface="Hack" panose="020B0609030202020204" pitchFamily="49" charset="0"/>
                <a:ea typeface="Hack" panose="020B0609030202020204" pitchFamily="49" charset="0"/>
                <a:cs typeface="Hack" panose="020B0609030202020204" pitchFamily="49" charset="0"/>
              </a:rPr>
              <a:t>POSIX.pod.gz</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Regular File, Size: 14017</a:t>
            </a:r>
          </a:p>
          <a:p>
            <a:pPr>
              <a:spcBef>
                <a:spcPct val="0"/>
              </a:spcBef>
              <a:defRPr/>
            </a:pP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Name: </a:t>
            </a:r>
            <a:r>
              <a:rPr lang="en-GB" sz="1600" dirty="0" err="1">
                <a:solidFill>
                  <a:schemeClr val="bg2"/>
                </a:solidFill>
                <a:latin typeface="Hack" panose="020B0609030202020204" pitchFamily="49" charset="0"/>
                <a:ea typeface="Hack" panose="020B0609030202020204" pitchFamily="49" charset="0"/>
                <a:cs typeface="Hack" panose="020B0609030202020204" pitchFamily="49" charset="0"/>
              </a:rPr>
              <a:t>Scroller</a:t>
            </a:r>
            <a:r>
              <a:rPr lang="en-GB" sz="1600" dirty="0">
                <a:solidFill>
                  <a:schemeClr val="bg2"/>
                </a:solidFill>
                <a:latin typeface="Hack" panose="020B0609030202020204" pitchFamily="49" charset="0"/>
                <a:ea typeface="Hack" panose="020B0609030202020204" pitchFamily="49" charset="0"/>
                <a:cs typeface="Hack" panose="020B0609030202020204" pitchFamily="49" charset="0"/>
              </a:rPr>
              <a:t>, Directory, Size: 4096</a:t>
            </a:r>
          </a:p>
        </p:txBody>
      </p:sp>
      <p:sp>
        <p:nvSpPr>
          <p:cNvPr id="1045511" name="Text Box 7"/>
          <p:cNvSpPr txBox="1">
            <a:spLocks noChangeArrowheads="1"/>
          </p:cNvSpPr>
          <p:nvPr/>
        </p:nvSpPr>
        <p:spPr bwMode="auto">
          <a:xfrm>
            <a:off x="534458" y="5696294"/>
            <a:ext cx="10507612" cy="37941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a:spAutoFit/>
          </a:bodyPr>
          <a:lstStyle/>
          <a:p>
            <a:pPr>
              <a:spcBef>
                <a:spcPct val="0"/>
              </a:spcBef>
              <a:defRPr/>
            </a:pPr>
            <a:r>
              <a:rPr lang="en-GB"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b="1" dirty="0">
                <a:solidFill>
                  <a:schemeClr val="bg2"/>
                </a:solidFill>
                <a:latin typeface="Hack" panose="020B0609030202020204" pitchFamily="49" charset="0"/>
                <a:ea typeface="Hack" panose="020B0609030202020204" pitchFamily="49" charset="0"/>
                <a:cs typeface="Hack" panose="020B0609030202020204" pitchFamily="49" charset="0"/>
              </a:rPr>
              <a:t> stat -c %d -f /dev/hda5</a:t>
            </a:r>
          </a:p>
        </p:txBody>
      </p:sp>
      <p:sp>
        <p:nvSpPr>
          <p:cNvPr id="32776" name="Text Box 8"/>
          <p:cNvSpPr txBox="1">
            <a:spLocks noChangeArrowheads="1"/>
          </p:cNvSpPr>
          <p:nvPr/>
        </p:nvSpPr>
        <p:spPr bwMode="auto">
          <a:xfrm>
            <a:off x="482600" y="2686446"/>
            <a:ext cx="10507612" cy="307777"/>
          </a:xfrm>
          <a:prstGeom prst="rect">
            <a:avLst/>
          </a:prstGeom>
          <a:noFill/>
          <a:ln w="9525">
            <a:noFill/>
            <a:miter lim="800000"/>
            <a:headEnd/>
            <a:tailEnd/>
          </a:ln>
        </p:spPr>
        <p:txBody>
          <a:bodyPr wrap="square">
            <a:spAutoFit/>
          </a:bodyPr>
          <a:lstStyle/>
          <a:p>
            <a:pPr>
              <a:spcBef>
                <a:spcPct val="0"/>
              </a:spcBef>
            </a:pPr>
            <a:r>
              <a:rPr lang="en-GB" sz="1400" dirty="0">
                <a:solidFill>
                  <a:srgbClr val="134183"/>
                </a:solidFill>
                <a:latin typeface="Figtree" pitchFamily="2" charset="0"/>
              </a:rPr>
              <a:t>Supply 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–c</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option when supplying format specifiers;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%a</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means 'display access rights’. </a:t>
            </a:r>
          </a:p>
        </p:txBody>
      </p:sp>
      <p:sp>
        <p:nvSpPr>
          <p:cNvPr id="32777" name="Text Box 9"/>
          <p:cNvSpPr txBox="1">
            <a:spLocks noChangeArrowheads="1"/>
          </p:cNvSpPr>
          <p:nvPr/>
        </p:nvSpPr>
        <p:spPr bwMode="auto">
          <a:xfrm>
            <a:off x="482600" y="4636730"/>
            <a:ext cx="6494085" cy="307777"/>
          </a:xfrm>
          <a:prstGeom prst="rect">
            <a:avLst/>
          </a:prstGeom>
          <a:noFill/>
          <a:ln w="9525">
            <a:noFill/>
            <a:miter lim="800000"/>
            <a:headEnd/>
            <a:tailEnd/>
          </a:ln>
        </p:spPr>
        <p:txBody>
          <a:bodyPr wrap="none">
            <a:spAutoFit/>
          </a:bodyPr>
          <a:lstStyle/>
          <a:p>
            <a:pPr>
              <a:spcBef>
                <a:spcPct val="0"/>
              </a:spcBef>
            </a:pP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%n</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means 'display file name',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%F</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means 'file type', and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%s</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is the file size in bytes.</a:t>
            </a:r>
          </a:p>
        </p:txBody>
      </p:sp>
      <p:sp>
        <p:nvSpPr>
          <p:cNvPr id="32778" name="Text Box 10"/>
          <p:cNvSpPr txBox="1">
            <a:spLocks noChangeArrowheads="1"/>
          </p:cNvSpPr>
          <p:nvPr/>
        </p:nvSpPr>
        <p:spPr bwMode="auto">
          <a:xfrm>
            <a:off x="4275852" y="5759912"/>
            <a:ext cx="6714360" cy="276999"/>
          </a:xfrm>
          <a:prstGeom prst="rect">
            <a:avLst/>
          </a:prstGeom>
          <a:solidFill>
            <a:schemeClr val="bg1"/>
          </a:solidFill>
          <a:ln w="9525">
            <a:noFill/>
            <a:miter lim="800000"/>
            <a:headEnd/>
            <a:tailEnd/>
          </a:ln>
        </p:spPr>
        <p:txBody>
          <a:bodyPr wrap="square">
            <a:spAutoFit/>
          </a:bodyPr>
          <a:lstStyle/>
          <a:p>
            <a:pPr>
              <a:spcBef>
                <a:spcPct val="0"/>
              </a:spcBef>
            </a:pPr>
            <a:r>
              <a:rPr lang="en-GB" sz="1200" dirty="0">
                <a:solidFill>
                  <a:srgbClr val="134183"/>
                </a:solidFill>
                <a:latin typeface="Figtree" pitchFamily="2" charset="0"/>
              </a:rPr>
              <a:t>The </a:t>
            </a:r>
            <a:r>
              <a:rPr lang="en-GB" sz="1200" b="1" dirty="0">
                <a:solidFill>
                  <a:srgbClr val="134183"/>
                </a:solidFill>
                <a:latin typeface="Hack" panose="020B0609030202020204" pitchFamily="49" charset="0"/>
                <a:ea typeface="Hack" panose="020B0609030202020204" pitchFamily="49" charset="0"/>
                <a:cs typeface="Hack" panose="020B0609030202020204" pitchFamily="49" charset="0"/>
              </a:rPr>
              <a:t>–f</a:t>
            </a:r>
            <a:r>
              <a:rPr lang="en-GB" sz="12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134183"/>
                </a:solidFill>
                <a:latin typeface="Figtree" pitchFamily="2" charset="0"/>
              </a:rPr>
              <a:t>option means that the object is a file system, </a:t>
            </a:r>
            <a:r>
              <a:rPr lang="en-GB" sz="1200" b="1" dirty="0">
                <a:solidFill>
                  <a:srgbClr val="134183"/>
                </a:solidFill>
                <a:latin typeface="Hack" panose="020B0609030202020204" pitchFamily="49" charset="0"/>
                <a:ea typeface="Hack" panose="020B0609030202020204" pitchFamily="49" charset="0"/>
                <a:cs typeface="Hack" panose="020B0609030202020204" pitchFamily="49" charset="0"/>
              </a:rPr>
              <a:t>%d</a:t>
            </a:r>
            <a:r>
              <a:rPr lang="en-GB" sz="12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200" dirty="0">
                <a:solidFill>
                  <a:srgbClr val="134183"/>
                </a:solidFill>
                <a:latin typeface="Figtree" pitchFamily="2" charset="0"/>
              </a:rPr>
              <a:t>means 'display free </a:t>
            </a:r>
            <a:r>
              <a:rPr lang="en-GB" sz="1200" dirty="0" err="1">
                <a:solidFill>
                  <a:srgbClr val="134183"/>
                </a:solidFill>
                <a:latin typeface="Figtree" pitchFamily="2" charset="0"/>
              </a:rPr>
              <a:t>inodes</a:t>
            </a:r>
            <a:r>
              <a:rPr lang="en-GB" sz="1200" dirty="0">
                <a:solidFill>
                  <a:srgbClr val="134183"/>
                </a:solidFill>
                <a:latin typeface="Figtree" pitchFamily="2" charset="0"/>
              </a:rPr>
              <a:t>’.</a:t>
            </a:r>
          </a:p>
        </p:txBody>
      </p:sp>
    </p:spTree>
    <p:extLst>
      <p:ext uri="{BB962C8B-B14F-4D97-AF65-F5344CB8AC3E}">
        <p14:creationId xmlns:p14="http://schemas.microsoft.com/office/powerpoint/2010/main" val="214703001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8D16A0-D9B5-2A06-D226-704A84690689}"/>
              </a:ext>
            </a:extLst>
          </p:cNvPr>
          <p:cNvSpPr>
            <a:spLocks noGrp="1"/>
          </p:cNvSpPr>
          <p:nvPr>
            <p:ph type="ctrTitle"/>
          </p:nvPr>
        </p:nvSpPr>
        <p:spPr/>
        <p:txBody>
          <a:bodyPr/>
          <a:lstStyle/>
          <a:p>
            <a:r>
              <a:rPr lang="en-GB" dirty="0">
                <a:solidFill>
                  <a:srgbClr val="FF0000"/>
                </a:solidFill>
              </a:rPr>
              <a:t>Strings</a:t>
            </a:r>
            <a:r>
              <a:rPr lang="en-GB" dirty="0"/>
              <a:t>: Find strings in a file</a:t>
            </a:r>
          </a:p>
        </p:txBody>
      </p:sp>
      <p:sp>
        <p:nvSpPr>
          <p:cNvPr id="33795" name="Rectangle 3"/>
          <p:cNvSpPr>
            <a:spLocks noGrp="1" noChangeArrowheads="1"/>
          </p:cNvSpPr>
          <p:nvPr>
            <p:ph sz="quarter" idx="4"/>
          </p:nvPr>
        </p:nvSpPr>
        <p:spPr/>
        <p:txBody>
          <a:bodyPr/>
          <a:lstStyle/>
          <a:p>
            <a:r>
              <a:rPr lang="en-US" sz="1800" dirty="0">
                <a:solidFill>
                  <a:schemeClr val="tx1"/>
                </a:solidFill>
              </a:rPr>
              <a:t>Display printable characters in an executable file:</a:t>
            </a:r>
          </a:p>
          <a:p>
            <a:pPr lvl="1"/>
            <a:endParaRPr lang="en-US" sz="1800" dirty="0"/>
          </a:p>
        </p:txBody>
      </p:sp>
      <p:sp>
        <p:nvSpPr>
          <p:cNvPr id="2" name="Slide Number Placeholder 2">
            <a:extLst>
              <a:ext uri="{FF2B5EF4-FFF2-40B4-BE49-F238E27FC236}">
                <a16:creationId xmlns:a16="http://schemas.microsoft.com/office/drawing/2014/main" id="{474BDCE8-8940-4CD5-78A0-9C1782289968}"/>
              </a:ext>
            </a:extLst>
          </p:cNvPr>
          <p:cNvSpPr>
            <a:spLocks noGrp="1"/>
          </p:cNvSpPr>
          <p:nvPr>
            <p:ph type="sldNum" sz="quarter" idx="12"/>
          </p:nvPr>
        </p:nvSpPr>
        <p:spPr/>
        <p:txBody>
          <a:bodyPr/>
          <a:lstStyle/>
          <a:p>
            <a:fld id="{F3469444-D02B-D446-9CF8-19DEDDE073D1}" type="slidenum">
              <a:rPr lang="en-US" smtClean="0"/>
              <a:pPr/>
              <a:t>32</a:t>
            </a:fld>
            <a:endParaRPr lang="en-US" dirty="0"/>
          </a:p>
        </p:txBody>
      </p:sp>
      <p:sp>
        <p:nvSpPr>
          <p:cNvPr id="1047556" name="Rectangle 4"/>
          <p:cNvSpPr>
            <a:spLocks noChangeArrowheads="1"/>
          </p:cNvSpPr>
          <p:nvPr/>
        </p:nvSpPr>
        <p:spPr bwMode="auto">
          <a:xfrm>
            <a:off x="619654" y="2442288"/>
            <a:ext cx="10482051" cy="171450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strings /bin/date</a:t>
            </a:r>
          </a:p>
          <a:p>
            <a:pPr marL="322263" indent="-322263" defTabSz="715963">
              <a:lnSpc>
                <a:spcPct val="133000"/>
              </a:lnSpc>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libraries, function, etc. used...</a:t>
            </a:r>
          </a:p>
          <a:p>
            <a:pPr marL="322263" indent="-322263" defTabSz="715963">
              <a:lnSpc>
                <a:spcPct val="133000"/>
              </a:lnSpc>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syntax, valid options...</a:t>
            </a:r>
          </a:p>
          <a:p>
            <a:pPr marL="322263" indent="-322263" defTabSz="715963">
              <a:lnSpc>
                <a:spcPct val="133000"/>
              </a:lnSpc>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error messages...</a:t>
            </a:r>
          </a:p>
          <a:p>
            <a:pPr marL="322263" indent="-322263" defTabSz="715963">
              <a:lnSpc>
                <a:spcPct val="133000"/>
              </a:lnSpc>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files used or written to...</a:t>
            </a:r>
          </a:p>
        </p:txBody>
      </p:sp>
      <p:sp>
        <p:nvSpPr>
          <p:cNvPr id="33797" name="Text Box 5"/>
          <p:cNvSpPr txBox="1">
            <a:spLocks noChangeArrowheads="1"/>
          </p:cNvSpPr>
          <p:nvPr/>
        </p:nvSpPr>
        <p:spPr bwMode="auto">
          <a:xfrm>
            <a:off x="598486" y="4244100"/>
            <a:ext cx="10482051" cy="954107"/>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strings</a:t>
            </a:r>
            <a:r>
              <a:rPr lang="en-GB" sz="1400" dirty="0">
                <a:solidFill>
                  <a:srgbClr val="134183"/>
                </a:solidFill>
                <a:latin typeface="Figtree" pitchFamily="2" charset="0"/>
              </a:rPr>
              <a:t> command is used mainly for two purposes: when a contents of a binary file needs to be identified from its I-node number (when the system lost the file name, and the data recovered can be accessible only through its I-node number) and when a user, typically a developer, needs to identify those elements of a program which are printable (without having to read the source file).</a:t>
            </a:r>
          </a:p>
        </p:txBody>
      </p:sp>
    </p:spTree>
    <p:extLst>
      <p:ext uri="{BB962C8B-B14F-4D97-AF65-F5344CB8AC3E}">
        <p14:creationId xmlns:p14="http://schemas.microsoft.com/office/powerpoint/2010/main" val="325704760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185D15-BC3C-6F38-DFED-24B0E84FBFBD}"/>
              </a:ext>
            </a:extLst>
          </p:cNvPr>
          <p:cNvSpPr>
            <a:spLocks noGrp="1"/>
          </p:cNvSpPr>
          <p:nvPr>
            <p:ph type="ctrTitle"/>
          </p:nvPr>
        </p:nvSpPr>
        <p:spPr/>
        <p:txBody>
          <a:bodyPr/>
          <a:lstStyle/>
          <a:p>
            <a:r>
              <a:rPr lang="en-GB" dirty="0" err="1">
                <a:solidFill>
                  <a:srgbClr val="FF0000"/>
                </a:solidFill>
              </a:rPr>
              <a:t>stty</a:t>
            </a:r>
            <a:r>
              <a:rPr lang="en-GB" dirty="0"/>
              <a:t>: - show and change terminal settings</a:t>
            </a:r>
          </a:p>
        </p:txBody>
      </p:sp>
      <p:sp>
        <p:nvSpPr>
          <p:cNvPr id="34819" name="Rectangle 3"/>
          <p:cNvSpPr>
            <a:spLocks noGrp="1" noChangeArrowheads="1"/>
          </p:cNvSpPr>
          <p:nvPr>
            <p:ph sz="quarter" idx="4"/>
          </p:nvPr>
        </p:nvSpPr>
        <p:spPr/>
        <p:txBody>
          <a:bodyPr>
            <a:normAutofit/>
          </a:bodyPr>
          <a:lstStyle/>
          <a:p>
            <a:r>
              <a:rPr lang="en-US" sz="1800" dirty="0">
                <a:solidFill>
                  <a:schemeClr val="tx1"/>
                </a:solidFill>
              </a:rPr>
              <a:t>Find current terminal settings:</a:t>
            </a:r>
          </a:p>
          <a:p>
            <a:endParaRPr lang="en-US" sz="1800" dirty="0"/>
          </a:p>
          <a:p>
            <a:endParaRPr lang="en-US" sz="1800" dirty="0"/>
          </a:p>
          <a:p>
            <a:endParaRPr lang="en-US" sz="1800" dirty="0"/>
          </a:p>
          <a:p>
            <a:pPr lvl="1"/>
            <a:endParaRPr lang="en-US" sz="1800" dirty="0"/>
          </a:p>
          <a:p>
            <a:pPr lvl="1"/>
            <a:endParaRPr lang="en-US" sz="1800" dirty="0"/>
          </a:p>
          <a:p>
            <a:r>
              <a:rPr lang="en-US" sz="1800" dirty="0"/>
              <a:t>Modify selected settings for the current session</a:t>
            </a:r>
          </a:p>
          <a:p>
            <a:pPr lvl="2">
              <a:buNone/>
            </a:pPr>
            <a:endParaRPr lang="en-US" sz="1800" dirty="0"/>
          </a:p>
          <a:p>
            <a:pPr lvl="2"/>
            <a:endParaRPr lang="en-US" sz="1800" dirty="0"/>
          </a:p>
          <a:p>
            <a:r>
              <a:rPr lang="en-US" sz="1800" dirty="0"/>
              <a:t>Restore terminal settings to the default</a:t>
            </a:r>
          </a:p>
        </p:txBody>
      </p:sp>
      <p:sp>
        <p:nvSpPr>
          <p:cNvPr id="2" name="Slide Number Placeholder 2">
            <a:extLst>
              <a:ext uri="{FF2B5EF4-FFF2-40B4-BE49-F238E27FC236}">
                <a16:creationId xmlns:a16="http://schemas.microsoft.com/office/drawing/2014/main" id="{39CABD7D-DC8F-A7EB-873B-7114923F0076}"/>
              </a:ext>
            </a:extLst>
          </p:cNvPr>
          <p:cNvSpPr>
            <a:spLocks noGrp="1"/>
          </p:cNvSpPr>
          <p:nvPr>
            <p:ph type="sldNum" sz="quarter" idx="12"/>
          </p:nvPr>
        </p:nvSpPr>
        <p:spPr/>
        <p:txBody>
          <a:bodyPr/>
          <a:lstStyle/>
          <a:p>
            <a:fld id="{F3469444-D02B-D446-9CF8-19DEDDE073D1}" type="slidenum">
              <a:rPr lang="en-US" smtClean="0"/>
              <a:pPr/>
              <a:t>33</a:t>
            </a:fld>
            <a:endParaRPr lang="en-US" dirty="0"/>
          </a:p>
        </p:txBody>
      </p:sp>
      <p:sp>
        <p:nvSpPr>
          <p:cNvPr id="1049604" name="Rectangle 4"/>
          <p:cNvSpPr>
            <a:spLocks noChangeArrowheads="1"/>
          </p:cNvSpPr>
          <p:nvPr/>
        </p:nvSpPr>
        <p:spPr bwMode="auto">
          <a:xfrm>
            <a:off x="514347" y="2274709"/>
            <a:ext cx="10456333" cy="138948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stty</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speed 9600; rows 24; columns 86;</a:t>
            </a:r>
          </a:p>
          <a:p>
            <a:pPr marL="322263" indent="-322263" defTabSz="715963">
              <a:spcBef>
                <a:spcPct val="0"/>
              </a:spcBef>
              <a:defRPr/>
            </a:pP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intr</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 ^c; quit = ^\; erase = ^h; kill = ^u;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eof</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 ^d;…</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start = ^q; stop = ^s susp =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zrprnt</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 ^r;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werase</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 ^w</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parenb</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parodd</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cs8 -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hupcl</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tostop</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a:t>
            </a:r>
          </a:p>
        </p:txBody>
      </p:sp>
      <p:sp>
        <p:nvSpPr>
          <p:cNvPr id="1049605" name="Rectangle 5"/>
          <p:cNvSpPr>
            <a:spLocks noChangeArrowheads="1"/>
          </p:cNvSpPr>
          <p:nvPr/>
        </p:nvSpPr>
        <p:spPr bwMode="auto">
          <a:xfrm>
            <a:off x="600071" y="5389179"/>
            <a:ext cx="10475381" cy="38087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stty</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sane</a:t>
            </a:r>
          </a:p>
        </p:txBody>
      </p:sp>
      <p:sp>
        <p:nvSpPr>
          <p:cNvPr id="1049606" name="Rectangle 6"/>
          <p:cNvSpPr>
            <a:spLocks noChangeArrowheads="1"/>
          </p:cNvSpPr>
          <p:nvPr/>
        </p:nvSpPr>
        <p:spPr bwMode="auto">
          <a:xfrm>
            <a:off x="590547" y="4398091"/>
            <a:ext cx="10475382" cy="38087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stty</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susp ^z</a:t>
            </a:r>
          </a:p>
        </p:txBody>
      </p:sp>
      <p:sp>
        <p:nvSpPr>
          <p:cNvPr id="34823" name="Text Box 7"/>
          <p:cNvSpPr txBox="1">
            <a:spLocks noChangeArrowheads="1"/>
          </p:cNvSpPr>
          <p:nvPr/>
        </p:nvSpPr>
        <p:spPr bwMode="auto">
          <a:xfrm>
            <a:off x="419098" y="3696142"/>
            <a:ext cx="10646831" cy="307777"/>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This identifies all comms settings, current options and character key mappings.</a:t>
            </a:r>
            <a:endParaRPr lang="en-GB" sz="1400" dirty="0">
              <a:solidFill>
                <a:srgbClr val="134183"/>
              </a:solidFill>
            </a:endParaRPr>
          </a:p>
        </p:txBody>
      </p:sp>
      <p:sp>
        <p:nvSpPr>
          <p:cNvPr id="34824" name="Text Box 8"/>
          <p:cNvSpPr txBox="1">
            <a:spLocks noChangeArrowheads="1"/>
          </p:cNvSpPr>
          <p:nvPr/>
        </p:nvSpPr>
        <p:spPr bwMode="auto">
          <a:xfrm>
            <a:off x="514347" y="4814948"/>
            <a:ext cx="10646831" cy="286232"/>
          </a:xfrm>
          <a:prstGeom prst="rect">
            <a:avLst/>
          </a:prstGeom>
          <a:noFill/>
          <a:ln w="19050">
            <a:noFill/>
            <a:miter lim="800000"/>
            <a:headEnd/>
            <a:tailEnd/>
          </a:ln>
        </p:spPr>
        <p:txBody>
          <a:bodyPr wrap="square">
            <a:spAutoFit/>
          </a:bodyPr>
          <a:lstStyle/>
          <a:p>
            <a:pPr defTabSz="739775">
              <a:lnSpc>
                <a:spcPct val="90000"/>
              </a:lnSpc>
            </a:pPr>
            <a:r>
              <a:rPr lang="en-GB" sz="1400" dirty="0">
                <a:solidFill>
                  <a:srgbClr val="134183"/>
                </a:solidFill>
                <a:latin typeface="Figtree" pitchFamily="2" charset="0"/>
              </a:rPr>
              <a:t>Set the suspend signal to CTR_Z; this is for putting current process in the background task list, in suspended state.</a:t>
            </a:r>
            <a:endParaRPr lang="en-GB" sz="1400" b="1" dirty="0">
              <a:solidFill>
                <a:srgbClr val="134183"/>
              </a:solidFill>
            </a:endParaRPr>
          </a:p>
        </p:txBody>
      </p:sp>
      <p:sp>
        <p:nvSpPr>
          <p:cNvPr id="34825" name="Text Box 9"/>
          <p:cNvSpPr txBox="1">
            <a:spLocks noChangeArrowheads="1"/>
          </p:cNvSpPr>
          <p:nvPr/>
        </p:nvSpPr>
        <p:spPr bwMode="auto">
          <a:xfrm>
            <a:off x="514347" y="5888872"/>
            <a:ext cx="9508066" cy="307777"/>
          </a:xfrm>
          <a:prstGeom prst="rect">
            <a:avLst/>
          </a:prstGeom>
          <a:noFill/>
          <a:ln w="19050">
            <a:noFill/>
            <a:miter lim="800000"/>
            <a:headEnd/>
            <a:tailEnd/>
          </a:ln>
        </p:spPr>
        <p:txBody>
          <a:bodyPr>
            <a:spAutoFit/>
          </a:bodyPr>
          <a:lstStyle/>
          <a:p>
            <a:pPr defTabSz="739775"/>
            <a:r>
              <a:rPr lang="en-GB" sz="1400" dirty="0">
                <a:solidFill>
                  <a:srgbClr val="134183"/>
                </a:solidFill>
                <a:latin typeface="Figtree" pitchFamily="2" charset="0"/>
              </a:rPr>
              <a:t>Restore default setting, typically after display misbehaves.</a:t>
            </a:r>
            <a:endParaRPr lang="en-GB" sz="1400" dirty="0">
              <a:solidFill>
                <a:srgbClr val="134183"/>
              </a:solidFill>
            </a:endParaRPr>
          </a:p>
        </p:txBody>
      </p:sp>
    </p:spTree>
    <p:extLst>
      <p:ext uri="{BB962C8B-B14F-4D97-AF65-F5344CB8AC3E}">
        <p14:creationId xmlns:p14="http://schemas.microsoft.com/office/powerpoint/2010/main" val="56856826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ctrTitle"/>
          </p:nvPr>
        </p:nvSpPr>
        <p:spPr/>
        <p:txBody>
          <a:bodyPr>
            <a:normAutofit/>
          </a:bodyPr>
          <a:lstStyle/>
          <a:p>
            <a:r>
              <a:rPr lang="en-US" dirty="0">
                <a:solidFill>
                  <a:srgbClr val="FF0000"/>
                </a:solidFill>
              </a:rPr>
              <a:t>sum</a:t>
            </a:r>
            <a:r>
              <a:rPr lang="en-US" dirty="0"/>
              <a:t>: – a file's checksum/block count</a:t>
            </a:r>
          </a:p>
        </p:txBody>
      </p:sp>
      <p:sp>
        <p:nvSpPr>
          <p:cNvPr id="35843" name="Rectangle 3"/>
          <p:cNvSpPr>
            <a:spLocks noGrp="1" noChangeArrowheads="1"/>
          </p:cNvSpPr>
          <p:nvPr>
            <p:ph sz="quarter" idx="4"/>
          </p:nvPr>
        </p:nvSpPr>
        <p:spPr/>
        <p:txBody>
          <a:bodyPr/>
          <a:lstStyle/>
          <a:p>
            <a:r>
              <a:rPr lang="en-US" sz="1800" dirty="0">
                <a:solidFill>
                  <a:schemeClr val="tx1"/>
                </a:solidFill>
              </a:rPr>
              <a:t>Calculate a checksum of a file:</a:t>
            </a:r>
          </a:p>
          <a:p>
            <a:endParaRPr lang="en-US" sz="1800" dirty="0"/>
          </a:p>
          <a:p>
            <a:pPr lvl="1"/>
            <a:endParaRPr lang="en-US" sz="1800" dirty="0"/>
          </a:p>
          <a:p>
            <a:pPr lvl="1"/>
            <a:endParaRPr lang="en-US" sz="1800" dirty="0"/>
          </a:p>
          <a:p>
            <a:pPr lvl="1"/>
            <a:endParaRPr lang="en-US" sz="1800" dirty="0"/>
          </a:p>
          <a:p>
            <a:pPr lvl="1">
              <a:buNone/>
            </a:pPr>
            <a:endParaRPr lang="en-US" sz="1800" dirty="0"/>
          </a:p>
          <a:p>
            <a:r>
              <a:rPr lang="en-US" sz="1800" dirty="0">
                <a:solidFill>
                  <a:schemeClr val="tx1"/>
                </a:solidFill>
              </a:rPr>
              <a:t>Compare files (e.g., check versions):</a:t>
            </a:r>
          </a:p>
          <a:p>
            <a:endParaRPr lang="en-US" dirty="0"/>
          </a:p>
        </p:txBody>
      </p:sp>
      <p:sp>
        <p:nvSpPr>
          <p:cNvPr id="2" name="Slide Number Placeholder 2">
            <a:extLst>
              <a:ext uri="{FF2B5EF4-FFF2-40B4-BE49-F238E27FC236}">
                <a16:creationId xmlns:a16="http://schemas.microsoft.com/office/drawing/2014/main" id="{E213E88D-DC18-5B29-2D4C-108A9D2C488B}"/>
              </a:ext>
            </a:extLst>
          </p:cNvPr>
          <p:cNvSpPr>
            <a:spLocks noGrp="1"/>
          </p:cNvSpPr>
          <p:nvPr>
            <p:ph type="sldNum" sz="quarter" idx="12"/>
          </p:nvPr>
        </p:nvSpPr>
        <p:spPr/>
        <p:txBody>
          <a:bodyPr/>
          <a:lstStyle/>
          <a:p>
            <a:fld id="{F3469444-D02B-D446-9CF8-19DEDDE073D1}" type="slidenum">
              <a:rPr lang="en-US" smtClean="0"/>
              <a:pPr/>
              <a:t>34</a:t>
            </a:fld>
            <a:endParaRPr lang="en-US" dirty="0"/>
          </a:p>
        </p:txBody>
      </p:sp>
      <p:sp>
        <p:nvSpPr>
          <p:cNvPr id="1051652" name="Rectangle 4"/>
          <p:cNvSpPr>
            <a:spLocks noChangeArrowheads="1"/>
          </p:cNvSpPr>
          <p:nvPr/>
        </p:nvSpPr>
        <p:spPr bwMode="auto">
          <a:xfrm>
            <a:off x="514350" y="2310983"/>
            <a:ext cx="10458450" cy="699229"/>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sum file1</a:t>
            </a:r>
          </a:p>
          <a:p>
            <a:pPr marL="322263" indent="-322263" defTabSz="715963">
              <a:lnSpc>
                <a:spcPct val="133000"/>
              </a:lnSpc>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17192	  1   file1</a:t>
            </a:r>
          </a:p>
        </p:txBody>
      </p:sp>
      <p:sp>
        <p:nvSpPr>
          <p:cNvPr id="1051653" name="Rectangle 5"/>
          <p:cNvSpPr>
            <a:spLocks noChangeArrowheads="1"/>
          </p:cNvSpPr>
          <p:nvPr/>
        </p:nvSpPr>
        <p:spPr bwMode="auto">
          <a:xfrm>
            <a:off x="514451" y="4358851"/>
            <a:ext cx="10458349" cy="1833563"/>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if [[ "$(sum file1)" == "$(sum file2)" ]]</a:t>
            </a:r>
          </a:p>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then echo "seem identical"</a:t>
            </a:r>
          </a:p>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else echo "different"</a:t>
            </a:r>
          </a:p>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fi</a:t>
            </a:r>
          </a:p>
          <a:p>
            <a:pPr marL="322263" indent="-322263" defTabSz="715963">
              <a:lnSpc>
                <a:spcPct val="133000"/>
              </a:lnSpc>
              <a:spcBef>
                <a:spcPct val="0"/>
              </a:spcBef>
              <a:defRPr/>
            </a:pPr>
            <a:r>
              <a:rPr lang="en-US" sz="1600" dirty="0">
                <a:solidFill>
                  <a:srgbClr val="FFFF00"/>
                </a:solidFill>
                <a:latin typeface="Hack" panose="020B0609030202020204" pitchFamily="49" charset="0"/>
                <a:ea typeface="Hack" panose="020B0609030202020204" pitchFamily="49" charset="0"/>
                <a:cs typeface="Hack" panose="020B0609030202020204" pitchFamily="49" charset="0"/>
              </a:rPr>
              <a:t>$</a:t>
            </a:r>
          </a:p>
        </p:txBody>
      </p:sp>
      <p:sp>
        <p:nvSpPr>
          <p:cNvPr id="35846" name="Text Box 6"/>
          <p:cNvSpPr txBox="1">
            <a:spLocks noChangeArrowheads="1"/>
          </p:cNvSpPr>
          <p:nvPr/>
        </p:nvSpPr>
        <p:spPr bwMode="auto">
          <a:xfrm>
            <a:off x="474233" y="3078521"/>
            <a:ext cx="10992141" cy="523220"/>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Courier New" pitchFamily="49" charset="0"/>
              </a:rPr>
              <a:t>C</a:t>
            </a:r>
            <a:r>
              <a:rPr lang="en-GB" sz="1400" dirty="0">
                <a:solidFill>
                  <a:srgbClr val="134183"/>
                </a:solidFill>
                <a:latin typeface="Figtree" pitchFamily="2" charset="0"/>
              </a:rPr>
              <a:t>hecksum is calculated and displayed; the second word in the output shows the file size in blocks, rounded up. Do check on your machine the default block size unit: it can be 1K or 512 bytes.</a:t>
            </a:r>
            <a:endParaRPr lang="en-GB" sz="1400" dirty="0">
              <a:solidFill>
                <a:srgbClr val="134183"/>
              </a:solidFill>
            </a:endParaRPr>
          </a:p>
        </p:txBody>
      </p:sp>
      <p:sp>
        <p:nvSpPr>
          <p:cNvPr id="35847" name="Text Box 7"/>
          <p:cNvSpPr txBox="1">
            <a:spLocks noChangeArrowheads="1"/>
          </p:cNvSpPr>
          <p:nvPr/>
        </p:nvSpPr>
        <p:spPr bwMode="auto">
          <a:xfrm>
            <a:off x="806466" y="6255739"/>
            <a:ext cx="9508066" cy="286232"/>
          </a:xfrm>
          <a:prstGeom prst="rect">
            <a:avLst/>
          </a:prstGeom>
          <a:noFill/>
          <a:ln w="19050">
            <a:noFill/>
            <a:miter lim="800000"/>
            <a:headEnd/>
            <a:tailEnd/>
          </a:ln>
        </p:spPr>
        <p:txBody>
          <a:bodyPr>
            <a:spAutoFit/>
          </a:bodyPr>
          <a:lstStyle/>
          <a:p>
            <a:pPr defTabSz="739775">
              <a:lnSpc>
                <a:spcPct val="90000"/>
              </a:lnSpc>
            </a:pPr>
            <a:r>
              <a:rPr lang="en-GB" sz="1400" dirty="0">
                <a:solidFill>
                  <a:srgbClr val="134183"/>
                </a:solidFill>
                <a:latin typeface="Figtree" pitchFamily="2" charset="0"/>
              </a:rPr>
              <a:t>A simple construct, allowing to compare checksums of two files.</a:t>
            </a:r>
            <a:endParaRPr lang="en-GB" sz="1400" b="1" dirty="0">
              <a:solidFill>
                <a:srgbClr val="134183"/>
              </a:solidFill>
            </a:endParaRPr>
          </a:p>
        </p:txBody>
      </p:sp>
    </p:spTree>
    <p:extLst>
      <p:ext uri="{BB962C8B-B14F-4D97-AF65-F5344CB8AC3E}">
        <p14:creationId xmlns:p14="http://schemas.microsoft.com/office/powerpoint/2010/main" val="545336040"/>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A8F196-FAF5-9ED8-CDAB-1F4D59077CE1}"/>
              </a:ext>
            </a:extLst>
          </p:cNvPr>
          <p:cNvSpPr>
            <a:spLocks noGrp="1"/>
          </p:cNvSpPr>
          <p:nvPr>
            <p:ph type="ctrTitle"/>
          </p:nvPr>
        </p:nvSpPr>
        <p:spPr/>
        <p:txBody>
          <a:bodyPr/>
          <a:lstStyle/>
          <a:p>
            <a:r>
              <a:rPr lang="en-GB" dirty="0">
                <a:solidFill>
                  <a:srgbClr val="FF0000"/>
                </a:solidFill>
              </a:rPr>
              <a:t>tac</a:t>
            </a:r>
            <a:r>
              <a:rPr lang="en-GB" dirty="0"/>
              <a:t>: Print lines last to first</a:t>
            </a:r>
          </a:p>
        </p:txBody>
      </p:sp>
      <p:sp>
        <p:nvSpPr>
          <p:cNvPr id="36867" name="Rectangle 3"/>
          <p:cNvSpPr>
            <a:spLocks noGrp="1" noChangeArrowheads="1"/>
          </p:cNvSpPr>
          <p:nvPr>
            <p:ph sz="quarter" idx="4"/>
          </p:nvPr>
        </p:nvSpPr>
        <p:spPr/>
        <p:txBody>
          <a:bodyPr/>
          <a:lstStyle/>
          <a:p>
            <a:r>
              <a:rPr lang="en-US" sz="1800" dirty="0">
                <a:solidFill>
                  <a:schemeClr val="tx1"/>
                </a:solidFill>
              </a:rPr>
              <a:t>Print a log file in reverse order:</a:t>
            </a:r>
          </a:p>
          <a:p>
            <a:endParaRPr lang="en-US" sz="1800" dirty="0">
              <a:solidFill>
                <a:schemeClr val="tx1"/>
              </a:solidFill>
            </a:endParaRPr>
          </a:p>
          <a:p>
            <a:pPr lvl="1"/>
            <a:endParaRPr lang="en-US" sz="1800" dirty="0"/>
          </a:p>
          <a:p>
            <a:pPr lvl="1"/>
            <a:endParaRPr lang="en-US" sz="1800" dirty="0"/>
          </a:p>
          <a:p>
            <a:pPr lvl="1"/>
            <a:endParaRPr lang="en-US" sz="1800" dirty="0"/>
          </a:p>
          <a:p>
            <a:pPr lvl="1"/>
            <a:endParaRPr lang="en-US" sz="1800" dirty="0"/>
          </a:p>
          <a:p>
            <a:r>
              <a:rPr lang="en-US" sz="1800" dirty="0">
                <a:solidFill>
                  <a:schemeClr val="tx1"/>
                </a:solidFill>
              </a:rPr>
              <a:t>Reverse lines in the output of a command:</a:t>
            </a:r>
          </a:p>
          <a:p>
            <a:endParaRPr lang="en-US" dirty="0">
              <a:solidFill>
                <a:schemeClr val="tx1"/>
              </a:solidFill>
            </a:endParaRPr>
          </a:p>
        </p:txBody>
      </p:sp>
      <p:sp>
        <p:nvSpPr>
          <p:cNvPr id="2" name="Slide Number Placeholder 2">
            <a:extLst>
              <a:ext uri="{FF2B5EF4-FFF2-40B4-BE49-F238E27FC236}">
                <a16:creationId xmlns:a16="http://schemas.microsoft.com/office/drawing/2014/main" id="{4D282FB8-69BB-AB6F-B2B3-3271ECB3A699}"/>
              </a:ext>
            </a:extLst>
          </p:cNvPr>
          <p:cNvSpPr>
            <a:spLocks noGrp="1"/>
          </p:cNvSpPr>
          <p:nvPr>
            <p:ph type="sldNum" sz="quarter" idx="12"/>
          </p:nvPr>
        </p:nvSpPr>
        <p:spPr/>
        <p:txBody>
          <a:bodyPr/>
          <a:lstStyle/>
          <a:p>
            <a:fld id="{F3469444-D02B-D446-9CF8-19DEDDE073D1}" type="slidenum">
              <a:rPr lang="en-US" smtClean="0"/>
              <a:pPr/>
              <a:t>35</a:t>
            </a:fld>
            <a:endParaRPr lang="en-US" dirty="0"/>
          </a:p>
        </p:txBody>
      </p:sp>
      <p:sp>
        <p:nvSpPr>
          <p:cNvPr id="1051652" name="Rectangle 4"/>
          <p:cNvSpPr>
            <a:spLocks noChangeArrowheads="1"/>
          </p:cNvSpPr>
          <p:nvPr/>
        </p:nvSpPr>
        <p:spPr bwMode="auto">
          <a:xfrm>
            <a:off x="514350" y="2340582"/>
            <a:ext cx="10497670" cy="98578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tac /var/log/</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dmesg</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lnSpc>
                <a:spcPct val="133000"/>
              </a:lnSpc>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17192	  1   file1</a:t>
            </a:r>
          </a:p>
          <a:p>
            <a:pPr marL="322263" indent="-322263" defTabSz="715963">
              <a:lnSpc>
                <a:spcPct val="133000"/>
              </a:lnSpc>
              <a:spcBef>
                <a:spcPct val="0"/>
              </a:spcBef>
              <a:defRPr/>
            </a:pPr>
            <a:r>
              <a:rPr lang="en-US" sz="1600" dirty="0">
                <a:solidFill>
                  <a:srgbClr val="FFFF00"/>
                </a:solidFill>
                <a:latin typeface="Hack" panose="020B0609030202020204" pitchFamily="49" charset="0"/>
                <a:ea typeface="Hack" panose="020B0609030202020204" pitchFamily="49" charset="0"/>
                <a:cs typeface="Hack" panose="020B0609030202020204" pitchFamily="49" charset="0"/>
              </a:rPr>
              <a:t>$</a:t>
            </a:r>
          </a:p>
        </p:txBody>
      </p:sp>
      <p:sp>
        <p:nvSpPr>
          <p:cNvPr id="1051653" name="Rectangle 5"/>
          <p:cNvSpPr>
            <a:spLocks noChangeArrowheads="1"/>
          </p:cNvSpPr>
          <p:nvPr/>
        </p:nvSpPr>
        <p:spPr bwMode="auto">
          <a:xfrm>
            <a:off x="514350" y="4412987"/>
            <a:ext cx="10479198" cy="1235337"/>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ps</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ef</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tac</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lnSpc>
                <a:spcPct val="133000"/>
              </a:lnSpc>
              <a:spcBef>
                <a:spcPct val="0"/>
              </a:spcBef>
              <a:defRPr/>
            </a:pPr>
            <a:r>
              <a:rPr lang="en-US" sz="1400" b="1" dirty="0">
                <a:solidFill>
                  <a:schemeClr val="bg2"/>
                </a:solidFill>
                <a:latin typeface="Hack" panose="020B0609030202020204" pitchFamily="49" charset="0"/>
                <a:ea typeface="Hack" panose="020B0609030202020204" pitchFamily="49" charset="0"/>
                <a:cs typeface="Hack" panose="020B0609030202020204" pitchFamily="49" charset="0"/>
              </a:rPr>
              <a:t>...</a:t>
            </a:r>
            <a:r>
              <a:rPr lang="en-GB" sz="1400" b="1" dirty="0">
                <a:solidFill>
                  <a:schemeClr val="bg2"/>
                </a:solidFill>
                <a:latin typeface="Hack" panose="020B0609030202020204" pitchFamily="49" charset="0"/>
                <a:ea typeface="Hack" panose="020B0609030202020204" pitchFamily="49" charset="0"/>
                <a:cs typeface="Hack" panose="020B0609030202020204" pitchFamily="49" charset="0"/>
              </a:rPr>
              <a:t> </a:t>
            </a:r>
          </a:p>
          <a:p>
            <a:pPr marL="322263" indent="-322263" defTabSz="715963">
              <a:lnSpc>
                <a:spcPct val="133000"/>
              </a:lnSpc>
              <a:spcBef>
                <a:spcPct val="0"/>
              </a:spcBef>
              <a:defRPr/>
            </a:pP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root         1     0  0 07:55 ?        00:00:01 /</a:t>
            </a:r>
            <a:r>
              <a:rPr lang="en-GB" sz="1400" dirty="0" err="1">
                <a:solidFill>
                  <a:schemeClr val="bg2"/>
                </a:solidFill>
                <a:latin typeface="Hack" panose="020B0609030202020204" pitchFamily="49" charset="0"/>
                <a:ea typeface="Hack" panose="020B0609030202020204" pitchFamily="49" charset="0"/>
                <a:cs typeface="Hack" panose="020B0609030202020204" pitchFamily="49" charset="0"/>
              </a:rPr>
              <a:t>sbin</a:t>
            </a: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/init</a:t>
            </a:r>
          </a:p>
          <a:p>
            <a:pPr marL="322263" indent="-322263" defTabSz="715963">
              <a:lnSpc>
                <a:spcPct val="133000"/>
              </a:lnSpc>
              <a:spcBef>
                <a:spcPct val="0"/>
              </a:spcBef>
              <a:defRPr/>
            </a:pPr>
            <a:r>
              <a:rPr lang="en-GB" sz="1400" dirty="0">
                <a:solidFill>
                  <a:schemeClr val="bg2"/>
                </a:solidFill>
                <a:latin typeface="Hack" panose="020B0609030202020204" pitchFamily="49" charset="0"/>
                <a:ea typeface="Hack" panose="020B0609030202020204" pitchFamily="49" charset="0"/>
                <a:cs typeface="Hack" panose="020B0609030202020204" pitchFamily="49" charset="0"/>
              </a:rPr>
              <a:t>UID        PID  PPID  C STIME TTY          TIME CMD</a:t>
            </a:r>
            <a:endParaRPr lang="en-US" sz="120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84520754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28E9CB-4F1B-9E26-C7D9-0A2779E76C56}"/>
              </a:ext>
            </a:extLst>
          </p:cNvPr>
          <p:cNvSpPr>
            <a:spLocks noGrp="1"/>
          </p:cNvSpPr>
          <p:nvPr>
            <p:ph type="ctrTitle"/>
          </p:nvPr>
        </p:nvSpPr>
        <p:spPr/>
        <p:txBody>
          <a:bodyPr/>
          <a:lstStyle/>
          <a:p>
            <a:r>
              <a:rPr lang="en-GB" dirty="0">
                <a:solidFill>
                  <a:srgbClr val="FF0000"/>
                </a:solidFill>
              </a:rPr>
              <a:t>tail</a:t>
            </a:r>
            <a:r>
              <a:rPr lang="en-GB" dirty="0"/>
              <a:t>: Show end of a file </a:t>
            </a:r>
          </a:p>
        </p:txBody>
      </p:sp>
      <p:sp>
        <p:nvSpPr>
          <p:cNvPr id="37891" name="Rectangle 3"/>
          <p:cNvSpPr>
            <a:spLocks noGrp="1" noChangeArrowheads="1"/>
          </p:cNvSpPr>
          <p:nvPr>
            <p:ph sz="quarter" idx="4"/>
          </p:nvPr>
        </p:nvSpPr>
        <p:spPr/>
        <p:txBody>
          <a:bodyPr>
            <a:normAutofit/>
          </a:bodyPr>
          <a:lstStyle/>
          <a:p>
            <a:r>
              <a:rPr lang="en-US" sz="1800" dirty="0">
                <a:solidFill>
                  <a:schemeClr val="tx1"/>
                </a:solidFill>
              </a:rPr>
              <a:t>Show last three lines stored during last system (Linux) boot:</a:t>
            </a:r>
          </a:p>
          <a:p>
            <a:endParaRPr lang="en-US" sz="1800" dirty="0">
              <a:solidFill>
                <a:schemeClr val="tx1"/>
              </a:solidFill>
            </a:endParaRPr>
          </a:p>
          <a:p>
            <a:endParaRPr lang="en-US" sz="1800" dirty="0">
              <a:solidFill>
                <a:schemeClr val="tx1"/>
              </a:solidFill>
            </a:endParaRPr>
          </a:p>
          <a:p>
            <a:pPr lvl="1">
              <a:buNone/>
            </a:pPr>
            <a:endParaRPr lang="en-US" sz="1800" dirty="0"/>
          </a:p>
          <a:p>
            <a:pPr lvl="1"/>
            <a:endParaRPr lang="en-US" sz="1800" dirty="0"/>
          </a:p>
          <a:p>
            <a:r>
              <a:rPr lang="en-US" sz="1800" dirty="0">
                <a:solidFill>
                  <a:schemeClr val="tx1"/>
                </a:solidFill>
              </a:rPr>
              <a:t>Show last three messages generated by Linux kernel:</a:t>
            </a:r>
          </a:p>
          <a:p>
            <a:endParaRPr lang="en-US" sz="1800" dirty="0">
              <a:solidFill>
                <a:schemeClr val="tx1"/>
              </a:solidFill>
            </a:endParaRPr>
          </a:p>
          <a:p>
            <a:endParaRPr lang="en-US" sz="1800" dirty="0">
              <a:solidFill>
                <a:schemeClr val="tx1"/>
              </a:solidFill>
            </a:endParaRPr>
          </a:p>
          <a:p>
            <a:pPr lvl="1"/>
            <a:endParaRPr lang="en-US" sz="1800" dirty="0"/>
          </a:p>
          <a:p>
            <a:pPr lvl="1"/>
            <a:endParaRPr lang="en-US" sz="1800" dirty="0"/>
          </a:p>
          <a:p>
            <a:r>
              <a:rPr lang="en-US" sz="1800" dirty="0">
                <a:solidFill>
                  <a:schemeClr val="tx1"/>
                </a:solidFill>
              </a:rPr>
              <a:t>Monitor dynamically updated :</a:t>
            </a:r>
            <a:r>
              <a:rPr lang="en-US" sz="1800" dirty="0"/>
              <a:t>files (usually log files)</a:t>
            </a:r>
          </a:p>
        </p:txBody>
      </p:sp>
      <p:sp>
        <p:nvSpPr>
          <p:cNvPr id="2" name="Slide Number Placeholder 2">
            <a:extLst>
              <a:ext uri="{FF2B5EF4-FFF2-40B4-BE49-F238E27FC236}">
                <a16:creationId xmlns:a16="http://schemas.microsoft.com/office/drawing/2014/main" id="{BFAC5A8A-EABE-961A-3FDF-EB78B344FD0F}"/>
              </a:ext>
            </a:extLst>
          </p:cNvPr>
          <p:cNvSpPr>
            <a:spLocks noGrp="1"/>
          </p:cNvSpPr>
          <p:nvPr>
            <p:ph type="sldNum" sz="quarter" idx="12"/>
          </p:nvPr>
        </p:nvSpPr>
        <p:spPr/>
        <p:txBody>
          <a:bodyPr/>
          <a:lstStyle/>
          <a:p>
            <a:fld id="{F3469444-D02B-D446-9CF8-19DEDDE073D1}" type="slidenum">
              <a:rPr lang="en-US" smtClean="0"/>
              <a:pPr/>
              <a:t>36</a:t>
            </a:fld>
            <a:endParaRPr lang="en-US" dirty="0"/>
          </a:p>
        </p:txBody>
      </p:sp>
      <p:sp>
        <p:nvSpPr>
          <p:cNvPr id="1053700" name="Rectangle 4"/>
          <p:cNvSpPr>
            <a:spLocks noChangeArrowheads="1"/>
          </p:cNvSpPr>
          <p:nvPr/>
        </p:nvSpPr>
        <p:spPr bwMode="auto">
          <a:xfrm>
            <a:off x="542925" y="2373312"/>
            <a:ext cx="6093882" cy="105568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tail -3 /var/log/</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dmesg</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Partition check:</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had: hda1 hda2 &lt; hda5 hda6 hda7 hda8 &gt;</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VFS: Mounted root (ext2 filesystem) readonly</a:t>
            </a:r>
            <a:r>
              <a:rPr lang="en-US" sz="1600" dirty="0">
                <a:latin typeface="Courier New" pitchFamily="49" charset="0"/>
              </a:rPr>
              <a:t>.</a:t>
            </a:r>
          </a:p>
        </p:txBody>
      </p:sp>
      <p:sp>
        <p:nvSpPr>
          <p:cNvPr id="1053701" name="Rectangle 5"/>
          <p:cNvSpPr>
            <a:spLocks noChangeArrowheads="1"/>
          </p:cNvSpPr>
          <p:nvPr/>
        </p:nvSpPr>
        <p:spPr bwMode="auto">
          <a:xfrm>
            <a:off x="514350" y="4076700"/>
            <a:ext cx="6122458" cy="81121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dmesg</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 tail -2</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VFS: Can’t find a valid MSDOS </a:t>
            </a: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fs</a:t>
            </a: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 on dev 02:00</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VFS: Disk change detected on dev 02:00</a:t>
            </a:r>
          </a:p>
        </p:txBody>
      </p:sp>
      <p:sp>
        <p:nvSpPr>
          <p:cNvPr id="37894" name="Text Box 6"/>
          <p:cNvSpPr txBox="1">
            <a:spLocks noChangeArrowheads="1"/>
          </p:cNvSpPr>
          <p:nvPr/>
        </p:nvSpPr>
        <p:spPr bwMode="auto">
          <a:xfrm>
            <a:off x="6770157" y="2590802"/>
            <a:ext cx="4366683" cy="738664"/>
          </a:xfrm>
          <a:prstGeom prst="rect">
            <a:avLst/>
          </a:prstGeom>
          <a:noFill/>
          <a:ln w="19050">
            <a:solidFill>
              <a:schemeClr val="tx1"/>
            </a:solidFill>
            <a:miter lim="800000"/>
            <a:headEnd/>
            <a:tailEnd/>
          </a:ln>
        </p:spPr>
        <p:txBody>
          <a:bodyPr wrap="square">
            <a:spAutoFit/>
          </a:bodyPr>
          <a:lstStyle/>
          <a:p>
            <a:pPr defTabSz="739775"/>
            <a:r>
              <a:rPr lang="en-GB" sz="1400" i="1" dirty="0">
                <a:solidFill>
                  <a:srgbClr val="134183"/>
                </a:solidFill>
                <a:latin typeface="Figtree" pitchFamily="2" charset="0"/>
              </a:rPr>
              <a:t>Tail command allows to pick up specified </a:t>
            </a:r>
            <a:br>
              <a:rPr lang="en-GB" sz="1400" i="1" dirty="0">
                <a:solidFill>
                  <a:srgbClr val="134183"/>
                </a:solidFill>
                <a:latin typeface="Figtree" pitchFamily="2" charset="0"/>
              </a:rPr>
            </a:br>
            <a:r>
              <a:rPr lang="en-GB" sz="1400" i="1" dirty="0">
                <a:solidFill>
                  <a:srgbClr val="134183"/>
                </a:solidFill>
                <a:latin typeface="Figtree" pitchFamily="2" charset="0"/>
              </a:rPr>
              <a:t>number of trailing lines;</a:t>
            </a:r>
            <a:br>
              <a:rPr lang="en-GB" sz="1400" i="1" dirty="0">
                <a:solidFill>
                  <a:srgbClr val="134183"/>
                </a:solidFill>
                <a:latin typeface="Figtree" pitchFamily="2" charset="0"/>
              </a:rPr>
            </a:br>
            <a:r>
              <a:rPr lang="en-GB" sz="1400" i="1" dirty="0">
                <a:solidFill>
                  <a:srgbClr val="134183"/>
                </a:solidFill>
                <a:latin typeface="Figtree" pitchFamily="2" charset="0"/>
              </a:rPr>
              <a:t>here, kernel’s boot log, kept in /var/log/</a:t>
            </a:r>
            <a:r>
              <a:rPr lang="en-GB" sz="1400" i="1" dirty="0" err="1">
                <a:solidFill>
                  <a:srgbClr val="134183"/>
                </a:solidFill>
                <a:latin typeface="Figtree" pitchFamily="2" charset="0"/>
              </a:rPr>
              <a:t>dmesg</a:t>
            </a:r>
            <a:r>
              <a:rPr lang="en-GB" sz="1400" i="1" dirty="0">
                <a:solidFill>
                  <a:srgbClr val="134183"/>
                </a:solidFill>
                <a:latin typeface="Figtree" pitchFamily="2" charset="0"/>
              </a:rPr>
              <a:t>. </a:t>
            </a:r>
            <a:endParaRPr lang="en-GB" sz="1400" dirty="0">
              <a:solidFill>
                <a:srgbClr val="134183"/>
              </a:solidFill>
            </a:endParaRPr>
          </a:p>
        </p:txBody>
      </p:sp>
      <p:sp>
        <p:nvSpPr>
          <p:cNvPr id="37895" name="Text Box 7"/>
          <p:cNvSpPr txBox="1">
            <a:spLocks noChangeArrowheads="1"/>
          </p:cNvSpPr>
          <p:nvPr/>
        </p:nvSpPr>
        <p:spPr bwMode="auto">
          <a:xfrm>
            <a:off x="6770157" y="4130782"/>
            <a:ext cx="4366683" cy="674031"/>
          </a:xfrm>
          <a:prstGeom prst="rect">
            <a:avLst/>
          </a:prstGeom>
          <a:noFill/>
          <a:ln w="19050">
            <a:solidFill>
              <a:schemeClr val="tx1"/>
            </a:solidFill>
            <a:miter lim="800000"/>
            <a:headEnd/>
            <a:tailEnd/>
          </a:ln>
        </p:spPr>
        <p:txBody>
          <a:bodyPr wrap="square">
            <a:spAutoFit/>
          </a:bodyPr>
          <a:lstStyle/>
          <a:p>
            <a:pPr defTabSz="739775">
              <a:lnSpc>
                <a:spcPct val="90000"/>
              </a:lnSpc>
            </a:pPr>
            <a:r>
              <a:rPr lang="en-GB" sz="1400" i="1" dirty="0">
                <a:solidFill>
                  <a:srgbClr val="134183"/>
                </a:solidFill>
                <a:latin typeface="Figtree" pitchFamily="2" charset="0"/>
              </a:rPr>
              <a:t>While the system is ‘up’, kernel maintains its log in memory. the </a:t>
            </a:r>
            <a:r>
              <a:rPr lang="en-GB" sz="1400" b="1" i="1" dirty="0" err="1">
                <a:solidFill>
                  <a:srgbClr val="134183"/>
                </a:solidFill>
                <a:latin typeface="Figtree" pitchFamily="2" charset="0"/>
              </a:rPr>
              <a:t>dmesg</a:t>
            </a:r>
            <a:r>
              <a:rPr lang="en-GB" sz="1400" i="1" dirty="0">
                <a:solidFill>
                  <a:srgbClr val="134183"/>
                </a:solidFill>
                <a:latin typeface="Figtree" pitchFamily="2" charset="0"/>
              </a:rPr>
              <a:t> command allows to interrogate this log. Here, we displayed last two lines from it.</a:t>
            </a:r>
            <a:endParaRPr lang="en-GB" sz="1400" b="1" dirty="0">
              <a:solidFill>
                <a:srgbClr val="134183"/>
              </a:solidFill>
            </a:endParaRPr>
          </a:p>
        </p:txBody>
      </p:sp>
      <p:sp>
        <p:nvSpPr>
          <p:cNvPr id="1053704" name="Rectangle 8"/>
          <p:cNvSpPr>
            <a:spLocks noChangeArrowheads="1"/>
          </p:cNvSpPr>
          <p:nvPr/>
        </p:nvSpPr>
        <p:spPr bwMode="auto">
          <a:xfrm>
            <a:off x="533400" y="5743577"/>
            <a:ext cx="6103407" cy="566737"/>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tail -f log1</a:t>
            </a:r>
          </a:p>
          <a:p>
            <a:pPr marL="322263" indent="-322263" defTabSz="715963">
              <a:spcBef>
                <a:spcPct val="0"/>
              </a:spcBef>
              <a:defRPr/>
            </a:pPr>
            <a:r>
              <a:rPr lang="en-US" sz="1600" b="1" dirty="0">
                <a:solidFill>
                  <a:schemeClr val="bg2"/>
                </a:solidFill>
                <a:latin typeface="Hack" panose="020B0609030202020204" pitchFamily="49" charset="0"/>
                <a:ea typeface="Hack" panose="020B0609030202020204" pitchFamily="49" charset="0"/>
                <a:cs typeface="Hack" panose="020B0609030202020204" pitchFamily="49" charset="0"/>
              </a:rPr>
              <a:t>...</a:t>
            </a:r>
          </a:p>
        </p:txBody>
      </p:sp>
      <p:sp>
        <p:nvSpPr>
          <p:cNvPr id="37897" name="Text Box 9"/>
          <p:cNvSpPr txBox="1">
            <a:spLocks noChangeArrowheads="1"/>
          </p:cNvSpPr>
          <p:nvPr/>
        </p:nvSpPr>
        <p:spPr bwMode="auto">
          <a:xfrm>
            <a:off x="6770157" y="5770562"/>
            <a:ext cx="4366683" cy="480131"/>
          </a:xfrm>
          <a:prstGeom prst="rect">
            <a:avLst/>
          </a:prstGeom>
          <a:noFill/>
          <a:ln w="19050">
            <a:solidFill>
              <a:schemeClr val="tx1"/>
            </a:solidFill>
            <a:miter lim="800000"/>
            <a:headEnd/>
            <a:tailEnd/>
          </a:ln>
        </p:spPr>
        <p:txBody>
          <a:bodyPr wrap="square">
            <a:spAutoFit/>
          </a:bodyPr>
          <a:lstStyle/>
          <a:p>
            <a:pPr defTabSz="739775">
              <a:lnSpc>
                <a:spcPct val="90000"/>
              </a:lnSpc>
            </a:pPr>
            <a:r>
              <a:rPr lang="en-GB" sz="1400" i="1" dirty="0">
                <a:solidFill>
                  <a:srgbClr val="134183"/>
                </a:solidFill>
                <a:latin typeface="Figtree" pitchFamily="2" charset="0"/>
              </a:rPr>
              <a:t>Here tail will open a file and continue reading.</a:t>
            </a:r>
            <a:br>
              <a:rPr lang="en-GB" sz="1400" i="1" dirty="0">
                <a:solidFill>
                  <a:srgbClr val="134183"/>
                </a:solidFill>
                <a:latin typeface="Figtree" pitchFamily="2" charset="0"/>
              </a:rPr>
            </a:br>
            <a:r>
              <a:rPr lang="en-GB" sz="1400" i="1" dirty="0">
                <a:solidFill>
                  <a:srgbClr val="134183"/>
                </a:solidFill>
                <a:latin typeface="Figtree" pitchFamily="2" charset="0"/>
              </a:rPr>
              <a:t>This allows to monitor the file, as it grows.</a:t>
            </a:r>
            <a:endParaRPr lang="en-GB" sz="1400" b="1" dirty="0">
              <a:solidFill>
                <a:srgbClr val="134183"/>
              </a:solidFill>
            </a:endParaRPr>
          </a:p>
        </p:txBody>
      </p:sp>
    </p:spTree>
    <p:extLst>
      <p:ext uri="{BB962C8B-B14F-4D97-AF65-F5344CB8AC3E}">
        <p14:creationId xmlns:p14="http://schemas.microsoft.com/office/powerpoint/2010/main" val="164059394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6DC9DF-BA53-A2A3-04A9-546FFAAE0D5B}"/>
              </a:ext>
            </a:extLst>
          </p:cNvPr>
          <p:cNvSpPr>
            <a:spLocks noGrp="1"/>
          </p:cNvSpPr>
          <p:nvPr>
            <p:ph type="ctrTitle"/>
          </p:nvPr>
        </p:nvSpPr>
        <p:spPr/>
        <p:txBody>
          <a:bodyPr/>
          <a:lstStyle/>
          <a:p>
            <a:r>
              <a:rPr lang="en-GB" dirty="0">
                <a:solidFill>
                  <a:srgbClr val="FF0000"/>
                </a:solidFill>
              </a:rPr>
              <a:t>tar</a:t>
            </a:r>
            <a:r>
              <a:rPr lang="en-GB" dirty="0"/>
              <a:t>: Archive</a:t>
            </a:r>
          </a:p>
        </p:txBody>
      </p:sp>
      <p:sp>
        <p:nvSpPr>
          <p:cNvPr id="38915" name="Rectangle 3"/>
          <p:cNvSpPr>
            <a:spLocks noGrp="1" noChangeArrowheads="1"/>
          </p:cNvSpPr>
          <p:nvPr>
            <p:ph sz="quarter" idx="4"/>
          </p:nvPr>
        </p:nvSpPr>
        <p:spPr/>
        <p:txBody>
          <a:bodyPr>
            <a:normAutofit/>
          </a:bodyPr>
          <a:lstStyle/>
          <a:p>
            <a:r>
              <a:rPr lang="en-US" sz="1800" dirty="0">
                <a:solidFill>
                  <a:schemeClr val="tx1"/>
                </a:solidFill>
              </a:rPr>
              <a:t>Perform a backup of the current directory to the floppy:</a:t>
            </a:r>
          </a:p>
          <a:p>
            <a:endParaRPr lang="en-US" sz="1800" dirty="0"/>
          </a:p>
          <a:p>
            <a:pPr lvl="1"/>
            <a:endParaRPr lang="en-US" sz="1800" dirty="0"/>
          </a:p>
          <a:p>
            <a:pPr lvl="1"/>
            <a:endParaRPr lang="en-US" sz="1800" dirty="0"/>
          </a:p>
          <a:p>
            <a:r>
              <a:rPr lang="en-US" sz="1800" dirty="0"/>
              <a:t>Perform a backup of the /var/spool/mail to a file</a:t>
            </a:r>
          </a:p>
          <a:p>
            <a:endParaRPr lang="en-US" sz="1800" dirty="0"/>
          </a:p>
          <a:p>
            <a:pPr lvl="1"/>
            <a:endParaRPr lang="en-US" sz="1800" dirty="0"/>
          </a:p>
          <a:p>
            <a:pPr lvl="1">
              <a:buNone/>
            </a:pPr>
            <a:endParaRPr lang="en-US" sz="1800" dirty="0"/>
          </a:p>
          <a:p>
            <a:r>
              <a:rPr lang="en-US" sz="1800" dirty="0"/>
              <a:t>Check backup content, then perform restore</a:t>
            </a:r>
          </a:p>
          <a:p>
            <a:endParaRPr lang="en-US" sz="1800" dirty="0"/>
          </a:p>
        </p:txBody>
      </p:sp>
      <p:sp>
        <p:nvSpPr>
          <p:cNvPr id="2" name="Slide Number Placeholder 2">
            <a:extLst>
              <a:ext uri="{FF2B5EF4-FFF2-40B4-BE49-F238E27FC236}">
                <a16:creationId xmlns:a16="http://schemas.microsoft.com/office/drawing/2014/main" id="{D8C01BD7-4F16-2DBB-E6FF-3E163E281AE3}"/>
              </a:ext>
            </a:extLst>
          </p:cNvPr>
          <p:cNvSpPr>
            <a:spLocks noGrp="1"/>
          </p:cNvSpPr>
          <p:nvPr>
            <p:ph type="sldNum" sz="quarter" idx="12"/>
          </p:nvPr>
        </p:nvSpPr>
        <p:spPr/>
        <p:txBody>
          <a:bodyPr/>
          <a:lstStyle/>
          <a:p>
            <a:fld id="{F3469444-D02B-D446-9CF8-19DEDDE073D1}" type="slidenum">
              <a:rPr lang="en-US" smtClean="0"/>
              <a:pPr/>
              <a:t>37</a:t>
            </a:fld>
            <a:endParaRPr lang="en-US" dirty="0"/>
          </a:p>
        </p:txBody>
      </p:sp>
      <p:sp>
        <p:nvSpPr>
          <p:cNvPr id="1055748" name="Rectangle 4"/>
          <p:cNvSpPr>
            <a:spLocks noChangeArrowheads="1"/>
          </p:cNvSpPr>
          <p:nvPr/>
        </p:nvSpPr>
        <p:spPr bwMode="auto">
          <a:xfrm>
            <a:off x="514350" y="2300162"/>
            <a:ext cx="10465858" cy="36772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tar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cvf</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/dev/fd0 .</a:t>
            </a:r>
          </a:p>
        </p:txBody>
      </p:sp>
      <p:sp>
        <p:nvSpPr>
          <p:cNvPr id="1055749" name="Rectangle 5"/>
          <p:cNvSpPr>
            <a:spLocks noChangeArrowheads="1"/>
          </p:cNvSpPr>
          <p:nvPr/>
        </p:nvSpPr>
        <p:spPr bwMode="auto">
          <a:xfrm>
            <a:off x="506944" y="5018258"/>
            <a:ext cx="10446807" cy="1081705"/>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tar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tf</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tmp</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/wtmplog.tar</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600" dirty="0" err="1">
                <a:solidFill>
                  <a:schemeClr val="bg2"/>
                </a:solidFill>
                <a:latin typeface="Hack" panose="020B0609030202020204" pitchFamily="49" charset="0"/>
                <a:ea typeface="Hack" panose="020B0609030202020204" pitchFamily="49" charset="0"/>
                <a:cs typeface="Hack" panose="020B0609030202020204" pitchFamily="49" charset="0"/>
              </a:rPr>
              <a:t>wtmp</a:t>
            </a:r>
            <a:endParaRPr lang="en-US" sz="160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./wtmp.1</a:t>
            </a:r>
          </a:p>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(cd $HOME/</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sysmon</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/data; tar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xf</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tmp</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/wtmplog.tar)</a:t>
            </a:r>
          </a:p>
        </p:txBody>
      </p:sp>
      <p:sp>
        <p:nvSpPr>
          <p:cNvPr id="38918" name="Text Box 6"/>
          <p:cNvSpPr txBox="1">
            <a:spLocks noChangeArrowheads="1"/>
          </p:cNvSpPr>
          <p:nvPr/>
        </p:nvSpPr>
        <p:spPr bwMode="auto">
          <a:xfrm>
            <a:off x="531283" y="2735137"/>
            <a:ext cx="10424583" cy="307777"/>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The entire directory tree is stored on 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/dev/fd0</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in the ‘ls -l’-like format.</a:t>
            </a:r>
            <a:endParaRPr lang="en-GB" sz="1400" dirty="0">
              <a:solidFill>
                <a:srgbClr val="134183"/>
              </a:solidFill>
            </a:endParaRPr>
          </a:p>
        </p:txBody>
      </p:sp>
      <p:sp>
        <p:nvSpPr>
          <p:cNvPr id="38919" name="Text Box 7"/>
          <p:cNvSpPr txBox="1">
            <a:spLocks noChangeArrowheads="1"/>
          </p:cNvSpPr>
          <p:nvPr/>
        </p:nvSpPr>
        <p:spPr bwMode="auto">
          <a:xfrm>
            <a:off x="504829" y="6138062"/>
            <a:ext cx="10448922" cy="286232"/>
          </a:xfrm>
          <a:prstGeom prst="rect">
            <a:avLst/>
          </a:prstGeom>
          <a:noFill/>
          <a:ln w="19050">
            <a:noFill/>
            <a:miter lim="800000"/>
            <a:headEnd/>
            <a:tailEnd/>
          </a:ln>
        </p:spPr>
        <p:txBody>
          <a:bodyPr wrap="square">
            <a:spAutoFit/>
          </a:bodyPr>
          <a:lstStyle/>
          <a:p>
            <a:pPr defTabSz="739775">
              <a:lnSpc>
                <a:spcPct val="90000"/>
              </a:lnSpc>
            </a:pPr>
            <a:r>
              <a:rPr lang="en-GB" sz="1400" dirty="0">
                <a:solidFill>
                  <a:srgbClr val="134183"/>
                </a:solidFill>
                <a:latin typeface="Figtree" pitchFamily="2" charset="0"/>
              </a:rPr>
              <a:t>In a sub-shell, go to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$HOME/</a:t>
            </a:r>
            <a:r>
              <a:rPr lang="en-GB" sz="1400" b="1" dirty="0" err="1">
                <a:solidFill>
                  <a:srgbClr val="134183"/>
                </a:solidFill>
                <a:latin typeface="Hack" panose="020B0609030202020204" pitchFamily="49" charset="0"/>
                <a:ea typeface="Hack" panose="020B0609030202020204" pitchFamily="49" charset="0"/>
                <a:cs typeface="Hack" panose="020B0609030202020204" pitchFamily="49" charset="0"/>
              </a:rPr>
              <a:t>sysmon</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/data</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directory and restore all files from the </a:t>
            </a:r>
            <a:r>
              <a:rPr lang="en-GB" sz="1400" b="1" dirty="0">
                <a:solidFill>
                  <a:srgbClr val="134183"/>
                </a:solidFill>
                <a:latin typeface="Figtree" pitchFamily="2" charset="0"/>
              </a:rPr>
              <a:t>tar</a:t>
            </a:r>
            <a:r>
              <a:rPr lang="en-GB" sz="1400" dirty="0">
                <a:solidFill>
                  <a:srgbClr val="134183"/>
                </a:solidFill>
                <a:latin typeface="Figtree" pitchFamily="2" charset="0"/>
              </a:rPr>
              <a:t> backup. </a:t>
            </a:r>
          </a:p>
        </p:txBody>
      </p:sp>
      <p:sp>
        <p:nvSpPr>
          <p:cNvPr id="1055752" name="Rectangle 8"/>
          <p:cNvSpPr>
            <a:spLocks noChangeArrowheads="1"/>
          </p:cNvSpPr>
          <p:nvPr/>
        </p:nvSpPr>
        <p:spPr bwMode="auto">
          <a:xfrm>
            <a:off x="547979" y="3652638"/>
            <a:ext cx="10446807" cy="38087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(cd /var/log; tar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cvf</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 * ) | (cd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tmp</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tar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xvf</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p>
        </p:txBody>
      </p:sp>
      <p:sp>
        <p:nvSpPr>
          <p:cNvPr id="38921" name="Text Box 9"/>
          <p:cNvSpPr txBox="1">
            <a:spLocks noChangeArrowheads="1"/>
          </p:cNvSpPr>
          <p:nvPr/>
        </p:nvSpPr>
        <p:spPr bwMode="auto">
          <a:xfrm>
            <a:off x="531283" y="4027662"/>
            <a:ext cx="10627783" cy="523220"/>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The backup and restore performed in sub-shells. First change to </a:t>
            </a:r>
            <a:r>
              <a:rPr lang="en-GB" sz="1400" b="1" dirty="0">
                <a:solidFill>
                  <a:srgbClr val="134183"/>
                </a:solidFill>
                <a:latin typeface="Figtree" pitchFamily="2" charset="0"/>
              </a:rPr>
              <a:t>/var/log</a:t>
            </a:r>
            <a:r>
              <a:rPr lang="en-GB" sz="1400" dirty="0">
                <a:solidFill>
                  <a:srgbClr val="134183"/>
                </a:solidFill>
                <a:latin typeface="Figtree" pitchFamily="2" charset="0"/>
              </a:rPr>
              <a:t> and create a backup of all files (sending it to stdin), which is piped to the second sub-shell, where we restore it with </a:t>
            </a:r>
            <a:r>
              <a:rPr lang="en-GB" sz="1400" b="1" dirty="0">
                <a:solidFill>
                  <a:srgbClr val="134183"/>
                </a:solidFill>
                <a:latin typeface="Figtree" pitchFamily="2" charset="0"/>
              </a:rPr>
              <a:t>tar x</a:t>
            </a:r>
            <a:r>
              <a:rPr lang="en-GB" sz="1400" dirty="0">
                <a:solidFill>
                  <a:srgbClr val="134183"/>
                </a:solidFill>
                <a:latin typeface="Figtree" pitchFamily="2" charset="0"/>
              </a:rPr>
              <a:t>.</a:t>
            </a:r>
            <a:endParaRPr lang="en-GB" sz="1400" dirty="0">
              <a:solidFill>
                <a:srgbClr val="134183"/>
              </a:solidFill>
            </a:endParaRPr>
          </a:p>
        </p:txBody>
      </p:sp>
    </p:spTree>
    <p:extLst>
      <p:ext uri="{BB962C8B-B14F-4D97-AF65-F5344CB8AC3E}">
        <p14:creationId xmlns:p14="http://schemas.microsoft.com/office/powerpoint/2010/main" val="224569096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491AED-B25C-9ECE-78DC-481C3740C8DF}"/>
              </a:ext>
            </a:extLst>
          </p:cNvPr>
          <p:cNvSpPr>
            <a:spLocks noGrp="1"/>
          </p:cNvSpPr>
          <p:nvPr>
            <p:ph type="ctrTitle"/>
          </p:nvPr>
        </p:nvSpPr>
        <p:spPr/>
        <p:txBody>
          <a:bodyPr/>
          <a:lstStyle/>
          <a:p>
            <a:r>
              <a:rPr lang="en-GB" dirty="0">
                <a:solidFill>
                  <a:srgbClr val="FF0000"/>
                </a:solidFill>
              </a:rPr>
              <a:t>tee</a:t>
            </a:r>
            <a:r>
              <a:rPr lang="en-GB" dirty="0"/>
              <a:t>: Replicate pipe into file</a:t>
            </a:r>
          </a:p>
        </p:txBody>
      </p:sp>
      <p:sp>
        <p:nvSpPr>
          <p:cNvPr id="39939" name="Rectangle 3"/>
          <p:cNvSpPr>
            <a:spLocks noGrp="1" noChangeArrowheads="1"/>
          </p:cNvSpPr>
          <p:nvPr>
            <p:ph sz="quarter" idx="4"/>
          </p:nvPr>
        </p:nvSpPr>
        <p:spPr/>
        <p:txBody>
          <a:bodyPr/>
          <a:lstStyle/>
          <a:p>
            <a:r>
              <a:rPr lang="en-US" sz="1800" dirty="0">
                <a:solidFill>
                  <a:schemeClr val="tx1"/>
                </a:solidFill>
              </a:rPr>
              <a:t>Count remote logins, but record all logins in a log file:</a:t>
            </a:r>
          </a:p>
          <a:p>
            <a:endParaRPr lang="en-US" sz="1800" dirty="0"/>
          </a:p>
          <a:p>
            <a:pPr lvl="1"/>
            <a:endParaRPr lang="en-US" sz="1800" dirty="0"/>
          </a:p>
          <a:p>
            <a:pPr lvl="1"/>
            <a:endParaRPr lang="en-US" sz="1800" dirty="0"/>
          </a:p>
          <a:p>
            <a:pPr lvl="1"/>
            <a:endParaRPr lang="en-US" sz="1800" dirty="0"/>
          </a:p>
          <a:p>
            <a:r>
              <a:rPr lang="en-US" sz="1800" dirty="0"/>
              <a:t>Make a copy of a remote login session:</a:t>
            </a:r>
          </a:p>
          <a:p>
            <a:endParaRPr lang="en-US" sz="1800" dirty="0"/>
          </a:p>
        </p:txBody>
      </p:sp>
      <p:sp>
        <p:nvSpPr>
          <p:cNvPr id="2" name="Slide Number Placeholder 2">
            <a:extLst>
              <a:ext uri="{FF2B5EF4-FFF2-40B4-BE49-F238E27FC236}">
                <a16:creationId xmlns:a16="http://schemas.microsoft.com/office/drawing/2014/main" id="{764BF835-CF7A-E892-411D-4C5925E9B7BB}"/>
              </a:ext>
            </a:extLst>
          </p:cNvPr>
          <p:cNvSpPr>
            <a:spLocks noGrp="1"/>
          </p:cNvSpPr>
          <p:nvPr>
            <p:ph type="sldNum" sz="quarter" idx="12"/>
          </p:nvPr>
        </p:nvSpPr>
        <p:spPr/>
        <p:txBody>
          <a:bodyPr/>
          <a:lstStyle/>
          <a:p>
            <a:fld id="{F3469444-D02B-D446-9CF8-19DEDDE073D1}" type="slidenum">
              <a:rPr lang="en-US" smtClean="0"/>
              <a:pPr/>
              <a:t>38</a:t>
            </a:fld>
            <a:endParaRPr lang="en-US" dirty="0"/>
          </a:p>
        </p:txBody>
      </p:sp>
      <p:sp>
        <p:nvSpPr>
          <p:cNvPr id="1057796" name="Rectangle 4"/>
          <p:cNvSpPr>
            <a:spLocks noChangeArrowheads="1"/>
          </p:cNvSpPr>
          <p:nvPr/>
        </p:nvSpPr>
        <p:spPr bwMode="auto">
          <a:xfrm>
            <a:off x="585471" y="2334756"/>
            <a:ext cx="10468193" cy="835484"/>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who | tee $HOME/</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sysmon</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/user.log |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wc</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-l</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7</a:t>
            </a:r>
          </a:p>
          <a:p>
            <a:pPr marL="322263" indent="-322263" defTabSz="715963">
              <a:spcBef>
                <a:spcPct val="0"/>
              </a:spcBef>
              <a:defRPr/>
            </a:pPr>
            <a:r>
              <a:rPr lang="en-US" dirty="0">
                <a:solidFill>
                  <a:srgbClr val="FFFF00"/>
                </a:solidFill>
                <a:latin typeface="Hack" panose="020B0609030202020204" pitchFamily="49" charset="0"/>
                <a:ea typeface="Hack" panose="020B0609030202020204" pitchFamily="49" charset="0"/>
                <a:cs typeface="Hack" panose="020B0609030202020204" pitchFamily="49" charset="0"/>
              </a:rPr>
              <a:t>$</a:t>
            </a:r>
          </a:p>
        </p:txBody>
      </p:sp>
      <p:sp>
        <p:nvSpPr>
          <p:cNvPr id="39941" name="Text Box 5"/>
          <p:cNvSpPr txBox="1">
            <a:spLocks noChangeArrowheads="1"/>
          </p:cNvSpPr>
          <p:nvPr/>
        </p:nvSpPr>
        <p:spPr bwMode="auto">
          <a:xfrm>
            <a:off x="514350" y="3206691"/>
            <a:ext cx="10468193" cy="307777"/>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We have counted seven users and stored all output from </a:t>
            </a:r>
            <a:r>
              <a:rPr lang="en-GB" sz="1400" b="1" dirty="0">
                <a:solidFill>
                  <a:srgbClr val="134183"/>
                </a:solidFill>
                <a:latin typeface="Figtree" pitchFamily="2" charset="0"/>
              </a:rPr>
              <a:t>who</a:t>
            </a:r>
            <a:r>
              <a:rPr lang="en-GB" sz="1400" dirty="0">
                <a:solidFill>
                  <a:srgbClr val="134183"/>
                </a:solidFill>
                <a:latin typeface="Figtree" pitchFamily="2" charset="0"/>
              </a:rPr>
              <a:t> in 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$HOME/</a:t>
            </a:r>
            <a:r>
              <a:rPr lang="en-GB" sz="1400" b="1" dirty="0" err="1">
                <a:solidFill>
                  <a:srgbClr val="134183"/>
                </a:solidFill>
                <a:latin typeface="Hack" panose="020B0609030202020204" pitchFamily="49" charset="0"/>
                <a:ea typeface="Hack" panose="020B0609030202020204" pitchFamily="49" charset="0"/>
                <a:cs typeface="Hack" panose="020B0609030202020204" pitchFamily="49" charset="0"/>
              </a:rPr>
              <a:t>sysmon</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/user.log</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file.</a:t>
            </a:r>
            <a:endParaRPr lang="en-GB" sz="1400" dirty="0">
              <a:solidFill>
                <a:srgbClr val="134183"/>
              </a:solidFill>
            </a:endParaRPr>
          </a:p>
        </p:txBody>
      </p:sp>
      <p:sp>
        <p:nvSpPr>
          <p:cNvPr id="39942" name="Text Box 6"/>
          <p:cNvSpPr txBox="1">
            <a:spLocks noChangeArrowheads="1"/>
          </p:cNvSpPr>
          <p:nvPr/>
        </p:nvSpPr>
        <p:spPr bwMode="auto">
          <a:xfrm>
            <a:off x="896112" y="6031131"/>
            <a:ext cx="10594848" cy="523220"/>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This is a sneaky one. Since the standard output of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tee</a:t>
            </a:r>
            <a:r>
              <a:rPr lang="en-GB" sz="1400" dirty="0">
                <a:solidFill>
                  <a:srgbClr val="134183"/>
                </a:solidFill>
                <a:latin typeface="Figtree" pitchFamily="2" charset="0"/>
              </a:rPr>
              <a:t> is not redirected, it goes to standard output, the screen. So, to you, 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ssh</a:t>
            </a:r>
            <a:r>
              <a:rPr lang="en-GB" sz="1400" b="1" dirty="0">
                <a:solidFill>
                  <a:srgbClr val="134183"/>
                </a:solidFill>
                <a:latin typeface="Figtree" pitchFamily="2" charset="0"/>
              </a:rPr>
              <a:t> </a:t>
            </a:r>
            <a:r>
              <a:rPr lang="en-GB" sz="1400" dirty="0">
                <a:solidFill>
                  <a:srgbClr val="134183"/>
                </a:solidFill>
                <a:latin typeface="Figtree" pitchFamily="2" charset="0"/>
              </a:rPr>
              <a:t>command appears to work normally, whereas in fact a copy of its output is stored in 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ssh.log</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file.</a:t>
            </a:r>
            <a:endParaRPr lang="en-GB" sz="1400" dirty="0">
              <a:solidFill>
                <a:srgbClr val="134183"/>
              </a:solidFill>
            </a:endParaRPr>
          </a:p>
        </p:txBody>
      </p:sp>
      <p:sp>
        <p:nvSpPr>
          <p:cNvPr id="1057799" name="Rectangle 7"/>
          <p:cNvSpPr>
            <a:spLocks noChangeArrowheads="1"/>
          </p:cNvSpPr>
          <p:nvPr/>
        </p:nvSpPr>
        <p:spPr bwMode="auto">
          <a:xfrm>
            <a:off x="2593976" y="4048346"/>
            <a:ext cx="8453126" cy="183575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ssh yogi | tee $HOME/ssh.log</a:t>
            </a:r>
          </a:p>
          <a:p>
            <a:pPr marL="322263" indent="-322263" defTabSz="715963">
              <a:spcBef>
                <a:spcPts val="60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Welcome to Ubuntu 17.04 (GNU/Linux 4.10.0-32-generic x86_64)</a:t>
            </a:r>
          </a:p>
          <a:p>
            <a:pPr marL="322263" indent="-322263" defTabSz="715963">
              <a:spcBef>
                <a:spcPts val="60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date</a:t>
            </a:r>
          </a:p>
          <a:p>
            <a:pPr marL="322263" indent="-322263" defTabSz="715963">
              <a:spcBef>
                <a:spcPts val="60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Fri  8 Sep 18:18:44 BST 2017</a:t>
            </a:r>
          </a:p>
          <a:p>
            <a:pPr marL="322263" indent="-322263" defTabSz="715963">
              <a:spcBef>
                <a:spcPts val="60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a:t>
            </a:r>
          </a:p>
          <a:p>
            <a:pPr marL="322263" indent="-322263" defTabSz="715963">
              <a:spcBef>
                <a:spcPts val="600"/>
              </a:spcBef>
              <a:defRPr/>
            </a:pPr>
            <a:r>
              <a:rPr lang="en-US"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b="1" dirty="0">
                <a:solidFill>
                  <a:schemeClr val="bg2"/>
                </a:solidFill>
                <a:latin typeface="Hack" panose="020B0609030202020204" pitchFamily="49" charset="0"/>
                <a:ea typeface="Hack" panose="020B0609030202020204" pitchFamily="49" charset="0"/>
                <a:cs typeface="Hack" panose="020B0609030202020204" pitchFamily="49" charset="0"/>
              </a:rPr>
              <a:t>^D</a:t>
            </a:r>
          </a:p>
        </p:txBody>
      </p:sp>
      <p:sp>
        <p:nvSpPr>
          <p:cNvPr id="39944" name="AutoShape 8"/>
          <p:cNvSpPr>
            <a:spLocks/>
          </p:cNvSpPr>
          <p:nvPr/>
        </p:nvSpPr>
        <p:spPr bwMode="auto">
          <a:xfrm>
            <a:off x="2426977" y="4403946"/>
            <a:ext cx="209551" cy="1189738"/>
          </a:xfrm>
          <a:prstGeom prst="leftBrace">
            <a:avLst>
              <a:gd name="adj1" fmla="val 38935"/>
              <a:gd name="adj2" fmla="val 50000"/>
            </a:avLst>
          </a:prstGeom>
          <a:noFill/>
          <a:ln w="19050">
            <a:solidFill>
              <a:srgbClr val="0000FF"/>
            </a:solidFill>
            <a:round/>
            <a:headEnd/>
            <a:tailEnd/>
          </a:ln>
        </p:spPr>
        <p:txBody>
          <a:bodyPr wrap="none" anchor="ctr"/>
          <a:lstStyle/>
          <a:p>
            <a:endParaRPr lang="en-US"/>
          </a:p>
        </p:txBody>
      </p:sp>
      <p:sp>
        <p:nvSpPr>
          <p:cNvPr id="39945" name="Text Box 9"/>
          <p:cNvSpPr txBox="1">
            <a:spLocks noChangeArrowheads="1"/>
          </p:cNvSpPr>
          <p:nvPr/>
        </p:nvSpPr>
        <p:spPr bwMode="auto">
          <a:xfrm>
            <a:off x="550334" y="4691281"/>
            <a:ext cx="1928284" cy="523220"/>
          </a:xfrm>
          <a:prstGeom prst="rect">
            <a:avLst/>
          </a:prstGeom>
          <a:noFill/>
          <a:ln w="19050">
            <a:noFill/>
            <a:miter lim="800000"/>
            <a:headEnd/>
            <a:tailEnd/>
          </a:ln>
        </p:spPr>
        <p:txBody>
          <a:bodyPr>
            <a:spAutoFit/>
          </a:bodyPr>
          <a:lstStyle/>
          <a:p>
            <a:pPr algn="r" defTabSz="739775"/>
            <a:r>
              <a:rPr lang="en-GB" sz="1400" dirty="0">
                <a:solidFill>
                  <a:srgbClr val="134183"/>
                </a:solidFill>
                <a:latin typeface="Figtree" pitchFamily="2" charset="0"/>
              </a:rPr>
              <a:t>All this captured in the log file</a:t>
            </a:r>
          </a:p>
        </p:txBody>
      </p:sp>
    </p:spTree>
    <p:extLst>
      <p:ext uri="{BB962C8B-B14F-4D97-AF65-F5344CB8AC3E}">
        <p14:creationId xmlns:p14="http://schemas.microsoft.com/office/powerpoint/2010/main" val="3295151389"/>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30A21E-38EC-77FB-6BFB-2A66A7182638}"/>
              </a:ext>
            </a:extLst>
          </p:cNvPr>
          <p:cNvSpPr>
            <a:spLocks noGrp="1"/>
          </p:cNvSpPr>
          <p:nvPr>
            <p:ph type="ctrTitle"/>
          </p:nvPr>
        </p:nvSpPr>
        <p:spPr/>
        <p:txBody>
          <a:bodyPr/>
          <a:lstStyle/>
          <a:p>
            <a:r>
              <a:rPr lang="en-GB" dirty="0">
                <a:solidFill>
                  <a:srgbClr val="FF0000"/>
                </a:solidFill>
              </a:rPr>
              <a:t>touch</a:t>
            </a:r>
            <a:r>
              <a:rPr lang="en-GB" dirty="0"/>
              <a:t>: Update/create </a:t>
            </a:r>
            <a:r>
              <a:rPr lang="en-GB" dirty="0" err="1"/>
              <a:t>Inode</a:t>
            </a:r>
            <a:endParaRPr lang="en-GB" dirty="0"/>
          </a:p>
        </p:txBody>
      </p:sp>
      <p:sp>
        <p:nvSpPr>
          <p:cNvPr id="40963" name="Rectangle 3"/>
          <p:cNvSpPr>
            <a:spLocks noGrp="1" noChangeArrowheads="1"/>
          </p:cNvSpPr>
          <p:nvPr>
            <p:ph sz="quarter" idx="4"/>
          </p:nvPr>
        </p:nvSpPr>
        <p:spPr/>
        <p:txBody>
          <a:bodyPr/>
          <a:lstStyle/>
          <a:p>
            <a:r>
              <a:rPr lang="en-US" sz="1800" dirty="0">
                <a:solidFill>
                  <a:schemeClr val="tx1"/>
                </a:solidFill>
              </a:rPr>
              <a:t>Create a new, empty file:</a:t>
            </a:r>
          </a:p>
          <a:p>
            <a:endParaRPr lang="en-US" sz="1800" dirty="0"/>
          </a:p>
          <a:p>
            <a:pPr lvl="1"/>
            <a:endParaRPr lang="en-US" sz="1800" dirty="0"/>
          </a:p>
          <a:p>
            <a:pPr lvl="1"/>
            <a:endParaRPr lang="en-US" sz="1800" dirty="0"/>
          </a:p>
          <a:p>
            <a:pPr lvl="1"/>
            <a:endParaRPr lang="en-US" sz="1800" dirty="0"/>
          </a:p>
          <a:p>
            <a:pPr lvl="1">
              <a:buNone/>
            </a:pPr>
            <a:endParaRPr lang="en-US" sz="1800" dirty="0"/>
          </a:p>
          <a:p>
            <a:r>
              <a:rPr lang="en-US" sz="1800" dirty="0"/>
              <a:t>Update time stamp on existing file:</a:t>
            </a:r>
          </a:p>
          <a:p>
            <a:endParaRPr lang="en-US" sz="1800" dirty="0"/>
          </a:p>
        </p:txBody>
      </p:sp>
      <p:sp>
        <p:nvSpPr>
          <p:cNvPr id="2" name="Slide Number Placeholder 2">
            <a:extLst>
              <a:ext uri="{FF2B5EF4-FFF2-40B4-BE49-F238E27FC236}">
                <a16:creationId xmlns:a16="http://schemas.microsoft.com/office/drawing/2014/main" id="{772C9605-DAA7-1F18-0269-0DCEC06D670A}"/>
              </a:ext>
            </a:extLst>
          </p:cNvPr>
          <p:cNvSpPr>
            <a:spLocks noGrp="1"/>
          </p:cNvSpPr>
          <p:nvPr>
            <p:ph type="sldNum" sz="quarter" idx="12"/>
          </p:nvPr>
        </p:nvSpPr>
        <p:spPr/>
        <p:txBody>
          <a:bodyPr/>
          <a:lstStyle/>
          <a:p>
            <a:fld id="{F3469444-D02B-D446-9CF8-19DEDDE073D1}" type="slidenum">
              <a:rPr lang="en-US" smtClean="0"/>
              <a:pPr/>
              <a:t>39</a:t>
            </a:fld>
            <a:endParaRPr lang="en-US" dirty="0"/>
          </a:p>
        </p:txBody>
      </p:sp>
      <p:sp>
        <p:nvSpPr>
          <p:cNvPr id="1059844" name="Rectangle 4"/>
          <p:cNvSpPr>
            <a:spLocks noChangeArrowheads="1"/>
          </p:cNvSpPr>
          <p:nvPr/>
        </p:nvSpPr>
        <p:spPr bwMode="auto">
          <a:xfrm>
            <a:off x="514350" y="2308031"/>
            <a:ext cx="10497028" cy="736163"/>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touch $HOME/file</a:t>
            </a:r>
          </a:p>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p>
        </p:txBody>
      </p:sp>
      <p:sp>
        <p:nvSpPr>
          <p:cNvPr id="1059845" name="Rectangle 5"/>
          <p:cNvSpPr>
            <a:spLocks noChangeArrowheads="1"/>
          </p:cNvSpPr>
          <p:nvPr/>
        </p:nvSpPr>
        <p:spPr bwMode="auto">
          <a:xfrm>
            <a:off x="606793" y="4336536"/>
            <a:ext cx="10494912" cy="736163"/>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touch $HOME/*.txt</a:t>
            </a:r>
          </a:p>
          <a:p>
            <a:pPr marL="322263" indent="-322263" defTabSz="715963">
              <a:lnSpc>
                <a:spcPct val="133000"/>
              </a:lnSpc>
              <a:spcBef>
                <a:spcPct val="0"/>
              </a:spcBef>
              <a:defRPr/>
            </a:pPr>
            <a:r>
              <a:rPr lang="en-US" dirty="0">
                <a:solidFill>
                  <a:srgbClr val="FFFF00"/>
                </a:solidFill>
                <a:latin typeface="Hack" panose="020B0609030202020204" pitchFamily="49" charset="0"/>
                <a:ea typeface="Hack" panose="020B0609030202020204" pitchFamily="49" charset="0"/>
                <a:cs typeface="Hack" panose="020B0609030202020204" pitchFamily="49" charset="0"/>
              </a:rPr>
              <a:t>$</a:t>
            </a:r>
          </a:p>
        </p:txBody>
      </p:sp>
      <p:sp>
        <p:nvSpPr>
          <p:cNvPr id="40966" name="Text Box 6"/>
          <p:cNvSpPr txBox="1">
            <a:spLocks noChangeArrowheads="1"/>
          </p:cNvSpPr>
          <p:nvPr/>
        </p:nvSpPr>
        <p:spPr bwMode="auto">
          <a:xfrm>
            <a:off x="514350" y="3113167"/>
            <a:ext cx="10494912" cy="523220"/>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If the file does not exist, it is created empty. Otherwise, its timestamp is updated. The</a:t>
            </a:r>
            <a:r>
              <a:rPr lang="en-GB" sz="1400" b="1" dirty="0">
                <a:solidFill>
                  <a:srgbClr val="134183"/>
                </a:solidFill>
                <a:latin typeface="Figtree" pitchFamily="2" charset="0"/>
              </a:rPr>
              <a:t>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touch</a:t>
            </a:r>
            <a:r>
              <a:rPr lang="en-GB" sz="1400" dirty="0">
                <a:solidFill>
                  <a:srgbClr val="134183"/>
                </a:solidFill>
                <a:latin typeface="Figtree" pitchFamily="2" charset="0"/>
              </a:rPr>
              <a:t> command never opens the file; it is only capable of manipulating time attributes (which are stored in the i-node table).</a:t>
            </a:r>
            <a:endParaRPr lang="en-GB" sz="1400" dirty="0">
              <a:solidFill>
                <a:srgbClr val="134183"/>
              </a:solidFill>
            </a:endParaRPr>
          </a:p>
        </p:txBody>
      </p:sp>
      <p:sp>
        <p:nvSpPr>
          <p:cNvPr id="40967" name="Text Box 7"/>
          <p:cNvSpPr txBox="1">
            <a:spLocks noChangeArrowheads="1"/>
          </p:cNvSpPr>
          <p:nvPr/>
        </p:nvSpPr>
        <p:spPr bwMode="auto">
          <a:xfrm>
            <a:off x="606793" y="5096950"/>
            <a:ext cx="10490680" cy="674031"/>
          </a:xfrm>
          <a:prstGeom prst="rect">
            <a:avLst/>
          </a:prstGeom>
          <a:noFill/>
          <a:ln w="19050">
            <a:noFill/>
            <a:miter lim="800000"/>
            <a:headEnd/>
            <a:tailEnd/>
          </a:ln>
        </p:spPr>
        <p:txBody>
          <a:bodyPr wrap="square">
            <a:spAutoFit/>
          </a:bodyPr>
          <a:lstStyle/>
          <a:p>
            <a:pPr defTabSz="739775">
              <a:lnSpc>
                <a:spcPct val="90000"/>
              </a:lnSpc>
            </a:pPr>
            <a:r>
              <a:rPr lang="en-GB" sz="1400" dirty="0">
                <a:solidFill>
                  <a:srgbClr val="134183"/>
                </a:solidFill>
                <a:latin typeface="Figtree" pitchFamily="2" charset="0"/>
              </a:rPr>
              <a:t>Update the modification time of all those files in the home directory, which end with 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.txt</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string.</a:t>
            </a:r>
          </a:p>
          <a:p>
            <a:pPr defTabSz="739775">
              <a:lnSpc>
                <a:spcPct val="90000"/>
              </a:lnSpc>
            </a:pPr>
            <a:r>
              <a:rPr lang="en-GB" sz="1400" dirty="0">
                <a:solidFill>
                  <a:srgbClr val="134183"/>
                </a:solidFill>
                <a:latin typeface="Figtree" pitchFamily="2" charset="0"/>
              </a:rPr>
              <a:t>Some implementations of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touch</a:t>
            </a:r>
            <a:r>
              <a:rPr lang="en-GB" sz="1400" dirty="0">
                <a:solidFill>
                  <a:srgbClr val="134183"/>
                </a:solidFill>
                <a:latin typeface="Figtree" pitchFamily="2" charset="0"/>
              </a:rPr>
              <a:t> also allow to modify other time attributes (like access time, or i-node change time). See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man</a:t>
            </a:r>
            <a:r>
              <a:rPr lang="en-GB" sz="1400" dirty="0">
                <a:solidFill>
                  <a:srgbClr val="134183"/>
                </a:solidFill>
                <a:latin typeface="Figtree" pitchFamily="2" charset="0"/>
              </a:rPr>
              <a:t> pages.</a:t>
            </a:r>
            <a:endParaRPr lang="en-GB" sz="1400" b="1" dirty="0">
              <a:solidFill>
                <a:srgbClr val="134183"/>
              </a:solidFill>
            </a:endParaRPr>
          </a:p>
        </p:txBody>
      </p:sp>
    </p:spTree>
    <p:extLst>
      <p:ext uri="{BB962C8B-B14F-4D97-AF65-F5344CB8AC3E}">
        <p14:creationId xmlns:p14="http://schemas.microsoft.com/office/powerpoint/2010/main" val="186429632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8AA5C5-739A-F3B6-F2EF-94EA0D6A9AB0}"/>
              </a:ext>
            </a:extLst>
          </p:cNvPr>
          <p:cNvSpPr>
            <a:spLocks noGrp="1"/>
          </p:cNvSpPr>
          <p:nvPr>
            <p:ph type="ctrTitle"/>
          </p:nvPr>
        </p:nvSpPr>
        <p:spPr/>
        <p:txBody>
          <a:bodyPr/>
          <a:lstStyle/>
          <a:p>
            <a:r>
              <a:rPr lang="en-GB" dirty="0">
                <a:solidFill>
                  <a:srgbClr val="FF0000"/>
                </a:solidFill>
              </a:rPr>
              <a:t>tr</a:t>
            </a:r>
            <a:r>
              <a:rPr lang="en-GB" dirty="0"/>
              <a:t>: Translate</a:t>
            </a:r>
          </a:p>
        </p:txBody>
      </p:sp>
      <p:sp>
        <p:nvSpPr>
          <p:cNvPr id="41988" name="Rectangle 4"/>
          <p:cNvSpPr>
            <a:spLocks noGrp="1" noChangeArrowheads="1"/>
          </p:cNvSpPr>
          <p:nvPr>
            <p:ph sz="quarter" idx="4"/>
          </p:nvPr>
        </p:nvSpPr>
        <p:spPr/>
        <p:txBody>
          <a:bodyPr>
            <a:normAutofit/>
          </a:bodyPr>
          <a:lstStyle/>
          <a:p>
            <a:r>
              <a:rPr lang="en-US" sz="1800" dirty="0">
                <a:solidFill>
                  <a:schemeClr val="tx1"/>
                </a:solidFill>
              </a:rPr>
              <a:t>Change characters in the stream:</a:t>
            </a:r>
          </a:p>
          <a:p>
            <a:endParaRPr lang="en-US" sz="1800" dirty="0"/>
          </a:p>
          <a:p>
            <a:pPr>
              <a:buNone/>
            </a:pPr>
            <a:endParaRPr lang="en-US" sz="1800" dirty="0"/>
          </a:p>
          <a:p>
            <a:r>
              <a:rPr lang="en-US" sz="1800" dirty="0"/>
              <a:t>Remove multiple adjacent characters</a:t>
            </a:r>
          </a:p>
          <a:p>
            <a:pPr>
              <a:buNone/>
            </a:pPr>
            <a:endParaRPr lang="en-US" sz="1800" dirty="0"/>
          </a:p>
          <a:p>
            <a:r>
              <a:rPr lang="en-US" sz="1800" dirty="0"/>
              <a:t>Remove characters from the stream</a:t>
            </a:r>
          </a:p>
          <a:p>
            <a:endParaRPr lang="en-US" sz="1800" dirty="0"/>
          </a:p>
          <a:p>
            <a:pPr>
              <a:buNone/>
            </a:pPr>
            <a:endParaRPr lang="en-US" sz="1800" dirty="0"/>
          </a:p>
          <a:p>
            <a:r>
              <a:rPr lang="en-US" sz="1800" dirty="0"/>
              <a:t>Replace selected characters with a new one</a:t>
            </a:r>
          </a:p>
        </p:txBody>
      </p:sp>
      <p:sp>
        <p:nvSpPr>
          <p:cNvPr id="2" name="Slide Number Placeholder 2">
            <a:extLst>
              <a:ext uri="{FF2B5EF4-FFF2-40B4-BE49-F238E27FC236}">
                <a16:creationId xmlns:a16="http://schemas.microsoft.com/office/drawing/2014/main" id="{E518BD90-9E8E-7F7D-412D-B38EF73B4127}"/>
              </a:ext>
            </a:extLst>
          </p:cNvPr>
          <p:cNvSpPr>
            <a:spLocks noGrp="1"/>
          </p:cNvSpPr>
          <p:nvPr>
            <p:ph type="sldNum" sz="quarter" idx="12"/>
          </p:nvPr>
        </p:nvSpPr>
        <p:spPr/>
        <p:txBody>
          <a:bodyPr/>
          <a:lstStyle/>
          <a:p>
            <a:fld id="{F3469444-D02B-D446-9CF8-19DEDDE073D1}" type="slidenum">
              <a:rPr lang="en-US" smtClean="0"/>
              <a:pPr/>
              <a:t>40</a:t>
            </a:fld>
            <a:endParaRPr lang="en-US" dirty="0"/>
          </a:p>
        </p:txBody>
      </p:sp>
      <p:sp>
        <p:nvSpPr>
          <p:cNvPr id="1061893" name="Rectangle 5"/>
          <p:cNvSpPr>
            <a:spLocks noChangeArrowheads="1"/>
          </p:cNvSpPr>
          <p:nvPr/>
        </p:nvSpPr>
        <p:spPr bwMode="auto">
          <a:xfrm>
            <a:off x="511175" y="2326599"/>
            <a:ext cx="10456333" cy="36772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tr '[A-Z]' '[a-z]'</a:t>
            </a:r>
          </a:p>
        </p:txBody>
      </p:sp>
      <p:sp>
        <p:nvSpPr>
          <p:cNvPr id="1061894" name="Rectangle 6"/>
          <p:cNvSpPr>
            <a:spLocks noChangeArrowheads="1"/>
          </p:cNvSpPr>
          <p:nvPr/>
        </p:nvSpPr>
        <p:spPr bwMode="auto">
          <a:xfrm>
            <a:off x="511175" y="4157336"/>
            <a:ext cx="10442574" cy="38087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tr -d '\015\032'</a:t>
            </a:r>
          </a:p>
        </p:txBody>
      </p:sp>
      <p:sp>
        <p:nvSpPr>
          <p:cNvPr id="1061895" name="Rectangle 7"/>
          <p:cNvSpPr>
            <a:spLocks noChangeArrowheads="1"/>
          </p:cNvSpPr>
          <p:nvPr/>
        </p:nvSpPr>
        <p:spPr bwMode="auto">
          <a:xfrm>
            <a:off x="499532" y="3413345"/>
            <a:ext cx="10444692" cy="38087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tr -s '&lt;tab&gt;&lt;space&gt;' '&lt;space&gt;&lt;space&gt;'</a:t>
            </a:r>
          </a:p>
        </p:txBody>
      </p:sp>
      <p:sp>
        <p:nvSpPr>
          <p:cNvPr id="41992" name="Text Box 8"/>
          <p:cNvSpPr txBox="1">
            <a:spLocks noChangeArrowheads="1"/>
          </p:cNvSpPr>
          <p:nvPr/>
        </p:nvSpPr>
        <p:spPr bwMode="auto">
          <a:xfrm>
            <a:off x="514350" y="2720554"/>
            <a:ext cx="9508066" cy="307777"/>
          </a:xfrm>
          <a:prstGeom prst="rect">
            <a:avLst/>
          </a:prstGeom>
          <a:noFill/>
          <a:ln w="19050">
            <a:noFill/>
            <a:miter lim="800000"/>
            <a:headEnd/>
            <a:tailEnd/>
          </a:ln>
        </p:spPr>
        <p:txBody>
          <a:bodyPr>
            <a:spAutoFit/>
          </a:bodyPr>
          <a:lstStyle/>
          <a:p>
            <a:pPr defTabSz="739775">
              <a:spcBef>
                <a:spcPct val="0"/>
              </a:spcBef>
            </a:pPr>
            <a:r>
              <a:rPr lang="en-US" sz="1400" dirty="0">
                <a:solidFill>
                  <a:srgbClr val="134183"/>
                </a:solidFill>
                <a:latin typeface="Figtree" pitchFamily="2" charset="0"/>
              </a:rPr>
              <a:t>Translate upper-case letters to lower case.	</a:t>
            </a:r>
            <a:endParaRPr lang="en-US" sz="2000" dirty="0">
              <a:solidFill>
                <a:srgbClr val="134183"/>
              </a:solidFill>
              <a:latin typeface="Figtree" pitchFamily="2" charset="0"/>
            </a:endParaRPr>
          </a:p>
        </p:txBody>
      </p:sp>
      <p:sp>
        <p:nvSpPr>
          <p:cNvPr id="41993" name="Text Box 9"/>
          <p:cNvSpPr txBox="1">
            <a:spLocks noChangeArrowheads="1"/>
          </p:cNvSpPr>
          <p:nvPr/>
        </p:nvSpPr>
        <p:spPr bwMode="auto">
          <a:xfrm>
            <a:off x="499531" y="5835411"/>
            <a:ext cx="10444691" cy="523220"/>
          </a:xfrm>
          <a:prstGeom prst="rect">
            <a:avLst/>
          </a:prstGeom>
          <a:noFill/>
          <a:ln w="19050">
            <a:noFill/>
            <a:miter lim="800000"/>
            <a:headEnd/>
            <a:tailEnd/>
          </a:ln>
        </p:spPr>
        <p:txBody>
          <a:bodyPr wrap="square">
            <a:spAutoFit/>
          </a:bodyPr>
          <a:lstStyle/>
          <a:p>
            <a:pPr defTabSz="739775"/>
            <a:r>
              <a:rPr lang="en-US" sz="1400" dirty="0">
                <a:solidFill>
                  <a:srgbClr val="134183"/>
                </a:solidFill>
                <a:latin typeface="Figtree" pitchFamily="2" charset="0"/>
              </a:rPr>
              <a:t>Translate non (</a:t>
            </a:r>
            <a:r>
              <a:rPr lang="en-US" sz="1400" b="1" dirty="0">
                <a:solidFill>
                  <a:srgbClr val="134183"/>
                </a:solidFill>
                <a:latin typeface="Figtree" pitchFamily="2" charset="0"/>
              </a:rPr>
              <a:t>-c</a:t>
            </a:r>
            <a:r>
              <a:rPr lang="en-US" sz="1400" dirty="0">
                <a:solidFill>
                  <a:srgbClr val="134183"/>
                </a:solidFill>
                <a:latin typeface="Figtree" pitchFamily="2" charset="0"/>
              </a:rPr>
              <a:t>) </a:t>
            </a:r>
            <a:r>
              <a:rPr lang="en-US" sz="1400" dirty="0" err="1">
                <a:solidFill>
                  <a:srgbClr val="134183"/>
                </a:solidFill>
                <a:latin typeface="Figtree" pitchFamily="2" charset="0"/>
              </a:rPr>
              <a:t>alphanumerics</a:t>
            </a:r>
            <a:r>
              <a:rPr lang="en-US" sz="1400" dirty="0">
                <a:solidFill>
                  <a:srgbClr val="134183"/>
                </a:solidFill>
                <a:latin typeface="Figtree" pitchFamily="2" charset="0"/>
              </a:rPr>
              <a:t> into newlines with ‘squeeze’ (</a:t>
            </a:r>
            <a:r>
              <a:rPr lang="en-US" sz="1400" b="1" dirty="0">
                <a:solidFill>
                  <a:srgbClr val="134183"/>
                </a:solidFill>
                <a:latin typeface="Hack" panose="020B0609030202020204" pitchFamily="49" charset="0"/>
                <a:ea typeface="Hack" panose="020B0609030202020204" pitchFamily="49" charset="0"/>
                <a:cs typeface="Hack" panose="020B0609030202020204" pitchFamily="49" charset="0"/>
              </a:rPr>
              <a:t>-s</a:t>
            </a:r>
            <a:r>
              <a:rPr lang="en-US" sz="1400" dirty="0">
                <a:solidFill>
                  <a:srgbClr val="134183"/>
                </a:solidFill>
                <a:latin typeface="Figtree" pitchFamily="2" charset="0"/>
              </a:rPr>
              <a:t>). This has effect in showing all ‘pure alpha’ words on separate lines, usually in preparation to sort and further line (word) duplicate testing.</a:t>
            </a:r>
            <a:endParaRPr lang="en-GB" sz="1400" dirty="0">
              <a:solidFill>
                <a:srgbClr val="134183"/>
              </a:solidFill>
              <a:latin typeface="Figtree" pitchFamily="2" charset="0"/>
            </a:endParaRPr>
          </a:p>
        </p:txBody>
      </p:sp>
      <p:sp>
        <p:nvSpPr>
          <p:cNvPr id="41994" name="Rectangle 10"/>
          <p:cNvSpPr>
            <a:spLocks noChangeArrowheads="1"/>
          </p:cNvSpPr>
          <p:nvPr/>
        </p:nvSpPr>
        <p:spPr bwMode="auto">
          <a:xfrm>
            <a:off x="6012234" y="3460212"/>
            <a:ext cx="4818326" cy="307777"/>
          </a:xfrm>
          <a:prstGeom prst="rect">
            <a:avLst/>
          </a:prstGeom>
          <a:solidFill>
            <a:schemeClr val="bg1"/>
          </a:solidFill>
          <a:ln w="19050">
            <a:noFill/>
            <a:miter lim="800000"/>
            <a:headEnd/>
            <a:tailEnd/>
          </a:ln>
        </p:spPr>
        <p:txBody>
          <a:bodyPr wrap="square">
            <a:spAutoFit/>
          </a:bodyPr>
          <a:lstStyle/>
          <a:p>
            <a:pPr defTabSz="739775">
              <a:spcBef>
                <a:spcPct val="0"/>
              </a:spcBef>
            </a:pPr>
            <a:r>
              <a:rPr lang="en-US" sz="1200" dirty="0">
                <a:solidFill>
                  <a:srgbClr val="134183"/>
                </a:solidFill>
                <a:latin typeface="Figtree" pitchFamily="2" charset="0"/>
              </a:rPr>
              <a:t>Translate non alpha-</a:t>
            </a:r>
            <a:r>
              <a:rPr lang="en-US" sz="1200" dirty="0" err="1">
                <a:solidFill>
                  <a:srgbClr val="134183"/>
                </a:solidFill>
                <a:latin typeface="Figtree" pitchFamily="2" charset="0"/>
              </a:rPr>
              <a:t>numerics</a:t>
            </a:r>
            <a:r>
              <a:rPr lang="en-US" sz="1200" dirty="0">
                <a:solidFill>
                  <a:srgbClr val="134183"/>
                </a:solidFill>
                <a:latin typeface="Figtree" pitchFamily="2" charset="0"/>
              </a:rPr>
              <a:t> into newlines with ‘squeeze</a:t>
            </a:r>
            <a:r>
              <a:rPr lang="en-US" sz="1400" dirty="0">
                <a:solidFill>
                  <a:srgbClr val="134183"/>
                </a:solidFill>
                <a:latin typeface="Figtree" pitchFamily="2" charset="0"/>
              </a:rPr>
              <a:t>’.</a:t>
            </a:r>
            <a:endParaRPr lang="en-US" sz="2400" b="1" dirty="0">
              <a:solidFill>
                <a:srgbClr val="134183"/>
              </a:solidFill>
              <a:latin typeface="Courier New" pitchFamily="49" charset="0"/>
            </a:endParaRPr>
          </a:p>
        </p:txBody>
      </p:sp>
      <p:sp>
        <p:nvSpPr>
          <p:cNvPr id="1061899" name="Rectangle 11"/>
          <p:cNvSpPr>
            <a:spLocks noChangeArrowheads="1"/>
          </p:cNvSpPr>
          <p:nvPr/>
        </p:nvSpPr>
        <p:spPr bwMode="auto">
          <a:xfrm>
            <a:off x="499532" y="5350914"/>
            <a:ext cx="10454217" cy="38087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tr -cs '[A-Z][a-z]' '[\012*]'</a:t>
            </a:r>
          </a:p>
        </p:txBody>
      </p:sp>
      <p:sp>
        <p:nvSpPr>
          <p:cNvPr id="41996" name="Text Box 12"/>
          <p:cNvSpPr txBox="1">
            <a:spLocks noChangeArrowheads="1"/>
          </p:cNvSpPr>
          <p:nvPr/>
        </p:nvSpPr>
        <p:spPr bwMode="auto">
          <a:xfrm>
            <a:off x="499532" y="4560102"/>
            <a:ext cx="9508066" cy="307777"/>
          </a:xfrm>
          <a:prstGeom prst="rect">
            <a:avLst/>
          </a:prstGeom>
          <a:noFill/>
          <a:ln w="19050">
            <a:noFill/>
            <a:miter lim="800000"/>
            <a:headEnd/>
            <a:tailEnd/>
          </a:ln>
        </p:spPr>
        <p:txBody>
          <a:bodyPr>
            <a:spAutoFit/>
          </a:bodyPr>
          <a:lstStyle/>
          <a:p>
            <a:pPr defTabSz="739775"/>
            <a:r>
              <a:rPr lang="en-US" sz="1400" dirty="0">
                <a:solidFill>
                  <a:srgbClr val="134183"/>
                </a:solidFill>
                <a:latin typeface="Figtree" pitchFamily="2" charset="0"/>
              </a:rPr>
              <a:t>Delete </a:t>
            </a:r>
            <a:r>
              <a:rPr lang="en-US" sz="1400" b="1" dirty="0">
                <a:solidFill>
                  <a:srgbClr val="134183"/>
                </a:solidFill>
                <a:latin typeface="Figtree" pitchFamily="2" charset="0"/>
              </a:rPr>
              <a:t>&lt;CR&gt;</a:t>
            </a:r>
            <a:r>
              <a:rPr lang="en-US" sz="1400" dirty="0">
                <a:solidFill>
                  <a:srgbClr val="134183"/>
                </a:solidFill>
                <a:latin typeface="Figtree" pitchFamily="2" charset="0"/>
              </a:rPr>
              <a:t> and </a:t>
            </a:r>
            <a:r>
              <a:rPr lang="en-US" sz="1400" b="1" dirty="0">
                <a:solidFill>
                  <a:srgbClr val="134183"/>
                </a:solidFill>
                <a:latin typeface="Figtree" pitchFamily="2" charset="0"/>
              </a:rPr>
              <a:t>^Z</a:t>
            </a:r>
            <a:r>
              <a:rPr lang="en-US" sz="1400" dirty="0">
                <a:solidFill>
                  <a:srgbClr val="134183"/>
                </a:solidFill>
                <a:latin typeface="Figtree" pitchFamily="2" charset="0"/>
              </a:rPr>
              <a:t> from data</a:t>
            </a:r>
            <a:r>
              <a:rPr lang="en-US" sz="1400" dirty="0">
                <a:latin typeface="Figtree" pitchFamily="2" charset="0"/>
              </a:rPr>
              <a:t> </a:t>
            </a:r>
            <a:r>
              <a:rPr lang="en-US" sz="1400" dirty="0">
                <a:solidFill>
                  <a:srgbClr val="134183"/>
                </a:solidFill>
                <a:latin typeface="Figtree" pitchFamily="2" charset="0"/>
              </a:rPr>
              <a:t>(using octal values from </a:t>
            </a:r>
            <a:r>
              <a:rPr lang="en-US" sz="1400" b="1" dirty="0">
                <a:solidFill>
                  <a:srgbClr val="134183"/>
                </a:solidFill>
                <a:latin typeface="Figtree" pitchFamily="2" charset="0"/>
              </a:rPr>
              <a:t>ASCII</a:t>
            </a:r>
            <a:r>
              <a:rPr lang="en-US" sz="1400" dirty="0">
                <a:solidFill>
                  <a:srgbClr val="134183"/>
                </a:solidFill>
                <a:latin typeface="Figtree" pitchFamily="2" charset="0"/>
              </a:rPr>
              <a:t> table).</a:t>
            </a:r>
            <a:endParaRPr lang="en-GB" sz="1400" dirty="0">
              <a:solidFill>
                <a:srgbClr val="134183"/>
              </a:solidFill>
              <a:latin typeface="Figtree" pitchFamily="2" charset="0"/>
            </a:endParaRPr>
          </a:p>
        </p:txBody>
      </p:sp>
    </p:spTree>
    <p:extLst>
      <p:ext uri="{BB962C8B-B14F-4D97-AF65-F5344CB8AC3E}">
        <p14:creationId xmlns:p14="http://schemas.microsoft.com/office/powerpoint/2010/main" val="334550604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772584" y="3290094"/>
            <a:ext cx="10564283" cy="957262"/>
          </a:xfrm>
          <a:prstGeom prst="rect">
            <a:avLst/>
          </a:prstGeom>
          <a:noFill/>
          <a:ln w="12700">
            <a:noFill/>
            <a:miter lim="800000"/>
            <a:headEnd/>
            <a:tailEnd/>
          </a:ln>
        </p:spPr>
        <p:txBody>
          <a:bodyPr lIns="79383" tIns="42867" rIns="79383" bIns="42867"/>
          <a:lstStyle/>
          <a:p>
            <a:pPr marL="239713" indent="-239713" defTabSz="638175">
              <a:lnSpc>
                <a:spcPct val="120000"/>
              </a:lnSpc>
              <a:spcBef>
                <a:spcPct val="60000"/>
              </a:spcBef>
              <a:buClr>
                <a:schemeClr val="bg2"/>
              </a:buClr>
              <a:tabLst>
                <a:tab pos="1933575" algn="l"/>
              </a:tabLst>
            </a:pPr>
            <a:endParaRPr lang="en-US" sz="2500" i="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a:p>
            <a:pPr marL="239713" indent="-239713" defTabSz="638175">
              <a:lnSpc>
                <a:spcPct val="120000"/>
              </a:lnSpc>
              <a:spcBef>
                <a:spcPct val="60000"/>
              </a:spcBef>
              <a:buClr>
                <a:schemeClr val="bg2"/>
              </a:buClr>
              <a:buFontTx/>
              <a:buChar char="•"/>
              <a:tabLst>
                <a:tab pos="1933575" algn="l"/>
              </a:tabLst>
            </a:pPr>
            <a:endParaRPr lang="en-US" sz="2500" b="1">
              <a:solidFill>
                <a:srgbClr val="134183"/>
              </a:solidFill>
            </a:endParaRPr>
          </a:p>
        </p:txBody>
      </p:sp>
      <p:sp>
        <p:nvSpPr>
          <p:cNvPr id="3" name="Title 2">
            <a:extLst>
              <a:ext uri="{FF2B5EF4-FFF2-40B4-BE49-F238E27FC236}">
                <a16:creationId xmlns:a16="http://schemas.microsoft.com/office/drawing/2014/main" id="{AEF323D2-A5B3-572C-0F88-D2EC1916268A}"/>
              </a:ext>
            </a:extLst>
          </p:cNvPr>
          <p:cNvSpPr>
            <a:spLocks noGrp="1"/>
          </p:cNvSpPr>
          <p:nvPr>
            <p:ph type="ctrTitle"/>
          </p:nvPr>
        </p:nvSpPr>
        <p:spPr/>
        <p:txBody>
          <a:bodyPr/>
          <a:lstStyle/>
          <a:p>
            <a:r>
              <a:rPr lang="en-GB" dirty="0" err="1">
                <a:solidFill>
                  <a:srgbClr val="FF0000"/>
                </a:solidFill>
              </a:rPr>
              <a:t>uniq</a:t>
            </a:r>
            <a:r>
              <a:rPr lang="en-GB" dirty="0"/>
              <a:t>: show unique data</a:t>
            </a:r>
          </a:p>
        </p:txBody>
      </p:sp>
      <p:sp>
        <p:nvSpPr>
          <p:cNvPr id="43012" name="Rectangle 4"/>
          <p:cNvSpPr>
            <a:spLocks noGrp="1" noChangeArrowheads="1"/>
          </p:cNvSpPr>
          <p:nvPr>
            <p:ph sz="quarter" idx="4"/>
          </p:nvPr>
        </p:nvSpPr>
        <p:spPr/>
        <p:txBody>
          <a:bodyPr>
            <a:normAutofit/>
          </a:bodyPr>
          <a:lstStyle/>
          <a:p>
            <a:r>
              <a:rPr lang="en-US" sz="1800" dirty="0">
                <a:solidFill>
                  <a:schemeClr val="tx1"/>
                </a:solidFill>
              </a:rPr>
              <a:t>Display redundant lines from a file:</a:t>
            </a:r>
          </a:p>
          <a:p>
            <a:endParaRPr lang="en-US" sz="1800" dirty="0"/>
          </a:p>
          <a:p>
            <a:endParaRPr lang="en-US" sz="1800" dirty="0"/>
          </a:p>
          <a:p>
            <a:endParaRPr lang="en-US" sz="1800" dirty="0"/>
          </a:p>
          <a:p>
            <a:r>
              <a:rPr lang="en-US" sz="1800" dirty="0"/>
              <a:t>Remove redundant lines (save unique ones) from a file:</a:t>
            </a:r>
          </a:p>
          <a:p>
            <a:pPr lvl="1"/>
            <a:endParaRPr lang="en-US" sz="1800" dirty="0"/>
          </a:p>
          <a:p>
            <a:pPr lvl="1"/>
            <a:endParaRPr lang="en-US" sz="1800" dirty="0"/>
          </a:p>
          <a:p>
            <a:r>
              <a:rPr lang="en-US" sz="1800" dirty="0"/>
              <a:t>Count duplicate logins:</a:t>
            </a:r>
          </a:p>
          <a:p>
            <a:endParaRPr lang="en-US" sz="1800" dirty="0"/>
          </a:p>
        </p:txBody>
      </p:sp>
      <p:sp>
        <p:nvSpPr>
          <p:cNvPr id="2" name="Slide Number Placeholder 2">
            <a:extLst>
              <a:ext uri="{FF2B5EF4-FFF2-40B4-BE49-F238E27FC236}">
                <a16:creationId xmlns:a16="http://schemas.microsoft.com/office/drawing/2014/main" id="{C72883FE-D9AE-3C2E-A56F-C1B0EA83F16B}"/>
              </a:ext>
            </a:extLst>
          </p:cNvPr>
          <p:cNvSpPr>
            <a:spLocks noGrp="1"/>
          </p:cNvSpPr>
          <p:nvPr>
            <p:ph type="sldNum" sz="quarter" idx="12"/>
          </p:nvPr>
        </p:nvSpPr>
        <p:spPr/>
        <p:txBody>
          <a:bodyPr/>
          <a:lstStyle/>
          <a:p>
            <a:fld id="{F3469444-D02B-D446-9CF8-19DEDDE073D1}" type="slidenum">
              <a:rPr lang="en-US" smtClean="0"/>
              <a:pPr/>
              <a:t>41</a:t>
            </a:fld>
            <a:endParaRPr lang="en-US" dirty="0"/>
          </a:p>
        </p:txBody>
      </p:sp>
      <p:sp>
        <p:nvSpPr>
          <p:cNvPr id="1063941" name="Rectangle 5"/>
          <p:cNvSpPr>
            <a:spLocks noChangeArrowheads="1"/>
          </p:cNvSpPr>
          <p:nvPr/>
        </p:nvSpPr>
        <p:spPr bwMode="auto">
          <a:xfrm>
            <a:off x="515938" y="4786273"/>
            <a:ext cx="10453157" cy="105092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who | cut -d'&lt;space&gt;' -f1 | sort |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uniq</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-c</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2 qa</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1 root</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3 user1</a:t>
            </a:r>
          </a:p>
        </p:txBody>
      </p:sp>
      <p:sp>
        <p:nvSpPr>
          <p:cNvPr id="43016" name="Text Box 8"/>
          <p:cNvSpPr txBox="1">
            <a:spLocks noChangeArrowheads="1"/>
          </p:cNvSpPr>
          <p:nvPr/>
        </p:nvSpPr>
        <p:spPr bwMode="auto">
          <a:xfrm>
            <a:off x="508951" y="5913581"/>
            <a:ext cx="9508066" cy="286232"/>
          </a:xfrm>
          <a:prstGeom prst="rect">
            <a:avLst/>
          </a:prstGeom>
          <a:noFill/>
          <a:ln w="19050">
            <a:noFill/>
            <a:miter lim="800000"/>
            <a:headEnd/>
            <a:tailEnd/>
          </a:ln>
        </p:spPr>
        <p:txBody>
          <a:bodyPr>
            <a:spAutoFit/>
          </a:bodyPr>
          <a:lstStyle/>
          <a:p>
            <a:pPr defTabSz="739775">
              <a:lnSpc>
                <a:spcPct val="90000"/>
              </a:lnSpc>
            </a:pPr>
            <a:r>
              <a:rPr lang="en-GB" sz="1400" dirty="0">
                <a:solidFill>
                  <a:srgbClr val="134183"/>
                </a:solidFill>
                <a:latin typeface="Figtree" pitchFamily="2" charset="0"/>
              </a:rPr>
              <a:t>Alternative field separators can be defined; here we asked for a tab and a colon.</a:t>
            </a:r>
            <a:endParaRPr lang="en-GB" sz="1400" b="1" dirty="0">
              <a:solidFill>
                <a:srgbClr val="134183"/>
              </a:solidFill>
            </a:endParaRPr>
          </a:p>
        </p:txBody>
      </p:sp>
      <p:sp>
        <p:nvSpPr>
          <p:cNvPr id="1063945" name="Rectangle 9"/>
          <p:cNvSpPr>
            <a:spLocks noChangeArrowheads="1"/>
          </p:cNvSpPr>
          <p:nvPr/>
        </p:nvSpPr>
        <p:spPr bwMode="auto">
          <a:xfrm>
            <a:off x="8044917" y="2323520"/>
            <a:ext cx="2915706" cy="1038869"/>
          </a:xfrm>
          <a:prstGeom prst="rect">
            <a:avLst/>
          </a:prstGeom>
          <a:solidFill>
            <a:srgbClr val="0FEEB9"/>
          </a:solidFill>
          <a:ln w="12700">
            <a:solidFill>
              <a:schemeClr val="tx1"/>
            </a:solidFill>
            <a:miter lim="800000"/>
            <a:headEnd/>
            <a:tailEnd/>
          </a:ln>
          <a:effectLst>
            <a:outerShdw dist="107763" dir="2700000" algn="ctr" rotWithShape="0">
              <a:schemeClr val="bg2"/>
            </a:outerShdw>
          </a:effectLst>
        </p:spPr>
        <p:txBody>
          <a:bodyPr wrap="square" lIns="44450" tIns="36000" rIns="44450" bIns="17462">
            <a:spAutoFit/>
          </a:bodyPr>
          <a:lstStyle/>
          <a:p>
            <a:pPr marL="322263" indent="-322263" defTabSz="715963">
              <a:spcBef>
                <a:spcPct val="0"/>
              </a:spcBef>
              <a:defRPr/>
            </a:pPr>
            <a:r>
              <a:rPr lang="en-US" sz="1600" b="1" dirty="0">
                <a:latin typeface="Hack" panose="020B0609030202020204" pitchFamily="49" charset="0"/>
                <a:ea typeface="Hack" panose="020B0609030202020204" pitchFamily="49" charset="0"/>
                <a:cs typeface="Hack" panose="020B0609030202020204" pitchFamily="49" charset="0"/>
              </a:rPr>
              <a:t>bolts 130</a:t>
            </a:r>
          </a:p>
          <a:p>
            <a:pPr marL="322263" indent="-322263" defTabSz="715963">
              <a:spcBef>
                <a:spcPct val="0"/>
              </a:spcBef>
              <a:defRPr/>
            </a:pPr>
            <a:r>
              <a:rPr lang="en-US" sz="1600" b="1" dirty="0">
                <a:latin typeface="Hack" panose="020B0609030202020204" pitchFamily="49" charset="0"/>
                <a:ea typeface="Hack" panose="020B0609030202020204" pitchFamily="49" charset="0"/>
                <a:cs typeface="Hack" panose="020B0609030202020204" pitchFamily="49" charset="0"/>
              </a:rPr>
              <a:t>bolts 130</a:t>
            </a:r>
          </a:p>
          <a:p>
            <a:pPr marL="322263" indent="-322263" defTabSz="715963">
              <a:spcBef>
                <a:spcPct val="0"/>
              </a:spcBef>
              <a:defRPr/>
            </a:pPr>
            <a:r>
              <a:rPr lang="en-US" sz="1600" b="1" dirty="0">
                <a:latin typeface="Hack" panose="020B0609030202020204" pitchFamily="49" charset="0"/>
                <a:ea typeface="Hack" panose="020B0609030202020204" pitchFamily="49" charset="0"/>
                <a:cs typeface="Hack" panose="020B0609030202020204" pitchFamily="49" charset="0"/>
              </a:rPr>
              <a:t>nuts 150</a:t>
            </a:r>
          </a:p>
          <a:p>
            <a:pPr marL="322263" indent="-322263" defTabSz="715963">
              <a:spcBef>
                <a:spcPct val="0"/>
              </a:spcBef>
              <a:defRPr/>
            </a:pPr>
            <a:r>
              <a:rPr lang="en-US" sz="1600" b="1" dirty="0">
                <a:latin typeface="Hack" panose="020B0609030202020204" pitchFamily="49" charset="0"/>
                <a:ea typeface="Hack" panose="020B0609030202020204" pitchFamily="49" charset="0"/>
                <a:cs typeface="Hack" panose="020B0609030202020204" pitchFamily="49" charset="0"/>
              </a:rPr>
              <a:t>screws 236</a:t>
            </a:r>
          </a:p>
        </p:txBody>
      </p:sp>
      <p:sp>
        <p:nvSpPr>
          <p:cNvPr id="1063946" name="Rectangle 10"/>
          <p:cNvSpPr>
            <a:spLocks noChangeArrowheads="1"/>
          </p:cNvSpPr>
          <p:nvPr/>
        </p:nvSpPr>
        <p:spPr bwMode="auto">
          <a:xfrm>
            <a:off x="10045698" y="2139235"/>
            <a:ext cx="999067" cy="342337"/>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600" b="1" dirty="0">
                <a:latin typeface="Hack" panose="020B0609030202020204" pitchFamily="49" charset="0"/>
                <a:ea typeface="Hack" panose="020B0609030202020204" pitchFamily="49" charset="0"/>
                <a:cs typeface="Hack" panose="020B0609030202020204" pitchFamily="49" charset="0"/>
              </a:rPr>
              <a:t>parts</a:t>
            </a:r>
            <a:r>
              <a:rPr lang="en-US" sz="1600" b="1" dirty="0">
                <a:latin typeface="Courier New" pitchFamily="49" charset="0"/>
              </a:rPr>
              <a:t>  </a:t>
            </a:r>
          </a:p>
        </p:txBody>
      </p:sp>
      <p:sp>
        <p:nvSpPr>
          <p:cNvPr id="1063947" name="Rectangle 11"/>
          <p:cNvSpPr>
            <a:spLocks noChangeArrowheads="1"/>
          </p:cNvSpPr>
          <p:nvPr/>
        </p:nvSpPr>
        <p:spPr bwMode="auto">
          <a:xfrm>
            <a:off x="536839" y="3818092"/>
            <a:ext cx="5559161" cy="312264"/>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uniq</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parts parts.1</a:t>
            </a:r>
            <a:r>
              <a:rPr lang="en-US" sz="1800" b="1" dirty="0">
                <a:latin typeface="Hack" panose="020B0609030202020204" pitchFamily="49" charset="0"/>
                <a:ea typeface="Hack" panose="020B0609030202020204" pitchFamily="49" charset="0"/>
                <a:cs typeface="Hack" panose="020B0609030202020204" pitchFamily="49" charset="0"/>
              </a:rPr>
              <a:t>1</a:t>
            </a:r>
            <a:endParaRPr lang="en-US" sz="1600" dirty="0">
              <a:latin typeface="Hack" panose="020B0609030202020204" pitchFamily="49" charset="0"/>
              <a:ea typeface="Hack" panose="020B0609030202020204" pitchFamily="49" charset="0"/>
              <a:cs typeface="Hack" panose="020B0609030202020204" pitchFamily="49" charset="0"/>
            </a:endParaRPr>
          </a:p>
        </p:txBody>
      </p:sp>
      <p:sp>
        <p:nvSpPr>
          <p:cNvPr id="1063949" name="Rectangle 13"/>
          <p:cNvSpPr>
            <a:spLocks noChangeArrowheads="1"/>
          </p:cNvSpPr>
          <p:nvPr/>
        </p:nvSpPr>
        <p:spPr bwMode="auto">
          <a:xfrm>
            <a:off x="8047033" y="3727374"/>
            <a:ext cx="2911473" cy="781050"/>
          </a:xfrm>
          <a:prstGeom prst="rect">
            <a:avLst/>
          </a:prstGeom>
          <a:solidFill>
            <a:srgbClr val="03EAB3"/>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spcBef>
                <a:spcPct val="0"/>
              </a:spcBef>
              <a:defRPr/>
            </a:pPr>
            <a:r>
              <a:rPr lang="en-US" sz="1600" b="1" dirty="0">
                <a:latin typeface="Hack" panose="020B0609030202020204" pitchFamily="49" charset="0"/>
                <a:ea typeface="Hack" panose="020B0609030202020204" pitchFamily="49" charset="0"/>
                <a:cs typeface="Hack" panose="020B0609030202020204" pitchFamily="49" charset="0"/>
              </a:rPr>
              <a:t>bolts 130</a:t>
            </a:r>
          </a:p>
          <a:p>
            <a:pPr marL="322263" indent="-322263" defTabSz="715963">
              <a:spcBef>
                <a:spcPct val="0"/>
              </a:spcBef>
              <a:defRPr/>
            </a:pPr>
            <a:r>
              <a:rPr lang="en-US" sz="1600" b="1" dirty="0">
                <a:latin typeface="Hack" panose="020B0609030202020204" pitchFamily="49" charset="0"/>
                <a:ea typeface="Hack" panose="020B0609030202020204" pitchFamily="49" charset="0"/>
                <a:cs typeface="Hack" panose="020B0609030202020204" pitchFamily="49" charset="0"/>
              </a:rPr>
              <a:t>nuts 150</a:t>
            </a:r>
          </a:p>
          <a:p>
            <a:pPr marL="322263" indent="-322263" defTabSz="715963">
              <a:spcBef>
                <a:spcPct val="0"/>
              </a:spcBef>
              <a:defRPr/>
            </a:pPr>
            <a:r>
              <a:rPr lang="en-US" sz="1600" b="1" dirty="0">
                <a:latin typeface="Hack" panose="020B0609030202020204" pitchFamily="49" charset="0"/>
                <a:ea typeface="Hack" panose="020B0609030202020204" pitchFamily="49" charset="0"/>
                <a:cs typeface="Hack" panose="020B0609030202020204" pitchFamily="49" charset="0"/>
              </a:rPr>
              <a:t>screws 236</a:t>
            </a:r>
          </a:p>
        </p:txBody>
      </p:sp>
      <p:sp>
        <p:nvSpPr>
          <p:cNvPr id="1063950" name="Rectangle 14"/>
          <p:cNvSpPr>
            <a:spLocks noChangeArrowheads="1"/>
          </p:cNvSpPr>
          <p:nvPr/>
        </p:nvSpPr>
        <p:spPr bwMode="auto">
          <a:xfrm>
            <a:off x="9682984" y="3546674"/>
            <a:ext cx="1275522" cy="330795"/>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44450" tIns="17462" rIns="44450" bIns="17462">
            <a:spAutoFit/>
          </a:bodyPr>
          <a:lstStyle/>
          <a:p>
            <a:pPr marL="322263" indent="-322263" defTabSz="715963">
              <a:lnSpc>
                <a:spcPct val="133000"/>
              </a:lnSpc>
              <a:spcBef>
                <a:spcPct val="0"/>
              </a:spcBef>
              <a:defRPr/>
            </a:pPr>
            <a:r>
              <a:rPr lang="en-US" sz="1600" b="1" dirty="0">
                <a:latin typeface="Hack" panose="020B0609030202020204" pitchFamily="49" charset="0"/>
                <a:ea typeface="Hack" panose="020B0609030202020204" pitchFamily="49" charset="0"/>
                <a:cs typeface="Hack" panose="020B0609030202020204" pitchFamily="49" charset="0"/>
              </a:rPr>
              <a:t>parts.1  </a:t>
            </a:r>
          </a:p>
        </p:txBody>
      </p:sp>
      <p:sp>
        <p:nvSpPr>
          <p:cNvPr id="43021" name="Text Box 15"/>
          <p:cNvSpPr txBox="1">
            <a:spLocks noChangeArrowheads="1"/>
          </p:cNvSpPr>
          <p:nvPr/>
        </p:nvSpPr>
        <p:spPr bwMode="auto">
          <a:xfrm>
            <a:off x="508951" y="4117899"/>
            <a:ext cx="6167967" cy="336550"/>
          </a:xfrm>
          <a:prstGeom prst="rect">
            <a:avLst/>
          </a:prstGeom>
          <a:noFill/>
          <a:ln w="19050">
            <a:noFill/>
            <a:miter lim="800000"/>
            <a:headEnd/>
            <a:tailEnd/>
          </a:ln>
        </p:spPr>
        <p:txBody>
          <a:bodyPr>
            <a:spAutoFit/>
          </a:bodyPr>
          <a:lstStyle/>
          <a:p>
            <a:pPr defTabSz="739775"/>
            <a:r>
              <a:rPr lang="en-GB" sz="1400" dirty="0">
                <a:solidFill>
                  <a:srgbClr val="134183"/>
                </a:solidFill>
                <a:latin typeface="Figtree" pitchFamily="2" charset="0"/>
              </a:rPr>
              <a:t>Same as before but result now saved in parts.1 file</a:t>
            </a:r>
            <a:r>
              <a:rPr lang="en-GB" sz="1600" dirty="0">
                <a:solidFill>
                  <a:srgbClr val="134183"/>
                </a:solidFill>
                <a:latin typeface="Figtree" pitchFamily="2" charset="0"/>
              </a:rPr>
              <a:t>.</a:t>
            </a:r>
            <a:endParaRPr lang="en-GB" sz="1600" dirty="0">
              <a:solidFill>
                <a:srgbClr val="134183"/>
              </a:solidFill>
            </a:endParaRPr>
          </a:p>
        </p:txBody>
      </p:sp>
      <p:sp>
        <p:nvSpPr>
          <p:cNvPr id="1063943" name="Rectangle 7"/>
          <p:cNvSpPr>
            <a:spLocks noChangeArrowheads="1"/>
          </p:cNvSpPr>
          <p:nvPr/>
        </p:nvSpPr>
        <p:spPr bwMode="auto">
          <a:xfrm>
            <a:off x="514349" y="2315112"/>
            <a:ext cx="3671355" cy="1055687"/>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uniq</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parts</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bolts 130</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nuts 150</a:t>
            </a:r>
          </a:p>
          <a:p>
            <a:pPr marL="322263" indent="-322263" defTabSz="715963">
              <a:spcBef>
                <a:spcPct val="0"/>
              </a:spcBef>
              <a:defRPr/>
            </a:pPr>
            <a:r>
              <a:rPr lang="en-US" sz="1600" dirty="0">
                <a:solidFill>
                  <a:schemeClr val="bg2"/>
                </a:solidFill>
                <a:latin typeface="Hack" panose="020B0609030202020204" pitchFamily="49" charset="0"/>
                <a:ea typeface="Hack" panose="020B0609030202020204" pitchFamily="49" charset="0"/>
                <a:cs typeface="Hack" panose="020B0609030202020204" pitchFamily="49" charset="0"/>
              </a:rPr>
              <a:t>screws 236</a:t>
            </a:r>
          </a:p>
        </p:txBody>
      </p:sp>
      <p:sp>
        <p:nvSpPr>
          <p:cNvPr id="43014" name="Text Box 6"/>
          <p:cNvSpPr txBox="1">
            <a:spLocks noChangeArrowheads="1"/>
          </p:cNvSpPr>
          <p:nvPr/>
        </p:nvSpPr>
        <p:spPr bwMode="auto">
          <a:xfrm>
            <a:off x="4373562" y="2310403"/>
            <a:ext cx="3362325" cy="523220"/>
          </a:xfrm>
          <a:prstGeom prst="rect">
            <a:avLst/>
          </a:prstGeom>
          <a:noFill/>
          <a:ln w="19050">
            <a:solidFill>
              <a:schemeClr val="tx1"/>
            </a:solidFill>
            <a:miter lim="800000"/>
            <a:headEnd/>
            <a:tailEnd/>
          </a:ln>
        </p:spPr>
        <p:txBody>
          <a:bodyPr wrap="square">
            <a:spAutoFit/>
          </a:bodyPr>
          <a:lstStyle/>
          <a:p>
            <a:pPr defTabSz="739775"/>
            <a:r>
              <a:rPr lang="en-GB" sz="1400" dirty="0">
                <a:solidFill>
                  <a:srgbClr val="134183"/>
                </a:solidFill>
                <a:latin typeface="Figtree" pitchFamily="2" charset="0"/>
              </a:rPr>
              <a:t>Only adjacent lines are compared for</a:t>
            </a:r>
            <a:br>
              <a:rPr lang="en-GB" sz="1400" dirty="0">
                <a:solidFill>
                  <a:srgbClr val="134183"/>
                </a:solidFill>
                <a:latin typeface="Figtree" pitchFamily="2" charset="0"/>
              </a:rPr>
            </a:br>
            <a:r>
              <a:rPr lang="en-GB" sz="1400" dirty="0">
                <a:solidFill>
                  <a:srgbClr val="134183"/>
                </a:solidFill>
                <a:latin typeface="Figtree" pitchFamily="2" charset="0"/>
              </a:rPr>
              <a:t>uniqueness: file </a:t>
            </a:r>
            <a:r>
              <a:rPr lang="en-GB" sz="1400" b="1" dirty="0">
                <a:solidFill>
                  <a:srgbClr val="134183"/>
                </a:solidFill>
                <a:latin typeface="Figtree" pitchFamily="2" charset="0"/>
              </a:rPr>
              <a:t>must be sorted</a:t>
            </a:r>
            <a:r>
              <a:rPr lang="en-GB" sz="1400" dirty="0">
                <a:solidFill>
                  <a:srgbClr val="134183"/>
                </a:solidFill>
                <a:latin typeface="Figtree" pitchFamily="2" charset="0"/>
              </a:rPr>
              <a:t> first.</a:t>
            </a:r>
            <a:endParaRPr lang="en-GB" sz="1400" dirty="0">
              <a:solidFill>
                <a:srgbClr val="134183"/>
              </a:solidFill>
            </a:endParaRPr>
          </a:p>
        </p:txBody>
      </p:sp>
    </p:spTree>
    <p:extLst>
      <p:ext uri="{BB962C8B-B14F-4D97-AF65-F5344CB8AC3E}">
        <p14:creationId xmlns:p14="http://schemas.microsoft.com/office/powerpoint/2010/main" val="2914369234"/>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EDBB11-5EE1-17B9-4F70-813C4B32C16E}"/>
              </a:ext>
            </a:extLst>
          </p:cNvPr>
          <p:cNvSpPr>
            <a:spLocks noGrp="1"/>
          </p:cNvSpPr>
          <p:nvPr>
            <p:ph type="ctrTitle"/>
          </p:nvPr>
        </p:nvSpPr>
        <p:spPr/>
        <p:txBody>
          <a:bodyPr/>
          <a:lstStyle/>
          <a:p>
            <a:r>
              <a:rPr lang="en-GB" dirty="0">
                <a:solidFill>
                  <a:srgbClr val="FF0000"/>
                </a:solidFill>
              </a:rPr>
              <a:t>vi</a:t>
            </a:r>
            <a:r>
              <a:rPr lang="en-GB" dirty="0"/>
              <a:t> – Quick reference (1)</a:t>
            </a:r>
          </a:p>
        </p:txBody>
      </p:sp>
      <p:sp>
        <p:nvSpPr>
          <p:cNvPr id="2" name="Slide Number Placeholder 2">
            <a:extLst>
              <a:ext uri="{FF2B5EF4-FFF2-40B4-BE49-F238E27FC236}">
                <a16:creationId xmlns:a16="http://schemas.microsoft.com/office/drawing/2014/main" id="{9BC348D6-5161-9AFE-EC2B-3D3C06CF1C70}"/>
              </a:ext>
            </a:extLst>
          </p:cNvPr>
          <p:cNvSpPr>
            <a:spLocks noGrp="1"/>
          </p:cNvSpPr>
          <p:nvPr>
            <p:ph type="sldNum" sz="quarter" idx="12"/>
          </p:nvPr>
        </p:nvSpPr>
        <p:spPr/>
        <p:txBody>
          <a:bodyPr/>
          <a:lstStyle/>
          <a:p>
            <a:fld id="{F3469444-D02B-D446-9CF8-19DEDDE073D1}" type="slidenum">
              <a:rPr lang="en-US" smtClean="0"/>
              <a:pPr/>
              <a:t>42</a:t>
            </a:fld>
            <a:endParaRPr lang="en-US" dirty="0"/>
          </a:p>
        </p:txBody>
      </p:sp>
      <p:sp>
        <p:nvSpPr>
          <p:cNvPr id="4" name="Rounded Rectangle 3"/>
          <p:cNvSpPr/>
          <p:nvPr/>
        </p:nvSpPr>
        <p:spPr>
          <a:xfrm>
            <a:off x="514854" y="1812993"/>
            <a:ext cx="11161712" cy="4328726"/>
          </a:xfrm>
          <a:prstGeom prst="roundRect">
            <a:avLst>
              <a:gd name="adj" fmla="val 7439"/>
            </a:avLst>
          </a:prstGeom>
        </p:spPr>
        <p:style>
          <a:lnRef idx="2">
            <a:schemeClr val="accent1"/>
          </a:lnRef>
          <a:fillRef idx="1">
            <a:schemeClr val="lt1"/>
          </a:fillRef>
          <a:effectRef idx="0">
            <a:schemeClr val="accent1"/>
          </a:effectRef>
          <a:fontRef idx="minor">
            <a:schemeClr val="dk1"/>
          </a:fontRef>
        </p:style>
        <p:txBody>
          <a:bodyPr rtlCol="0" anchor="ctr"/>
          <a:lstStyle/>
          <a:p>
            <a:r>
              <a:rPr lang="en-GB" sz="1400" b="1" dirty="0"/>
              <a:t>Starting vi</a:t>
            </a:r>
          </a:p>
          <a:p>
            <a:r>
              <a:rPr lang="en-GB" sz="1400" b="1" dirty="0"/>
              <a:t>vi</a:t>
            </a:r>
            <a:r>
              <a:rPr lang="en-GB" sz="1400" dirty="0"/>
              <a:t>	start vi with empty editing buffer	</a:t>
            </a:r>
            <a:r>
              <a:rPr lang="en-GB" sz="1400" b="1" dirty="0"/>
              <a:t>vi </a:t>
            </a:r>
            <a:r>
              <a:rPr lang="en-GB" sz="1400" b="1" i="1" dirty="0"/>
              <a:t>file</a:t>
            </a:r>
            <a:r>
              <a:rPr lang="en-GB" sz="1400" dirty="0"/>
              <a:t>	edit </a:t>
            </a:r>
            <a:r>
              <a:rPr lang="en-GB" sz="1400" i="1" dirty="0"/>
              <a:t>file</a:t>
            </a:r>
          </a:p>
          <a:p>
            <a:endParaRPr lang="en-GB" sz="1400" i="1" dirty="0"/>
          </a:p>
          <a:p>
            <a:r>
              <a:rPr lang="en-GB" sz="1400" b="1" dirty="0"/>
              <a:t>Moving Around the File</a:t>
            </a:r>
          </a:p>
          <a:p>
            <a:r>
              <a:rPr lang="en-GB" sz="1400" b="1" dirty="0"/>
              <a:t>h</a:t>
            </a:r>
            <a:r>
              <a:rPr lang="en-GB" sz="1400" dirty="0"/>
              <a:t>	back one character			</a:t>
            </a:r>
            <a:r>
              <a:rPr lang="en-GB" sz="1400" b="1" dirty="0"/>
              <a:t>j</a:t>
            </a:r>
            <a:r>
              <a:rPr lang="en-GB" sz="1400" dirty="0"/>
              <a:t>	next line, same column</a:t>
            </a:r>
          </a:p>
          <a:p>
            <a:r>
              <a:rPr lang="en-GB" sz="1400" b="1" dirty="0"/>
              <a:t>k</a:t>
            </a:r>
            <a:r>
              <a:rPr lang="en-GB" sz="1400" dirty="0"/>
              <a:t>	previous line, same column		</a:t>
            </a:r>
            <a:r>
              <a:rPr lang="en-GB" sz="1400" b="1" dirty="0">
                <a:latin typeface="Hack" panose="020B0609030202020204" pitchFamily="49" charset="0"/>
                <a:ea typeface="Hack" panose="020B0609030202020204" pitchFamily="49" charset="0"/>
                <a:cs typeface="Hack" panose="020B0609030202020204" pitchFamily="49" charset="0"/>
              </a:rPr>
              <a:t>l</a:t>
            </a:r>
            <a:r>
              <a:rPr lang="en-GB" sz="1400" dirty="0"/>
              <a:t>	forward one character</a:t>
            </a:r>
          </a:p>
          <a:p>
            <a:r>
              <a:rPr lang="en-GB" sz="1400" b="1" dirty="0"/>
              <a:t>w</a:t>
            </a:r>
            <a:r>
              <a:rPr lang="en-GB" sz="1400" dirty="0"/>
              <a:t>	forward to start of next word		</a:t>
            </a:r>
            <a:r>
              <a:rPr lang="en-GB" sz="1400" b="1" dirty="0"/>
              <a:t>b</a:t>
            </a:r>
            <a:r>
              <a:rPr lang="en-GB" sz="1400" dirty="0"/>
              <a:t>	back to start of word</a:t>
            </a:r>
          </a:p>
          <a:p>
            <a:r>
              <a:rPr lang="en-GB" sz="1400" b="1" dirty="0"/>
              <a:t>e</a:t>
            </a:r>
            <a:r>
              <a:rPr lang="en-GB" sz="1400" dirty="0"/>
              <a:t>	forward to end of word</a:t>
            </a:r>
          </a:p>
          <a:p>
            <a:r>
              <a:rPr lang="en-GB" sz="1400" b="1" dirty="0">
                <a:latin typeface="Hack" panose="020B0609030202020204" pitchFamily="49" charset="0"/>
                <a:ea typeface="Hack" panose="020B0609030202020204" pitchFamily="49" charset="0"/>
                <a:cs typeface="Hack" panose="020B0609030202020204" pitchFamily="49" charset="0"/>
              </a:rPr>
              <a:t>0</a:t>
            </a:r>
            <a:r>
              <a:rPr lang="en-GB" sz="1400" dirty="0"/>
              <a:t>	start of line				</a:t>
            </a:r>
            <a:r>
              <a:rPr lang="en-GB" sz="1400" b="1" dirty="0"/>
              <a:t>$</a:t>
            </a:r>
            <a:r>
              <a:rPr lang="en-GB" sz="1400" dirty="0"/>
              <a:t>	end of line</a:t>
            </a:r>
          </a:p>
          <a:p>
            <a:r>
              <a:rPr lang="en-GB" sz="1400" b="1" dirty="0"/>
              <a:t>^F</a:t>
            </a:r>
            <a:r>
              <a:rPr lang="en-GB" sz="1400" dirty="0"/>
              <a:t>	forward one screen			</a:t>
            </a:r>
            <a:r>
              <a:rPr lang="en-GB" sz="1400" b="1" dirty="0"/>
              <a:t>^D</a:t>
            </a:r>
            <a:r>
              <a:rPr lang="en-GB" sz="1400" dirty="0"/>
              <a:t>	forward half screen</a:t>
            </a:r>
          </a:p>
          <a:p>
            <a:r>
              <a:rPr lang="en-GB" sz="1400" b="1" dirty="0"/>
              <a:t>^B</a:t>
            </a:r>
            <a:r>
              <a:rPr lang="en-GB" sz="1400" dirty="0"/>
              <a:t>	back one screen				</a:t>
            </a:r>
            <a:r>
              <a:rPr lang="en-GB" sz="1400" b="1" dirty="0"/>
              <a:t>^U</a:t>
            </a:r>
            <a:r>
              <a:rPr lang="en-GB" sz="1400" dirty="0"/>
              <a:t>	back half screen</a:t>
            </a:r>
          </a:p>
          <a:p>
            <a:r>
              <a:rPr lang="en-GB" sz="1400" b="1" i="1" dirty="0" err="1"/>
              <a:t>n</a:t>
            </a:r>
            <a:r>
              <a:rPr lang="en-GB" sz="1400" b="1" dirty="0" err="1"/>
              <a:t>G</a:t>
            </a:r>
            <a:r>
              <a:rPr lang="en-GB" sz="1400" dirty="0"/>
              <a:t>	go to line n				</a:t>
            </a:r>
            <a:r>
              <a:rPr lang="en-GB" sz="1400" b="1" dirty="0"/>
              <a:t>:</a:t>
            </a:r>
            <a:r>
              <a:rPr lang="en-GB" sz="1400" b="1" i="1" dirty="0"/>
              <a:t>n</a:t>
            </a:r>
            <a:r>
              <a:rPr lang="en-GB" sz="1400" dirty="0"/>
              <a:t>	go to line n</a:t>
            </a:r>
          </a:p>
          <a:p>
            <a:r>
              <a:rPr lang="en-GB" sz="1400" b="1" dirty="0"/>
              <a:t>^G</a:t>
            </a:r>
            <a:r>
              <a:rPr lang="en-GB" sz="1400" dirty="0"/>
              <a:t>	print line number and other status info</a:t>
            </a:r>
          </a:p>
          <a:p>
            <a:endParaRPr lang="en-GB" sz="1400" dirty="0"/>
          </a:p>
          <a:p>
            <a:r>
              <a:rPr lang="en-GB" sz="1400" b="1" dirty="0"/>
              <a:t>Inserting Text</a:t>
            </a:r>
          </a:p>
          <a:p>
            <a:r>
              <a:rPr lang="en-US" sz="1400" dirty="0"/>
              <a:t>Each of these commands puts vi into insert mode; text is inserted into the file until ESC is pressed.</a:t>
            </a:r>
          </a:p>
          <a:p>
            <a:r>
              <a:rPr lang="en-US" sz="1400" b="1" dirty="0" err="1"/>
              <a:t>i</a:t>
            </a:r>
            <a:r>
              <a:rPr lang="en-US" sz="1400" b="1" dirty="0"/>
              <a:t>	</a:t>
            </a:r>
            <a:r>
              <a:rPr lang="en-US" sz="1400" dirty="0"/>
              <a:t>insert before cursor</a:t>
            </a:r>
            <a:r>
              <a:rPr lang="en-US" sz="1400" b="1" dirty="0"/>
              <a:t>			a 	</a:t>
            </a:r>
            <a:r>
              <a:rPr lang="en-US" sz="1400" dirty="0"/>
              <a:t>append after cursor</a:t>
            </a:r>
          </a:p>
          <a:p>
            <a:r>
              <a:rPr lang="en-US" sz="1400" b="1" dirty="0">
                <a:latin typeface="Hack" panose="020B0609030202020204" pitchFamily="49" charset="0"/>
                <a:ea typeface="Hack" panose="020B0609030202020204" pitchFamily="49" charset="0"/>
                <a:cs typeface="Hack" panose="020B0609030202020204" pitchFamily="49" charset="0"/>
              </a:rPr>
              <a:t>I</a:t>
            </a:r>
            <a:r>
              <a:rPr lang="en-US" sz="1400" b="1" dirty="0"/>
              <a:t>	</a:t>
            </a:r>
            <a:r>
              <a:rPr lang="en-US" sz="1400" dirty="0"/>
              <a:t>insert at start of line</a:t>
            </a:r>
            <a:r>
              <a:rPr lang="en-US" sz="1400" b="1" dirty="0"/>
              <a:t>			A	</a:t>
            </a:r>
            <a:r>
              <a:rPr lang="en-US" sz="1400" dirty="0"/>
              <a:t>append at end of line</a:t>
            </a:r>
          </a:p>
          <a:p>
            <a:r>
              <a:rPr lang="en-US" sz="1400" b="1" dirty="0"/>
              <a:t>o	</a:t>
            </a:r>
            <a:r>
              <a:rPr lang="en-US" sz="1400" dirty="0"/>
              <a:t>open new line below the current one</a:t>
            </a:r>
            <a:r>
              <a:rPr lang="en-US" sz="1400" b="1" dirty="0"/>
              <a:t>	O	</a:t>
            </a:r>
            <a:r>
              <a:rPr lang="en-US" sz="1400" dirty="0"/>
              <a:t>open a new line above </a:t>
            </a:r>
            <a:endParaRPr lang="en-GB" sz="1400" dirty="0"/>
          </a:p>
        </p:txBody>
      </p:sp>
    </p:spTree>
    <p:extLst>
      <p:ext uri="{BB962C8B-B14F-4D97-AF65-F5344CB8AC3E}">
        <p14:creationId xmlns:p14="http://schemas.microsoft.com/office/powerpoint/2010/main" val="29521900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B1576F-BE4A-661E-1101-9EA3036C1EA3}"/>
              </a:ext>
            </a:extLst>
          </p:cNvPr>
          <p:cNvSpPr>
            <a:spLocks noGrp="1"/>
          </p:cNvSpPr>
          <p:nvPr>
            <p:ph type="ctrTitle"/>
          </p:nvPr>
        </p:nvSpPr>
        <p:spPr/>
        <p:txBody>
          <a:bodyPr/>
          <a:lstStyle/>
          <a:p>
            <a:r>
              <a:rPr lang="en-GB" dirty="0">
                <a:solidFill>
                  <a:srgbClr val="FF0000"/>
                </a:solidFill>
              </a:rPr>
              <a:t>vi</a:t>
            </a:r>
            <a:r>
              <a:rPr lang="en-GB" dirty="0"/>
              <a:t> – Quick reference (2)</a:t>
            </a:r>
          </a:p>
        </p:txBody>
      </p:sp>
      <p:sp>
        <p:nvSpPr>
          <p:cNvPr id="2" name="Slide Number Placeholder 2">
            <a:extLst>
              <a:ext uri="{FF2B5EF4-FFF2-40B4-BE49-F238E27FC236}">
                <a16:creationId xmlns:a16="http://schemas.microsoft.com/office/drawing/2014/main" id="{7E89B1DB-9725-B081-F372-06581953FDCF}"/>
              </a:ext>
            </a:extLst>
          </p:cNvPr>
          <p:cNvSpPr>
            <a:spLocks noGrp="1"/>
          </p:cNvSpPr>
          <p:nvPr>
            <p:ph type="sldNum" sz="quarter" idx="12"/>
          </p:nvPr>
        </p:nvSpPr>
        <p:spPr/>
        <p:txBody>
          <a:bodyPr/>
          <a:lstStyle/>
          <a:p>
            <a:fld id="{F3469444-D02B-D446-9CF8-19DEDDE073D1}" type="slidenum">
              <a:rPr lang="en-US" smtClean="0"/>
              <a:pPr/>
              <a:t>43</a:t>
            </a:fld>
            <a:endParaRPr lang="en-US" dirty="0"/>
          </a:p>
        </p:txBody>
      </p:sp>
      <p:sp>
        <p:nvSpPr>
          <p:cNvPr id="4" name="Rounded Rectangle 3"/>
          <p:cNvSpPr/>
          <p:nvPr/>
        </p:nvSpPr>
        <p:spPr>
          <a:xfrm>
            <a:off x="515078" y="1714654"/>
            <a:ext cx="11161263" cy="4328725"/>
          </a:xfrm>
          <a:prstGeom prst="roundRect">
            <a:avLst>
              <a:gd name="adj" fmla="val 7439"/>
            </a:avLst>
          </a:prstGeom>
        </p:spPr>
        <p:style>
          <a:lnRef idx="2">
            <a:schemeClr val="accent1"/>
          </a:lnRef>
          <a:fillRef idx="1">
            <a:schemeClr val="lt1"/>
          </a:fillRef>
          <a:effectRef idx="0">
            <a:schemeClr val="accent1"/>
          </a:effectRef>
          <a:fontRef idx="minor">
            <a:schemeClr val="dk1"/>
          </a:fontRef>
        </p:style>
        <p:txBody>
          <a:bodyPr rtlCol="0" anchor="ctr"/>
          <a:lstStyle/>
          <a:p>
            <a:r>
              <a:rPr lang="en-GB" sz="1400" b="1" dirty="0"/>
              <a:t>Changing/deleting/cutting and pasting text</a:t>
            </a:r>
          </a:p>
          <a:p>
            <a:r>
              <a:rPr lang="en-GB" sz="1400" b="1" dirty="0"/>
              <a:t>r</a:t>
            </a:r>
            <a:r>
              <a:rPr lang="en-GB" sz="1400" dirty="0"/>
              <a:t>	replace single character			</a:t>
            </a:r>
            <a:r>
              <a:rPr lang="en-GB" sz="1400" b="1" dirty="0" err="1"/>
              <a:t>cw</a:t>
            </a:r>
            <a:r>
              <a:rPr lang="en-GB" sz="1400" dirty="0"/>
              <a:t>	change to end of word (ESC)</a:t>
            </a:r>
          </a:p>
          <a:p>
            <a:r>
              <a:rPr lang="en-GB" sz="1400" b="1" dirty="0"/>
              <a:t>cc</a:t>
            </a:r>
            <a:r>
              <a:rPr lang="en-GB" sz="1400" dirty="0"/>
              <a:t>	change current line (ESC to finish)   	 	</a:t>
            </a:r>
            <a:r>
              <a:rPr lang="en-GB" sz="1400" b="1" dirty="0"/>
              <a:t>C</a:t>
            </a:r>
            <a:r>
              <a:rPr lang="en-GB" sz="1400" dirty="0"/>
              <a:t>	  change to end of line (ESC)</a:t>
            </a:r>
          </a:p>
          <a:p>
            <a:r>
              <a:rPr lang="en-GB" sz="1400" b="1" dirty="0"/>
              <a:t>x</a:t>
            </a:r>
            <a:r>
              <a:rPr lang="en-GB" sz="1400" dirty="0"/>
              <a:t>	delete character under cursor            	</a:t>
            </a:r>
            <a:r>
              <a:rPr lang="en-GB" sz="1400" b="1" dirty="0"/>
              <a:t>X</a:t>
            </a:r>
            <a:r>
              <a:rPr lang="en-GB" sz="1400" dirty="0"/>
              <a:t>    	delete character to left of cursor</a:t>
            </a:r>
          </a:p>
          <a:p>
            <a:r>
              <a:rPr lang="en-GB" sz="1400" b="1" dirty="0" err="1"/>
              <a:t>dw</a:t>
            </a:r>
            <a:r>
              <a:rPr lang="en-GB" sz="1400" dirty="0"/>
              <a:t>	delete to end of word			</a:t>
            </a:r>
            <a:r>
              <a:rPr lang="en-GB" sz="1400" b="1" i="1" dirty="0" err="1"/>
              <a:t>n</a:t>
            </a:r>
            <a:r>
              <a:rPr lang="en-GB" sz="1400" b="1" dirty="0" err="1"/>
              <a:t>dw</a:t>
            </a:r>
            <a:r>
              <a:rPr lang="en-GB" sz="1400" dirty="0"/>
              <a:t>	delete to end of </a:t>
            </a:r>
            <a:r>
              <a:rPr lang="en-GB" sz="1400" b="1" i="1" dirty="0"/>
              <a:t>n</a:t>
            </a:r>
            <a:r>
              <a:rPr lang="en-GB" sz="1400" dirty="0"/>
              <a:t>th word</a:t>
            </a:r>
          </a:p>
          <a:p>
            <a:r>
              <a:rPr lang="en-GB" sz="1400" b="1" dirty="0"/>
              <a:t>dd</a:t>
            </a:r>
            <a:r>
              <a:rPr lang="en-GB" sz="1400" dirty="0"/>
              <a:t>	delete current line into buffer		</a:t>
            </a:r>
            <a:r>
              <a:rPr lang="en-GB" sz="1400" b="1" i="1" dirty="0" err="1"/>
              <a:t>n</a:t>
            </a:r>
            <a:r>
              <a:rPr lang="en-GB" sz="1400" b="1" dirty="0" err="1"/>
              <a:t>dd</a:t>
            </a:r>
            <a:r>
              <a:rPr lang="en-GB" sz="1400" dirty="0"/>
              <a:t>	delete </a:t>
            </a:r>
            <a:r>
              <a:rPr lang="en-GB" sz="1400" i="1" dirty="0"/>
              <a:t>n </a:t>
            </a:r>
            <a:r>
              <a:rPr lang="en-GB" sz="1400" dirty="0"/>
              <a:t>lines into buffer</a:t>
            </a:r>
          </a:p>
          <a:p>
            <a:r>
              <a:rPr lang="en-GB" sz="1400" b="1" dirty="0" err="1"/>
              <a:t>yy</a:t>
            </a:r>
            <a:r>
              <a:rPr lang="en-GB" sz="1400" dirty="0"/>
              <a:t>	copy current line into buffer		</a:t>
            </a:r>
            <a:r>
              <a:rPr lang="en-GB" sz="1400" b="1" i="1" dirty="0" err="1"/>
              <a:t>n</a:t>
            </a:r>
            <a:r>
              <a:rPr lang="en-GB" sz="1400" b="1" dirty="0" err="1"/>
              <a:t>yy</a:t>
            </a:r>
            <a:r>
              <a:rPr lang="en-GB" sz="1400" dirty="0"/>
              <a:t>	copy </a:t>
            </a:r>
            <a:r>
              <a:rPr lang="en-GB" sz="1400" i="1" dirty="0"/>
              <a:t>n </a:t>
            </a:r>
            <a:r>
              <a:rPr lang="en-GB" sz="1400" dirty="0"/>
              <a:t>lines into buffer</a:t>
            </a:r>
          </a:p>
          <a:p>
            <a:r>
              <a:rPr lang="en-GB" sz="1400" b="1" dirty="0"/>
              <a:t>p</a:t>
            </a:r>
            <a:r>
              <a:rPr lang="en-GB" sz="1400" dirty="0"/>
              <a:t>	put (paste) buffer after current line		</a:t>
            </a:r>
            <a:r>
              <a:rPr lang="en-GB" sz="1400" b="1" dirty="0"/>
              <a:t>P</a:t>
            </a:r>
            <a:r>
              <a:rPr lang="en-GB" sz="1400" dirty="0"/>
              <a:t>	put buffer before current line</a:t>
            </a:r>
          </a:p>
          <a:p>
            <a:endParaRPr lang="en-GB" sz="1400" dirty="0"/>
          </a:p>
          <a:p>
            <a:r>
              <a:rPr lang="en-GB" sz="1400" b="1" dirty="0"/>
              <a:t>Searching for text</a:t>
            </a:r>
          </a:p>
          <a:p>
            <a:r>
              <a:rPr lang="en-GB" sz="1400" b="1" dirty="0"/>
              <a:t>/</a:t>
            </a:r>
            <a:r>
              <a:rPr lang="en-GB" sz="1400" b="1" i="1" dirty="0"/>
              <a:t>pattern	</a:t>
            </a:r>
            <a:r>
              <a:rPr lang="en-GB" sz="1400" dirty="0"/>
              <a:t>search forward for </a:t>
            </a:r>
            <a:r>
              <a:rPr lang="en-GB" sz="1400" i="1" dirty="0"/>
              <a:t>pattern</a:t>
            </a:r>
            <a:r>
              <a:rPr lang="en-GB" sz="1400" dirty="0"/>
              <a:t>			</a:t>
            </a:r>
            <a:r>
              <a:rPr lang="en-GB" sz="1400" b="1" dirty="0"/>
              <a:t>? </a:t>
            </a:r>
            <a:r>
              <a:rPr lang="en-GB" sz="1400" b="1" i="1" dirty="0"/>
              <a:t>pattern	</a:t>
            </a:r>
            <a:r>
              <a:rPr lang="en-GB" sz="1400" dirty="0"/>
              <a:t>search backwards </a:t>
            </a:r>
          </a:p>
          <a:p>
            <a:r>
              <a:rPr lang="en-GB" sz="1400" b="1" dirty="0"/>
              <a:t>/</a:t>
            </a:r>
            <a:r>
              <a:rPr lang="en-GB" sz="1400" dirty="0"/>
              <a:t>	repeat last search forwards		</a:t>
            </a:r>
            <a:r>
              <a:rPr lang="en-GB" sz="1400" b="1" dirty="0"/>
              <a:t>?</a:t>
            </a:r>
            <a:r>
              <a:rPr lang="en-GB" sz="1400" dirty="0"/>
              <a:t>    	 repeat last search backwards</a:t>
            </a:r>
          </a:p>
          <a:p>
            <a:r>
              <a:rPr lang="en-GB" sz="1400" b="1" dirty="0"/>
              <a:t>n</a:t>
            </a:r>
            <a:r>
              <a:rPr lang="en-GB" sz="1400" dirty="0"/>
              <a:t>	repeat last search in same direction</a:t>
            </a:r>
          </a:p>
          <a:p>
            <a:r>
              <a:rPr lang="en-GB" sz="1400" b="1" dirty="0"/>
              <a:t>Miscellaneous</a:t>
            </a:r>
          </a:p>
          <a:p>
            <a:r>
              <a:rPr lang="en-GB" sz="1400" b="1" dirty="0"/>
              <a:t>.</a:t>
            </a:r>
            <a:r>
              <a:rPr lang="en-GB" sz="1400" dirty="0"/>
              <a:t>	repeat last edit command	</a:t>
            </a:r>
          </a:p>
          <a:p>
            <a:r>
              <a:rPr lang="en-GB" sz="1400" b="1" dirty="0"/>
              <a:t>u</a:t>
            </a:r>
            <a:r>
              <a:rPr lang="en-GB" sz="1400" dirty="0"/>
              <a:t>	undo last edit command</a:t>
            </a:r>
          </a:p>
          <a:p>
            <a:r>
              <a:rPr lang="en-GB" sz="1400" b="1" dirty="0"/>
              <a:t>U</a:t>
            </a:r>
            <a:r>
              <a:rPr lang="en-GB" sz="1400" dirty="0"/>
              <a:t>	undo all changes to current line</a:t>
            </a:r>
          </a:p>
          <a:p>
            <a:r>
              <a:rPr lang="en-GB" sz="1400" b="1" dirty="0"/>
              <a:t>J</a:t>
            </a:r>
            <a:r>
              <a:rPr lang="en-GB" sz="1400" dirty="0"/>
              <a:t>	join lines</a:t>
            </a:r>
          </a:p>
          <a:p>
            <a:r>
              <a:rPr lang="en-GB" sz="1400" b="1" dirty="0"/>
              <a:t>^L</a:t>
            </a:r>
            <a:r>
              <a:rPr lang="en-GB" sz="1400" dirty="0"/>
              <a:t>	redraw screen</a:t>
            </a:r>
          </a:p>
        </p:txBody>
      </p:sp>
    </p:spTree>
    <p:extLst>
      <p:ext uri="{BB962C8B-B14F-4D97-AF65-F5344CB8AC3E}">
        <p14:creationId xmlns:p14="http://schemas.microsoft.com/office/powerpoint/2010/main" val="2356536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3FB114-5AAE-7F1C-908C-67BF6A5E9C33}"/>
              </a:ext>
            </a:extLst>
          </p:cNvPr>
          <p:cNvSpPr>
            <a:spLocks noGrp="1"/>
          </p:cNvSpPr>
          <p:nvPr>
            <p:ph type="ctrTitle"/>
          </p:nvPr>
        </p:nvSpPr>
        <p:spPr/>
        <p:txBody>
          <a:bodyPr/>
          <a:lstStyle/>
          <a:p>
            <a:r>
              <a:rPr lang="en-GB" dirty="0">
                <a:solidFill>
                  <a:srgbClr val="FF0000"/>
                </a:solidFill>
              </a:rPr>
              <a:t>vi</a:t>
            </a:r>
            <a:r>
              <a:rPr lang="en-GB" dirty="0"/>
              <a:t> – Quick reference (3)</a:t>
            </a:r>
          </a:p>
        </p:txBody>
      </p:sp>
      <p:sp>
        <p:nvSpPr>
          <p:cNvPr id="2" name="Slide Number Placeholder 2">
            <a:extLst>
              <a:ext uri="{FF2B5EF4-FFF2-40B4-BE49-F238E27FC236}">
                <a16:creationId xmlns:a16="http://schemas.microsoft.com/office/drawing/2014/main" id="{899D5833-7C8E-D3CC-1F71-216B02070440}"/>
              </a:ext>
            </a:extLst>
          </p:cNvPr>
          <p:cNvSpPr>
            <a:spLocks noGrp="1"/>
          </p:cNvSpPr>
          <p:nvPr>
            <p:ph type="sldNum" sz="quarter" idx="12"/>
          </p:nvPr>
        </p:nvSpPr>
        <p:spPr/>
        <p:txBody>
          <a:bodyPr/>
          <a:lstStyle/>
          <a:p>
            <a:fld id="{F3469444-D02B-D446-9CF8-19DEDDE073D1}" type="slidenum">
              <a:rPr lang="en-US" smtClean="0"/>
              <a:pPr/>
              <a:t>44</a:t>
            </a:fld>
            <a:endParaRPr lang="en-US" dirty="0"/>
          </a:p>
        </p:txBody>
      </p:sp>
      <p:sp>
        <p:nvSpPr>
          <p:cNvPr id="4" name="Rounded Rectangle 3"/>
          <p:cNvSpPr/>
          <p:nvPr/>
        </p:nvSpPr>
        <p:spPr>
          <a:xfrm>
            <a:off x="515078" y="1714654"/>
            <a:ext cx="11161263" cy="4328725"/>
          </a:xfrm>
          <a:prstGeom prst="roundRect">
            <a:avLst>
              <a:gd name="adj" fmla="val 7439"/>
            </a:avLst>
          </a:prstGeom>
        </p:spPr>
        <p:style>
          <a:lnRef idx="2">
            <a:schemeClr val="accent1"/>
          </a:lnRef>
          <a:fillRef idx="1">
            <a:schemeClr val="lt1"/>
          </a:fillRef>
          <a:effectRef idx="0">
            <a:schemeClr val="accent1"/>
          </a:effectRef>
          <a:fontRef idx="minor">
            <a:schemeClr val="dk1"/>
          </a:fontRef>
        </p:style>
        <p:txBody>
          <a:bodyPr rtlCol="0" anchor="ctr"/>
          <a:lstStyle/>
          <a:p>
            <a:r>
              <a:rPr lang="en-GB" sz="1400" b="1" dirty="0"/>
              <a:t>Writing the File</a:t>
            </a:r>
          </a:p>
          <a:p>
            <a:r>
              <a:rPr lang="en-GB" sz="1400" b="1" dirty="0"/>
              <a:t>:w</a:t>
            </a:r>
            <a:r>
              <a:rPr lang="en-GB" sz="1400" dirty="0"/>
              <a:t>	save file	</a:t>
            </a:r>
          </a:p>
          <a:p>
            <a:r>
              <a:rPr lang="en-GB" sz="1400" b="1" dirty="0"/>
              <a:t>:w </a:t>
            </a:r>
            <a:r>
              <a:rPr lang="en-GB" sz="1400" b="1" i="1" dirty="0"/>
              <a:t>file</a:t>
            </a:r>
            <a:r>
              <a:rPr lang="en-GB" sz="1400" dirty="0"/>
              <a:t>	save file to </a:t>
            </a:r>
            <a:r>
              <a:rPr lang="en-GB" sz="1400" i="1" dirty="0"/>
              <a:t>file</a:t>
            </a:r>
            <a:endParaRPr lang="en-GB" sz="1400" dirty="0"/>
          </a:p>
          <a:p>
            <a:r>
              <a:rPr lang="en-GB" sz="1400" dirty="0"/>
              <a:t> </a:t>
            </a:r>
          </a:p>
          <a:p>
            <a:r>
              <a:rPr lang="en-GB" sz="1400" b="1" dirty="0"/>
              <a:t>Leaving vi</a:t>
            </a:r>
          </a:p>
          <a:p>
            <a:r>
              <a:rPr lang="en-GB" sz="1400" b="1" dirty="0"/>
              <a:t>:q</a:t>
            </a:r>
            <a:r>
              <a:rPr lang="en-GB" sz="1400" dirty="0"/>
              <a:t>	quit	</a:t>
            </a:r>
          </a:p>
          <a:p>
            <a:r>
              <a:rPr lang="en-GB" sz="1400" b="1" dirty="0"/>
              <a:t>:q!</a:t>
            </a:r>
            <a:r>
              <a:rPr lang="en-GB" sz="1400" dirty="0"/>
              <a:t>	force quit (quit even if file not saved)</a:t>
            </a:r>
          </a:p>
          <a:p>
            <a:r>
              <a:rPr lang="en-GB" sz="1400" b="1" dirty="0"/>
              <a:t>:x</a:t>
            </a:r>
            <a:r>
              <a:rPr lang="en-GB" sz="1400" dirty="0"/>
              <a:t>	save file (if necessary) and quit	</a:t>
            </a:r>
          </a:p>
          <a:p>
            <a:r>
              <a:rPr lang="en-GB" sz="1400" b="1" dirty="0"/>
              <a:t>:</a:t>
            </a:r>
            <a:r>
              <a:rPr lang="en-GB" sz="1400" b="1" dirty="0" err="1"/>
              <a:t>wq</a:t>
            </a:r>
            <a:r>
              <a:rPr lang="en-GB" sz="1400" dirty="0"/>
              <a:t>	save file and quit</a:t>
            </a:r>
          </a:p>
          <a:p>
            <a:r>
              <a:rPr lang="en-GB" sz="1400" b="1" dirty="0"/>
              <a:t>ZZ</a:t>
            </a:r>
            <a:r>
              <a:rPr lang="en-GB" sz="1400" dirty="0"/>
              <a:t>	save file and quit</a:t>
            </a:r>
          </a:p>
          <a:p>
            <a:endParaRPr lang="en-GB" sz="1400" dirty="0"/>
          </a:p>
          <a:p>
            <a:r>
              <a:rPr lang="en-GB" sz="1400" b="1" dirty="0"/>
              <a:t>Some Useful ex Commands</a:t>
            </a:r>
          </a:p>
          <a:p>
            <a:r>
              <a:rPr lang="en-GB" sz="1400" b="1" dirty="0"/>
              <a:t>:r </a:t>
            </a:r>
            <a:r>
              <a:rPr lang="en-GB" sz="1400" b="1" i="1" dirty="0"/>
              <a:t>file</a:t>
            </a:r>
            <a:r>
              <a:rPr lang="en-GB" sz="1400" dirty="0"/>
              <a:t>			read contents of </a:t>
            </a:r>
            <a:r>
              <a:rPr lang="en-GB" sz="1400" i="1" dirty="0"/>
              <a:t>file </a:t>
            </a:r>
            <a:r>
              <a:rPr lang="en-GB" sz="1400" dirty="0"/>
              <a:t>and place after current line</a:t>
            </a:r>
          </a:p>
          <a:p>
            <a:r>
              <a:rPr lang="en-GB" sz="1400" b="1" dirty="0"/>
              <a:t>:</a:t>
            </a:r>
            <a:r>
              <a:rPr lang="en-GB" sz="1400" b="1" i="1" dirty="0" err="1"/>
              <a:t>n,m</a:t>
            </a:r>
            <a:r>
              <a:rPr lang="en-GB" sz="1400" b="1" dirty="0" err="1"/>
              <a:t>w</a:t>
            </a:r>
            <a:r>
              <a:rPr lang="en-GB" sz="1400" b="1" dirty="0"/>
              <a:t> </a:t>
            </a:r>
            <a:r>
              <a:rPr lang="en-GB" sz="1400" b="1" i="1" dirty="0"/>
              <a:t>file</a:t>
            </a:r>
            <a:r>
              <a:rPr lang="en-GB" sz="1400" dirty="0"/>
              <a:t>		write portion of file between lines n and m to </a:t>
            </a:r>
            <a:r>
              <a:rPr lang="en-GB" sz="1400" i="1" dirty="0"/>
              <a:t>file</a:t>
            </a:r>
            <a:endParaRPr lang="en-GB" sz="1400" dirty="0"/>
          </a:p>
          <a:p>
            <a:r>
              <a:rPr lang="en-GB" sz="1400" b="1" dirty="0"/>
              <a:t>:</a:t>
            </a:r>
            <a:r>
              <a:rPr lang="en-GB" sz="1400" b="1" i="1" dirty="0" err="1"/>
              <a:t>n,m</a:t>
            </a:r>
            <a:r>
              <a:rPr lang="en-GB" sz="1400" b="1" dirty="0" err="1"/>
              <a:t>s</a:t>
            </a:r>
            <a:r>
              <a:rPr lang="en-GB" sz="1400" b="1" dirty="0"/>
              <a:t>/</a:t>
            </a:r>
            <a:r>
              <a:rPr lang="en-GB" sz="1400" b="1" i="1" dirty="0"/>
              <a:t>patt1</a:t>
            </a:r>
            <a:r>
              <a:rPr lang="en-GB" sz="1400" b="1" dirty="0"/>
              <a:t>/</a:t>
            </a:r>
            <a:r>
              <a:rPr lang="en-GB" sz="1400" b="1" i="1" dirty="0"/>
              <a:t>patt2</a:t>
            </a:r>
            <a:r>
              <a:rPr lang="en-GB" sz="1400" b="1" dirty="0"/>
              <a:t>/	</a:t>
            </a:r>
            <a:r>
              <a:rPr lang="en-GB" sz="1400" dirty="0"/>
              <a:t>replace occurrences of </a:t>
            </a:r>
            <a:r>
              <a:rPr lang="en-GB" sz="1400" b="1" i="1" dirty="0"/>
              <a:t>patt1</a:t>
            </a:r>
            <a:r>
              <a:rPr lang="en-GB" sz="1400" dirty="0"/>
              <a:t> with </a:t>
            </a:r>
            <a:r>
              <a:rPr lang="en-GB" sz="1400" b="1" i="1" dirty="0"/>
              <a:t>patt2</a:t>
            </a:r>
            <a:r>
              <a:rPr lang="en-GB" sz="1400" dirty="0"/>
              <a:t> between lines </a:t>
            </a:r>
            <a:r>
              <a:rPr lang="en-GB" sz="1400" i="1" dirty="0"/>
              <a:t>n</a:t>
            </a:r>
            <a:r>
              <a:rPr lang="en-GB" sz="1400" dirty="0"/>
              <a:t> and </a:t>
            </a:r>
            <a:r>
              <a:rPr lang="en-GB" sz="1400" i="1" dirty="0"/>
              <a:t>m;</a:t>
            </a:r>
          </a:p>
          <a:p>
            <a:r>
              <a:rPr lang="en-GB" sz="1400" i="1" dirty="0"/>
              <a:t>			but </a:t>
            </a:r>
            <a:r>
              <a:rPr lang="en-GB" sz="1400" dirty="0"/>
              <a:t>replace only the first occurrence of </a:t>
            </a:r>
            <a:r>
              <a:rPr lang="en-GB" sz="1400" b="1" i="1" dirty="0"/>
              <a:t>patt1</a:t>
            </a:r>
            <a:r>
              <a:rPr lang="en-GB" sz="1400" dirty="0"/>
              <a:t> on each line</a:t>
            </a:r>
          </a:p>
          <a:p>
            <a:r>
              <a:rPr lang="en-GB" sz="1400" b="1" dirty="0"/>
              <a:t>:</a:t>
            </a:r>
            <a:r>
              <a:rPr lang="en-GB" sz="1400" b="1" i="1" dirty="0" err="1"/>
              <a:t>n,m</a:t>
            </a:r>
            <a:r>
              <a:rPr lang="en-GB" sz="1400" b="1" dirty="0" err="1"/>
              <a:t>s</a:t>
            </a:r>
            <a:r>
              <a:rPr lang="en-GB" sz="1400" b="1" dirty="0"/>
              <a:t>/</a:t>
            </a:r>
            <a:r>
              <a:rPr lang="en-GB" sz="1400" b="1" i="1" dirty="0"/>
              <a:t>patt1</a:t>
            </a:r>
            <a:r>
              <a:rPr lang="en-GB" sz="1400" b="1" dirty="0"/>
              <a:t>/</a:t>
            </a:r>
            <a:r>
              <a:rPr lang="en-GB" sz="1400" b="1" i="1" dirty="0"/>
              <a:t>patt2</a:t>
            </a:r>
            <a:r>
              <a:rPr lang="en-GB" sz="1400" b="1" dirty="0"/>
              <a:t>/g	</a:t>
            </a:r>
            <a:r>
              <a:rPr lang="en-GB" sz="1400" dirty="0"/>
              <a:t>as above but replace all occurrences of </a:t>
            </a:r>
            <a:r>
              <a:rPr lang="en-GB" sz="1400" b="1" i="1" dirty="0"/>
              <a:t>patt1</a:t>
            </a:r>
            <a:endParaRPr lang="en-GB" sz="1400" b="1" dirty="0"/>
          </a:p>
          <a:p>
            <a:r>
              <a:rPr lang="en-GB" sz="1400" b="1" dirty="0"/>
              <a:t>:!</a:t>
            </a:r>
            <a:r>
              <a:rPr lang="en-GB" sz="1400" b="1" i="1" dirty="0"/>
              <a:t>command</a:t>
            </a:r>
            <a:r>
              <a:rPr lang="en-GB" sz="1400" b="1" dirty="0"/>
              <a:t>		</a:t>
            </a:r>
            <a:r>
              <a:rPr lang="en-GB" sz="1400" dirty="0"/>
              <a:t>execute the shell command </a:t>
            </a:r>
            <a:r>
              <a:rPr lang="en-GB" sz="1400" b="1" i="1" dirty="0" err="1"/>
              <a:t>command</a:t>
            </a:r>
            <a:endParaRPr lang="en-GB" sz="1400" b="1" dirty="0"/>
          </a:p>
        </p:txBody>
      </p:sp>
    </p:spTree>
    <p:extLst>
      <p:ext uri="{BB962C8B-B14F-4D97-AF65-F5344CB8AC3E}">
        <p14:creationId xmlns:p14="http://schemas.microsoft.com/office/powerpoint/2010/main" val="20840389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B00BD6-07EB-2971-4468-108FEC9954C7}"/>
              </a:ext>
            </a:extLst>
          </p:cNvPr>
          <p:cNvSpPr>
            <a:spLocks noGrp="1"/>
          </p:cNvSpPr>
          <p:nvPr>
            <p:ph type="ctrTitle"/>
          </p:nvPr>
        </p:nvSpPr>
        <p:spPr/>
        <p:txBody>
          <a:bodyPr/>
          <a:lstStyle/>
          <a:p>
            <a:r>
              <a:rPr lang="en-GB" dirty="0" err="1">
                <a:solidFill>
                  <a:srgbClr val="FF0000"/>
                </a:solidFill>
              </a:rPr>
              <a:t>wc</a:t>
            </a:r>
            <a:r>
              <a:rPr lang="en-GB" dirty="0"/>
              <a:t>: Word count</a:t>
            </a:r>
          </a:p>
        </p:txBody>
      </p:sp>
      <p:sp>
        <p:nvSpPr>
          <p:cNvPr id="44035" name="Rectangle 3"/>
          <p:cNvSpPr>
            <a:spLocks noGrp="1" noChangeArrowheads="1"/>
          </p:cNvSpPr>
          <p:nvPr>
            <p:ph sz="quarter" idx="4"/>
          </p:nvPr>
        </p:nvSpPr>
        <p:spPr/>
        <p:txBody>
          <a:bodyPr>
            <a:normAutofit/>
          </a:bodyPr>
          <a:lstStyle/>
          <a:p>
            <a:r>
              <a:rPr lang="en-US" sz="1800" dirty="0">
                <a:solidFill>
                  <a:schemeClr val="tx1"/>
                </a:solidFill>
              </a:rPr>
              <a:t>Count lines, words, and characters in a file:</a:t>
            </a:r>
          </a:p>
          <a:p>
            <a:endParaRPr lang="en-US" sz="1800" dirty="0"/>
          </a:p>
          <a:p>
            <a:pPr>
              <a:buNone/>
            </a:pPr>
            <a:endParaRPr lang="en-US" sz="1800" dirty="0"/>
          </a:p>
          <a:p>
            <a:pPr>
              <a:buNone/>
            </a:pPr>
            <a:endParaRPr lang="en-US" sz="1800" dirty="0"/>
          </a:p>
          <a:p>
            <a:r>
              <a:rPr lang="en-US" sz="1800" dirty="0">
                <a:solidFill>
                  <a:schemeClr val="tx1"/>
                </a:solidFill>
              </a:rPr>
              <a:t>Display number of valid logins:</a:t>
            </a:r>
          </a:p>
          <a:p>
            <a:endParaRPr lang="en-US" sz="1800" dirty="0">
              <a:solidFill>
                <a:schemeClr val="tx1"/>
              </a:solidFill>
            </a:endParaRPr>
          </a:p>
          <a:p>
            <a:pPr>
              <a:buNone/>
            </a:pPr>
            <a:endParaRPr lang="en-US" sz="1800" dirty="0"/>
          </a:p>
          <a:p>
            <a:pPr>
              <a:buNone/>
            </a:pPr>
            <a:endParaRPr lang="en-US" sz="1800" dirty="0"/>
          </a:p>
          <a:p>
            <a:r>
              <a:rPr lang="en-US" sz="1800" dirty="0"/>
              <a:t>Use wc in a pipe: display number of bash shells</a:t>
            </a:r>
          </a:p>
          <a:p>
            <a:pPr lvl="1"/>
            <a:endParaRPr lang="en-US" sz="1800" dirty="0"/>
          </a:p>
          <a:p>
            <a:pPr marL="0" indent="0">
              <a:buNone/>
            </a:pPr>
            <a:endParaRPr lang="en-US" sz="1800" dirty="0"/>
          </a:p>
        </p:txBody>
      </p:sp>
      <p:sp>
        <p:nvSpPr>
          <p:cNvPr id="2" name="Slide Number Placeholder 2">
            <a:extLst>
              <a:ext uri="{FF2B5EF4-FFF2-40B4-BE49-F238E27FC236}">
                <a16:creationId xmlns:a16="http://schemas.microsoft.com/office/drawing/2014/main" id="{CCD107AC-0574-3E6D-A8B9-5670CFF4FF18}"/>
              </a:ext>
            </a:extLst>
          </p:cNvPr>
          <p:cNvSpPr>
            <a:spLocks noGrp="1"/>
          </p:cNvSpPr>
          <p:nvPr>
            <p:ph type="sldNum" sz="quarter" idx="12"/>
          </p:nvPr>
        </p:nvSpPr>
        <p:spPr/>
        <p:txBody>
          <a:bodyPr/>
          <a:lstStyle/>
          <a:p>
            <a:fld id="{F3469444-D02B-D446-9CF8-19DEDDE073D1}" type="slidenum">
              <a:rPr lang="en-US" smtClean="0"/>
              <a:pPr/>
              <a:t>45</a:t>
            </a:fld>
            <a:endParaRPr lang="en-US" dirty="0"/>
          </a:p>
        </p:txBody>
      </p:sp>
      <p:sp>
        <p:nvSpPr>
          <p:cNvPr id="1065988" name="Rectangle 4"/>
          <p:cNvSpPr>
            <a:spLocks noChangeArrowheads="1"/>
          </p:cNvSpPr>
          <p:nvPr/>
        </p:nvSpPr>
        <p:spPr bwMode="auto">
          <a:xfrm>
            <a:off x="514350" y="2143325"/>
            <a:ext cx="10461046" cy="52770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wc</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etc</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inittab</a:t>
            </a:r>
            <a:endParaRPr lang="en-US" sz="1800" b="1" dirty="0">
              <a:solidFill>
                <a:schemeClr val="bg2"/>
              </a:solidFill>
              <a:latin typeface="Hack" panose="020B0609030202020204" pitchFamily="49" charset="0"/>
              <a:ea typeface="Hack" panose="020B0609030202020204" pitchFamily="49" charset="0"/>
              <a:cs typeface="Hack" panose="020B0609030202020204" pitchFamily="49" charset="0"/>
            </a:endParaRPr>
          </a:p>
          <a:p>
            <a:pPr marL="322263" indent="-322263" defTabSz="715963">
              <a:spcBef>
                <a:spcPct val="0"/>
              </a:spcBef>
              <a:defRPr/>
            </a:pPr>
            <a:r>
              <a:rPr lang="en-US" sz="14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56 237 1726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etc</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inittab</a:t>
            </a:r>
            <a:endParaRPr lang="en-US" sz="140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
        <p:nvSpPr>
          <p:cNvPr id="1065989" name="Rectangle 5"/>
          <p:cNvSpPr>
            <a:spLocks noChangeArrowheads="1"/>
          </p:cNvSpPr>
          <p:nvPr/>
        </p:nvSpPr>
        <p:spPr bwMode="auto">
          <a:xfrm>
            <a:off x="525992" y="4915346"/>
            <a:ext cx="10449404" cy="52770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ps</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 grep -- "bash" |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wc</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-l</a:t>
            </a:r>
          </a:p>
          <a:p>
            <a:pPr marL="322263" indent="-322263" defTabSz="715963">
              <a:spcBef>
                <a:spcPct val="0"/>
              </a:spcBef>
              <a:defRPr/>
            </a:pPr>
            <a:r>
              <a:rPr lang="en-US" sz="14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6</a:t>
            </a:r>
          </a:p>
        </p:txBody>
      </p:sp>
      <p:sp>
        <p:nvSpPr>
          <p:cNvPr id="1065990" name="Rectangle 6"/>
          <p:cNvSpPr>
            <a:spLocks noChangeArrowheads="1"/>
          </p:cNvSpPr>
          <p:nvPr/>
        </p:nvSpPr>
        <p:spPr bwMode="auto">
          <a:xfrm>
            <a:off x="521759" y="3635709"/>
            <a:ext cx="10453637" cy="662232"/>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wc</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-l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etc</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/passwd</a:t>
            </a:r>
          </a:p>
          <a:p>
            <a:pPr marL="322263" indent="-322263" defTabSz="715963">
              <a:lnSpc>
                <a:spcPct val="133000"/>
              </a:lnSpc>
              <a:spcBef>
                <a:spcPct val="0"/>
              </a:spcBef>
              <a:defRPr/>
            </a:pPr>
            <a:r>
              <a:rPr lang="en-US" sz="14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35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etc</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/passwd</a:t>
            </a:r>
          </a:p>
        </p:txBody>
      </p:sp>
      <p:sp>
        <p:nvSpPr>
          <p:cNvPr id="44039" name="Text Box 7"/>
          <p:cNvSpPr txBox="1">
            <a:spLocks noChangeArrowheads="1"/>
          </p:cNvSpPr>
          <p:nvPr/>
        </p:nvSpPr>
        <p:spPr bwMode="auto">
          <a:xfrm>
            <a:off x="443922" y="2742569"/>
            <a:ext cx="9508066" cy="307777"/>
          </a:xfrm>
          <a:prstGeom prst="rect">
            <a:avLst/>
          </a:prstGeom>
          <a:noFill/>
          <a:ln w="19050">
            <a:noFill/>
            <a:miter lim="800000"/>
            <a:headEnd/>
            <a:tailEnd/>
          </a:ln>
        </p:spPr>
        <p:txBody>
          <a:bodyPr>
            <a:spAutoFit/>
          </a:bodyPr>
          <a:lstStyle/>
          <a:p>
            <a:pPr defTabSz="739775"/>
            <a:r>
              <a:rPr lang="en-GB" sz="1400" dirty="0">
                <a:solidFill>
                  <a:srgbClr val="134183"/>
                </a:solidFill>
                <a:latin typeface="Figtree" pitchFamily="2" charset="0"/>
              </a:rPr>
              <a:t>The default operation, without any options shows all counts, and the filename.</a:t>
            </a:r>
            <a:endParaRPr lang="en-GB" sz="1400" dirty="0">
              <a:solidFill>
                <a:srgbClr val="134183"/>
              </a:solidFill>
            </a:endParaRPr>
          </a:p>
        </p:txBody>
      </p:sp>
      <p:sp>
        <p:nvSpPr>
          <p:cNvPr id="44040" name="Text Box 8"/>
          <p:cNvSpPr txBox="1">
            <a:spLocks noChangeArrowheads="1"/>
          </p:cNvSpPr>
          <p:nvPr/>
        </p:nvSpPr>
        <p:spPr bwMode="auto">
          <a:xfrm>
            <a:off x="443922" y="4404448"/>
            <a:ext cx="9508066" cy="286232"/>
          </a:xfrm>
          <a:prstGeom prst="rect">
            <a:avLst/>
          </a:prstGeom>
          <a:noFill/>
          <a:ln w="19050">
            <a:noFill/>
            <a:miter lim="800000"/>
            <a:headEnd/>
            <a:tailEnd/>
          </a:ln>
        </p:spPr>
        <p:txBody>
          <a:bodyPr>
            <a:spAutoFit/>
          </a:bodyPr>
          <a:lstStyle/>
          <a:p>
            <a:pPr defTabSz="739775">
              <a:lnSpc>
                <a:spcPct val="90000"/>
              </a:lnSpc>
            </a:pPr>
            <a:r>
              <a:rPr lang="en-GB" sz="1400" dirty="0">
                <a:solidFill>
                  <a:srgbClr val="134183"/>
                </a:solidFill>
                <a:latin typeface="Figtree" pitchFamily="2" charset="0"/>
              </a:rPr>
              <a:t>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-l</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option forced </a:t>
            </a:r>
            <a:r>
              <a:rPr lang="en-GB" sz="1400" b="1" dirty="0">
                <a:solidFill>
                  <a:srgbClr val="134183"/>
                </a:solidFill>
                <a:latin typeface="Figtree" pitchFamily="2" charset="0"/>
              </a:rPr>
              <a:t>wc</a:t>
            </a:r>
            <a:r>
              <a:rPr lang="en-GB" sz="1400" dirty="0">
                <a:solidFill>
                  <a:srgbClr val="134183"/>
                </a:solidFill>
                <a:latin typeface="Figtree" pitchFamily="2" charset="0"/>
              </a:rPr>
              <a:t> to count lines only.</a:t>
            </a:r>
          </a:p>
        </p:txBody>
      </p:sp>
      <p:sp>
        <p:nvSpPr>
          <p:cNvPr id="44041" name="Text Box 9"/>
          <p:cNvSpPr txBox="1">
            <a:spLocks noChangeArrowheads="1"/>
          </p:cNvSpPr>
          <p:nvPr/>
        </p:nvSpPr>
        <p:spPr bwMode="auto">
          <a:xfrm>
            <a:off x="521759" y="5606154"/>
            <a:ext cx="10347534" cy="307777"/>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In the output of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ps</a:t>
            </a:r>
            <a:r>
              <a:rPr lang="en-GB" sz="1400" dirty="0">
                <a:solidFill>
                  <a:srgbClr val="134183"/>
                </a:solidFill>
                <a:latin typeface="Figtree" pitchFamily="2" charset="0"/>
              </a:rPr>
              <a:t>, find lines with the string ‘bash’, which relates to bash shells, then count how many of them. </a:t>
            </a:r>
            <a:endParaRPr lang="en-GB" sz="1400" dirty="0">
              <a:solidFill>
                <a:srgbClr val="134183"/>
              </a:solidFill>
            </a:endParaRPr>
          </a:p>
        </p:txBody>
      </p:sp>
    </p:spTree>
    <p:extLst>
      <p:ext uri="{BB962C8B-B14F-4D97-AF65-F5344CB8AC3E}">
        <p14:creationId xmlns:p14="http://schemas.microsoft.com/office/powerpoint/2010/main" val="195447788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BFAD28-C131-E75B-763F-3C5A8B45FB7B}"/>
              </a:ext>
            </a:extLst>
          </p:cNvPr>
          <p:cNvSpPr>
            <a:spLocks noGrp="1"/>
          </p:cNvSpPr>
          <p:nvPr>
            <p:ph type="ctrTitle"/>
          </p:nvPr>
        </p:nvSpPr>
        <p:spPr/>
        <p:txBody>
          <a:bodyPr/>
          <a:lstStyle/>
          <a:p>
            <a:r>
              <a:rPr lang="en-GB" dirty="0" err="1"/>
              <a:t>xargs</a:t>
            </a:r>
            <a:r>
              <a:rPr lang="en-GB" dirty="0"/>
              <a:t>: - collects arguments for a command</a:t>
            </a:r>
          </a:p>
        </p:txBody>
      </p:sp>
      <p:sp>
        <p:nvSpPr>
          <p:cNvPr id="45059" name="Rectangle 3"/>
          <p:cNvSpPr>
            <a:spLocks noGrp="1" noChangeArrowheads="1"/>
          </p:cNvSpPr>
          <p:nvPr>
            <p:ph sz="quarter" idx="4"/>
          </p:nvPr>
        </p:nvSpPr>
        <p:spPr/>
        <p:txBody>
          <a:bodyPr>
            <a:normAutofit/>
          </a:bodyPr>
          <a:lstStyle/>
          <a:p>
            <a:r>
              <a:rPr lang="en-US" sz="1800" dirty="0">
                <a:solidFill>
                  <a:schemeClr val="tx1"/>
                </a:solidFill>
              </a:rPr>
              <a:t>Run of a single instance of a command with arbitrary number of arguments generated by find</a:t>
            </a:r>
            <a:r>
              <a:rPr lang="en-US" dirty="0">
                <a:solidFill>
                  <a:schemeClr val="tx1"/>
                </a:solidFill>
              </a:rPr>
              <a:t>:</a:t>
            </a:r>
            <a:endParaRPr lang="en-US" sz="1800" dirty="0">
              <a:solidFill>
                <a:schemeClr val="tx1"/>
              </a:solidFill>
            </a:endParaRPr>
          </a:p>
          <a:p>
            <a:endParaRPr lang="en-US" sz="1800" dirty="0"/>
          </a:p>
          <a:p>
            <a:endParaRPr lang="en-US" sz="1800" dirty="0"/>
          </a:p>
          <a:p>
            <a:pPr lvl="1"/>
            <a:endParaRPr lang="en-US" sz="1800" dirty="0"/>
          </a:p>
          <a:p>
            <a:pPr lvl="1"/>
            <a:endParaRPr lang="en-US" sz="1800" dirty="0"/>
          </a:p>
          <a:p>
            <a:pPr lvl="1">
              <a:buNone/>
            </a:pPr>
            <a:endParaRPr lang="en-US" sz="1800" dirty="0"/>
          </a:p>
          <a:p>
            <a:endParaRPr lang="en-US" sz="1800" dirty="0"/>
          </a:p>
          <a:p>
            <a:endParaRPr lang="en-US" sz="1800" dirty="0"/>
          </a:p>
          <a:p>
            <a:r>
              <a:rPr lang="en-US" sz="1800" dirty="0">
                <a:solidFill>
                  <a:schemeClr val="tx1"/>
                </a:solidFill>
              </a:rPr>
              <a:t>Copy files from current directory to /</a:t>
            </a:r>
            <a:r>
              <a:rPr lang="en-US" sz="1800" dirty="0" err="1">
                <a:solidFill>
                  <a:schemeClr val="tx1"/>
                </a:solidFill>
              </a:rPr>
              <a:t>tmp</a:t>
            </a:r>
            <a:r>
              <a:rPr lang="en-US" sz="1800" dirty="0">
                <a:solidFill>
                  <a:schemeClr val="tx1"/>
                </a:solidFill>
              </a:rPr>
              <a:t>, showing each operation:</a:t>
            </a:r>
          </a:p>
          <a:p>
            <a:endParaRPr lang="en-US" sz="1800" dirty="0"/>
          </a:p>
        </p:txBody>
      </p:sp>
      <p:sp>
        <p:nvSpPr>
          <p:cNvPr id="2" name="Slide Number Placeholder 2">
            <a:extLst>
              <a:ext uri="{FF2B5EF4-FFF2-40B4-BE49-F238E27FC236}">
                <a16:creationId xmlns:a16="http://schemas.microsoft.com/office/drawing/2014/main" id="{2551FF3A-4325-C7E9-620B-62752ABE0779}"/>
              </a:ext>
            </a:extLst>
          </p:cNvPr>
          <p:cNvSpPr>
            <a:spLocks noGrp="1"/>
          </p:cNvSpPr>
          <p:nvPr>
            <p:ph type="sldNum" sz="quarter" idx="12"/>
          </p:nvPr>
        </p:nvSpPr>
        <p:spPr/>
        <p:txBody>
          <a:bodyPr/>
          <a:lstStyle/>
          <a:p>
            <a:fld id="{F3469444-D02B-D446-9CF8-19DEDDE073D1}" type="slidenum">
              <a:rPr lang="en-US" smtClean="0"/>
              <a:pPr/>
              <a:t>46</a:t>
            </a:fld>
            <a:endParaRPr lang="en-US" dirty="0"/>
          </a:p>
        </p:txBody>
      </p:sp>
      <p:sp>
        <p:nvSpPr>
          <p:cNvPr id="1068036" name="Rectangle 4"/>
          <p:cNvSpPr>
            <a:spLocks noChangeArrowheads="1"/>
          </p:cNvSpPr>
          <p:nvPr/>
        </p:nvSpPr>
        <p:spPr bwMode="auto">
          <a:xfrm>
            <a:off x="514350" y="2288854"/>
            <a:ext cx="10461623" cy="958595"/>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find /etc -type f -print 2&gt;/dev/null |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xargs</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grep TCP/IP</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/etc/init.d/mountnfs.sh: # Now that TCP/IP is configured, mount the </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nfs</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 file</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/etc/</a:t>
            </a:r>
            <a:r>
              <a:rPr lang="en-US" sz="1400" dirty="0" err="1">
                <a:solidFill>
                  <a:schemeClr val="bg2"/>
                </a:solidFill>
                <a:latin typeface="Hack" panose="020B0609030202020204" pitchFamily="49" charset="0"/>
                <a:ea typeface="Hack" panose="020B0609030202020204" pitchFamily="49" charset="0"/>
                <a:cs typeface="Hack" panose="020B0609030202020204" pitchFamily="49" charset="0"/>
              </a:rPr>
              <a:t>ppp</a:t>
            </a: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/options: # 296 recommended for slow links (40 bytes TCP/IP header + 256)</a:t>
            </a:r>
          </a:p>
          <a:p>
            <a:pPr marL="322263" indent="-322263" defTabSz="715963">
              <a:spcBef>
                <a:spcPct val="0"/>
              </a:spcBef>
              <a:defRPr/>
            </a:pPr>
            <a:r>
              <a:rPr lang="en-US" sz="1400" dirty="0">
                <a:solidFill>
                  <a:schemeClr val="bg2"/>
                </a:solidFill>
                <a:latin typeface="Hack" panose="020B0609030202020204" pitchFamily="49" charset="0"/>
                <a:ea typeface="Hack" panose="020B0609030202020204" pitchFamily="49" charset="0"/>
                <a:cs typeface="Hack" panose="020B0609030202020204" pitchFamily="49" charset="0"/>
              </a:rPr>
              <a:t>...</a:t>
            </a:r>
          </a:p>
        </p:txBody>
      </p:sp>
      <p:sp>
        <p:nvSpPr>
          <p:cNvPr id="1068037" name="Rectangle 5"/>
          <p:cNvSpPr>
            <a:spLocks noChangeArrowheads="1"/>
          </p:cNvSpPr>
          <p:nvPr/>
        </p:nvSpPr>
        <p:spPr bwMode="auto">
          <a:xfrm>
            <a:off x="514350" y="5024901"/>
            <a:ext cx="10454215" cy="489446"/>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44450" tIns="17462" rIns="44450" bIns="17462">
            <a:spAutoFit/>
          </a:bodyPr>
          <a:lstStyle/>
          <a:p>
            <a:pPr marL="322263" indent="-322263" defTabSz="715963">
              <a:lnSpc>
                <a:spcPct val="133000"/>
              </a:lnSpc>
              <a:spcBef>
                <a:spcPct val="0"/>
              </a:spcBef>
              <a:defRPr/>
            </a:pPr>
            <a:r>
              <a:rPr lang="en-US" sz="180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ls |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xargs</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i</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 -t cp {} /</a:t>
            </a:r>
            <a:r>
              <a:rPr lang="en-US" sz="1800" b="1" dirty="0" err="1">
                <a:solidFill>
                  <a:schemeClr val="bg2"/>
                </a:solidFill>
                <a:latin typeface="Hack" panose="020B0609030202020204" pitchFamily="49" charset="0"/>
                <a:ea typeface="Hack" panose="020B0609030202020204" pitchFamily="49" charset="0"/>
                <a:cs typeface="Hack" panose="020B0609030202020204" pitchFamily="49" charset="0"/>
              </a:rPr>
              <a:t>tmp</a:t>
            </a:r>
            <a:r>
              <a:rPr lang="en-US" sz="1800" b="1" dirty="0">
                <a:solidFill>
                  <a:schemeClr val="bg2"/>
                </a:solidFill>
                <a:latin typeface="Hack" panose="020B0609030202020204" pitchFamily="49" charset="0"/>
                <a:ea typeface="Hack" panose="020B0609030202020204" pitchFamily="49" charset="0"/>
                <a:cs typeface="Hack" panose="020B0609030202020204" pitchFamily="49" charset="0"/>
              </a:rPr>
              <a:t>/{}</a:t>
            </a:r>
          </a:p>
        </p:txBody>
      </p:sp>
      <p:sp>
        <p:nvSpPr>
          <p:cNvPr id="45062" name="Text Box 6"/>
          <p:cNvSpPr txBox="1">
            <a:spLocks noChangeArrowheads="1"/>
          </p:cNvSpPr>
          <p:nvPr/>
        </p:nvSpPr>
        <p:spPr bwMode="auto">
          <a:xfrm>
            <a:off x="514350" y="3313393"/>
            <a:ext cx="10565579" cy="738664"/>
          </a:xfrm>
          <a:prstGeom prst="rect">
            <a:avLst/>
          </a:prstGeom>
          <a:noFill/>
          <a:ln w="19050">
            <a:noFill/>
            <a:miter lim="800000"/>
            <a:headEnd/>
            <a:tailEnd/>
          </a:ln>
        </p:spPr>
        <p:txBody>
          <a:bodyPr wrap="square">
            <a:spAutoFit/>
          </a:bodyPr>
          <a:lstStyle/>
          <a:p>
            <a:pPr defTabSz="739775"/>
            <a:r>
              <a:rPr lang="en-GB" sz="1400" dirty="0">
                <a:solidFill>
                  <a:srgbClr val="134183"/>
                </a:solidFill>
                <a:latin typeface="Figtree" pitchFamily="2" charset="0"/>
              </a:rPr>
              <a:t>The main purpose of </a:t>
            </a:r>
            <a:r>
              <a:rPr lang="en-GB" sz="1400" b="1" dirty="0" err="1">
                <a:solidFill>
                  <a:srgbClr val="134183"/>
                </a:solidFill>
                <a:latin typeface="Hack" panose="020B0609030202020204" pitchFamily="49" charset="0"/>
                <a:ea typeface="Hack" panose="020B0609030202020204" pitchFamily="49" charset="0"/>
                <a:cs typeface="Hack" panose="020B0609030202020204" pitchFamily="49" charset="0"/>
              </a:rPr>
              <a:t>xargs</a:t>
            </a:r>
            <a:r>
              <a:rPr lang="en-GB" sz="1400" dirty="0">
                <a:solidFill>
                  <a:srgbClr val="134183"/>
                </a:solidFill>
                <a:latin typeface="Figtree" pitchFamily="2" charset="0"/>
              </a:rPr>
              <a:t> is to collect arguments, which will then be passed to the command in one go. In this instance,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find</a:t>
            </a:r>
            <a:r>
              <a:rPr lang="en-GB" sz="1400" dirty="0">
                <a:solidFill>
                  <a:srgbClr val="134183"/>
                </a:solidFill>
                <a:latin typeface="Figtree" pitchFamily="2" charset="0"/>
              </a:rPr>
              <a:t> will generate the requested filenames, </a:t>
            </a:r>
            <a:r>
              <a:rPr lang="en-GB" sz="1400" b="1" dirty="0" err="1">
                <a:solidFill>
                  <a:srgbClr val="134183"/>
                </a:solidFill>
                <a:latin typeface="Hack" panose="020B0609030202020204" pitchFamily="49" charset="0"/>
                <a:ea typeface="Hack" panose="020B0609030202020204" pitchFamily="49" charset="0"/>
                <a:cs typeface="Hack" panose="020B0609030202020204" pitchFamily="49" charset="0"/>
              </a:rPr>
              <a:t>xargs</a:t>
            </a:r>
            <a:r>
              <a:rPr lang="en-GB" sz="1400" dirty="0">
                <a:solidFill>
                  <a:srgbClr val="134183"/>
                </a:solidFill>
                <a:latin typeface="Figtree" pitchFamily="2" charset="0"/>
              </a:rPr>
              <a:t> will hold on to them and then single instance of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grep</a:t>
            </a:r>
            <a:r>
              <a:rPr lang="en-GB" sz="1400" dirty="0">
                <a:solidFill>
                  <a:srgbClr val="134183"/>
                </a:solidFill>
                <a:latin typeface="Figtree" pitchFamily="2" charset="0"/>
              </a:rPr>
              <a:t> will be executed with all filenames.</a:t>
            </a:r>
            <a:br>
              <a:rPr lang="en-GB" sz="1400" dirty="0">
                <a:solidFill>
                  <a:srgbClr val="134183"/>
                </a:solidFill>
                <a:latin typeface="Figtree" pitchFamily="2" charset="0"/>
              </a:rPr>
            </a:br>
            <a:r>
              <a:rPr lang="en-GB" sz="1400" dirty="0">
                <a:solidFill>
                  <a:srgbClr val="134183"/>
                </a:solidFill>
                <a:latin typeface="Figtree" pitchFamily="2" charset="0"/>
              </a:rPr>
              <a:t>An advantage over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find … -exec </a:t>
            </a:r>
            <a:r>
              <a:rPr lang="en-GB" sz="1400" b="1" dirty="0" err="1">
                <a:solidFill>
                  <a:srgbClr val="134183"/>
                </a:solidFill>
                <a:latin typeface="Hack" panose="020B0609030202020204" pitchFamily="49" charset="0"/>
                <a:ea typeface="Hack" panose="020B0609030202020204" pitchFamily="49" charset="0"/>
                <a:cs typeface="Hack" panose="020B0609030202020204" pitchFamily="49" charset="0"/>
              </a:rPr>
              <a:t>cmd</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Hack" panose="020B0609030202020204" pitchFamily="49" charset="0"/>
                <a:ea typeface="Hack" panose="020B0609030202020204" pitchFamily="49" charset="0"/>
                <a:cs typeface="Hack" panose="020B0609030202020204" pitchFamily="49" charset="0"/>
              </a:rPr>
              <a:t> </a:t>
            </a:r>
            <a:r>
              <a:rPr lang="en-GB" sz="1400" dirty="0">
                <a:solidFill>
                  <a:srgbClr val="134183"/>
                </a:solidFill>
                <a:latin typeface="Figtree" pitchFamily="2" charset="0"/>
              </a:rPr>
              <a:t>format, whereby new instance of </a:t>
            </a:r>
            <a:r>
              <a:rPr lang="en-GB" sz="1400" b="1" dirty="0" err="1">
                <a:solidFill>
                  <a:srgbClr val="134183"/>
                </a:solidFill>
                <a:latin typeface="Figtree" pitchFamily="2" charset="0"/>
              </a:rPr>
              <a:t>cmd</a:t>
            </a:r>
            <a:r>
              <a:rPr lang="en-GB" sz="1400" dirty="0">
                <a:solidFill>
                  <a:srgbClr val="134183"/>
                </a:solidFill>
                <a:latin typeface="Figtree" pitchFamily="2" charset="0"/>
              </a:rPr>
              <a:t> is spawned for each filename located by </a:t>
            </a:r>
            <a:r>
              <a:rPr lang="en-GB" sz="1400" b="1" dirty="0">
                <a:solidFill>
                  <a:srgbClr val="134183"/>
                </a:solidFill>
                <a:latin typeface="Figtree" pitchFamily="2" charset="0"/>
              </a:rPr>
              <a:t>find.</a:t>
            </a:r>
            <a:endParaRPr lang="en-GB" sz="1400" dirty="0">
              <a:solidFill>
                <a:srgbClr val="134183"/>
              </a:solidFill>
            </a:endParaRPr>
          </a:p>
        </p:txBody>
      </p:sp>
      <p:sp>
        <p:nvSpPr>
          <p:cNvPr id="45063" name="Text Box 7"/>
          <p:cNvSpPr txBox="1">
            <a:spLocks noChangeArrowheads="1"/>
          </p:cNvSpPr>
          <p:nvPr/>
        </p:nvSpPr>
        <p:spPr bwMode="auto">
          <a:xfrm>
            <a:off x="506944" y="5501421"/>
            <a:ext cx="10461621" cy="480131"/>
          </a:xfrm>
          <a:prstGeom prst="rect">
            <a:avLst/>
          </a:prstGeom>
          <a:noFill/>
          <a:ln w="19050">
            <a:noFill/>
            <a:miter lim="800000"/>
            <a:headEnd/>
            <a:tailEnd/>
          </a:ln>
        </p:spPr>
        <p:txBody>
          <a:bodyPr wrap="square">
            <a:spAutoFit/>
          </a:bodyPr>
          <a:lstStyle/>
          <a:p>
            <a:pPr defTabSz="739775">
              <a:lnSpc>
                <a:spcPct val="90000"/>
              </a:lnSpc>
            </a:pPr>
            <a:r>
              <a:rPr lang="en-GB" sz="1400" dirty="0">
                <a:solidFill>
                  <a:srgbClr val="134183"/>
                </a:solidFill>
                <a:latin typeface="Figtree" pitchFamily="2" charset="0"/>
              </a:rPr>
              <a:t>The </a:t>
            </a:r>
            <a:r>
              <a:rPr lang="en-GB" sz="1400" b="1" dirty="0">
                <a:solidFill>
                  <a:srgbClr val="134183"/>
                </a:solidFill>
                <a:latin typeface="Figtree" pitchFamily="2" charset="0"/>
              </a:rPr>
              <a:t>-i</a:t>
            </a:r>
            <a:r>
              <a:rPr lang="en-GB" sz="1400" dirty="0">
                <a:solidFill>
                  <a:srgbClr val="134183"/>
                </a:solidFill>
                <a:latin typeface="Figtree" pitchFamily="2" charset="0"/>
              </a:rPr>
              <a:t> option allows to pass each filename generated by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ls</a:t>
            </a:r>
            <a:r>
              <a:rPr lang="en-GB" sz="1400" dirty="0">
                <a:solidFill>
                  <a:srgbClr val="134183"/>
                </a:solidFill>
                <a:latin typeface="Figtree" pitchFamily="2" charset="0"/>
              </a:rPr>
              <a:t> to command, here </a:t>
            </a:r>
            <a:r>
              <a:rPr lang="en-GB" sz="1400" b="1" dirty="0">
                <a:solidFill>
                  <a:srgbClr val="134183"/>
                </a:solidFill>
                <a:latin typeface="Figtree" pitchFamily="2" charset="0"/>
              </a:rPr>
              <a:t>cp</a:t>
            </a:r>
            <a:r>
              <a:rPr lang="en-GB" sz="1400" dirty="0">
                <a:solidFill>
                  <a:srgbClr val="134183"/>
                </a:solidFill>
                <a:latin typeface="Figtree" pitchFamily="2" charset="0"/>
              </a:rPr>
              <a:t>, replacing each instance of </a:t>
            </a:r>
            <a:r>
              <a:rPr lang="en-GB" sz="1400" b="1" dirty="0">
                <a:solidFill>
                  <a:srgbClr val="134183"/>
                </a:solidFill>
                <a:latin typeface="Figtree" pitchFamily="2" charset="0"/>
              </a:rPr>
              <a:t>{ }</a:t>
            </a:r>
            <a:r>
              <a:rPr lang="en-GB" sz="1400" dirty="0">
                <a:solidFill>
                  <a:srgbClr val="134183"/>
                </a:solidFill>
                <a:latin typeface="Figtree" pitchFamily="2" charset="0"/>
              </a:rPr>
              <a:t> with it. The </a:t>
            </a:r>
            <a:r>
              <a:rPr lang="en-GB" sz="1400" b="1" dirty="0">
                <a:solidFill>
                  <a:srgbClr val="134183"/>
                </a:solidFill>
                <a:latin typeface="Hack" panose="020B0609030202020204" pitchFamily="49" charset="0"/>
                <a:ea typeface="Hack" panose="020B0609030202020204" pitchFamily="49" charset="0"/>
                <a:cs typeface="Hack" panose="020B0609030202020204" pitchFamily="49" charset="0"/>
              </a:rPr>
              <a:t>-t</a:t>
            </a:r>
            <a:r>
              <a:rPr lang="en-GB" sz="1400" dirty="0">
                <a:solidFill>
                  <a:srgbClr val="134183"/>
                </a:solidFill>
                <a:latin typeface="Figtree" pitchFamily="2" charset="0"/>
              </a:rPr>
              <a:t> option forces the display of each operation.</a:t>
            </a:r>
            <a:endParaRPr lang="en-GB" sz="1400" b="1" dirty="0">
              <a:solidFill>
                <a:srgbClr val="134183"/>
              </a:solidFill>
            </a:endParaRPr>
          </a:p>
        </p:txBody>
      </p:sp>
    </p:spTree>
    <p:extLst>
      <p:ext uri="{BB962C8B-B14F-4D97-AF65-F5344CB8AC3E}">
        <p14:creationId xmlns:p14="http://schemas.microsoft.com/office/powerpoint/2010/main" val="1903624044"/>
      </p:ext>
    </p:extLst>
  </p:cSld>
  <p:clrMapOvr>
    <a:masterClrMapping/>
  </p:clrMapOvr>
  <p:transition/>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CF5967-01BD-40C1-B1E3-8E6CDE2BF890}">
  <ds:schemaRefs>
    <ds:schemaRef ds:uri="http://schemas.microsoft.com/sharepoint/v3/contenttype/forms"/>
  </ds:schemaRefs>
</ds:datastoreItem>
</file>

<file path=customXml/itemProps2.xml><?xml version="1.0" encoding="utf-8"?>
<ds:datastoreItem xmlns:ds="http://schemas.openxmlformats.org/officeDocument/2006/customXml" ds:itemID="{CAC71F1D-A98C-43DF-A986-061295C23702}">
  <ds:schemaRefs>
    <ds:schemaRef ds:uri="52e7f57a-cc1d-4bce-9b60-d9dd785361c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4851bab5-d36a-4f24-a761-998180967d12"/>
    <ds:schemaRef ds:uri="http://www.w3.org/XML/1998/namespace"/>
    <ds:schemaRef ds:uri="http://purl.org/dc/dcmitype/"/>
  </ds:schemaRefs>
</ds:datastoreItem>
</file>

<file path=customXml/itemProps3.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19297</TotalTime>
  <Words>8346</Words>
  <Application>Microsoft Office PowerPoint</Application>
  <PresentationFormat>Widescreen</PresentationFormat>
  <Paragraphs>1086</Paragraphs>
  <Slides>46</Slides>
  <Notes>46</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46</vt:i4>
      </vt:variant>
    </vt:vector>
  </HeadingPairs>
  <TitlesOfParts>
    <vt:vector size="55" baseType="lpstr">
      <vt:lpstr>Aptos</vt:lpstr>
      <vt:lpstr>Arial</vt:lpstr>
      <vt:lpstr>Courier New</vt:lpstr>
      <vt:lpstr>Figtree</vt:lpstr>
      <vt:lpstr>Hack</vt:lpstr>
      <vt:lpstr>Wingdings</vt:lpstr>
      <vt:lpstr>Cover Slides - Business/Marketing</vt:lpstr>
      <vt:lpstr>Divider Slides</vt:lpstr>
      <vt:lpstr>Purple Module</vt:lpstr>
      <vt:lpstr>Appendix C: Tools by example</vt:lpstr>
      <vt:lpstr>at: Examples of time or date specification</vt:lpstr>
      <vt:lpstr>awk (1)</vt:lpstr>
      <vt:lpstr>awk (2)</vt:lpstr>
      <vt:lpstr>basename: Strip off the path</vt:lpstr>
      <vt:lpstr>bc: Basic calculator</vt:lpstr>
      <vt:lpstr>comm: Compare two sorted files</vt:lpstr>
      <vt:lpstr>csplit: Context-based file split</vt:lpstr>
      <vt:lpstr>cut: Display/hide portions of text</vt:lpstr>
      <vt:lpstr>df: Disk free</vt:lpstr>
      <vt:lpstr>dialog: Display shell scripts dialog boxes</vt:lpstr>
      <vt:lpstr>diff (1): Show differences</vt:lpstr>
      <vt:lpstr>diff (2)</vt:lpstr>
      <vt:lpstr>du: Disk usage</vt:lpstr>
      <vt:lpstr>file: Identify file type by its contents</vt:lpstr>
      <vt:lpstr>find: Find files in live filesystem</vt:lpstr>
      <vt:lpstr>fold: Split into records</vt:lpstr>
      <vt:lpstr>grep: Find patterns</vt:lpstr>
      <vt:lpstr>head: Show beginning of file</vt:lpstr>
      <vt:lpstr>join: Merge files</vt:lpstr>
      <vt:lpstr>od: - Octal dump</vt:lpstr>
      <vt:lpstr>paste: Merge files together</vt:lpstr>
      <vt:lpstr>pr: - pre-format for printing</vt:lpstr>
      <vt:lpstr>ps: Process list</vt:lpstr>
      <vt:lpstr>pstree: Process family tree</vt:lpstr>
      <vt:lpstr>Regular expressions</vt:lpstr>
      <vt:lpstr>sed (1): Stream editor</vt:lpstr>
      <vt:lpstr>sed (2):</vt:lpstr>
      <vt:lpstr>sort: sort stream</vt:lpstr>
      <vt:lpstr>split: split files</vt:lpstr>
      <vt:lpstr>stat: get file status</vt:lpstr>
      <vt:lpstr>Strings: Find strings in a file</vt:lpstr>
      <vt:lpstr>stty: - show and change terminal settings</vt:lpstr>
      <vt:lpstr>sum: – a file's checksum/block count</vt:lpstr>
      <vt:lpstr>tac: Print lines last to first</vt:lpstr>
      <vt:lpstr>tail: Show end of a file </vt:lpstr>
      <vt:lpstr>tar: Archive</vt:lpstr>
      <vt:lpstr>tee: Replicate pipe into file</vt:lpstr>
      <vt:lpstr>touch: Update/create Inode</vt:lpstr>
      <vt:lpstr>tr: Translate</vt:lpstr>
      <vt:lpstr>uniq: show unique data</vt:lpstr>
      <vt:lpstr>vi – Quick reference (1)</vt:lpstr>
      <vt:lpstr>vi – Quick reference (2)</vt:lpstr>
      <vt:lpstr>vi – Quick reference (3)</vt:lpstr>
      <vt:lpstr>wc: Word count</vt:lpstr>
      <vt:lpstr>xargs: - collects arguments for a command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41</cp:revision>
  <dcterms:created xsi:type="dcterms:W3CDTF">2024-06-24T11:44:08Z</dcterms:created>
  <dcterms:modified xsi:type="dcterms:W3CDTF">2025-05-30T13:53:55Z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