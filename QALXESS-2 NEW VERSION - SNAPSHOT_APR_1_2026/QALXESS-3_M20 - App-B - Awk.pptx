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897" r:id="rId6"/>
  </p:sldMasterIdLst>
  <p:notesMasterIdLst>
    <p:notesMasterId r:id="rId29"/>
  </p:notesMasterIdLst>
  <p:sldIdLst>
    <p:sldId id="1600" r:id="rId7"/>
    <p:sldId id="1601" r:id="rId8"/>
    <p:sldId id="1602" r:id="rId9"/>
    <p:sldId id="1603" r:id="rId10"/>
    <p:sldId id="314" r:id="rId11"/>
    <p:sldId id="1604" r:id="rId12"/>
    <p:sldId id="1605" r:id="rId13"/>
    <p:sldId id="1606" r:id="rId14"/>
    <p:sldId id="1607" r:id="rId15"/>
    <p:sldId id="1608" r:id="rId16"/>
    <p:sldId id="1609" r:id="rId17"/>
    <p:sldId id="1610" r:id="rId18"/>
    <p:sldId id="1611" r:id="rId19"/>
    <p:sldId id="1612" r:id="rId20"/>
    <p:sldId id="1613" r:id="rId21"/>
    <p:sldId id="1614" r:id="rId22"/>
    <p:sldId id="1615" r:id="rId23"/>
    <p:sldId id="1616" r:id="rId24"/>
    <p:sldId id="1617" r:id="rId25"/>
    <p:sldId id="756" r:id="rId26"/>
    <p:sldId id="1618" r:id="rId27"/>
    <p:sldId id="161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600"/>
            <p14:sldId id="1601"/>
            <p14:sldId id="1602"/>
            <p14:sldId id="1603"/>
            <p14:sldId id="314"/>
            <p14:sldId id="1604"/>
            <p14:sldId id="1605"/>
            <p14:sldId id="1606"/>
            <p14:sldId id="1607"/>
            <p14:sldId id="1608"/>
            <p14:sldId id="1609"/>
            <p14:sldId id="1610"/>
            <p14:sldId id="1611"/>
            <p14:sldId id="1612"/>
            <p14:sldId id="1613"/>
            <p14:sldId id="1614"/>
            <p14:sldId id="1615"/>
            <p14:sldId id="1616"/>
            <p14:sldId id="1617"/>
            <p14:sldId id="756"/>
            <p14:sldId id="1618"/>
            <p14:sldId id="161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54D5EF-4441-4C8A-A984-C4429BCEFFD0}" v="7" dt="2025-05-30T13:51:56.169"/>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0565"/>
    <p:restoredTop sz="91387"/>
  </p:normalViewPr>
  <p:slideViewPr>
    <p:cSldViewPr snapToGrid="0">
      <p:cViewPr varScale="1">
        <p:scale>
          <a:sx n="104" d="100"/>
          <a:sy n="104" d="100"/>
        </p:scale>
        <p:origin x="1128" y="318"/>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13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757E939F-BA74-46A6-B83B-8EA3CD5CB0A5}"/>
    <pc:docChg chg="undo custSel modSld delMainMaster">
      <pc:chgData name="Feist, Ella" userId="992bbaf2-811d-42cb-a4d6-e7fc45e325e8" providerId="ADAL" clId="{757E939F-BA74-46A6-B83B-8EA3CD5CB0A5}" dt="2025-05-29T12:51:12.701" v="145" actId="114"/>
      <pc:docMkLst>
        <pc:docMk/>
      </pc:docMkLst>
      <pc:sldChg chg="modSp mod">
        <pc:chgData name="Feist, Ella" userId="992bbaf2-811d-42cb-a4d6-e7fc45e325e8" providerId="ADAL" clId="{757E939F-BA74-46A6-B83B-8EA3CD5CB0A5}" dt="2025-05-29T12:48:24.166" v="81" actId="20577"/>
        <pc:sldMkLst>
          <pc:docMk/>
          <pc:sldMk cId="4232254393" sldId="314"/>
        </pc:sldMkLst>
        <pc:spChg chg="mod">
          <ac:chgData name="Feist, Ella" userId="992bbaf2-811d-42cb-a4d6-e7fc45e325e8" providerId="ADAL" clId="{757E939F-BA74-46A6-B83B-8EA3CD5CB0A5}" dt="2025-05-29T12:44:56.971" v="38"/>
          <ac:spMkLst>
            <pc:docMk/>
            <pc:sldMk cId="4232254393" sldId="314"/>
            <ac:spMk id="16" creationId="{F213304B-2264-98EB-1A99-7FFDCF593127}"/>
          </ac:spMkLst>
        </pc:spChg>
        <pc:spChg chg="mod">
          <ac:chgData name="Feist, Ella" userId="992bbaf2-811d-42cb-a4d6-e7fc45e325e8" providerId="ADAL" clId="{757E939F-BA74-46A6-B83B-8EA3CD5CB0A5}" dt="2025-05-29T12:48:24.166" v="81" actId="20577"/>
          <ac:spMkLst>
            <pc:docMk/>
            <pc:sldMk cId="4232254393" sldId="314"/>
            <ac:spMk id="5123" creationId="{00000000-0000-0000-0000-000000000000}"/>
          </ac:spMkLst>
        </pc:spChg>
      </pc:sldChg>
      <pc:sldChg chg="modSp mod">
        <pc:chgData name="Feist, Ella" userId="992bbaf2-811d-42cb-a4d6-e7fc45e325e8" providerId="ADAL" clId="{757E939F-BA74-46A6-B83B-8EA3CD5CB0A5}" dt="2025-05-29T12:50:57.598" v="140" actId="20577"/>
        <pc:sldMkLst>
          <pc:docMk/>
          <pc:sldMk cId="1879493365" sldId="756"/>
        </pc:sldMkLst>
        <pc:spChg chg="mod">
          <ac:chgData name="Feist, Ella" userId="992bbaf2-811d-42cb-a4d6-e7fc45e325e8" providerId="ADAL" clId="{757E939F-BA74-46A6-B83B-8EA3CD5CB0A5}" dt="2025-05-29T12:50:57.598" v="140" actId="20577"/>
          <ac:spMkLst>
            <pc:docMk/>
            <pc:sldMk cId="1879493365" sldId="756"/>
            <ac:spMk id="2" creationId="{EDA857E0-0E7A-97E6-CF32-434CAAE5E2AD}"/>
          </ac:spMkLst>
        </pc:spChg>
        <pc:spChg chg="mod">
          <ac:chgData name="Feist, Ella" userId="992bbaf2-811d-42cb-a4d6-e7fc45e325e8" providerId="ADAL" clId="{757E939F-BA74-46A6-B83B-8EA3CD5CB0A5}" dt="2025-05-29T12:50:53.015" v="139" actId="20577"/>
          <ac:spMkLst>
            <pc:docMk/>
            <pc:sldMk cId="1879493365" sldId="756"/>
            <ac:spMk id="5123" creationId="{00000000-0000-0000-0000-000000000000}"/>
          </ac:spMkLst>
        </pc:spChg>
      </pc:sldChg>
      <pc:sldChg chg="modSp mod">
        <pc:chgData name="Feist, Ella" userId="992bbaf2-811d-42cb-a4d6-e7fc45e325e8" providerId="ADAL" clId="{757E939F-BA74-46A6-B83B-8EA3CD5CB0A5}" dt="2025-05-29T12:42:59.102" v="13" actId="20577"/>
        <pc:sldMkLst>
          <pc:docMk/>
          <pc:sldMk cId="267645448" sldId="1600"/>
        </pc:sldMkLst>
        <pc:graphicFrameChg chg="mod modGraphic">
          <ac:chgData name="Feist, Ella" userId="992bbaf2-811d-42cb-a4d6-e7fc45e325e8" providerId="ADAL" clId="{757E939F-BA74-46A6-B83B-8EA3CD5CB0A5}" dt="2025-05-29T12:42:59.102" v="13" actId="20577"/>
          <ac:graphicFrameMkLst>
            <pc:docMk/>
            <pc:sldMk cId="267645448" sldId="1600"/>
            <ac:graphicFrameMk id="3" creationId="{782173CC-AB00-E9E0-384B-043E992B5264}"/>
          </ac:graphicFrameMkLst>
        </pc:graphicFrameChg>
      </pc:sldChg>
      <pc:sldChg chg="modSp mod modClrScheme chgLayout">
        <pc:chgData name="Feist, Ella" userId="992bbaf2-811d-42cb-a4d6-e7fc45e325e8" providerId="ADAL" clId="{757E939F-BA74-46A6-B83B-8EA3CD5CB0A5}" dt="2025-05-29T12:43:27.931" v="22" actId="20577"/>
        <pc:sldMkLst>
          <pc:docMk/>
          <pc:sldMk cId="1968478559" sldId="1601"/>
        </pc:sldMkLst>
        <pc:spChg chg="mod ord">
          <ac:chgData name="Feist, Ella" userId="992bbaf2-811d-42cb-a4d6-e7fc45e325e8" providerId="ADAL" clId="{757E939F-BA74-46A6-B83B-8EA3CD5CB0A5}" dt="2025-05-29T12:43:18.472" v="18" actId="700"/>
          <ac:spMkLst>
            <pc:docMk/>
            <pc:sldMk cId="1968478559" sldId="1601"/>
            <ac:spMk id="2" creationId="{A9A6FF77-D641-4417-92E7-11CC6238BF20}"/>
          </ac:spMkLst>
        </pc:spChg>
        <pc:spChg chg="mod ord">
          <ac:chgData name="Feist, Ella" userId="992bbaf2-811d-42cb-a4d6-e7fc45e325e8" providerId="ADAL" clId="{757E939F-BA74-46A6-B83B-8EA3CD5CB0A5}" dt="2025-05-29T12:43:18.472" v="18" actId="700"/>
          <ac:spMkLst>
            <pc:docMk/>
            <pc:sldMk cId="1968478559" sldId="1601"/>
            <ac:spMk id="3" creationId="{C7FDCD2A-4DAD-8A7E-DEFB-2B583482F8F8}"/>
          </ac:spMkLst>
        </pc:spChg>
        <pc:spChg chg="mod ord">
          <ac:chgData name="Feist, Ella" userId="992bbaf2-811d-42cb-a4d6-e7fc45e325e8" providerId="ADAL" clId="{757E939F-BA74-46A6-B83B-8EA3CD5CB0A5}" dt="2025-05-29T12:43:27.931" v="22" actId="20577"/>
          <ac:spMkLst>
            <pc:docMk/>
            <pc:sldMk cId="1968478559" sldId="1601"/>
            <ac:spMk id="5" creationId="{91A8ED3D-B755-43C9-BCB1-DCF495C0C9DB}"/>
          </ac:spMkLst>
        </pc:spChg>
      </pc:sldChg>
      <pc:sldChg chg="modSp mod">
        <pc:chgData name="Feist, Ella" userId="992bbaf2-811d-42cb-a4d6-e7fc45e325e8" providerId="ADAL" clId="{757E939F-BA74-46A6-B83B-8EA3CD5CB0A5}" dt="2025-05-29T12:44:23.656" v="30" actId="20577"/>
        <pc:sldMkLst>
          <pc:docMk/>
          <pc:sldMk cId="3725055694" sldId="1602"/>
        </pc:sldMkLst>
        <pc:spChg chg="mod">
          <ac:chgData name="Feist, Ella" userId="992bbaf2-811d-42cb-a4d6-e7fc45e325e8" providerId="ADAL" clId="{757E939F-BA74-46A6-B83B-8EA3CD5CB0A5}" dt="2025-05-29T12:44:23.656" v="30" actId="20577"/>
          <ac:spMkLst>
            <pc:docMk/>
            <pc:sldMk cId="3725055694" sldId="1602"/>
            <ac:spMk id="5" creationId="{91A8ED3D-B755-43C9-BCB1-DCF495C0C9DB}"/>
          </ac:spMkLst>
        </pc:spChg>
      </pc:sldChg>
      <pc:sldChg chg="modSp mod">
        <pc:chgData name="Feist, Ella" userId="992bbaf2-811d-42cb-a4d6-e7fc45e325e8" providerId="ADAL" clId="{757E939F-BA74-46A6-B83B-8EA3CD5CB0A5}" dt="2025-05-29T12:44:51.227" v="37" actId="20577"/>
        <pc:sldMkLst>
          <pc:docMk/>
          <pc:sldMk cId="2257798740" sldId="1603"/>
        </pc:sldMkLst>
        <pc:spChg chg="mod">
          <ac:chgData name="Feist, Ella" userId="992bbaf2-811d-42cb-a4d6-e7fc45e325e8" providerId="ADAL" clId="{757E939F-BA74-46A6-B83B-8EA3CD5CB0A5}" dt="2025-05-29T12:44:51.227" v="37" actId="20577"/>
          <ac:spMkLst>
            <pc:docMk/>
            <pc:sldMk cId="2257798740" sldId="1603"/>
            <ac:spMk id="5" creationId="{91A8ED3D-B755-43C9-BCB1-DCF495C0C9DB}"/>
          </ac:spMkLst>
        </pc:spChg>
      </pc:sldChg>
      <pc:sldChg chg="modSp mod">
        <pc:chgData name="Feist, Ella" userId="992bbaf2-811d-42cb-a4d6-e7fc45e325e8" providerId="ADAL" clId="{757E939F-BA74-46A6-B83B-8EA3CD5CB0A5}" dt="2025-05-29T12:45:16.987" v="43" actId="20577"/>
        <pc:sldMkLst>
          <pc:docMk/>
          <pc:sldMk cId="786905651" sldId="1604"/>
        </pc:sldMkLst>
        <pc:spChg chg="mod">
          <ac:chgData name="Feist, Ella" userId="992bbaf2-811d-42cb-a4d6-e7fc45e325e8" providerId="ADAL" clId="{757E939F-BA74-46A6-B83B-8EA3CD5CB0A5}" dt="2025-05-29T12:45:13.307" v="41"/>
          <ac:spMkLst>
            <pc:docMk/>
            <pc:sldMk cId="786905651" sldId="1604"/>
            <ac:spMk id="3" creationId="{D8733497-09E7-BEC5-5107-B4ECD5C1F39B}"/>
          </ac:spMkLst>
        </pc:spChg>
        <pc:spChg chg="mod">
          <ac:chgData name="Feist, Ella" userId="992bbaf2-811d-42cb-a4d6-e7fc45e325e8" providerId="ADAL" clId="{757E939F-BA74-46A6-B83B-8EA3CD5CB0A5}" dt="2025-05-29T12:45:16.987" v="43" actId="20577"/>
          <ac:spMkLst>
            <pc:docMk/>
            <pc:sldMk cId="786905651" sldId="1604"/>
            <ac:spMk id="5123" creationId="{00000000-0000-0000-0000-000000000000}"/>
          </ac:spMkLst>
        </pc:spChg>
      </pc:sldChg>
      <pc:sldChg chg="modSp mod">
        <pc:chgData name="Feist, Ella" userId="992bbaf2-811d-42cb-a4d6-e7fc45e325e8" providerId="ADAL" clId="{757E939F-BA74-46A6-B83B-8EA3CD5CB0A5}" dt="2025-05-29T12:45:42.181" v="50" actId="20577"/>
        <pc:sldMkLst>
          <pc:docMk/>
          <pc:sldMk cId="3290682977" sldId="1605"/>
        </pc:sldMkLst>
        <pc:spChg chg="mod">
          <ac:chgData name="Feist, Ella" userId="992bbaf2-811d-42cb-a4d6-e7fc45e325e8" providerId="ADAL" clId="{757E939F-BA74-46A6-B83B-8EA3CD5CB0A5}" dt="2025-05-29T12:45:20.792" v="44" actId="20577"/>
          <ac:spMkLst>
            <pc:docMk/>
            <pc:sldMk cId="3290682977" sldId="1605"/>
            <ac:spMk id="3" creationId="{FD4B6088-9FE0-9335-B239-5782B8665BD9}"/>
          </ac:spMkLst>
        </pc:spChg>
        <pc:spChg chg="mod">
          <ac:chgData name="Feist, Ella" userId="992bbaf2-811d-42cb-a4d6-e7fc45e325e8" providerId="ADAL" clId="{757E939F-BA74-46A6-B83B-8EA3CD5CB0A5}" dt="2025-05-29T12:45:32.817" v="48" actId="1076"/>
          <ac:spMkLst>
            <pc:docMk/>
            <pc:sldMk cId="3290682977" sldId="1605"/>
            <ac:spMk id="16" creationId="{959C29A0-F0ED-E94B-CCF5-AEB90DC7669E}"/>
          </ac:spMkLst>
        </pc:spChg>
        <pc:spChg chg="mod">
          <ac:chgData name="Feist, Ella" userId="992bbaf2-811d-42cb-a4d6-e7fc45e325e8" providerId="ADAL" clId="{757E939F-BA74-46A6-B83B-8EA3CD5CB0A5}" dt="2025-05-29T12:45:32.817" v="48" actId="1076"/>
          <ac:spMkLst>
            <pc:docMk/>
            <pc:sldMk cId="3290682977" sldId="1605"/>
            <ac:spMk id="17" creationId="{31C260D4-5F1E-E066-0245-144E1F61F6FB}"/>
          </ac:spMkLst>
        </pc:spChg>
        <pc:spChg chg="mod">
          <ac:chgData name="Feist, Ella" userId="992bbaf2-811d-42cb-a4d6-e7fc45e325e8" providerId="ADAL" clId="{757E939F-BA74-46A6-B83B-8EA3CD5CB0A5}" dt="2025-05-29T12:45:42.181" v="50" actId="20577"/>
          <ac:spMkLst>
            <pc:docMk/>
            <pc:sldMk cId="3290682977" sldId="1605"/>
            <ac:spMk id="5123" creationId="{00000000-0000-0000-0000-000000000000}"/>
          </ac:spMkLst>
        </pc:spChg>
      </pc:sldChg>
      <pc:sldChg chg="modSp mod">
        <pc:chgData name="Feist, Ella" userId="992bbaf2-811d-42cb-a4d6-e7fc45e325e8" providerId="ADAL" clId="{757E939F-BA74-46A6-B83B-8EA3CD5CB0A5}" dt="2025-05-29T12:45:48.509" v="51" actId="20577"/>
        <pc:sldMkLst>
          <pc:docMk/>
          <pc:sldMk cId="2041101119" sldId="1606"/>
        </pc:sldMkLst>
        <pc:spChg chg="mod">
          <ac:chgData name="Feist, Ella" userId="992bbaf2-811d-42cb-a4d6-e7fc45e325e8" providerId="ADAL" clId="{757E939F-BA74-46A6-B83B-8EA3CD5CB0A5}" dt="2025-05-29T12:45:48.509" v="51" actId="20577"/>
          <ac:spMkLst>
            <pc:docMk/>
            <pc:sldMk cId="2041101119" sldId="1606"/>
            <ac:spMk id="5123" creationId="{00000000-0000-0000-0000-000000000000}"/>
          </ac:spMkLst>
        </pc:spChg>
      </pc:sldChg>
      <pc:sldChg chg="modSp mod">
        <pc:chgData name="Feist, Ella" userId="992bbaf2-811d-42cb-a4d6-e7fc45e325e8" providerId="ADAL" clId="{757E939F-BA74-46A6-B83B-8EA3CD5CB0A5}" dt="2025-05-29T12:45:58.991" v="55" actId="20577"/>
        <pc:sldMkLst>
          <pc:docMk/>
          <pc:sldMk cId="2016553190" sldId="1607"/>
        </pc:sldMkLst>
        <pc:spChg chg="mod">
          <ac:chgData name="Feist, Ella" userId="992bbaf2-811d-42cb-a4d6-e7fc45e325e8" providerId="ADAL" clId="{757E939F-BA74-46A6-B83B-8EA3CD5CB0A5}" dt="2025-05-29T12:45:58.991" v="55" actId="20577"/>
          <ac:spMkLst>
            <pc:docMk/>
            <pc:sldMk cId="2016553190" sldId="1607"/>
            <ac:spMk id="5123" creationId="{00000000-0000-0000-0000-000000000000}"/>
          </ac:spMkLst>
        </pc:spChg>
      </pc:sldChg>
      <pc:sldChg chg="delSp modSp mod">
        <pc:chgData name="Feist, Ella" userId="992bbaf2-811d-42cb-a4d6-e7fc45e325e8" providerId="ADAL" clId="{757E939F-BA74-46A6-B83B-8EA3CD5CB0A5}" dt="2025-05-29T12:46:49.885" v="62" actId="1076"/>
        <pc:sldMkLst>
          <pc:docMk/>
          <pc:sldMk cId="2495692847" sldId="1608"/>
        </pc:sldMkLst>
        <pc:spChg chg="del">
          <ac:chgData name="Feist, Ella" userId="992bbaf2-811d-42cb-a4d6-e7fc45e325e8" providerId="ADAL" clId="{757E939F-BA74-46A6-B83B-8EA3CD5CB0A5}" dt="2025-05-29T12:46:41.127" v="60" actId="478"/>
          <ac:spMkLst>
            <pc:docMk/>
            <pc:sldMk cId="2495692847" sldId="1608"/>
            <ac:spMk id="4" creationId="{9E1E61DC-C0A0-2BA1-D3DA-AF361A7753C2}"/>
          </ac:spMkLst>
        </pc:spChg>
        <pc:spChg chg="mod">
          <ac:chgData name="Feist, Ella" userId="992bbaf2-811d-42cb-a4d6-e7fc45e325e8" providerId="ADAL" clId="{757E939F-BA74-46A6-B83B-8EA3CD5CB0A5}" dt="2025-05-29T12:46:03.392" v="56" actId="20577"/>
          <ac:spMkLst>
            <pc:docMk/>
            <pc:sldMk cId="2495692847" sldId="1608"/>
            <ac:spMk id="5" creationId="{2692DA46-022A-4B5D-B2E5-A75935D0A5B1}"/>
          </ac:spMkLst>
        </pc:spChg>
        <pc:graphicFrameChg chg="mod modGraphic">
          <ac:chgData name="Feist, Ella" userId="992bbaf2-811d-42cb-a4d6-e7fc45e325e8" providerId="ADAL" clId="{757E939F-BA74-46A6-B83B-8EA3CD5CB0A5}" dt="2025-05-29T12:46:49.885" v="62" actId="1076"/>
          <ac:graphicFrameMkLst>
            <pc:docMk/>
            <pc:sldMk cId="2495692847" sldId="1608"/>
            <ac:graphicFrameMk id="6" creationId="{3F18EAB4-7FE0-5CDC-7FA9-83574BD47366}"/>
          </ac:graphicFrameMkLst>
        </pc:graphicFrameChg>
      </pc:sldChg>
      <pc:sldChg chg="modSp mod">
        <pc:chgData name="Feist, Ella" userId="992bbaf2-811d-42cb-a4d6-e7fc45e325e8" providerId="ADAL" clId="{757E939F-BA74-46A6-B83B-8EA3CD5CB0A5}" dt="2025-05-29T12:46:55.885" v="63" actId="20577"/>
        <pc:sldMkLst>
          <pc:docMk/>
          <pc:sldMk cId="1708089355" sldId="1609"/>
        </pc:sldMkLst>
        <pc:spChg chg="mod">
          <ac:chgData name="Feist, Ella" userId="992bbaf2-811d-42cb-a4d6-e7fc45e325e8" providerId="ADAL" clId="{757E939F-BA74-46A6-B83B-8EA3CD5CB0A5}" dt="2025-05-29T12:46:55.885" v="63" actId="20577"/>
          <ac:spMkLst>
            <pc:docMk/>
            <pc:sldMk cId="1708089355" sldId="1609"/>
            <ac:spMk id="7" creationId="{DC137DB8-4EEB-FBC9-28DE-FFE398CCC95C}"/>
          </ac:spMkLst>
        </pc:spChg>
      </pc:sldChg>
      <pc:sldChg chg="delSp modSp mod">
        <pc:chgData name="Feist, Ella" userId="992bbaf2-811d-42cb-a4d6-e7fc45e325e8" providerId="ADAL" clId="{757E939F-BA74-46A6-B83B-8EA3CD5CB0A5}" dt="2025-05-29T12:47:25.912" v="70"/>
        <pc:sldMkLst>
          <pc:docMk/>
          <pc:sldMk cId="519570107" sldId="1610"/>
        </pc:sldMkLst>
        <pc:spChg chg="del">
          <ac:chgData name="Feist, Ella" userId="992bbaf2-811d-42cb-a4d6-e7fc45e325e8" providerId="ADAL" clId="{757E939F-BA74-46A6-B83B-8EA3CD5CB0A5}" dt="2025-05-29T12:47:00.669" v="64" actId="478"/>
          <ac:spMkLst>
            <pc:docMk/>
            <pc:sldMk cId="519570107" sldId="1610"/>
            <ac:spMk id="2" creationId="{AF72CC10-275C-A741-58F5-412CB9F3D64A}"/>
          </ac:spMkLst>
        </pc:spChg>
        <pc:graphicFrameChg chg="mod modGraphic">
          <ac:chgData name="Feist, Ella" userId="992bbaf2-811d-42cb-a4d6-e7fc45e325e8" providerId="ADAL" clId="{757E939F-BA74-46A6-B83B-8EA3CD5CB0A5}" dt="2025-05-29T12:47:25.912" v="70"/>
          <ac:graphicFrameMkLst>
            <pc:docMk/>
            <pc:sldMk cId="519570107" sldId="1610"/>
            <ac:graphicFrameMk id="8" creationId="{5635F9EA-FC1B-1FDB-8BB9-C5807F8DD09A}"/>
          </ac:graphicFrameMkLst>
        </pc:graphicFrameChg>
      </pc:sldChg>
      <pc:sldChg chg="delSp mod">
        <pc:chgData name="Feist, Ella" userId="992bbaf2-811d-42cb-a4d6-e7fc45e325e8" providerId="ADAL" clId="{757E939F-BA74-46A6-B83B-8EA3CD5CB0A5}" dt="2025-05-29T12:47:30.930" v="71" actId="478"/>
        <pc:sldMkLst>
          <pc:docMk/>
          <pc:sldMk cId="149232792" sldId="1611"/>
        </pc:sldMkLst>
        <pc:spChg chg="del">
          <ac:chgData name="Feist, Ella" userId="992bbaf2-811d-42cb-a4d6-e7fc45e325e8" providerId="ADAL" clId="{757E939F-BA74-46A6-B83B-8EA3CD5CB0A5}" dt="2025-05-29T12:47:30.930" v="71" actId="478"/>
          <ac:spMkLst>
            <pc:docMk/>
            <pc:sldMk cId="149232792" sldId="1611"/>
            <ac:spMk id="14" creationId="{A60D2629-7C8B-FBD1-DE65-BF84B6B4C2E8}"/>
          </ac:spMkLst>
        </pc:spChg>
      </pc:sldChg>
      <pc:sldChg chg="modSp mod">
        <pc:chgData name="Feist, Ella" userId="992bbaf2-811d-42cb-a4d6-e7fc45e325e8" providerId="ADAL" clId="{757E939F-BA74-46A6-B83B-8EA3CD5CB0A5}" dt="2025-05-29T12:47:57.033" v="76" actId="20577"/>
        <pc:sldMkLst>
          <pc:docMk/>
          <pc:sldMk cId="4156985266" sldId="1613"/>
        </pc:sldMkLst>
        <pc:spChg chg="mod">
          <ac:chgData name="Feist, Ella" userId="992bbaf2-811d-42cb-a4d6-e7fc45e325e8" providerId="ADAL" clId="{757E939F-BA74-46A6-B83B-8EA3CD5CB0A5}" dt="2025-05-29T12:47:38.734" v="72" actId="20577"/>
          <ac:spMkLst>
            <pc:docMk/>
            <pc:sldMk cId="4156985266" sldId="1613"/>
            <ac:spMk id="5" creationId="{64C80899-B3FB-2925-6B93-C0947CDA5C33}"/>
          </ac:spMkLst>
        </pc:spChg>
        <pc:spChg chg="mod">
          <ac:chgData name="Feist, Ella" userId="992bbaf2-811d-42cb-a4d6-e7fc45e325e8" providerId="ADAL" clId="{757E939F-BA74-46A6-B83B-8EA3CD5CB0A5}" dt="2025-05-29T12:47:57.033" v="76" actId="20577"/>
          <ac:spMkLst>
            <pc:docMk/>
            <pc:sldMk cId="4156985266" sldId="1613"/>
            <ac:spMk id="13" creationId="{1235B1E1-ED68-169B-F521-B58FF5023C3C}"/>
          </ac:spMkLst>
        </pc:spChg>
        <pc:spChg chg="mod">
          <ac:chgData name="Feist, Ella" userId="992bbaf2-811d-42cb-a4d6-e7fc45e325e8" providerId="ADAL" clId="{757E939F-BA74-46A6-B83B-8EA3CD5CB0A5}" dt="2025-05-29T12:47:51.127" v="75" actId="207"/>
          <ac:spMkLst>
            <pc:docMk/>
            <pc:sldMk cId="4156985266" sldId="1613"/>
            <ac:spMk id="5123" creationId="{00000000-0000-0000-0000-000000000000}"/>
          </ac:spMkLst>
        </pc:spChg>
      </pc:sldChg>
      <pc:sldChg chg="modSp mod">
        <pc:chgData name="Feist, Ella" userId="992bbaf2-811d-42cb-a4d6-e7fc45e325e8" providerId="ADAL" clId="{757E939F-BA74-46A6-B83B-8EA3CD5CB0A5}" dt="2025-05-29T12:49:54.041" v="110" actId="20577"/>
        <pc:sldMkLst>
          <pc:docMk/>
          <pc:sldMk cId="1975415982" sldId="1614"/>
        </pc:sldMkLst>
        <pc:spChg chg="mod">
          <ac:chgData name="Feist, Ella" userId="992bbaf2-811d-42cb-a4d6-e7fc45e325e8" providerId="ADAL" clId="{757E939F-BA74-46A6-B83B-8EA3CD5CB0A5}" dt="2025-05-29T12:49:54.041" v="110" actId="20577"/>
          <ac:spMkLst>
            <pc:docMk/>
            <pc:sldMk cId="1975415982" sldId="1614"/>
            <ac:spMk id="5123" creationId="{00000000-0000-0000-0000-000000000000}"/>
          </ac:spMkLst>
        </pc:spChg>
      </pc:sldChg>
      <pc:sldChg chg="modSp mod">
        <pc:chgData name="Feist, Ella" userId="992bbaf2-811d-42cb-a4d6-e7fc45e325e8" providerId="ADAL" clId="{757E939F-BA74-46A6-B83B-8EA3CD5CB0A5}" dt="2025-05-29T12:50:05.271" v="114" actId="1076"/>
        <pc:sldMkLst>
          <pc:docMk/>
          <pc:sldMk cId="3011209244" sldId="1615"/>
        </pc:sldMkLst>
        <pc:spChg chg="mod">
          <ac:chgData name="Feist, Ella" userId="992bbaf2-811d-42cb-a4d6-e7fc45e325e8" providerId="ADAL" clId="{757E939F-BA74-46A6-B83B-8EA3CD5CB0A5}" dt="2025-05-29T12:50:05.271" v="114" actId="1076"/>
          <ac:spMkLst>
            <pc:docMk/>
            <pc:sldMk cId="3011209244" sldId="1615"/>
            <ac:spMk id="4" creationId="{F6188B7E-952C-900F-D0EA-4C41D8E14FFF}"/>
          </ac:spMkLst>
        </pc:spChg>
        <pc:spChg chg="mod">
          <ac:chgData name="Feist, Ella" userId="992bbaf2-811d-42cb-a4d6-e7fc45e325e8" providerId="ADAL" clId="{757E939F-BA74-46A6-B83B-8EA3CD5CB0A5}" dt="2025-05-29T12:50:03.563" v="113" actId="20577"/>
          <ac:spMkLst>
            <pc:docMk/>
            <pc:sldMk cId="3011209244" sldId="1615"/>
            <ac:spMk id="5123" creationId="{00000000-0000-0000-0000-000000000000}"/>
          </ac:spMkLst>
        </pc:spChg>
      </pc:sldChg>
      <pc:sldChg chg="delSp mod">
        <pc:chgData name="Feist, Ella" userId="992bbaf2-811d-42cb-a4d6-e7fc45e325e8" providerId="ADAL" clId="{757E939F-BA74-46A6-B83B-8EA3CD5CB0A5}" dt="2025-05-29T12:50:08.794" v="115" actId="478"/>
        <pc:sldMkLst>
          <pc:docMk/>
          <pc:sldMk cId="3253051589" sldId="1616"/>
        </pc:sldMkLst>
        <pc:spChg chg="del">
          <ac:chgData name="Feist, Ella" userId="992bbaf2-811d-42cb-a4d6-e7fc45e325e8" providerId="ADAL" clId="{757E939F-BA74-46A6-B83B-8EA3CD5CB0A5}" dt="2025-05-29T12:50:08.794" v="115" actId="478"/>
          <ac:spMkLst>
            <pc:docMk/>
            <pc:sldMk cId="3253051589" sldId="1616"/>
            <ac:spMk id="10" creationId="{D9488ABB-4E04-82D5-96AF-2478A73C5598}"/>
          </ac:spMkLst>
        </pc:spChg>
      </pc:sldChg>
      <pc:sldChg chg="modSp mod">
        <pc:chgData name="Feist, Ella" userId="992bbaf2-811d-42cb-a4d6-e7fc45e325e8" providerId="ADAL" clId="{757E939F-BA74-46A6-B83B-8EA3CD5CB0A5}" dt="2025-05-29T12:50:29.521" v="125" actId="20577"/>
        <pc:sldMkLst>
          <pc:docMk/>
          <pc:sldMk cId="1059720629" sldId="1617"/>
        </pc:sldMkLst>
        <pc:spChg chg="mod">
          <ac:chgData name="Feist, Ella" userId="992bbaf2-811d-42cb-a4d6-e7fc45e325e8" providerId="ADAL" clId="{757E939F-BA74-46A6-B83B-8EA3CD5CB0A5}" dt="2025-05-29T12:50:29.521" v="125" actId="20577"/>
          <ac:spMkLst>
            <pc:docMk/>
            <pc:sldMk cId="1059720629" sldId="1617"/>
            <ac:spMk id="5123" creationId="{00000000-0000-0000-0000-000000000000}"/>
          </ac:spMkLst>
        </pc:spChg>
      </pc:sldChg>
      <pc:sldChg chg="modSp mod">
        <pc:chgData name="Feist, Ella" userId="992bbaf2-811d-42cb-a4d6-e7fc45e325e8" providerId="ADAL" clId="{757E939F-BA74-46A6-B83B-8EA3CD5CB0A5}" dt="2025-05-29T12:51:12.701" v="145" actId="114"/>
        <pc:sldMkLst>
          <pc:docMk/>
          <pc:sldMk cId="1384223815" sldId="1618"/>
        </pc:sldMkLst>
        <pc:spChg chg="mod">
          <ac:chgData name="Feist, Ella" userId="992bbaf2-811d-42cb-a4d6-e7fc45e325e8" providerId="ADAL" clId="{757E939F-BA74-46A6-B83B-8EA3CD5CB0A5}" dt="2025-05-29T12:51:12.701" v="145" actId="114"/>
          <ac:spMkLst>
            <pc:docMk/>
            <pc:sldMk cId="1384223815" sldId="1618"/>
            <ac:spMk id="5123" creationId="{00000000-0000-0000-0000-000000000000}"/>
          </ac:spMkLst>
        </pc:spChg>
      </pc:sldChg>
      <pc:sldMasterChg chg="del delSldLayout">
        <pc:chgData name="Feist, Ella" userId="992bbaf2-811d-42cb-a4d6-e7fc45e325e8" providerId="ADAL" clId="{757E939F-BA74-46A6-B83B-8EA3CD5CB0A5}" dt="2025-05-29T12:42:45.553" v="5"/>
        <pc:sldMasterMkLst>
          <pc:docMk/>
          <pc:sldMasterMk cId="2217866481" sldId="2147483660"/>
        </pc:sldMasterMkLst>
        <pc:sldLayoutChg chg="del">
          <pc:chgData name="Feist, Ella" userId="992bbaf2-811d-42cb-a4d6-e7fc45e325e8" providerId="ADAL" clId="{757E939F-BA74-46A6-B83B-8EA3CD5CB0A5}" dt="2025-05-29T12:42:45.553" v="5"/>
          <pc:sldLayoutMkLst>
            <pc:docMk/>
            <pc:sldMasterMk cId="2217866481" sldId="2147483660"/>
            <pc:sldLayoutMk cId="1785230785" sldId="2147483777"/>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3151091117" sldId="2147483780"/>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2670422055" sldId="2147483781"/>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3910812132" sldId="2147483786"/>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3389854272" sldId="2147483788"/>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844404885" sldId="2147483796"/>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2238072026" sldId="2147483797"/>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2785161596" sldId="2147483798"/>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1958520897" sldId="2147483872"/>
          </pc:sldLayoutMkLst>
        </pc:sldLayoutChg>
        <pc:sldLayoutChg chg="del">
          <pc:chgData name="Feist, Ella" userId="992bbaf2-811d-42cb-a4d6-e7fc45e325e8" providerId="ADAL" clId="{757E939F-BA74-46A6-B83B-8EA3CD5CB0A5}" dt="2025-05-29T12:42:45.553" v="5"/>
          <pc:sldLayoutMkLst>
            <pc:docMk/>
            <pc:sldMasterMk cId="2217866481" sldId="2147483660"/>
            <pc:sldLayoutMk cId="472251335" sldId="2147483873"/>
          </pc:sldLayoutMkLst>
        </pc:sldLayoutChg>
      </pc:sldMasterChg>
      <pc:sldMasterChg chg="del delSldLayout">
        <pc:chgData name="Feist, Ella" userId="992bbaf2-811d-42cb-a4d6-e7fc45e325e8" providerId="ADAL" clId="{757E939F-BA74-46A6-B83B-8EA3CD5CB0A5}" dt="2025-05-29T12:42:45.553" v="5"/>
        <pc:sldMasterMkLst>
          <pc:docMk/>
          <pc:sldMasterMk cId="1433300368" sldId="2147483799"/>
        </pc:sldMasterMkLst>
        <pc:sldLayoutChg chg="del">
          <pc:chgData name="Feist, Ella" userId="992bbaf2-811d-42cb-a4d6-e7fc45e325e8" providerId="ADAL" clId="{757E939F-BA74-46A6-B83B-8EA3CD5CB0A5}" dt="2025-05-29T12:42:45.553" v="5"/>
          <pc:sldLayoutMkLst>
            <pc:docMk/>
            <pc:sldMasterMk cId="1433300368" sldId="2147483799"/>
            <pc:sldLayoutMk cId="1527291370" sldId="2147483818"/>
          </pc:sldLayoutMkLst>
        </pc:sldLayoutChg>
        <pc:sldLayoutChg chg="del">
          <pc:chgData name="Feist, Ella" userId="992bbaf2-811d-42cb-a4d6-e7fc45e325e8" providerId="ADAL" clId="{757E939F-BA74-46A6-B83B-8EA3CD5CB0A5}" dt="2025-05-29T12:42:45.553" v="5"/>
          <pc:sldLayoutMkLst>
            <pc:docMk/>
            <pc:sldMasterMk cId="1433300368" sldId="2147483799"/>
            <pc:sldLayoutMk cId="3562340024" sldId="2147483819"/>
          </pc:sldLayoutMkLst>
        </pc:sldLayoutChg>
        <pc:sldLayoutChg chg="del">
          <pc:chgData name="Feist, Ella" userId="992bbaf2-811d-42cb-a4d6-e7fc45e325e8" providerId="ADAL" clId="{757E939F-BA74-46A6-B83B-8EA3CD5CB0A5}" dt="2025-05-29T12:42:45.553" v="5"/>
          <pc:sldLayoutMkLst>
            <pc:docMk/>
            <pc:sldMasterMk cId="1433300368" sldId="2147483799"/>
            <pc:sldLayoutMk cId="520181862" sldId="2147483820"/>
          </pc:sldLayoutMkLst>
        </pc:sldLayoutChg>
      </pc:sldMasterChg>
      <pc:sldMasterChg chg="del delSldLayout">
        <pc:chgData name="Feist, Ella" userId="992bbaf2-811d-42cb-a4d6-e7fc45e325e8" providerId="ADAL" clId="{757E939F-BA74-46A6-B83B-8EA3CD5CB0A5}" dt="2025-05-29T12:42:45.553" v="5"/>
        <pc:sldMasterMkLst>
          <pc:docMk/>
          <pc:sldMasterMk cId="4045664613" sldId="2147483821"/>
        </pc:sldMasterMkLst>
        <pc:sldLayoutChg chg="del">
          <pc:chgData name="Feist, Ella" userId="992bbaf2-811d-42cb-a4d6-e7fc45e325e8" providerId="ADAL" clId="{757E939F-BA74-46A6-B83B-8EA3CD5CB0A5}" dt="2025-05-29T12:42:45.553" v="5"/>
          <pc:sldLayoutMkLst>
            <pc:docMk/>
            <pc:sldMasterMk cId="4045664613" sldId="2147483821"/>
            <pc:sldLayoutMk cId="1659487629" sldId="2147483822"/>
          </pc:sldLayoutMkLst>
        </pc:sldLayoutChg>
        <pc:sldLayoutChg chg="del">
          <pc:chgData name="Feist, Ella" userId="992bbaf2-811d-42cb-a4d6-e7fc45e325e8" providerId="ADAL" clId="{757E939F-BA74-46A6-B83B-8EA3CD5CB0A5}" dt="2025-05-29T12:42:45.553" v="5"/>
          <pc:sldLayoutMkLst>
            <pc:docMk/>
            <pc:sldMasterMk cId="4045664613" sldId="2147483821"/>
            <pc:sldLayoutMk cId="3209770388" sldId="2147483823"/>
          </pc:sldLayoutMkLst>
        </pc:sldLayoutChg>
        <pc:sldLayoutChg chg="del">
          <pc:chgData name="Feist, Ella" userId="992bbaf2-811d-42cb-a4d6-e7fc45e325e8" providerId="ADAL" clId="{757E939F-BA74-46A6-B83B-8EA3CD5CB0A5}" dt="2025-05-29T12:42:45.553" v="5"/>
          <pc:sldLayoutMkLst>
            <pc:docMk/>
            <pc:sldMasterMk cId="4045664613" sldId="2147483821"/>
            <pc:sldLayoutMk cId="2989585299" sldId="2147483824"/>
          </pc:sldLayoutMkLst>
        </pc:sldLayoutChg>
        <pc:sldLayoutChg chg="del">
          <pc:chgData name="Feist, Ella" userId="992bbaf2-811d-42cb-a4d6-e7fc45e325e8" providerId="ADAL" clId="{757E939F-BA74-46A6-B83B-8EA3CD5CB0A5}" dt="2025-05-29T12:42:45.553" v="5"/>
          <pc:sldLayoutMkLst>
            <pc:docMk/>
            <pc:sldMasterMk cId="4045664613" sldId="2147483821"/>
            <pc:sldLayoutMk cId="771702010" sldId="2147483825"/>
          </pc:sldLayoutMkLst>
        </pc:sldLayoutChg>
      </pc:sldMasterChg>
      <pc:sldMasterChg chg="del delSldLayout">
        <pc:chgData name="Feist, Ella" userId="992bbaf2-811d-42cb-a4d6-e7fc45e325e8" providerId="ADAL" clId="{757E939F-BA74-46A6-B83B-8EA3CD5CB0A5}" dt="2025-05-29T12:42:45.553" v="5"/>
        <pc:sldMasterMkLst>
          <pc:docMk/>
          <pc:sldMasterMk cId="3391850710" sldId="2147483826"/>
        </pc:sldMasterMkLst>
        <pc:sldLayoutChg chg="del">
          <pc:chgData name="Feist, Ella" userId="992bbaf2-811d-42cb-a4d6-e7fc45e325e8" providerId="ADAL" clId="{757E939F-BA74-46A6-B83B-8EA3CD5CB0A5}" dt="2025-05-29T12:42:45.553" v="5"/>
          <pc:sldLayoutMkLst>
            <pc:docMk/>
            <pc:sldMasterMk cId="3391850710" sldId="2147483826"/>
            <pc:sldLayoutMk cId="186167143" sldId="2147483827"/>
          </pc:sldLayoutMkLst>
        </pc:sldLayoutChg>
        <pc:sldLayoutChg chg="del">
          <pc:chgData name="Feist, Ella" userId="992bbaf2-811d-42cb-a4d6-e7fc45e325e8" providerId="ADAL" clId="{757E939F-BA74-46A6-B83B-8EA3CD5CB0A5}" dt="2025-05-29T12:42:45.553" v="5"/>
          <pc:sldLayoutMkLst>
            <pc:docMk/>
            <pc:sldMasterMk cId="3391850710" sldId="2147483826"/>
            <pc:sldLayoutMk cId="4273777609" sldId="2147483828"/>
          </pc:sldLayoutMkLst>
        </pc:sldLayoutChg>
        <pc:sldLayoutChg chg="del">
          <pc:chgData name="Feist, Ella" userId="992bbaf2-811d-42cb-a4d6-e7fc45e325e8" providerId="ADAL" clId="{757E939F-BA74-46A6-B83B-8EA3CD5CB0A5}" dt="2025-05-29T12:42:45.553" v="5"/>
          <pc:sldLayoutMkLst>
            <pc:docMk/>
            <pc:sldMasterMk cId="3391850710" sldId="2147483826"/>
            <pc:sldLayoutMk cId="928190420" sldId="2147483829"/>
          </pc:sldLayoutMkLst>
        </pc:sldLayoutChg>
        <pc:sldLayoutChg chg="del">
          <pc:chgData name="Feist, Ella" userId="992bbaf2-811d-42cb-a4d6-e7fc45e325e8" providerId="ADAL" clId="{757E939F-BA74-46A6-B83B-8EA3CD5CB0A5}" dt="2025-05-29T12:42:45.553" v="5"/>
          <pc:sldLayoutMkLst>
            <pc:docMk/>
            <pc:sldMasterMk cId="3391850710" sldId="2147483826"/>
            <pc:sldLayoutMk cId="778525727" sldId="2147483830"/>
          </pc:sldLayoutMkLst>
        </pc:sldLayoutChg>
      </pc:sldMasterChg>
      <pc:sldMasterChg chg="del delSldLayout">
        <pc:chgData name="Feist, Ella" userId="992bbaf2-811d-42cb-a4d6-e7fc45e325e8" providerId="ADAL" clId="{757E939F-BA74-46A6-B83B-8EA3CD5CB0A5}" dt="2025-05-29T12:42:45.553" v="5"/>
        <pc:sldMasterMkLst>
          <pc:docMk/>
          <pc:sldMasterMk cId="3899971177" sldId="2147483831"/>
        </pc:sldMasterMkLst>
        <pc:sldLayoutChg chg="del">
          <pc:chgData name="Feist, Ella" userId="992bbaf2-811d-42cb-a4d6-e7fc45e325e8" providerId="ADAL" clId="{757E939F-BA74-46A6-B83B-8EA3CD5CB0A5}" dt="2025-05-29T12:42:45.553" v="5"/>
          <pc:sldLayoutMkLst>
            <pc:docMk/>
            <pc:sldMasterMk cId="3899971177" sldId="2147483831"/>
            <pc:sldLayoutMk cId="1296847754" sldId="2147483832"/>
          </pc:sldLayoutMkLst>
        </pc:sldLayoutChg>
        <pc:sldLayoutChg chg="del">
          <pc:chgData name="Feist, Ella" userId="992bbaf2-811d-42cb-a4d6-e7fc45e325e8" providerId="ADAL" clId="{757E939F-BA74-46A6-B83B-8EA3CD5CB0A5}" dt="2025-05-29T12:42:45.553" v="5"/>
          <pc:sldLayoutMkLst>
            <pc:docMk/>
            <pc:sldMasterMk cId="3899971177" sldId="2147483831"/>
            <pc:sldLayoutMk cId="2124554007" sldId="2147483833"/>
          </pc:sldLayoutMkLst>
        </pc:sldLayoutChg>
        <pc:sldLayoutChg chg="del">
          <pc:chgData name="Feist, Ella" userId="992bbaf2-811d-42cb-a4d6-e7fc45e325e8" providerId="ADAL" clId="{757E939F-BA74-46A6-B83B-8EA3CD5CB0A5}" dt="2025-05-29T12:42:45.553" v="5"/>
          <pc:sldLayoutMkLst>
            <pc:docMk/>
            <pc:sldMasterMk cId="3899971177" sldId="2147483831"/>
            <pc:sldLayoutMk cId="2692646997" sldId="2147483834"/>
          </pc:sldLayoutMkLst>
        </pc:sldLayoutChg>
        <pc:sldLayoutChg chg="del">
          <pc:chgData name="Feist, Ella" userId="992bbaf2-811d-42cb-a4d6-e7fc45e325e8" providerId="ADAL" clId="{757E939F-BA74-46A6-B83B-8EA3CD5CB0A5}" dt="2025-05-29T12:42:45.553" v="5"/>
          <pc:sldLayoutMkLst>
            <pc:docMk/>
            <pc:sldMasterMk cId="3899971177" sldId="2147483831"/>
            <pc:sldLayoutMk cId="164223612" sldId="2147483835"/>
          </pc:sldLayoutMkLst>
        </pc:sldLayoutChg>
      </pc:sldMasterChg>
      <pc:sldMasterChg chg="del delSldLayout">
        <pc:chgData name="Feist, Ella" userId="992bbaf2-811d-42cb-a4d6-e7fc45e325e8" providerId="ADAL" clId="{757E939F-BA74-46A6-B83B-8EA3CD5CB0A5}" dt="2025-05-29T12:42:45.553" v="5"/>
        <pc:sldMasterMkLst>
          <pc:docMk/>
          <pc:sldMasterMk cId="4061346496" sldId="2147483836"/>
        </pc:sldMasterMkLst>
        <pc:sldLayoutChg chg="del">
          <pc:chgData name="Feist, Ella" userId="992bbaf2-811d-42cb-a4d6-e7fc45e325e8" providerId="ADAL" clId="{757E939F-BA74-46A6-B83B-8EA3CD5CB0A5}" dt="2025-05-29T12:42:45.553" v="5"/>
          <pc:sldLayoutMkLst>
            <pc:docMk/>
            <pc:sldMasterMk cId="4061346496" sldId="2147483836"/>
            <pc:sldLayoutMk cId="1342340652" sldId="2147483837"/>
          </pc:sldLayoutMkLst>
        </pc:sldLayoutChg>
        <pc:sldLayoutChg chg="del">
          <pc:chgData name="Feist, Ella" userId="992bbaf2-811d-42cb-a4d6-e7fc45e325e8" providerId="ADAL" clId="{757E939F-BA74-46A6-B83B-8EA3CD5CB0A5}" dt="2025-05-29T12:42:45.553" v="5"/>
          <pc:sldLayoutMkLst>
            <pc:docMk/>
            <pc:sldMasterMk cId="4061346496" sldId="2147483836"/>
            <pc:sldLayoutMk cId="1129306061" sldId="2147483838"/>
          </pc:sldLayoutMkLst>
        </pc:sldLayoutChg>
        <pc:sldLayoutChg chg="del">
          <pc:chgData name="Feist, Ella" userId="992bbaf2-811d-42cb-a4d6-e7fc45e325e8" providerId="ADAL" clId="{757E939F-BA74-46A6-B83B-8EA3CD5CB0A5}" dt="2025-05-29T12:42:45.553" v="5"/>
          <pc:sldLayoutMkLst>
            <pc:docMk/>
            <pc:sldMasterMk cId="4061346496" sldId="2147483836"/>
            <pc:sldLayoutMk cId="291058354" sldId="2147483839"/>
          </pc:sldLayoutMkLst>
        </pc:sldLayoutChg>
        <pc:sldLayoutChg chg="del">
          <pc:chgData name="Feist, Ella" userId="992bbaf2-811d-42cb-a4d6-e7fc45e325e8" providerId="ADAL" clId="{757E939F-BA74-46A6-B83B-8EA3CD5CB0A5}" dt="2025-05-29T12:42:45.553" v="5"/>
          <pc:sldLayoutMkLst>
            <pc:docMk/>
            <pc:sldMasterMk cId="4061346496" sldId="2147483836"/>
            <pc:sldLayoutMk cId="1057880355" sldId="2147483840"/>
          </pc:sldLayoutMkLst>
        </pc:sldLayoutChg>
      </pc:sldMasterChg>
      <pc:sldMasterChg chg="del delSldLayout">
        <pc:chgData name="Feist, Ella" userId="992bbaf2-811d-42cb-a4d6-e7fc45e325e8" providerId="ADAL" clId="{757E939F-BA74-46A6-B83B-8EA3CD5CB0A5}" dt="2025-05-29T12:42:45.553" v="5"/>
        <pc:sldMasterMkLst>
          <pc:docMk/>
          <pc:sldMasterMk cId="1513994161" sldId="2147483841"/>
        </pc:sldMasterMkLst>
        <pc:sldLayoutChg chg="del">
          <pc:chgData name="Feist, Ella" userId="992bbaf2-811d-42cb-a4d6-e7fc45e325e8" providerId="ADAL" clId="{757E939F-BA74-46A6-B83B-8EA3CD5CB0A5}" dt="2025-05-29T12:42:45.553" v="5"/>
          <pc:sldLayoutMkLst>
            <pc:docMk/>
            <pc:sldMasterMk cId="1513994161" sldId="2147483841"/>
            <pc:sldLayoutMk cId="2408842378" sldId="2147483842"/>
          </pc:sldLayoutMkLst>
        </pc:sldLayoutChg>
        <pc:sldLayoutChg chg="del">
          <pc:chgData name="Feist, Ella" userId="992bbaf2-811d-42cb-a4d6-e7fc45e325e8" providerId="ADAL" clId="{757E939F-BA74-46A6-B83B-8EA3CD5CB0A5}" dt="2025-05-29T12:42:45.553" v="5"/>
          <pc:sldLayoutMkLst>
            <pc:docMk/>
            <pc:sldMasterMk cId="1513994161" sldId="2147483841"/>
            <pc:sldLayoutMk cId="3257542985" sldId="2147483843"/>
          </pc:sldLayoutMkLst>
        </pc:sldLayoutChg>
        <pc:sldLayoutChg chg="del">
          <pc:chgData name="Feist, Ella" userId="992bbaf2-811d-42cb-a4d6-e7fc45e325e8" providerId="ADAL" clId="{757E939F-BA74-46A6-B83B-8EA3CD5CB0A5}" dt="2025-05-29T12:42:45.553" v="5"/>
          <pc:sldLayoutMkLst>
            <pc:docMk/>
            <pc:sldMasterMk cId="1513994161" sldId="2147483841"/>
            <pc:sldLayoutMk cId="57802930" sldId="2147483844"/>
          </pc:sldLayoutMkLst>
        </pc:sldLayoutChg>
        <pc:sldLayoutChg chg="del">
          <pc:chgData name="Feist, Ella" userId="992bbaf2-811d-42cb-a4d6-e7fc45e325e8" providerId="ADAL" clId="{757E939F-BA74-46A6-B83B-8EA3CD5CB0A5}" dt="2025-05-29T12:42:45.553" v="5"/>
          <pc:sldLayoutMkLst>
            <pc:docMk/>
            <pc:sldMasterMk cId="1513994161" sldId="2147483841"/>
            <pc:sldLayoutMk cId="892830820" sldId="2147483845"/>
          </pc:sldLayoutMkLst>
        </pc:sldLayoutChg>
      </pc:sldMasterChg>
      <pc:sldMasterChg chg="del delSldLayout">
        <pc:chgData name="Feist, Ella" userId="992bbaf2-811d-42cb-a4d6-e7fc45e325e8" providerId="ADAL" clId="{757E939F-BA74-46A6-B83B-8EA3CD5CB0A5}" dt="2025-05-29T12:42:45.553" v="5"/>
        <pc:sldMasterMkLst>
          <pc:docMk/>
          <pc:sldMasterMk cId="1256176808" sldId="2147483846"/>
        </pc:sldMasterMkLst>
        <pc:sldLayoutChg chg="del">
          <pc:chgData name="Feist, Ella" userId="992bbaf2-811d-42cb-a4d6-e7fc45e325e8" providerId="ADAL" clId="{757E939F-BA74-46A6-B83B-8EA3CD5CB0A5}" dt="2025-05-29T12:42:45.553" v="5"/>
          <pc:sldLayoutMkLst>
            <pc:docMk/>
            <pc:sldMasterMk cId="1256176808" sldId="2147483846"/>
            <pc:sldLayoutMk cId="1930662052" sldId="2147483847"/>
          </pc:sldLayoutMkLst>
        </pc:sldLayoutChg>
        <pc:sldLayoutChg chg="del">
          <pc:chgData name="Feist, Ella" userId="992bbaf2-811d-42cb-a4d6-e7fc45e325e8" providerId="ADAL" clId="{757E939F-BA74-46A6-B83B-8EA3CD5CB0A5}" dt="2025-05-29T12:42:45.553" v="5"/>
          <pc:sldLayoutMkLst>
            <pc:docMk/>
            <pc:sldMasterMk cId="1256176808" sldId="2147483846"/>
            <pc:sldLayoutMk cId="2862166332" sldId="2147483848"/>
          </pc:sldLayoutMkLst>
        </pc:sldLayoutChg>
        <pc:sldLayoutChg chg="del">
          <pc:chgData name="Feist, Ella" userId="992bbaf2-811d-42cb-a4d6-e7fc45e325e8" providerId="ADAL" clId="{757E939F-BA74-46A6-B83B-8EA3CD5CB0A5}" dt="2025-05-29T12:42:45.553" v="5"/>
          <pc:sldLayoutMkLst>
            <pc:docMk/>
            <pc:sldMasterMk cId="1256176808" sldId="2147483846"/>
            <pc:sldLayoutMk cId="4243011970" sldId="2147483849"/>
          </pc:sldLayoutMkLst>
        </pc:sldLayoutChg>
        <pc:sldLayoutChg chg="del">
          <pc:chgData name="Feist, Ella" userId="992bbaf2-811d-42cb-a4d6-e7fc45e325e8" providerId="ADAL" clId="{757E939F-BA74-46A6-B83B-8EA3CD5CB0A5}" dt="2025-05-29T12:42:45.553" v="5"/>
          <pc:sldLayoutMkLst>
            <pc:docMk/>
            <pc:sldMasterMk cId="1256176808" sldId="2147483846"/>
            <pc:sldLayoutMk cId="787685289" sldId="2147483850"/>
          </pc:sldLayoutMkLst>
        </pc:sldLayoutChg>
      </pc:sldMasterChg>
      <pc:sldMasterChg chg="del delSldLayout">
        <pc:chgData name="Feist, Ella" userId="992bbaf2-811d-42cb-a4d6-e7fc45e325e8" providerId="ADAL" clId="{757E939F-BA74-46A6-B83B-8EA3CD5CB0A5}" dt="2025-05-29T12:42:45.553" v="5"/>
        <pc:sldMasterMkLst>
          <pc:docMk/>
          <pc:sldMasterMk cId="1684537100" sldId="2147483874"/>
        </pc:sldMasterMkLst>
        <pc:sldLayoutChg chg="del">
          <pc:chgData name="Feist, Ella" userId="992bbaf2-811d-42cb-a4d6-e7fc45e325e8" providerId="ADAL" clId="{757E939F-BA74-46A6-B83B-8EA3CD5CB0A5}" dt="2025-05-29T12:42:45.553" v="5"/>
          <pc:sldLayoutMkLst>
            <pc:docMk/>
            <pc:sldMasterMk cId="1684537100" sldId="2147483874"/>
            <pc:sldLayoutMk cId="4096566144" sldId="2147483859"/>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3235119156" sldId="2147483875"/>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802947842" sldId="2147483876"/>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2274568752" sldId="2147483877"/>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3994819066" sldId="2147483879"/>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2948798389" sldId="2147483880"/>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321250633" sldId="2147483881"/>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2227355211" sldId="2147483882"/>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3084302693" sldId="2147483883"/>
          </pc:sldLayoutMkLst>
        </pc:sldLayoutChg>
        <pc:sldLayoutChg chg="del">
          <pc:chgData name="Feist, Ella" userId="992bbaf2-811d-42cb-a4d6-e7fc45e325e8" providerId="ADAL" clId="{757E939F-BA74-46A6-B83B-8EA3CD5CB0A5}" dt="2025-05-29T12:42:45.553" v="5"/>
          <pc:sldLayoutMkLst>
            <pc:docMk/>
            <pc:sldMasterMk cId="1684537100" sldId="2147483874"/>
            <pc:sldLayoutMk cId="4231280216" sldId="2147483884"/>
          </pc:sldLayoutMkLst>
        </pc:sldLayoutChg>
      </pc:sldMasterChg>
      <pc:sldMasterChg chg="del delSldLayout">
        <pc:chgData name="Feist, Ella" userId="992bbaf2-811d-42cb-a4d6-e7fc45e325e8" providerId="ADAL" clId="{757E939F-BA74-46A6-B83B-8EA3CD5CB0A5}" dt="2025-05-29T12:42:45.553" v="5"/>
        <pc:sldMasterMkLst>
          <pc:docMk/>
          <pc:sldMasterMk cId="1175251079" sldId="2147483885"/>
        </pc:sldMasterMkLst>
        <pc:sldLayoutChg chg="del">
          <pc:chgData name="Feist, Ella" userId="992bbaf2-811d-42cb-a4d6-e7fc45e325e8" providerId="ADAL" clId="{757E939F-BA74-46A6-B83B-8EA3CD5CB0A5}" dt="2025-05-29T12:42:45.553" v="5"/>
          <pc:sldLayoutMkLst>
            <pc:docMk/>
            <pc:sldMasterMk cId="1175251079" sldId="2147483885"/>
            <pc:sldLayoutMk cId="2517542076" sldId="2147483886"/>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3294508917" sldId="2147483887"/>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1801908114" sldId="2147483888"/>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24548405" sldId="2147483889"/>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659826178" sldId="2147483891"/>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1898485824" sldId="2147483892"/>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1227198908" sldId="2147483893"/>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333728339" sldId="2147483894"/>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328199189" sldId="2147483895"/>
          </pc:sldLayoutMkLst>
        </pc:sldLayoutChg>
        <pc:sldLayoutChg chg="del">
          <pc:chgData name="Feist, Ella" userId="992bbaf2-811d-42cb-a4d6-e7fc45e325e8" providerId="ADAL" clId="{757E939F-BA74-46A6-B83B-8EA3CD5CB0A5}" dt="2025-05-29T12:42:45.553" v="5"/>
          <pc:sldLayoutMkLst>
            <pc:docMk/>
            <pc:sldMasterMk cId="1175251079" sldId="2147483885"/>
            <pc:sldLayoutMk cId="2974244346" sldId="2147483896"/>
          </pc:sldLayoutMkLst>
        </pc:sldLayoutChg>
      </pc:sldMasterChg>
      <pc:sldMasterChg chg="del delSldLayout">
        <pc:chgData name="Feist, Ella" userId="992bbaf2-811d-42cb-a4d6-e7fc45e325e8" providerId="ADAL" clId="{757E939F-BA74-46A6-B83B-8EA3CD5CB0A5}" dt="2025-05-29T12:42:45.553" v="5"/>
        <pc:sldMasterMkLst>
          <pc:docMk/>
          <pc:sldMasterMk cId="2711428093" sldId="2147483908"/>
        </pc:sldMasterMkLst>
        <pc:sldLayoutChg chg="del">
          <pc:chgData name="Feist, Ella" userId="992bbaf2-811d-42cb-a4d6-e7fc45e325e8" providerId="ADAL" clId="{757E939F-BA74-46A6-B83B-8EA3CD5CB0A5}" dt="2025-05-29T12:42:45.553" v="5"/>
          <pc:sldLayoutMkLst>
            <pc:docMk/>
            <pc:sldMasterMk cId="2711428093" sldId="2147483908"/>
            <pc:sldLayoutMk cId="3375000662" sldId="2147483909"/>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3170572682" sldId="2147483910"/>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4075806154" sldId="2147483911"/>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572188986" sldId="2147483912"/>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3207332113" sldId="2147483913"/>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1460219817" sldId="2147483914"/>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994855307" sldId="2147483915"/>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1060909352" sldId="2147483916"/>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2650676527" sldId="2147483917"/>
          </pc:sldLayoutMkLst>
        </pc:sldLayoutChg>
        <pc:sldLayoutChg chg="del">
          <pc:chgData name="Feist, Ella" userId="992bbaf2-811d-42cb-a4d6-e7fc45e325e8" providerId="ADAL" clId="{757E939F-BA74-46A6-B83B-8EA3CD5CB0A5}" dt="2025-05-29T12:42:45.553" v="5"/>
          <pc:sldLayoutMkLst>
            <pc:docMk/>
            <pc:sldMasterMk cId="2711428093" sldId="2147483908"/>
            <pc:sldLayoutMk cId="787982011" sldId="2147483918"/>
          </pc:sldLayoutMkLst>
        </pc:sldLayoutChg>
      </pc:sldMasterChg>
      <pc:sldMasterChg chg="del delSldLayout">
        <pc:chgData name="Feist, Ella" userId="992bbaf2-811d-42cb-a4d6-e7fc45e325e8" providerId="ADAL" clId="{757E939F-BA74-46A6-B83B-8EA3CD5CB0A5}" dt="2025-05-29T12:42:45.553" v="5"/>
        <pc:sldMasterMkLst>
          <pc:docMk/>
          <pc:sldMasterMk cId="3031503955" sldId="2147483919"/>
        </pc:sldMasterMkLst>
        <pc:sldLayoutChg chg="del">
          <pc:chgData name="Feist, Ella" userId="992bbaf2-811d-42cb-a4d6-e7fc45e325e8" providerId="ADAL" clId="{757E939F-BA74-46A6-B83B-8EA3CD5CB0A5}" dt="2025-05-29T12:42:45.553" v="5"/>
          <pc:sldLayoutMkLst>
            <pc:docMk/>
            <pc:sldMasterMk cId="3031503955" sldId="2147483919"/>
            <pc:sldLayoutMk cId="2893047665" sldId="2147483920"/>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2311018602" sldId="2147483921"/>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409655489" sldId="2147483922"/>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1924027665" sldId="2147483923"/>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1365561193" sldId="2147483924"/>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2092895715" sldId="2147483925"/>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3044172282" sldId="2147483926"/>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3760372723" sldId="2147483927"/>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62625303" sldId="2147483928"/>
          </pc:sldLayoutMkLst>
        </pc:sldLayoutChg>
        <pc:sldLayoutChg chg="del">
          <pc:chgData name="Feist, Ella" userId="992bbaf2-811d-42cb-a4d6-e7fc45e325e8" providerId="ADAL" clId="{757E939F-BA74-46A6-B83B-8EA3CD5CB0A5}" dt="2025-05-29T12:42:45.553" v="5"/>
          <pc:sldLayoutMkLst>
            <pc:docMk/>
            <pc:sldMasterMk cId="3031503955" sldId="2147483919"/>
            <pc:sldLayoutMk cId="641472249" sldId="2147483929"/>
          </pc:sldLayoutMkLst>
        </pc:sldLayoutChg>
      </pc:sldMasterChg>
      <pc:sldMasterChg chg="del delSldLayout">
        <pc:chgData name="Feist, Ella" userId="992bbaf2-811d-42cb-a4d6-e7fc45e325e8" providerId="ADAL" clId="{757E939F-BA74-46A6-B83B-8EA3CD5CB0A5}" dt="2025-05-29T12:42:45.553" v="5"/>
        <pc:sldMasterMkLst>
          <pc:docMk/>
          <pc:sldMasterMk cId="276447705" sldId="2147483930"/>
        </pc:sldMasterMkLst>
        <pc:sldLayoutChg chg="del">
          <pc:chgData name="Feist, Ella" userId="992bbaf2-811d-42cb-a4d6-e7fc45e325e8" providerId="ADAL" clId="{757E939F-BA74-46A6-B83B-8EA3CD5CB0A5}" dt="2025-05-29T12:42:45.553" v="5"/>
          <pc:sldLayoutMkLst>
            <pc:docMk/>
            <pc:sldMasterMk cId="276447705" sldId="2147483930"/>
            <pc:sldLayoutMk cId="694752249" sldId="2147483931"/>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515327403" sldId="2147483932"/>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2281279855" sldId="2147483933"/>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3206381469" sldId="2147483934"/>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858242704" sldId="2147483935"/>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566990121" sldId="2147483936"/>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1521418134" sldId="2147483937"/>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3554539864" sldId="2147483938"/>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1535250739" sldId="2147483939"/>
          </pc:sldLayoutMkLst>
        </pc:sldLayoutChg>
        <pc:sldLayoutChg chg="del">
          <pc:chgData name="Feist, Ella" userId="992bbaf2-811d-42cb-a4d6-e7fc45e325e8" providerId="ADAL" clId="{757E939F-BA74-46A6-B83B-8EA3CD5CB0A5}" dt="2025-05-29T12:42:45.553" v="5"/>
          <pc:sldLayoutMkLst>
            <pc:docMk/>
            <pc:sldMasterMk cId="276447705" sldId="2147483930"/>
            <pc:sldLayoutMk cId="2421692947" sldId="2147483940"/>
          </pc:sldLayoutMkLst>
        </pc:sldLayoutChg>
      </pc:sldMasterChg>
      <pc:sldMasterChg chg="del delSldLayout">
        <pc:chgData name="Feist, Ella" userId="992bbaf2-811d-42cb-a4d6-e7fc45e325e8" providerId="ADAL" clId="{757E939F-BA74-46A6-B83B-8EA3CD5CB0A5}" dt="2025-05-29T12:42:45.553" v="5"/>
        <pc:sldMasterMkLst>
          <pc:docMk/>
          <pc:sldMasterMk cId="537580445" sldId="2147483941"/>
        </pc:sldMasterMkLst>
        <pc:sldLayoutChg chg="del">
          <pc:chgData name="Feist, Ella" userId="992bbaf2-811d-42cb-a4d6-e7fc45e325e8" providerId="ADAL" clId="{757E939F-BA74-46A6-B83B-8EA3CD5CB0A5}" dt="2025-05-29T12:42:45.553" v="5"/>
          <pc:sldLayoutMkLst>
            <pc:docMk/>
            <pc:sldMasterMk cId="537580445" sldId="2147483941"/>
            <pc:sldLayoutMk cId="3655050728" sldId="2147483942"/>
          </pc:sldLayoutMkLst>
        </pc:sldLayoutChg>
        <pc:sldLayoutChg chg="del">
          <pc:chgData name="Feist, Ella" userId="992bbaf2-811d-42cb-a4d6-e7fc45e325e8" providerId="ADAL" clId="{757E939F-BA74-46A6-B83B-8EA3CD5CB0A5}" dt="2025-05-29T12:42:45.553" v="5"/>
          <pc:sldLayoutMkLst>
            <pc:docMk/>
            <pc:sldMasterMk cId="537580445" sldId="2147483941"/>
            <pc:sldLayoutMk cId="191104469" sldId="2147483948"/>
          </pc:sldLayoutMkLst>
        </pc:sldLayoutChg>
        <pc:sldLayoutChg chg="del">
          <pc:chgData name="Feist, Ella" userId="992bbaf2-811d-42cb-a4d6-e7fc45e325e8" providerId="ADAL" clId="{757E939F-BA74-46A6-B83B-8EA3CD5CB0A5}" dt="2025-05-29T12:42:45.553" v="5"/>
          <pc:sldLayoutMkLst>
            <pc:docMk/>
            <pc:sldMasterMk cId="537580445" sldId="2147483941"/>
            <pc:sldLayoutMk cId="3106673082" sldId="2147483949"/>
          </pc:sldLayoutMkLst>
        </pc:sldLayoutChg>
        <pc:sldLayoutChg chg="del">
          <pc:chgData name="Feist, Ella" userId="992bbaf2-811d-42cb-a4d6-e7fc45e325e8" providerId="ADAL" clId="{757E939F-BA74-46A6-B83B-8EA3CD5CB0A5}" dt="2025-05-29T12:42:45.553" v="5"/>
          <pc:sldLayoutMkLst>
            <pc:docMk/>
            <pc:sldMasterMk cId="537580445" sldId="2147483941"/>
            <pc:sldLayoutMk cId="2883798060" sldId="2147483950"/>
          </pc:sldLayoutMkLst>
        </pc:sldLayoutChg>
        <pc:sldLayoutChg chg="del">
          <pc:chgData name="Feist, Ella" userId="992bbaf2-811d-42cb-a4d6-e7fc45e325e8" providerId="ADAL" clId="{757E939F-BA74-46A6-B83B-8EA3CD5CB0A5}" dt="2025-05-29T12:42:45.553" v="5"/>
          <pc:sldLayoutMkLst>
            <pc:docMk/>
            <pc:sldMasterMk cId="537580445" sldId="2147483941"/>
            <pc:sldLayoutMk cId="4228679101" sldId="2147483951"/>
          </pc:sldLayoutMkLst>
        </pc:sldLayoutChg>
      </pc:sldMasterChg>
      <pc:sldMasterChg chg="del delSldLayout">
        <pc:chgData name="Feist, Ella" userId="992bbaf2-811d-42cb-a4d6-e7fc45e325e8" providerId="ADAL" clId="{757E939F-BA74-46A6-B83B-8EA3CD5CB0A5}" dt="2025-05-29T12:42:45.553" v="5"/>
        <pc:sldMasterMkLst>
          <pc:docMk/>
          <pc:sldMasterMk cId="1502784078" sldId="2147483943"/>
        </pc:sldMasterMkLst>
        <pc:sldLayoutChg chg="del">
          <pc:chgData name="Feist, Ella" userId="992bbaf2-811d-42cb-a4d6-e7fc45e325e8" providerId="ADAL" clId="{757E939F-BA74-46A6-B83B-8EA3CD5CB0A5}" dt="2025-05-29T12:42:45.553" v="5"/>
          <pc:sldLayoutMkLst>
            <pc:docMk/>
            <pc:sldMasterMk cId="1502784078" sldId="2147483943"/>
            <pc:sldLayoutMk cId="3733918436" sldId="2147483944"/>
          </pc:sldLayoutMkLst>
        </pc:sldLayoutChg>
        <pc:sldLayoutChg chg="del">
          <pc:chgData name="Feist, Ella" userId="992bbaf2-811d-42cb-a4d6-e7fc45e325e8" providerId="ADAL" clId="{757E939F-BA74-46A6-B83B-8EA3CD5CB0A5}" dt="2025-05-29T12:42:45.553" v="5"/>
          <pc:sldLayoutMkLst>
            <pc:docMk/>
            <pc:sldMasterMk cId="1502784078" sldId="2147483943"/>
            <pc:sldLayoutMk cId="714599208" sldId="2147483952"/>
          </pc:sldLayoutMkLst>
        </pc:sldLayoutChg>
        <pc:sldLayoutChg chg="del">
          <pc:chgData name="Feist, Ella" userId="992bbaf2-811d-42cb-a4d6-e7fc45e325e8" providerId="ADAL" clId="{757E939F-BA74-46A6-B83B-8EA3CD5CB0A5}" dt="2025-05-29T12:42:45.553" v="5"/>
          <pc:sldLayoutMkLst>
            <pc:docMk/>
            <pc:sldMasterMk cId="1502784078" sldId="2147483943"/>
            <pc:sldLayoutMk cId="785506021" sldId="2147483953"/>
          </pc:sldLayoutMkLst>
        </pc:sldLayoutChg>
        <pc:sldLayoutChg chg="del">
          <pc:chgData name="Feist, Ella" userId="992bbaf2-811d-42cb-a4d6-e7fc45e325e8" providerId="ADAL" clId="{757E939F-BA74-46A6-B83B-8EA3CD5CB0A5}" dt="2025-05-29T12:42:45.553" v="5"/>
          <pc:sldLayoutMkLst>
            <pc:docMk/>
            <pc:sldMasterMk cId="1502784078" sldId="2147483943"/>
            <pc:sldLayoutMk cId="1326846653" sldId="2147483954"/>
          </pc:sldLayoutMkLst>
        </pc:sldLayoutChg>
        <pc:sldLayoutChg chg="del">
          <pc:chgData name="Feist, Ella" userId="992bbaf2-811d-42cb-a4d6-e7fc45e325e8" providerId="ADAL" clId="{757E939F-BA74-46A6-B83B-8EA3CD5CB0A5}" dt="2025-05-29T12:42:45.553" v="5"/>
          <pc:sldLayoutMkLst>
            <pc:docMk/>
            <pc:sldMasterMk cId="1502784078" sldId="2147483943"/>
            <pc:sldLayoutMk cId="1638070405" sldId="2147483955"/>
          </pc:sldLayoutMkLst>
        </pc:sldLayoutChg>
      </pc:sldMasterChg>
    </pc:docChg>
  </pc:docChgLst>
  <pc:docChgLst>
    <pc:chgData name="Feist, Ella" userId="992bbaf2-811d-42cb-a4d6-e7fc45e325e8" providerId="ADAL" clId="{FE54D5EF-4441-4C8A-A984-C4429BCEFFD0}"/>
    <pc:docChg chg="custSel modSld">
      <pc:chgData name="Feist, Ella" userId="992bbaf2-811d-42cb-a4d6-e7fc45e325e8" providerId="ADAL" clId="{FE54D5EF-4441-4C8A-A984-C4429BCEFFD0}" dt="2025-05-30T13:51:58.878" v="95" actId="1076"/>
      <pc:docMkLst>
        <pc:docMk/>
      </pc:docMkLst>
      <pc:sldChg chg="modNotes">
        <pc:chgData name="Feist, Ella" userId="992bbaf2-811d-42cb-a4d6-e7fc45e325e8" providerId="ADAL" clId="{FE54D5EF-4441-4C8A-A984-C4429BCEFFD0}" dt="2025-05-30T13:49:53.119" v="51" actId="20577"/>
        <pc:sldMkLst>
          <pc:docMk/>
          <pc:sldMk cId="4232254393" sldId="314"/>
        </pc:sldMkLst>
      </pc:sldChg>
      <pc:sldChg chg="modNotes">
        <pc:chgData name="Feist, Ella" userId="992bbaf2-811d-42cb-a4d6-e7fc45e325e8" providerId="ADAL" clId="{FE54D5EF-4441-4C8A-A984-C4429BCEFFD0}" dt="2025-05-30T13:51:52.872" v="94" actId="313"/>
        <pc:sldMkLst>
          <pc:docMk/>
          <pc:sldMk cId="1879493365" sldId="756"/>
        </pc:sldMkLst>
      </pc:sldChg>
      <pc:sldChg chg="modNotes">
        <pc:chgData name="Feist, Ella" userId="992bbaf2-811d-42cb-a4d6-e7fc45e325e8" providerId="ADAL" clId="{FE54D5EF-4441-4C8A-A984-C4429BCEFFD0}" dt="2025-05-30T13:49:44.541" v="46" actId="20577"/>
        <pc:sldMkLst>
          <pc:docMk/>
          <pc:sldMk cId="3725055694" sldId="1602"/>
        </pc:sldMkLst>
      </pc:sldChg>
      <pc:sldChg chg="modNotes">
        <pc:chgData name="Feist, Ella" userId="992bbaf2-811d-42cb-a4d6-e7fc45e325e8" providerId="ADAL" clId="{FE54D5EF-4441-4C8A-A984-C4429BCEFFD0}" dt="2025-05-30T13:50:01.224" v="56" actId="20577"/>
        <pc:sldMkLst>
          <pc:docMk/>
          <pc:sldMk cId="786905651" sldId="1604"/>
        </pc:sldMkLst>
      </pc:sldChg>
      <pc:sldChg chg="modNotes">
        <pc:chgData name="Feist, Ella" userId="992bbaf2-811d-42cb-a4d6-e7fc45e325e8" providerId="ADAL" clId="{FE54D5EF-4441-4C8A-A984-C4429BCEFFD0}" dt="2025-05-30T13:50:23.489" v="60" actId="14100"/>
        <pc:sldMkLst>
          <pc:docMk/>
          <pc:sldMk cId="3290682977" sldId="1605"/>
        </pc:sldMkLst>
      </pc:sldChg>
      <pc:sldChg chg="modNotes">
        <pc:chgData name="Feist, Ella" userId="992bbaf2-811d-42cb-a4d6-e7fc45e325e8" providerId="ADAL" clId="{FE54D5EF-4441-4C8A-A984-C4429BCEFFD0}" dt="2025-05-30T13:50:29.514" v="61" actId="1076"/>
        <pc:sldMkLst>
          <pc:docMk/>
          <pc:sldMk cId="2041101119" sldId="1606"/>
        </pc:sldMkLst>
      </pc:sldChg>
      <pc:sldChg chg="modNotes">
        <pc:chgData name="Feist, Ella" userId="992bbaf2-811d-42cb-a4d6-e7fc45e325e8" providerId="ADAL" clId="{FE54D5EF-4441-4C8A-A984-C4429BCEFFD0}" dt="2025-05-30T13:50:32.542" v="62" actId="1076"/>
        <pc:sldMkLst>
          <pc:docMk/>
          <pc:sldMk cId="2016553190" sldId="1607"/>
        </pc:sldMkLst>
      </pc:sldChg>
      <pc:sldChg chg="modNotes">
        <pc:chgData name="Feist, Ella" userId="992bbaf2-811d-42cb-a4d6-e7fc45e325e8" providerId="ADAL" clId="{FE54D5EF-4441-4C8A-A984-C4429BCEFFD0}" dt="2025-05-30T13:50:34.438" v="63" actId="1076"/>
        <pc:sldMkLst>
          <pc:docMk/>
          <pc:sldMk cId="2495692847" sldId="1608"/>
        </pc:sldMkLst>
      </pc:sldChg>
      <pc:sldChg chg="modNotes">
        <pc:chgData name="Feist, Ella" userId="992bbaf2-811d-42cb-a4d6-e7fc45e325e8" providerId="ADAL" clId="{FE54D5EF-4441-4C8A-A984-C4429BCEFFD0}" dt="2025-05-30T13:50:47.903" v="68" actId="20577"/>
        <pc:sldMkLst>
          <pc:docMk/>
          <pc:sldMk cId="1708089355" sldId="1609"/>
        </pc:sldMkLst>
      </pc:sldChg>
      <pc:sldChg chg="modNotes">
        <pc:chgData name="Feist, Ella" userId="992bbaf2-811d-42cb-a4d6-e7fc45e325e8" providerId="ADAL" clId="{FE54D5EF-4441-4C8A-A984-C4429BCEFFD0}" dt="2025-05-30T13:50:53.974" v="69" actId="20577"/>
        <pc:sldMkLst>
          <pc:docMk/>
          <pc:sldMk cId="519570107" sldId="1610"/>
        </pc:sldMkLst>
      </pc:sldChg>
      <pc:sldChg chg="modNotes">
        <pc:chgData name="Feist, Ella" userId="992bbaf2-811d-42cb-a4d6-e7fc45e325e8" providerId="ADAL" clId="{FE54D5EF-4441-4C8A-A984-C4429BCEFFD0}" dt="2025-05-30T13:50:59.543" v="71" actId="20577"/>
        <pc:sldMkLst>
          <pc:docMk/>
          <pc:sldMk cId="149232792" sldId="1611"/>
        </pc:sldMkLst>
      </pc:sldChg>
      <pc:sldChg chg="modNotes">
        <pc:chgData name="Feist, Ella" userId="992bbaf2-811d-42cb-a4d6-e7fc45e325e8" providerId="ADAL" clId="{FE54D5EF-4441-4C8A-A984-C4429BCEFFD0}" dt="2025-05-30T13:51:12.221" v="76" actId="20577"/>
        <pc:sldMkLst>
          <pc:docMk/>
          <pc:sldMk cId="4156985266" sldId="1613"/>
        </pc:sldMkLst>
      </pc:sldChg>
      <pc:sldChg chg="modNotes">
        <pc:chgData name="Feist, Ella" userId="992bbaf2-811d-42cb-a4d6-e7fc45e325e8" providerId="ADAL" clId="{FE54D5EF-4441-4C8A-A984-C4429BCEFFD0}" dt="2025-05-30T13:51:28.181" v="84" actId="20577"/>
        <pc:sldMkLst>
          <pc:docMk/>
          <pc:sldMk cId="1975415982" sldId="1614"/>
        </pc:sldMkLst>
      </pc:sldChg>
      <pc:sldChg chg="modNotes">
        <pc:chgData name="Feist, Ella" userId="992bbaf2-811d-42cb-a4d6-e7fc45e325e8" providerId="ADAL" clId="{FE54D5EF-4441-4C8A-A984-C4429BCEFFD0}" dt="2025-05-30T13:51:39.294" v="90" actId="27636"/>
        <pc:sldMkLst>
          <pc:docMk/>
          <pc:sldMk cId="3011209244" sldId="1615"/>
        </pc:sldMkLst>
      </pc:sldChg>
      <pc:sldChg chg="modNotes">
        <pc:chgData name="Feist, Ella" userId="992bbaf2-811d-42cb-a4d6-e7fc45e325e8" providerId="ADAL" clId="{FE54D5EF-4441-4C8A-A984-C4429BCEFFD0}" dt="2025-05-30T13:51:47.195" v="91" actId="1076"/>
        <pc:sldMkLst>
          <pc:docMk/>
          <pc:sldMk cId="1059720629" sldId="1617"/>
        </pc:sldMkLst>
      </pc:sldChg>
      <pc:sldChg chg="modNotes">
        <pc:chgData name="Feist, Ella" userId="992bbaf2-811d-42cb-a4d6-e7fc45e325e8" providerId="ADAL" clId="{FE54D5EF-4441-4C8A-A984-C4429BCEFFD0}" dt="2025-05-30T13:51:58.878" v="95" actId="1076"/>
        <pc:sldMkLst>
          <pc:docMk/>
          <pc:sldMk cId="1384223815" sldId="161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56379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06364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r>
              <a:rPr lang="en-US" noProof="0" dirty="0"/>
              <a:t>Some features of awk are:</a:t>
            </a:r>
          </a:p>
          <a:p>
            <a:pPr marL="184150" marR="107314" indent="-171450">
              <a:spcBef>
                <a:spcPts val="105"/>
              </a:spcBef>
              <a:buFont typeface="Arial" panose="020B0604020202020204" pitchFamily="34" charset="0"/>
              <a:buChar char="•"/>
            </a:pPr>
            <a:r>
              <a:rPr lang="en-US" noProof="0" dirty="0"/>
              <a:t>The ability to look upon a text file as a series of records</a:t>
            </a:r>
            <a:r>
              <a:rPr lang="en-US" dirty="0"/>
              <a:t>.</a:t>
            </a:r>
          </a:p>
          <a:p>
            <a:pPr marL="184150" marR="107314" indent="-171450">
              <a:spcBef>
                <a:spcPts val="105"/>
              </a:spcBef>
              <a:buFont typeface="Arial" panose="020B0604020202020204" pitchFamily="34" charset="0"/>
              <a:buChar char="•"/>
            </a:pPr>
            <a:r>
              <a:rPr lang="en-US" noProof="0" dirty="0"/>
              <a:t>Variables</a:t>
            </a:r>
            <a:r>
              <a:rPr lang="en-US" dirty="0"/>
              <a:t>.</a:t>
            </a:r>
          </a:p>
          <a:p>
            <a:pPr marL="184150" marR="107314" indent="-171450">
              <a:spcBef>
                <a:spcPts val="105"/>
              </a:spcBef>
              <a:buFont typeface="Arial" panose="020B0604020202020204" pitchFamily="34" charset="0"/>
              <a:buChar char="•"/>
            </a:pPr>
            <a:r>
              <a:rPr lang="en-US" noProof="0" dirty="0"/>
              <a:t>Arithmetic (floating point too) and string operators.</a:t>
            </a:r>
          </a:p>
          <a:p>
            <a:pPr marL="184150" marR="107314" indent="-171450">
              <a:spcBef>
                <a:spcPts val="105"/>
              </a:spcBef>
              <a:buFont typeface="Arial" panose="020B0604020202020204" pitchFamily="34" charset="0"/>
              <a:buChar char="•"/>
            </a:pPr>
            <a:r>
              <a:rPr lang="en-US" noProof="0" dirty="0"/>
              <a:t>Loops and conditions.</a:t>
            </a:r>
          </a:p>
          <a:p>
            <a:pPr marL="184150" marR="107314" indent="-171450">
              <a:spcBef>
                <a:spcPts val="105"/>
              </a:spcBef>
              <a:buFont typeface="Arial" panose="020B0604020202020204" pitchFamily="34" charset="0"/>
              <a:buChar char="•"/>
            </a:pPr>
            <a:r>
              <a:rPr lang="en-US" noProof="0" dirty="0"/>
              <a:t>Ability to generate formatted reports.</a:t>
            </a:r>
          </a:p>
          <a:p>
            <a:pPr marL="12700" marR="107314">
              <a:lnSpc>
                <a:spcPct val="100000"/>
              </a:lnSpc>
              <a:spcBef>
                <a:spcPts val="105"/>
              </a:spcBef>
            </a:pPr>
            <a:endParaRPr lang="en-US" noProof="0" dirty="0"/>
          </a:p>
          <a:p>
            <a:pPr marL="12700" marR="107314">
              <a:lnSpc>
                <a:spcPct val="100000"/>
              </a:lnSpc>
              <a:spcBef>
                <a:spcPts val="105"/>
              </a:spcBef>
            </a:pPr>
            <a:r>
              <a:rPr lang="en-US" noProof="0" dirty="0"/>
              <a:t>In addition, </a:t>
            </a:r>
            <a:r>
              <a:rPr lang="en-US" noProof="0" dirty="0" err="1"/>
              <a:t>nawk</a:t>
            </a:r>
            <a:r>
              <a:rPr lang="en-US" noProof="0" dirty="0"/>
              <a:t>/gawk give the ability to:</a:t>
            </a:r>
          </a:p>
          <a:p>
            <a:pPr marL="184150" marR="107314" indent="-171450">
              <a:lnSpc>
                <a:spcPct val="100000"/>
              </a:lnSpc>
              <a:spcBef>
                <a:spcPts val="105"/>
              </a:spcBef>
              <a:buFont typeface="Arial" panose="020B0604020202020204" pitchFamily="34" charset="0"/>
              <a:buChar char="•"/>
            </a:pPr>
            <a:r>
              <a:rPr lang="en-US" noProof="0" dirty="0"/>
              <a:t>Define functions.</a:t>
            </a:r>
          </a:p>
          <a:p>
            <a:pPr marL="184150" marR="107314" indent="-171450">
              <a:lnSpc>
                <a:spcPct val="100000"/>
              </a:lnSpc>
              <a:spcBef>
                <a:spcPts val="105"/>
              </a:spcBef>
              <a:buFont typeface="Arial" panose="020B0604020202020204" pitchFamily="34" charset="0"/>
              <a:buChar char="•"/>
            </a:pPr>
            <a:r>
              <a:rPr lang="en-US" noProof="0" dirty="0"/>
              <a:t>Execute UNIX commands directly from </a:t>
            </a:r>
            <a:r>
              <a:rPr lang="en-US" noProof="0" dirty="0" err="1"/>
              <a:t>nawk</a:t>
            </a:r>
            <a:r>
              <a:rPr lang="en-US" noProof="0" dirty="0"/>
              <a:t> scripts.</a:t>
            </a:r>
          </a:p>
          <a:p>
            <a:pPr marL="184150" marR="107314" indent="-171450">
              <a:lnSpc>
                <a:spcPct val="100000"/>
              </a:lnSpc>
              <a:spcBef>
                <a:spcPts val="105"/>
              </a:spcBef>
              <a:buFont typeface="Arial" panose="020B0604020202020204" pitchFamily="34" charset="0"/>
              <a:buChar char="•"/>
            </a:pPr>
            <a:r>
              <a:rPr lang="en-US" noProof="0" dirty="0"/>
              <a:t>Process the output of UNIX commands directly.</a:t>
            </a:r>
          </a:p>
          <a:p>
            <a:pPr marL="184150" marR="107314" indent="-171450">
              <a:lnSpc>
                <a:spcPct val="100000"/>
              </a:lnSpc>
              <a:spcBef>
                <a:spcPts val="105"/>
              </a:spcBef>
              <a:buFont typeface="Arial" panose="020B0604020202020204" pitchFamily="34" charset="0"/>
              <a:buChar char="•"/>
            </a:pPr>
            <a:r>
              <a:rPr lang="en-US" noProof="0" dirty="0"/>
              <a:t>Process command line arguments more easily than awk.</a:t>
            </a:r>
          </a:p>
          <a:p>
            <a:pPr marL="184150" marR="107314" indent="-171450">
              <a:lnSpc>
                <a:spcPct val="100000"/>
              </a:lnSpc>
              <a:spcBef>
                <a:spcPts val="105"/>
              </a:spcBef>
              <a:buFont typeface="Arial" panose="020B0604020202020204" pitchFamily="34" charset="0"/>
              <a:buChar char="•"/>
            </a:pPr>
            <a:r>
              <a:rPr lang="en-US" noProof="0" dirty="0"/>
              <a:t>Work with multiple input streams.</a:t>
            </a:r>
          </a:p>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81201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66238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lstStyle/>
          <a:p>
            <a:r>
              <a:rPr lang="en-US" dirty="0"/>
              <a:t>An awk script comprises up to three executing parts, a BEGIN clause (executed before any files are read) a main loop (executed once for each line in the file) and an END clause (executed after all files have been read).  The BEGIN and END clauses are optional.</a:t>
            </a:r>
          </a:p>
          <a:p>
            <a:r>
              <a:rPr lang="en-US" dirty="0"/>
              <a:t>Of these three parts the main input loop is where most of the work gets done.  Inside this main input loop, instructions are written as a series of pattern/action procedures.  A pattern is a rule for testing the input line to determine whether or not the action should be applied to it.</a:t>
            </a:r>
          </a:p>
          <a:p>
            <a:r>
              <a:rPr lang="en-US" dirty="0"/>
              <a:t>The main thing to remember is that each pattern/action procedure sits in the main input loop. These will be applied to each input line, one line at a time.</a:t>
            </a:r>
            <a:endParaRPr lang="en-GB" dirty="0"/>
          </a:p>
        </p:txBody>
      </p:sp>
      <p:sp>
        <p:nvSpPr>
          <p:cNvPr id="3" name="Slide Image Placeholder 2">
            <a:extLst>
              <a:ext uri="{FF2B5EF4-FFF2-40B4-BE49-F238E27FC236}">
                <a16:creationId xmlns:a16="http://schemas.microsoft.com/office/drawing/2014/main" id="{F4C2B851-44C0-F850-7EC8-35FFD57B2FDF}"/>
              </a:ext>
            </a:extLst>
          </p:cNvPr>
          <p:cNvSpPr>
            <a:spLocks noGrp="1" noRot="1" noChangeAspect="1"/>
          </p:cNvSpPr>
          <p:nvPr>
            <p:ph type="sldImg"/>
          </p:nvPr>
        </p:nvSpPr>
        <p:spPr/>
      </p:sp>
    </p:spTree>
    <p:extLst>
      <p:ext uri="{BB962C8B-B14F-4D97-AF65-F5344CB8AC3E}">
        <p14:creationId xmlns:p14="http://schemas.microsoft.com/office/powerpoint/2010/main" val="1632860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lstStyle/>
          <a:p>
            <a:r>
              <a:rPr lang="en-US" dirty="0"/>
              <a:t>An awk script comprises up to three executing parts, a BEGIN clause (executed before any files are read) a main loop (executed once for each line in the file) and an END clause (executed after all files have been read).  The BEGIN and END clauses are optional.</a:t>
            </a:r>
          </a:p>
          <a:p>
            <a:r>
              <a:rPr lang="en-US" dirty="0"/>
              <a:t>Of these three parts the main input loop is where most of the work gets done.  Inside this main input loop, instructions are written as a series of pattern/action procedures.  A pattern is a rule for testing the input line to determine whether or not the action should be applied to it.</a:t>
            </a:r>
          </a:p>
          <a:p>
            <a:r>
              <a:rPr lang="en-US" dirty="0"/>
              <a:t>The main thing to remember is that each pattern/action procedure sits in the main input loop. These will be applied to each input line, one line at a time.</a:t>
            </a:r>
            <a:endParaRPr lang="en-GB" dirty="0"/>
          </a:p>
        </p:txBody>
      </p:sp>
      <p:sp>
        <p:nvSpPr>
          <p:cNvPr id="3" name="Slide Image Placeholder 2">
            <a:extLst>
              <a:ext uri="{FF2B5EF4-FFF2-40B4-BE49-F238E27FC236}">
                <a16:creationId xmlns:a16="http://schemas.microsoft.com/office/drawing/2014/main" id="{6636AA3E-36E2-9432-62AB-DFA7AB79562C}"/>
              </a:ext>
            </a:extLst>
          </p:cNvPr>
          <p:cNvSpPr>
            <a:spLocks noGrp="1" noRot="1" noChangeAspect="1"/>
          </p:cNvSpPr>
          <p:nvPr>
            <p:ph type="sldImg"/>
          </p:nvPr>
        </p:nvSpPr>
        <p:spPr/>
      </p:sp>
    </p:spTree>
    <p:extLst>
      <p:ext uri="{BB962C8B-B14F-4D97-AF65-F5344CB8AC3E}">
        <p14:creationId xmlns:p14="http://schemas.microsoft.com/office/powerpoint/2010/main" val="3899750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a:xfrm>
            <a:off x="597625" y="4400550"/>
            <a:ext cx="5662749" cy="4281896"/>
          </a:xfrm>
        </p:spPr>
        <p:txBody>
          <a:bodyPr/>
          <a:lstStyle/>
          <a:p>
            <a:r>
              <a:rPr lang="en-US" dirty="0" err="1"/>
              <a:t>intest.awk</a:t>
            </a:r>
            <a:r>
              <a:rPr lang="en-US" dirty="0"/>
              <a:t> shows an example of an awk script.  The first line illustrates how awk also treats “#” as a comment character, just as with the shell comments extend to the end of the line.  The kernel invokes awk, with the “-f” option on the script.  Just as with Korn shell scripts, for this to work the file </a:t>
            </a:r>
            <a:r>
              <a:rPr lang="en-US" dirty="0" err="1"/>
              <a:t>intest.awk</a:t>
            </a:r>
            <a:r>
              <a:rPr lang="en-US" dirty="0"/>
              <a:t> would have to be made executable.</a:t>
            </a:r>
          </a:p>
          <a:p>
            <a:r>
              <a:rPr lang="en-US" dirty="0"/>
              <a:t>The BEGIN section uses the awk built-in print command to output a message “This done before”.</a:t>
            </a:r>
          </a:p>
          <a:p>
            <a:r>
              <a:rPr lang="en-US" dirty="0"/>
              <a:t>Skipping the comment, now comes the first of the 3 pattern/action pairs.  Each pattern is specified within “/” characters.  The first pattern [0-9]+ specifies one or more digits in the range 0 to 9.  Here we could have used “[0-9]*”, however this would have specified zero or more digits and so lines with no digits at all would have matched.  When a line containing a digit is found, the action “print "Number"” is executed.  On the first line of the input file is “4”.  This matches the pattern and so “Number” is printed out.</a:t>
            </a:r>
          </a:p>
          <a:p>
            <a:r>
              <a:rPr lang="en-US" dirty="0"/>
              <a:t>The second pattern is “[A-Za-z]+” meaning “one or more upper or lowercase letters”.  If this is pattern is found “Word” is printed, again using the awk inbuilt print statement. The third and final pattern is “^$” meaning “start of line followed immediately by end of line”, in other words all blank lines.  If one of these is found the word “Blank” is printed.</a:t>
            </a:r>
          </a:p>
          <a:p>
            <a:r>
              <a:rPr lang="en-US" dirty="0"/>
              <a:t>Finally, the END section with its corresponding print forms the last part of the script.</a:t>
            </a:r>
            <a:endParaRPr lang="en-GB" dirty="0"/>
          </a:p>
        </p:txBody>
      </p:sp>
      <p:sp>
        <p:nvSpPr>
          <p:cNvPr id="3" name="Slide Image Placeholder 2">
            <a:extLst>
              <a:ext uri="{FF2B5EF4-FFF2-40B4-BE49-F238E27FC236}">
                <a16:creationId xmlns:a16="http://schemas.microsoft.com/office/drawing/2014/main" id="{F2CE3995-C572-6CC8-5D5D-234C8EF8DFD7}"/>
              </a:ext>
            </a:extLst>
          </p:cNvPr>
          <p:cNvSpPr>
            <a:spLocks noGrp="1" noRot="1" noChangeAspect="1"/>
          </p:cNvSpPr>
          <p:nvPr>
            <p:ph type="sldImg"/>
          </p:nvPr>
        </p:nvSpPr>
        <p:spPr/>
      </p:sp>
    </p:spTree>
    <p:extLst>
      <p:ext uri="{BB962C8B-B14F-4D97-AF65-F5344CB8AC3E}">
        <p14:creationId xmlns:p14="http://schemas.microsoft.com/office/powerpoint/2010/main" val="1851481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a:bodyPr>
          <a:lstStyle/>
          <a:p>
            <a:r>
              <a:rPr lang="en-US" dirty="0">
                <a:latin typeface="+mn-lt"/>
              </a:rPr>
              <a:t>A number of values are defined by awk.  The previous foil discussed FS, the (input) field separator.  There is an equivalent for output, OFS, which awk uses to separate fields output by print.</a:t>
            </a:r>
          </a:p>
          <a:p>
            <a:r>
              <a:rPr lang="en-US" dirty="0">
                <a:latin typeface="+mn-lt"/>
              </a:rPr>
              <a:t>The FS variable can be quite sophisticated: </a:t>
            </a:r>
          </a:p>
          <a:p>
            <a:r>
              <a:rPr lang="en-US" dirty="0">
                <a:latin typeface="+mn-lt"/>
              </a:rPr>
              <a:t>	FS="\t"</a:t>
            </a:r>
          </a:p>
          <a:p>
            <a:r>
              <a:rPr lang="en-US" dirty="0">
                <a:latin typeface="+mn-lt"/>
              </a:rPr>
              <a:t>is quite valid and would have set awk’s separator to a tab.  In fact a regular expression may be used, as in:	awk -F"\t+"</a:t>
            </a:r>
          </a:p>
          <a:p>
            <a:r>
              <a:rPr lang="en-US" dirty="0">
                <a:latin typeface="+mn-lt"/>
              </a:rPr>
              <a:t>In the example on the slide, the input field separator is set to “:” in preparation for reading the /</a:t>
            </a:r>
            <a:r>
              <a:rPr lang="en-US" dirty="0" err="1">
                <a:latin typeface="+mn-lt"/>
              </a:rPr>
              <a:t>etc</a:t>
            </a:r>
            <a:r>
              <a:rPr lang="en-US" dirty="0">
                <a:latin typeface="+mn-lt"/>
              </a:rPr>
              <a:t>/passwd file.  The output field separator is set to “,”.  When the two fields from each line are printed, the first and the last a comma separates them.  The output would appear something like:</a:t>
            </a:r>
          </a:p>
          <a:p>
            <a:r>
              <a:rPr lang="en-US" dirty="0">
                <a:latin typeface="+mn-lt"/>
              </a:rPr>
              <a:t>	root,/</a:t>
            </a:r>
            <a:r>
              <a:rPr lang="en-US" dirty="0" err="1">
                <a:latin typeface="+mn-lt"/>
              </a:rPr>
              <a:t>usr</a:t>
            </a:r>
            <a:r>
              <a:rPr lang="en-US" dirty="0">
                <a:latin typeface="+mn-lt"/>
              </a:rPr>
              <a:t>/bin/</a:t>
            </a:r>
            <a:r>
              <a:rPr lang="en-US" dirty="0" err="1">
                <a:latin typeface="+mn-lt"/>
              </a:rPr>
              <a:t>ksh</a:t>
            </a:r>
            <a:endParaRPr lang="en-US" dirty="0">
              <a:latin typeface="+mn-lt"/>
            </a:endParaRPr>
          </a:p>
          <a:p>
            <a:r>
              <a:rPr lang="en-US" dirty="0">
                <a:latin typeface="+mn-lt"/>
              </a:rPr>
              <a:t>	bin,/</a:t>
            </a:r>
            <a:r>
              <a:rPr lang="en-US" dirty="0" err="1">
                <a:latin typeface="+mn-lt"/>
              </a:rPr>
              <a:t>usr</a:t>
            </a:r>
            <a:r>
              <a:rPr lang="en-US" dirty="0">
                <a:latin typeface="+mn-lt"/>
              </a:rPr>
              <a:t>/bin/</a:t>
            </a:r>
            <a:r>
              <a:rPr lang="en-US" dirty="0" err="1">
                <a:latin typeface="+mn-lt"/>
              </a:rPr>
              <a:t>ksh</a:t>
            </a:r>
            <a:endParaRPr lang="en-US" dirty="0">
              <a:latin typeface="+mn-lt"/>
            </a:endParaRPr>
          </a:p>
          <a:p>
            <a:r>
              <a:rPr lang="en-US" dirty="0">
                <a:latin typeface="+mn-lt"/>
              </a:rPr>
              <a:t>	</a:t>
            </a:r>
            <a:r>
              <a:rPr lang="en-US" dirty="0" err="1">
                <a:latin typeface="+mn-lt"/>
              </a:rPr>
              <a:t>adm</a:t>
            </a:r>
            <a:r>
              <a:rPr lang="en-US" dirty="0">
                <a:latin typeface="+mn-lt"/>
              </a:rPr>
              <a:t>,/</a:t>
            </a:r>
            <a:r>
              <a:rPr lang="en-US" dirty="0" err="1">
                <a:latin typeface="+mn-lt"/>
              </a:rPr>
              <a:t>usr</a:t>
            </a:r>
            <a:r>
              <a:rPr lang="en-US" dirty="0">
                <a:latin typeface="+mn-lt"/>
              </a:rPr>
              <a:t>/bin/</a:t>
            </a:r>
            <a:r>
              <a:rPr lang="en-US" dirty="0" err="1">
                <a:latin typeface="+mn-lt"/>
              </a:rPr>
              <a:t>ksh</a:t>
            </a:r>
            <a:endParaRPr lang="en-US" dirty="0">
              <a:latin typeface="+mn-lt"/>
            </a:endParaRPr>
          </a:p>
          <a:p>
            <a:r>
              <a:rPr lang="en-US" dirty="0">
                <a:latin typeface="+mn-lt"/>
              </a:rPr>
              <a:t>etc.  Notice how NF on its own represents the number of fields on a particular line. Placing “$” before it awk automatically accesses the </a:t>
            </a:r>
            <a:r>
              <a:rPr lang="en-US" dirty="0" err="1">
                <a:latin typeface="+mn-lt"/>
              </a:rPr>
              <a:t>NFth</a:t>
            </a:r>
            <a:r>
              <a:rPr lang="en-US" dirty="0">
                <a:latin typeface="+mn-lt"/>
              </a:rPr>
              <a:t> field on the line. </a:t>
            </a:r>
          </a:p>
          <a:p>
            <a:r>
              <a:rPr lang="en-US" dirty="0">
                <a:latin typeface="+mn-lt"/>
              </a:rPr>
              <a:t>FNR is the current line number of the current file.  It differs from NR only when multiple input files are used.</a:t>
            </a:r>
            <a:endParaRPr lang="en-GB" dirty="0"/>
          </a:p>
        </p:txBody>
      </p:sp>
      <p:sp>
        <p:nvSpPr>
          <p:cNvPr id="6" name="Slide Image Placeholder 5"/>
          <p:cNvSpPr>
            <a:spLocks noGrp="1" noRot="1" noChangeAspect="1"/>
          </p:cNvSpPr>
          <p:nvPr>
            <p:ph type="sldImg"/>
          </p:nvPr>
        </p:nvSpPr>
        <p:spPr>
          <a:xfrm>
            <a:off x="571500" y="1016000"/>
            <a:ext cx="5715000" cy="3216275"/>
          </a:xfrm>
        </p:spPr>
      </p:sp>
    </p:spTree>
    <p:extLst>
      <p:ext uri="{BB962C8B-B14F-4D97-AF65-F5344CB8AC3E}">
        <p14:creationId xmlns:p14="http://schemas.microsoft.com/office/powerpoint/2010/main" val="45656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lnSpcReduction="10000"/>
          </a:bodyPr>
          <a:lstStyle/>
          <a:p>
            <a:r>
              <a:rPr lang="en-US" dirty="0">
                <a:latin typeface="+mn-lt"/>
              </a:rPr>
              <a:t>awk, rather like the shell, is very understanding when it comes to dealing with variables. If you forget to declare a variable, awk declares it for you.  For example</a:t>
            </a:r>
          </a:p>
          <a:p>
            <a:r>
              <a:rPr lang="en-US" dirty="0">
                <a:latin typeface="+mn-lt"/>
              </a:rPr>
              <a:t>a = b + c</a:t>
            </a:r>
          </a:p>
          <a:p>
            <a:r>
              <a:rPr lang="en-US" dirty="0">
                <a:latin typeface="+mn-lt"/>
              </a:rPr>
              <a:t>if neither “b” or “c” had previously been declared they would both be </a:t>
            </a:r>
            <a:r>
              <a:rPr lang="en-US" dirty="0" err="1">
                <a:latin typeface="+mn-lt"/>
              </a:rPr>
              <a:t>initialised</a:t>
            </a:r>
            <a:r>
              <a:rPr lang="en-US" dirty="0">
                <a:latin typeface="+mn-lt"/>
              </a:rPr>
              <a:t> to zero. Hence “a” would be </a:t>
            </a:r>
            <a:r>
              <a:rPr lang="en-US" dirty="0" err="1">
                <a:latin typeface="+mn-lt"/>
              </a:rPr>
              <a:t>initialised</a:t>
            </a:r>
            <a:r>
              <a:rPr lang="en-US" dirty="0">
                <a:latin typeface="+mn-lt"/>
              </a:rPr>
              <a:t> to zero too.</a:t>
            </a:r>
          </a:p>
          <a:p>
            <a:r>
              <a:rPr lang="en-US" dirty="0">
                <a:latin typeface="+mn-lt"/>
              </a:rPr>
              <a:t>A rather strange feature of awk is that a variable can be either a string or an arithmetic value depending on how or where it is used.</a:t>
            </a:r>
          </a:p>
          <a:p>
            <a:r>
              <a:rPr lang="en-US" dirty="0">
                <a:latin typeface="+mn-lt"/>
              </a:rPr>
              <a:t>awk supports a whole range of operators which may be used in expressions, also both integer and floating point arithmetic.</a:t>
            </a:r>
          </a:p>
          <a:p>
            <a:r>
              <a:rPr lang="en-US" dirty="0">
                <a:latin typeface="+mn-lt"/>
              </a:rPr>
              <a:t>In the example above, country.txt file has fields separated with comma: </a:t>
            </a:r>
          </a:p>
          <a:p>
            <a:r>
              <a:rPr lang="en-US" dirty="0">
                <a:latin typeface="+mn-lt"/>
              </a:rPr>
              <a:t>    [...] </a:t>
            </a:r>
          </a:p>
          <a:p>
            <a:r>
              <a:rPr lang="en-US" dirty="0">
                <a:latin typeface="+mn-lt"/>
              </a:rPr>
              <a:t>    Poland,38635114,Warsaw,2201900,Europe,1918,Zloty,Catholicism,Polish</a:t>
            </a:r>
          </a:p>
          <a:p>
            <a:r>
              <a:rPr lang="en-US" dirty="0">
                <a:latin typeface="+mn-lt"/>
              </a:rPr>
              <a:t>    Portugal,10566212,Lisbon,2618100,Europe,1143,Euro,Catholicism,Portuguese</a:t>
            </a:r>
          </a:p>
          <a:p>
            <a:r>
              <a:rPr lang="en-US" dirty="0">
                <a:latin typeface="+mn-lt"/>
              </a:rPr>
              <a:t>    Puerto Rico,3897960,San </a:t>
            </a:r>
            <a:r>
              <a:rPr lang="en-US" dirty="0" err="1">
                <a:latin typeface="+mn-lt"/>
              </a:rPr>
              <a:t>Juan,?,Caribbean,-,US</a:t>
            </a:r>
            <a:r>
              <a:rPr lang="en-US" dirty="0">
                <a:latin typeface="+mn-lt"/>
              </a:rPr>
              <a:t> </a:t>
            </a:r>
            <a:r>
              <a:rPr lang="en-US" dirty="0" err="1">
                <a:latin typeface="+mn-lt"/>
              </a:rPr>
              <a:t>Dollar,Catholicism,Spanish</a:t>
            </a:r>
            <a:endParaRPr lang="en-US" dirty="0">
              <a:latin typeface="+mn-lt"/>
            </a:endParaRPr>
          </a:p>
          <a:p>
            <a:r>
              <a:rPr lang="en-US" dirty="0">
                <a:latin typeface="+mn-lt"/>
              </a:rPr>
              <a:t>    Qatar,840290,Doha,?,Middle East,1971,Qatari </a:t>
            </a:r>
            <a:r>
              <a:rPr lang="en-US" dirty="0" err="1">
                <a:latin typeface="+mn-lt"/>
              </a:rPr>
              <a:t>Rial,Muslim,Arabic</a:t>
            </a:r>
            <a:endParaRPr lang="en-US" dirty="0">
              <a:latin typeface="+mn-lt"/>
            </a:endParaRPr>
          </a:p>
          <a:p>
            <a:r>
              <a:rPr lang="en-US" dirty="0">
                <a:latin typeface="+mn-lt"/>
              </a:rPr>
              <a:t>    [...]</a:t>
            </a:r>
          </a:p>
          <a:p>
            <a:r>
              <a:rPr lang="en-US" dirty="0">
                <a:latin typeface="+mn-lt"/>
              </a:rPr>
              <a:t>We inform awk of it with the FS=“,” declaration.  Each line is checked in turn if it contains string “Europe”.  Is so, the value of the second field of that line is added to the sum variable.</a:t>
            </a:r>
            <a:endParaRPr lang="en-GB" dirty="0"/>
          </a:p>
        </p:txBody>
      </p:sp>
      <p:sp>
        <p:nvSpPr>
          <p:cNvPr id="6" name="Slide Image Placeholder 5"/>
          <p:cNvSpPr>
            <a:spLocks noGrp="1" noRot="1" noChangeAspect="1"/>
          </p:cNvSpPr>
          <p:nvPr>
            <p:ph type="sldImg"/>
          </p:nvPr>
        </p:nvSpPr>
        <p:spPr>
          <a:xfrm>
            <a:off x="571500" y="981075"/>
            <a:ext cx="5715000" cy="3216275"/>
          </a:xfrm>
        </p:spPr>
      </p:sp>
    </p:spTree>
    <p:extLst>
      <p:ext uri="{BB962C8B-B14F-4D97-AF65-F5344CB8AC3E}">
        <p14:creationId xmlns:p14="http://schemas.microsoft.com/office/powerpoint/2010/main" val="4198688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lnSpcReduction="10000"/>
          </a:bodyPr>
          <a:lstStyle/>
          <a:p>
            <a:r>
              <a:rPr lang="en-US" dirty="0">
                <a:latin typeface="+mn-lt"/>
              </a:rPr>
              <a:t>awk supports all of the operators listed above.  They are all taken straight from C.  A good majority of them are rather odd, take for instance</a:t>
            </a:r>
          </a:p>
          <a:p>
            <a:r>
              <a:rPr lang="en-US" dirty="0">
                <a:latin typeface="+mn-lt"/>
              </a:rPr>
              <a:t>x += 20</a:t>
            </a:r>
          </a:p>
          <a:p>
            <a:r>
              <a:rPr lang="en-US" dirty="0">
                <a:latin typeface="+mn-lt"/>
              </a:rPr>
              <a:t>“x += 20” means “x = x + 20”.  If “x” starts off being 10, it ends up being 30.  This is the same for all of the “operator=” functions.</a:t>
            </a:r>
          </a:p>
          <a:p>
            <a:r>
              <a:rPr lang="en-US" dirty="0">
                <a:latin typeface="+mn-lt"/>
              </a:rPr>
              <a:t>As if these operators are not strange enough “++” and “--” come along.  The only purpose of these is to add 1 and subtract 1 from variables.  These operators may appear (as in C) either on the right or the left of the variable, as follows:</a:t>
            </a:r>
          </a:p>
          <a:p>
            <a:r>
              <a:rPr lang="en-US" dirty="0">
                <a:latin typeface="+mn-lt"/>
              </a:rPr>
              <a:t>x++</a:t>
            </a:r>
          </a:p>
          <a:p>
            <a:r>
              <a:rPr lang="en-US" dirty="0">
                <a:latin typeface="+mn-lt"/>
              </a:rPr>
              <a:t>or</a:t>
            </a:r>
          </a:p>
          <a:p>
            <a:r>
              <a:rPr lang="en-US" dirty="0">
                <a:latin typeface="+mn-lt"/>
              </a:rPr>
              <a:t>++x</a:t>
            </a:r>
          </a:p>
          <a:p>
            <a:r>
              <a:rPr lang="en-US" dirty="0">
                <a:latin typeface="+mn-lt"/>
              </a:rPr>
              <a:t>The net effect is the same, x is incremented in both circumstances.  However, a difference is noticeable when the result is assigned.  For example, </a:t>
            </a:r>
          </a:p>
          <a:p>
            <a:r>
              <a:rPr lang="en-US" dirty="0">
                <a:latin typeface="+mn-lt"/>
              </a:rPr>
              <a:t>if  x  is  10	y = x++		y  is  10,  x  is  11</a:t>
            </a:r>
          </a:p>
          <a:p>
            <a:r>
              <a:rPr lang="en-US" dirty="0">
                <a:latin typeface="+mn-lt"/>
              </a:rPr>
              <a:t>if  x  is  10	y = ++x		y  is  11,  x  is  11</a:t>
            </a:r>
          </a:p>
          <a:p>
            <a:r>
              <a:rPr lang="en-US" dirty="0">
                <a:latin typeface="+mn-lt"/>
              </a:rPr>
              <a:t>Finally, be warned about the “^” operator.  If you are familiar with C you might expect this to be the bitwise exclusive or operator, however awk makes it the exponentiation operator.</a:t>
            </a:r>
          </a:p>
          <a:p>
            <a:r>
              <a:rPr lang="en-US" dirty="0">
                <a:latin typeface="+mn-lt"/>
              </a:rPr>
              <a:t>The above arithmetic operators are implemented directly from the C programming language, and are very similar to the operators used in most contemporary languages.</a:t>
            </a:r>
            <a:endParaRPr lang="en-GB" dirty="0"/>
          </a:p>
        </p:txBody>
      </p:sp>
      <p:sp>
        <p:nvSpPr>
          <p:cNvPr id="6" name="Slide Image Placeholder 5"/>
          <p:cNvSpPr>
            <a:spLocks noGrp="1" noRot="1" noChangeAspect="1"/>
          </p:cNvSpPr>
          <p:nvPr>
            <p:ph type="sldImg"/>
          </p:nvPr>
        </p:nvSpPr>
        <p:spPr>
          <a:xfrm>
            <a:off x="571500" y="946150"/>
            <a:ext cx="5715000" cy="3216275"/>
          </a:xfrm>
        </p:spPr>
      </p:sp>
    </p:spTree>
    <p:extLst>
      <p:ext uri="{BB962C8B-B14F-4D97-AF65-F5344CB8AC3E}">
        <p14:creationId xmlns:p14="http://schemas.microsoft.com/office/powerpoint/2010/main" val="1291116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lnSpcReduction="10000"/>
          </a:bodyPr>
          <a:lstStyle/>
          <a:p>
            <a:r>
              <a:rPr lang="en-US" dirty="0">
                <a:latin typeface="+mn-lt"/>
              </a:rPr>
              <a:t>In the example above:</a:t>
            </a:r>
          </a:p>
          <a:p>
            <a:r>
              <a:rPr lang="en-US" dirty="0">
                <a:latin typeface="+mn-lt"/>
              </a:rPr>
              <a:t>print;	</a:t>
            </a:r>
          </a:p>
          <a:p>
            <a:r>
              <a:rPr lang="en-US" dirty="0">
                <a:latin typeface="+mn-lt"/>
              </a:rPr>
              <a:t>This has the effect of printing out the entire current line.  “print $0;” would have worked too.  Notice the semicolon.  If the line had read “print </a:t>
            </a:r>
            <a:r>
              <a:rPr lang="en-US" dirty="0" err="1">
                <a:latin typeface="+mn-lt"/>
              </a:rPr>
              <a:t>nfiles</a:t>
            </a:r>
            <a:r>
              <a:rPr lang="en-US" dirty="0">
                <a:latin typeface="+mn-lt"/>
              </a:rPr>
              <a:t>=…” the variable “</a:t>
            </a:r>
            <a:r>
              <a:rPr lang="en-US" dirty="0" err="1">
                <a:latin typeface="+mn-lt"/>
              </a:rPr>
              <a:t>nfiles</a:t>
            </a:r>
            <a:r>
              <a:rPr lang="en-US" dirty="0">
                <a:latin typeface="+mn-lt"/>
              </a:rPr>
              <a:t>” (before it was incremented) would have been printed.</a:t>
            </a:r>
          </a:p>
          <a:p>
            <a:r>
              <a:rPr lang="en-US" dirty="0" err="1">
                <a:latin typeface="+mn-lt"/>
              </a:rPr>
              <a:t>nfiles</a:t>
            </a:r>
            <a:r>
              <a:rPr lang="en-US" dirty="0">
                <a:latin typeface="+mn-lt"/>
              </a:rPr>
              <a:t>++ ;	</a:t>
            </a:r>
          </a:p>
          <a:p>
            <a:r>
              <a:rPr lang="en-US" dirty="0">
                <a:latin typeface="+mn-lt"/>
              </a:rPr>
              <a:t>Could be used as the shorthand notation for </a:t>
            </a:r>
            <a:r>
              <a:rPr lang="en-US" dirty="0" err="1">
                <a:latin typeface="+mn-lt"/>
              </a:rPr>
              <a:t>nfiles</a:t>
            </a:r>
            <a:r>
              <a:rPr lang="en-US" dirty="0">
                <a:latin typeface="+mn-lt"/>
              </a:rPr>
              <a:t>=nfiles+1.  We could have done without this variable by using the awk value NR</a:t>
            </a:r>
          </a:p>
          <a:p>
            <a:r>
              <a:rPr lang="en-US" dirty="0" err="1">
                <a:latin typeface="+mn-lt"/>
              </a:rPr>
              <a:t>nbytes</a:t>
            </a:r>
            <a:r>
              <a:rPr lang="en-US" dirty="0">
                <a:latin typeface="+mn-lt"/>
              </a:rPr>
              <a:t> += $5	 </a:t>
            </a:r>
          </a:p>
          <a:p>
            <a:r>
              <a:rPr lang="en-US" dirty="0">
                <a:latin typeface="+mn-lt"/>
              </a:rPr>
              <a:t>Could be used as the shorthand notation for </a:t>
            </a:r>
            <a:r>
              <a:rPr lang="en-US" dirty="0" err="1">
                <a:latin typeface="+mn-lt"/>
              </a:rPr>
              <a:t>nbytes</a:t>
            </a:r>
            <a:r>
              <a:rPr lang="en-US" dirty="0">
                <a:latin typeface="+mn-lt"/>
              </a:rPr>
              <a:t>=</a:t>
            </a:r>
            <a:r>
              <a:rPr lang="en-US" dirty="0" err="1">
                <a:latin typeface="+mn-lt"/>
              </a:rPr>
              <a:t>nbytes</a:t>
            </a:r>
            <a:r>
              <a:rPr lang="en-US" dirty="0">
                <a:latin typeface="+mn-lt"/>
              </a:rPr>
              <a:t>+$5.  	</a:t>
            </a:r>
          </a:p>
          <a:p>
            <a:r>
              <a:rPr lang="en-US" dirty="0">
                <a:latin typeface="+mn-lt"/>
              </a:rPr>
              <a:t>This adds the value of the 5th word (</a:t>
            </a:r>
            <a:r>
              <a:rPr lang="en-US" dirty="0" err="1">
                <a:latin typeface="+mn-lt"/>
              </a:rPr>
              <a:t>ie</a:t>
            </a:r>
            <a:r>
              <a:rPr lang="en-US" dirty="0">
                <a:latin typeface="+mn-lt"/>
              </a:rPr>
              <a:t>. the size of the file) into the variable “</a:t>
            </a:r>
            <a:r>
              <a:rPr lang="en-US" dirty="0" err="1">
                <a:latin typeface="+mn-lt"/>
              </a:rPr>
              <a:t>nbytes</a:t>
            </a:r>
            <a:r>
              <a:rPr lang="en-US" dirty="0">
                <a:latin typeface="+mn-lt"/>
              </a:rPr>
              <a:t>”.  Again, the variable is automatically </a:t>
            </a:r>
            <a:r>
              <a:rPr lang="en-US" dirty="0" err="1">
                <a:latin typeface="+mn-lt"/>
              </a:rPr>
              <a:t>initialised</a:t>
            </a:r>
            <a:r>
              <a:rPr lang="en-US" dirty="0">
                <a:latin typeface="+mn-lt"/>
              </a:rPr>
              <a:t> to 0.   There is no semicolon after the “5” since this is the last statement to be executed. </a:t>
            </a:r>
          </a:p>
          <a:p>
            <a:r>
              <a:rPr lang="en-US" dirty="0">
                <a:latin typeface="+mn-lt"/>
              </a:rPr>
              <a:t>Since there is no pattern before this block of instructions,  the action applies to all input lines.  The next pattern “END” is executed when there is no more input.  It prints the variable </a:t>
            </a:r>
            <a:r>
              <a:rPr lang="en-US" dirty="0" err="1">
                <a:latin typeface="+mn-lt"/>
              </a:rPr>
              <a:t>nfiles</a:t>
            </a:r>
            <a:r>
              <a:rPr lang="en-US" dirty="0">
                <a:latin typeface="+mn-lt"/>
              </a:rPr>
              <a:t>, containing a count of the number of lines (</a:t>
            </a:r>
            <a:r>
              <a:rPr lang="en-US" dirty="0" err="1">
                <a:latin typeface="+mn-lt"/>
              </a:rPr>
              <a:t>ie</a:t>
            </a:r>
            <a:r>
              <a:rPr lang="en-US" dirty="0">
                <a:latin typeface="+mn-lt"/>
              </a:rPr>
              <a:t> files and directories) read and the variable </a:t>
            </a:r>
            <a:r>
              <a:rPr lang="en-US" dirty="0" err="1">
                <a:latin typeface="+mn-lt"/>
              </a:rPr>
              <a:t>nbytes</a:t>
            </a:r>
            <a:r>
              <a:rPr lang="en-US" dirty="0">
                <a:latin typeface="+mn-lt"/>
              </a:rPr>
              <a:t>, containing the total number of bytes.</a:t>
            </a:r>
          </a:p>
          <a:p>
            <a:r>
              <a:rPr lang="en-US" dirty="0">
                <a:latin typeface="+mn-lt"/>
              </a:rPr>
              <a:t>Oops!  There is a problem with this script.  If you look carefully, you will see that two of the files have a link count of 2 and are probably hard links to a single file - we have counted the same file size twice!  How can we fix that?</a:t>
            </a:r>
          </a:p>
        </p:txBody>
      </p:sp>
      <p:sp>
        <p:nvSpPr>
          <p:cNvPr id="6" name="Slide Image Placeholder 5"/>
          <p:cNvSpPr>
            <a:spLocks noGrp="1" noRot="1" noChangeAspect="1"/>
          </p:cNvSpPr>
          <p:nvPr>
            <p:ph type="sldImg"/>
          </p:nvPr>
        </p:nvSpPr>
        <p:spPr>
          <a:xfrm>
            <a:off x="571500" y="1033463"/>
            <a:ext cx="5715000" cy="3216275"/>
          </a:xfrm>
        </p:spPr>
      </p:sp>
    </p:spTree>
    <p:extLst>
      <p:ext uri="{BB962C8B-B14F-4D97-AF65-F5344CB8AC3E}">
        <p14:creationId xmlns:p14="http://schemas.microsoft.com/office/powerpoint/2010/main" val="1191515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lstStyle/>
          <a:p>
            <a:r>
              <a:rPr lang="en-US" dirty="0"/>
              <a:t>The first six of the relational operators speak for themselves.  </a:t>
            </a:r>
          </a:p>
          <a:p>
            <a:r>
              <a:rPr lang="en-US" dirty="0"/>
              <a:t>The next two are rather strange “~” which means “matches” and “!~” which means does not match.  These are called "Binding operators" and similar operators are using in languages such as PHP and Perl.</a:t>
            </a:r>
          </a:p>
          <a:p>
            <a:r>
              <a:rPr lang="en-US" dirty="0"/>
              <a:t>An example code above says, “if the first word matches the pattern ‘d at beginning’ then print the 9th word followed by ‘directory’ ”.</a:t>
            </a:r>
            <a:endParaRPr lang="en-GB" dirty="0"/>
          </a:p>
        </p:txBody>
      </p:sp>
      <p:sp>
        <p:nvSpPr>
          <p:cNvPr id="3" name="Slide Image Placeholder 2">
            <a:extLst>
              <a:ext uri="{FF2B5EF4-FFF2-40B4-BE49-F238E27FC236}">
                <a16:creationId xmlns:a16="http://schemas.microsoft.com/office/drawing/2014/main" id="{12AFBF21-3BE9-29A1-6361-59419D3BAC41}"/>
              </a:ext>
            </a:extLst>
          </p:cNvPr>
          <p:cNvSpPr>
            <a:spLocks noGrp="1" noRot="1" noChangeAspect="1"/>
          </p:cNvSpPr>
          <p:nvPr>
            <p:ph type="sldImg"/>
          </p:nvPr>
        </p:nvSpPr>
        <p:spPr/>
      </p:sp>
    </p:spTree>
    <p:extLst>
      <p:ext uri="{BB962C8B-B14F-4D97-AF65-F5344CB8AC3E}">
        <p14:creationId xmlns:p14="http://schemas.microsoft.com/office/powerpoint/2010/main" val="1648538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lnSpcReduction="10000"/>
          </a:bodyPr>
          <a:lstStyle/>
          <a:p>
            <a:r>
              <a:rPr lang="en-US" dirty="0">
                <a:latin typeface="+mn-lt"/>
              </a:rPr>
              <a:t>In the example above:</a:t>
            </a:r>
          </a:p>
          <a:p>
            <a:r>
              <a:rPr lang="en-US" dirty="0">
                <a:latin typeface="+mn-lt"/>
              </a:rPr>
              <a:t>“NR == 1”: this pattern says, “if the line number is 1”, the action says, “skip to the next line”.  In other words, skip the first line “Name Chemistry Physics” etc.</a:t>
            </a:r>
          </a:p>
          <a:p>
            <a:r>
              <a:rPr lang="en-US" dirty="0">
                <a:latin typeface="+mn-lt"/>
              </a:rPr>
              <a:t>There is no pattern for the next action, so it is applied to all lines.  The first step is to increment a line counter.  We could have used NR (remembering to subtract 1 since we have ignored the 1st line).  The next step is to define a variable called </a:t>
            </a:r>
            <a:r>
              <a:rPr lang="en-US" dirty="0" err="1">
                <a:latin typeface="+mn-lt"/>
              </a:rPr>
              <a:t>fullname</a:t>
            </a:r>
            <a:r>
              <a:rPr lang="en-US" dirty="0">
                <a:latin typeface="+mn-lt"/>
              </a:rPr>
              <a:t>.  This has the value of the first word followed by a space followed by the second word.  The awk inbuilt function print is then called (notice that this is not the same print command we have used so far).</a:t>
            </a:r>
          </a:p>
          <a:p>
            <a:r>
              <a:rPr lang="en-US" dirty="0">
                <a:latin typeface="+mn-lt"/>
              </a:rPr>
              <a:t>A total is maintained of each column in the variables sum1, sum2, sum3 and sum4.</a:t>
            </a:r>
          </a:p>
          <a:p>
            <a:r>
              <a:rPr lang="en-US" dirty="0">
                <a:latin typeface="+mn-lt"/>
              </a:rPr>
              <a:t>When the end is reached the average of each column is printed out using the lines variable. </a:t>
            </a:r>
          </a:p>
          <a:p>
            <a:r>
              <a:rPr lang="en-US" dirty="0">
                <a:latin typeface="+mn-lt"/>
              </a:rPr>
              <a:t>The print function could be replaced with a similar one: </a:t>
            </a:r>
            <a:r>
              <a:rPr lang="en-US" dirty="0" err="1">
                <a:latin typeface="+mn-lt"/>
              </a:rPr>
              <a:t>printf</a:t>
            </a:r>
            <a:r>
              <a:rPr lang="en-US" dirty="0">
                <a:latin typeface="+mn-lt"/>
              </a:rPr>
              <a:t>  "%-20s %d\n", which will be instantly </a:t>
            </a:r>
            <a:r>
              <a:rPr lang="en-US" dirty="0" err="1">
                <a:latin typeface="+mn-lt"/>
              </a:rPr>
              <a:t>recognisable</a:t>
            </a:r>
            <a:r>
              <a:rPr lang="en-US" dirty="0">
                <a:latin typeface="+mn-lt"/>
              </a:rPr>
              <a:t> by any C programmer.  It works by using the first string argument to tell it what format should be used to print out the two values, </a:t>
            </a:r>
            <a:r>
              <a:rPr lang="en-US" dirty="0" err="1">
                <a:latin typeface="+mn-lt"/>
              </a:rPr>
              <a:t>fullname</a:t>
            </a:r>
            <a:r>
              <a:rPr lang="en-US" dirty="0">
                <a:latin typeface="+mn-lt"/>
              </a:rPr>
              <a:t> and the average calculation.  The following format specifiers could have been used in our example:</a:t>
            </a:r>
          </a:p>
          <a:p>
            <a:r>
              <a:rPr lang="en-US" dirty="0">
                <a:latin typeface="+mn-lt"/>
              </a:rPr>
              <a:t>		%d	decimal integer	</a:t>
            </a:r>
          </a:p>
          <a:p>
            <a:r>
              <a:rPr lang="en-US" dirty="0">
                <a:latin typeface="+mn-lt"/>
              </a:rPr>
              <a:t>		%-20s	string left justified in a field of 20</a:t>
            </a:r>
          </a:p>
        </p:txBody>
      </p:sp>
      <p:sp>
        <p:nvSpPr>
          <p:cNvPr id="6" name="Slide Image Placeholder 5"/>
          <p:cNvSpPr>
            <a:spLocks noGrp="1" noRot="1" noChangeAspect="1"/>
          </p:cNvSpPr>
          <p:nvPr>
            <p:ph type="sldImg"/>
          </p:nvPr>
        </p:nvSpPr>
        <p:spPr>
          <a:xfrm>
            <a:off x="571500" y="963613"/>
            <a:ext cx="5715000" cy="3216275"/>
          </a:xfrm>
        </p:spPr>
      </p:sp>
    </p:spTree>
    <p:extLst>
      <p:ext uri="{BB962C8B-B14F-4D97-AF65-F5344CB8AC3E}">
        <p14:creationId xmlns:p14="http://schemas.microsoft.com/office/powerpoint/2010/main" val="83051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lstStyle/>
          <a:p>
            <a:r>
              <a:rPr lang="en-US" dirty="0"/>
              <a:t>The awk programming language is rich in features, far too many to show here.</a:t>
            </a:r>
          </a:p>
          <a:p>
            <a:r>
              <a:rPr lang="en-US" dirty="0"/>
              <a:t>Awk includes all the constructs required in a language, including file IO, flow control, and arrays.  </a:t>
            </a:r>
          </a:p>
          <a:p>
            <a:r>
              <a:rPr lang="en-US" dirty="0"/>
              <a:t>There are examples of some of these features following the summary slide for this chapter.</a:t>
            </a:r>
          </a:p>
        </p:txBody>
      </p:sp>
      <p:sp>
        <p:nvSpPr>
          <p:cNvPr id="3" name="Slide Image Placeholder 2">
            <a:extLst>
              <a:ext uri="{FF2B5EF4-FFF2-40B4-BE49-F238E27FC236}">
                <a16:creationId xmlns:a16="http://schemas.microsoft.com/office/drawing/2014/main" id="{2521F1AA-5366-D1B4-E509-2AFD7CE99EFA}"/>
              </a:ext>
            </a:extLst>
          </p:cNvPr>
          <p:cNvSpPr>
            <a:spLocks noGrp="1" noRot="1" noChangeAspect="1"/>
          </p:cNvSpPr>
          <p:nvPr>
            <p:ph type="sldImg"/>
          </p:nvPr>
        </p:nvSpPr>
        <p:spPr/>
      </p:sp>
    </p:spTree>
    <p:extLst>
      <p:ext uri="{BB962C8B-B14F-4D97-AF65-F5344CB8AC3E}">
        <p14:creationId xmlns:p14="http://schemas.microsoft.com/office/powerpoint/2010/main" val="4147164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lnSpcReduction="10000"/>
          </a:bodyPr>
          <a:lstStyle/>
          <a:p>
            <a:r>
              <a:rPr lang="en-US" dirty="0">
                <a:latin typeface="+mn-lt"/>
              </a:rPr>
              <a:t>Having spent this chapter on the virtues of awk, are we are now telling you to avoid it?  No, not really.  The awk program is a powerful reporting tool</a:t>
            </a:r>
            <a:r>
              <a:rPr lang="en-US" dirty="0"/>
              <a:t> </a:t>
            </a:r>
            <a:r>
              <a:rPr lang="en-US" dirty="0">
                <a:latin typeface="+mn-lt"/>
              </a:rPr>
              <a:t>but is often over-used.  Using it just to print the first field of a record, for example, is a sledgehammer to crack a nut:</a:t>
            </a:r>
          </a:p>
          <a:p>
            <a:r>
              <a:rPr lang="en-US" dirty="0">
                <a:latin typeface="+mn-lt"/>
              </a:rPr>
              <a:t>field1=$(echo $record | awk  -F: '{ print $1 }‘ )</a:t>
            </a:r>
          </a:p>
          <a:p>
            <a:r>
              <a:rPr lang="en-US" dirty="0">
                <a:latin typeface="+mn-lt"/>
              </a:rPr>
              <a:t>is better written:</a:t>
            </a:r>
          </a:p>
          <a:p>
            <a:r>
              <a:rPr lang="en-US" dirty="0">
                <a:latin typeface="+mn-lt"/>
              </a:rPr>
              <a:t>field1=${record%%:*}</a:t>
            </a:r>
          </a:p>
          <a:p>
            <a:r>
              <a:rPr lang="en-US" dirty="0">
                <a:latin typeface="+mn-lt"/>
              </a:rPr>
              <a:t>Maybe that deserves a comment, but it is efficient.  Likewise reading a field from a file need not require awk:</a:t>
            </a:r>
          </a:p>
          <a:p>
            <a:r>
              <a:rPr lang="en-US" dirty="0">
                <a:latin typeface="+mn-lt"/>
              </a:rPr>
              <a:t>IFS=:  read field1 field2 </a:t>
            </a:r>
            <a:r>
              <a:rPr lang="en-US" dirty="0" err="1">
                <a:latin typeface="+mn-lt"/>
              </a:rPr>
              <a:t>NotUsed</a:t>
            </a:r>
            <a:r>
              <a:rPr lang="en-US" dirty="0">
                <a:latin typeface="+mn-lt"/>
              </a:rPr>
              <a:t> &lt; filename</a:t>
            </a:r>
          </a:p>
          <a:p>
            <a:r>
              <a:rPr lang="en-US" dirty="0">
                <a:latin typeface="+mn-lt"/>
              </a:rPr>
              <a:t>Note that setting IFS in this way only affects this one read statement.</a:t>
            </a:r>
          </a:p>
          <a:p>
            <a:r>
              <a:rPr lang="en-US" dirty="0">
                <a:latin typeface="+mn-lt"/>
              </a:rPr>
              <a:t>The overhead of awk might be trivial in many cases, but sometimes it is used with other utilities to parse single records, usually in a collection of unnecessary pipes.</a:t>
            </a:r>
          </a:p>
          <a:p>
            <a:r>
              <a:rPr lang="en-US" dirty="0">
                <a:latin typeface="+mn-lt"/>
              </a:rPr>
              <a:t>You might say that this does not matter in a quick-and-dirty script.  Unfortunately, quick-and-dirty scripts have a habit of going into production – and they never get any smaller (or quicker)!</a:t>
            </a:r>
          </a:p>
          <a:p>
            <a:r>
              <a:rPr lang="en-US" dirty="0">
                <a:latin typeface="+mn-lt"/>
              </a:rPr>
              <a:t>Also remember that bad habits in code tend to be copied by others, and before you know it poor techniques are seen as normal.</a:t>
            </a:r>
          </a:p>
          <a:p>
            <a:r>
              <a:rPr lang="en-US" dirty="0">
                <a:latin typeface="+mn-lt"/>
              </a:rPr>
              <a:t>Use awk when it is needed, but not when a shell built-in will do the job. </a:t>
            </a:r>
          </a:p>
        </p:txBody>
      </p:sp>
      <p:sp>
        <p:nvSpPr>
          <p:cNvPr id="6" name="Slide Image Placeholder 5"/>
          <p:cNvSpPr>
            <a:spLocks noGrp="1" noRot="1" noChangeAspect="1"/>
          </p:cNvSpPr>
          <p:nvPr>
            <p:ph type="sldImg"/>
          </p:nvPr>
        </p:nvSpPr>
        <p:spPr>
          <a:xfrm>
            <a:off x="571500" y="1008063"/>
            <a:ext cx="5715000" cy="3216275"/>
          </a:xfrm>
        </p:spPr>
      </p:sp>
    </p:spTree>
    <p:extLst>
      <p:ext uri="{BB962C8B-B14F-4D97-AF65-F5344CB8AC3E}">
        <p14:creationId xmlns:p14="http://schemas.microsoft.com/office/powerpoint/2010/main" val="4167206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a:xfrm>
            <a:off x="571500" y="4296048"/>
            <a:ext cx="5715000" cy="4325438"/>
          </a:xfrm>
        </p:spPr>
        <p:txBody>
          <a:bodyPr>
            <a:normAutofit lnSpcReduction="10000"/>
          </a:bodyPr>
          <a:lstStyle/>
          <a:p>
            <a:r>
              <a:rPr lang="en-US" dirty="0">
                <a:latin typeface="+mn-lt"/>
              </a:rPr>
              <a:t>awk supports a conditional which is just like the C counterpart.  Parenthesis around the expression are mandatory.  There is no “then” keyword, it is implied by the overall structure.  Braces must be used if more than one statement is required in either the “then” or else part. In the above, if expression evaluates as true (non-zero), action1 is performed.  If expression evaluates to false (zero) action2 is performed.  For example:</a:t>
            </a:r>
          </a:p>
          <a:p>
            <a:r>
              <a:rPr lang="en-US" dirty="0">
                <a:latin typeface="+mn-lt"/>
              </a:rPr>
              <a:t>		if ( x )</a:t>
            </a:r>
          </a:p>
          <a:p>
            <a:r>
              <a:rPr lang="en-US" dirty="0">
                <a:latin typeface="+mn-lt"/>
              </a:rPr>
              <a:t>			print x</a:t>
            </a:r>
          </a:p>
          <a:p>
            <a:r>
              <a:rPr lang="en-US" dirty="0">
                <a:latin typeface="+mn-lt"/>
              </a:rPr>
              <a:t>says “if x is non-zero (hence it cannot be undefined), then print x”.  The pattern matching operator may also be used as in:</a:t>
            </a:r>
          </a:p>
          <a:p>
            <a:r>
              <a:rPr lang="en-US" dirty="0">
                <a:latin typeface="+mn-lt"/>
              </a:rPr>
              <a:t>		if ( $5 ~ /[</a:t>
            </a:r>
            <a:r>
              <a:rPr lang="en-US" dirty="0" err="1">
                <a:latin typeface="+mn-lt"/>
              </a:rPr>
              <a:t>yY</a:t>
            </a:r>
            <a:r>
              <a:rPr lang="en-US" dirty="0">
                <a:latin typeface="+mn-lt"/>
              </a:rPr>
              <a:t>](es)*/ )</a:t>
            </a:r>
          </a:p>
          <a:p>
            <a:r>
              <a:rPr lang="en-US" dirty="0">
                <a:latin typeface="+mn-lt"/>
              </a:rPr>
              <a:t>			x = 0</a:t>
            </a:r>
          </a:p>
          <a:p>
            <a:r>
              <a:rPr lang="en-US" dirty="0">
                <a:latin typeface="+mn-lt"/>
              </a:rPr>
              <a:t>which says, “if the 5th word matches a ‘y’ (upper or lowercase) followed by zero or more ‘es’ then set x to zero”.  </a:t>
            </a:r>
          </a:p>
          <a:p>
            <a:r>
              <a:rPr lang="en-US" dirty="0">
                <a:latin typeface="+mn-lt"/>
              </a:rPr>
              <a:t>An if/then/else/if/then/else/if construct is available as follows:	</a:t>
            </a:r>
          </a:p>
          <a:p>
            <a:r>
              <a:rPr lang="en-US" dirty="0">
                <a:latin typeface="+mn-lt"/>
              </a:rPr>
              <a:t>	if((average = ($3 + $4 + $5 + $6 + $7)/5) &gt;= 90)</a:t>
            </a:r>
          </a:p>
          <a:p>
            <a:r>
              <a:rPr lang="en-US" dirty="0">
                <a:latin typeface="+mn-lt"/>
              </a:rPr>
              <a:t>		grade = "A"</a:t>
            </a:r>
          </a:p>
          <a:p>
            <a:r>
              <a:rPr lang="en-US" dirty="0">
                <a:latin typeface="+mn-lt"/>
              </a:rPr>
              <a:t>	else if(average &gt;= 80)</a:t>
            </a:r>
          </a:p>
          <a:p>
            <a:r>
              <a:rPr lang="en-US" dirty="0">
                <a:latin typeface="+mn-lt"/>
              </a:rPr>
              <a:t>		grade = "B"</a:t>
            </a:r>
          </a:p>
          <a:p>
            <a:r>
              <a:rPr lang="en-US" dirty="0">
                <a:latin typeface="+mn-lt"/>
              </a:rPr>
              <a:t>	else if(average &gt;= 70)</a:t>
            </a:r>
          </a:p>
          <a:p>
            <a:r>
              <a:rPr lang="en-US" dirty="0">
                <a:latin typeface="+mn-lt"/>
              </a:rPr>
              <a:t>		grade = "C"</a:t>
            </a:r>
          </a:p>
          <a:p>
            <a:r>
              <a:rPr lang="en-US" dirty="0">
                <a:latin typeface="+mn-lt"/>
              </a:rPr>
              <a:t>	else if(average &gt;= 60)</a:t>
            </a:r>
          </a:p>
          <a:p>
            <a:r>
              <a:rPr lang="en-US" dirty="0">
                <a:latin typeface="+mn-lt"/>
              </a:rPr>
              <a:t>		grade = "D"</a:t>
            </a:r>
          </a:p>
          <a:p>
            <a:r>
              <a:rPr lang="en-US" dirty="0">
                <a:latin typeface="+mn-lt"/>
              </a:rPr>
              <a:t>	else grade = "F"</a:t>
            </a:r>
          </a:p>
        </p:txBody>
      </p:sp>
      <p:sp>
        <p:nvSpPr>
          <p:cNvPr id="6" name="Slide Image Placeholder 5"/>
          <p:cNvSpPr>
            <a:spLocks noGrp="1" noRot="1" noChangeAspect="1"/>
          </p:cNvSpPr>
          <p:nvPr>
            <p:ph type="sldImg"/>
          </p:nvPr>
        </p:nvSpPr>
        <p:spPr>
          <a:xfrm>
            <a:off x="571500" y="893763"/>
            <a:ext cx="5715000" cy="3216275"/>
          </a:xfrm>
        </p:spPr>
      </p:sp>
    </p:spTree>
    <p:extLst>
      <p:ext uri="{BB962C8B-B14F-4D97-AF65-F5344CB8AC3E}">
        <p14:creationId xmlns:p14="http://schemas.microsoft.com/office/powerpoint/2010/main" val="831368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a:xfrm>
            <a:off x="685800" y="4400549"/>
            <a:ext cx="5486400" cy="4186101"/>
          </a:xfrm>
        </p:spPr>
        <p:txBody>
          <a:bodyPr>
            <a:normAutofit/>
          </a:bodyPr>
          <a:lstStyle/>
          <a:p>
            <a:r>
              <a:rPr lang="en-US" dirty="0">
                <a:latin typeface="+mn-lt"/>
              </a:rPr>
              <a:t>For the while loop, expression is evaluated at the top of the loop and if true (non-zero) action is performed.  For example, the loop:</a:t>
            </a:r>
          </a:p>
          <a:p>
            <a:r>
              <a:rPr lang="en-US" dirty="0">
                <a:latin typeface="+mn-lt"/>
              </a:rPr>
              <a:t>	{	</a:t>
            </a:r>
            <a:r>
              <a:rPr lang="en-US" dirty="0" err="1">
                <a:latin typeface="+mn-lt"/>
              </a:rPr>
              <a:t>i</a:t>
            </a:r>
            <a:r>
              <a:rPr lang="en-US" dirty="0">
                <a:latin typeface="+mn-lt"/>
              </a:rPr>
              <a:t> = 1</a:t>
            </a:r>
          </a:p>
          <a:p>
            <a:r>
              <a:rPr lang="en-US" dirty="0">
                <a:latin typeface="+mn-lt"/>
              </a:rPr>
              <a:t>		while( </a:t>
            </a:r>
            <a:r>
              <a:rPr lang="en-US" dirty="0" err="1">
                <a:latin typeface="+mn-lt"/>
              </a:rPr>
              <a:t>i</a:t>
            </a:r>
            <a:r>
              <a:rPr lang="en-US" dirty="0">
                <a:latin typeface="+mn-lt"/>
              </a:rPr>
              <a:t> &lt;= 3 ) {</a:t>
            </a:r>
          </a:p>
          <a:p>
            <a:r>
              <a:rPr lang="en-US" dirty="0">
                <a:latin typeface="+mn-lt"/>
              </a:rPr>
              <a:t>			</a:t>
            </a:r>
            <a:r>
              <a:rPr lang="en-US" dirty="0" err="1">
                <a:latin typeface="+mn-lt"/>
              </a:rPr>
              <a:t>printf</a:t>
            </a:r>
            <a:r>
              <a:rPr lang="en-US" dirty="0">
                <a:latin typeface="+mn-lt"/>
              </a:rPr>
              <a:t> "%s ", $</a:t>
            </a:r>
            <a:r>
              <a:rPr lang="en-US" dirty="0" err="1">
                <a:latin typeface="+mn-lt"/>
              </a:rPr>
              <a:t>i</a:t>
            </a:r>
            <a:endParaRPr lang="en-US" dirty="0">
              <a:latin typeface="+mn-lt"/>
            </a:endParaRPr>
          </a:p>
          <a:p>
            <a:r>
              <a:rPr lang="en-US" dirty="0">
                <a:latin typeface="+mn-lt"/>
              </a:rPr>
              <a:t>			</a:t>
            </a:r>
            <a:r>
              <a:rPr lang="en-US" dirty="0" err="1">
                <a:latin typeface="+mn-lt"/>
              </a:rPr>
              <a:t>i</a:t>
            </a:r>
            <a:r>
              <a:rPr lang="en-US" dirty="0">
                <a:latin typeface="+mn-lt"/>
              </a:rPr>
              <a:t>++</a:t>
            </a:r>
          </a:p>
          <a:p>
            <a:r>
              <a:rPr lang="en-US" dirty="0">
                <a:latin typeface="+mn-lt"/>
              </a:rPr>
              <a:t>		}</a:t>
            </a:r>
          </a:p>
          <a:p>
            <a:r>
              <a:rPr lang="en-US" dirty="0">
                <a:latin typeface="+mn-lt"/>
              </a:rPr>
              <a:t>		print ""</a:t>
            </a:r>
          </a:p>
          <a:p>
            <a:r>
              <a:rPr lang="en-US" dirty="0">
                <a:latin typeface="+mn-lt"/>
              </a:rPr>
              <a:t>	}</a:t>
            </a:r>
          </a:p>
          <a:p>
            <a:r>
              <a:rPr lang="en-US" dirty="0">
                <a:latin typeface="+mn-lt"/>
              </a:rPr>
              <a:t>would cause the first, second and third word from each line to be printed, each separated by a single space.  This could be rewritten as the following for loop:</a:t>
            </a:r>
          </a:p>
          <a:p>
            <a:r>
              <a:rPr lang="en-US" dirty="0">
                <a:latin typeface="+mn-lt"/>
              </a:rPr>
              <a:t>	{	for(</a:t>
            </a:r>
            <a:r>
              <a:rPr lang="en-US" dirty="0" err="1">
                <a:latin typeface="+mn-lt"/>
              </a:rPr>
              <a:t>i</a:t>
            </a:r>
            <a:r>
              <a:rPr lang="en-US" dirty="0">
                <a:latin typeface="+mn-lt"/>
              </a:rPr>
              <a:t> = 1; </a:t>
            </a:r>
            <a:r>
              <a:rPr lang="en-US" dirty="0" err="1">
                <a:latin typeface="+mn-lt"/>
              </a:rPr>
              <a:t>i</a:t>
            </a:r>
            <a:r>
              <a:rPr lang="en-US" dirty="0">
                <a:latin typeface="+mn-lt"/>
              </a:rPr>
              <a:t> &lt;= 3; </a:t>
            </a:r>
            <a:r>
              <a:rPr lang="en-US" dirty="0" err="1">
                <a:latin typeface="+mn-lt"/>
              </a:rPr>
              <a:t>i</a:t>
            </a:r>
            <a:r>
              <a:rPr lang="en-US" dirty="0">
                <a:latin typeface="+mn-lt"/>
              </a:rPr>
              <a:t>++ )</a:t>
            </a:r>
          </a:p>
          <a:p>
            <a:r>
              <a:rPr lang="en-US" dirty="0">
                <a:latin typeface="+mn-lt"/>
              </a:rPr>
              <a:t>			</a:t>
            </a:r>
            <a:r>
              <a:rPr lang="en-US" dirty="0" err="1">
                <a:latin typeface="+mn-lt"/>
              </a:rPr>
              <a:t>printf</a:t>
            </a:r>
            <a:r>
              <a:rPr lang="en-US" dirty="0">
                <a:latin typeface="+mn-lt"/>
              </a:rPr>
              <a:t> "%s ", $</a:t>
            </a:r>
            <a:r>
              <a:rPr lang="en-US" dirty="0" err="1">
                <a:latin typeface="+mn-lt"/>
              </a:rPr>
              <a:t>i</a:t>
            </a:r>
            <a:endParaRPr lang="en-US" dirty="0">
              <a:latin typeface="+mn-lt"/>
            </a:endParaRPr>
          </a:p>
          <a:p>
            <a:r>
              <a:rPr lang="en-US" dirty="0">
                <a:latin typeface="+mn-lt"/>
              </a:rPr>
              <a:t>		print ""</a:t>
            </a:r>
          </a:p>
          <a:p>
            <a:r>
              <a:rPr lang="en-US" dirty="0">
                <a:latin typeface="+mn-lt"/>
              </a:rPr>
              <a:t>	}</a:t>
            </a:r>
          </a:p>
          <a:p>
            <a:r>
              <a:rPr lang="en-US" dirty="0">
                <a:latin typeface="+mn-lt"/>
              </a:rPr>
              <a:t>These two constructs are exactly identical.</a:t>
            </a:r>
          </a:p>
          <a:p>
            <a:r>
              <a:rPr lang="en-US" dirty="0">
                <a:latin typeface="+mn-lt"/>
              </a:rPr>
              <a:t>With the do-while loop supported by </a:t>
            </a:r>
            <a:r>
              <a:rPr lang="en-US" dirty="0" err="1">
                <a:latin typeface="+mn-lt"/>
              </a:rPr>
              <a:t>nawk</a:t>
            </a:r>
            <a:r>
              <a:rPr lang="en-US" dirty="0">
                <a:latin typeface="+mn-lt"/>
              </a:rPr>
              <a:t> and gawk it is important to remember that the loop will always be executed at least once.  This is not the case with the while or for loops.  Note that break and continue are supported, and work as expected.</a:t>
            </a:r>
          </a:p>
        </p:txBody>
      </p:sp>
      <p:sp>
        <p:nvSpPr>
          <p:cNvPr id="6" name="Slide Image Placeholder 5"/>
          <p:cNvSpPr>
            <a:spLocks noGrp="1" noRot="1" noChangeAspect="1"/>
          </p:cNvSpPr>
          <p:nvPr>
            <p:ph type="sldImg"/>
          </p:nvPr>
        </p:nvSpPr>
        <p:spPr>
          <a:xfrm>
            <a:off x="571500" y="946150"/>
            <a:ext cx="5715000" cy="3216275"/>
          </a:xfrm>
        </p:spPr>
      </p:sp>
    </p:spTree>
    <p:extLst>
      <p:ext uri="{BB962C8B-B14F-4D97-AF65-F5344CB8AC3E}">
        <p14:creationId xmlns:p14="http://schemas.microsoft.com/office/powerpoint/2010/main" val="4085889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lstStyle/>
          <a:p>
            <a:r>
              <a:rPr lang="en-US" dirty="0" err="1"/>
              <a:t>poem.awk</a:t>
            </a:r>
            <a:r>
              <a:rPr lang="en-US" dirty="0"/>
              <a:t> above uses a for loop to print words on each line in reversed order. </a:t>
            </a:r>
          </a:p>
          <a:p>
            <a:r>
              <a:rPr lang="en-US" dirty="0"/>
              <a:t>“</a:t>
            </a:r>
            <a:r>
              <a:rPr lang="en-US" dirty="0" err="1"/>
              <a:t>i</a:t>
            </a:r>
            <a:r>
              <a:rPr lang="en-US" dirty="0"/>
              <a:t> = NF” is executed first, setting the variable </a:t>
            </a:r>
            <a:r>
              <a:rPr lang="en-US" dirty="0" err="1"/>
              <a:t>i</a:t>
            </a:r>
            <a:r>
              <a:rPr lang="en-US" dirty="0"/>
              <a:t> to the number of fields on this line.  </a:t>
            </a:r>
          </a:p>
          <a:p>
            <a:r>
              <a:rPr lang="en-US" dirty="0"/>
              <a:t>The condition is “</a:t>
            </a:r>
            <a:r>
              <a:rPr lang="en-US" dirty="0" err="1"/>
              <a:t>i</a:t>
            </a:r>
            <a:r>
              <a:rPr lang="en-US" dirty="0"/>
              <a:t> &gt;= 1”, </a:t>
            </a:r>
            <a:r>
              <a:rPr lang="en-US" dirty="0" err="1"/>
              <a:t>ie</a:t>
            </a:r>
            <a:r>
              <a:rPr lang="en-US" dirty="0"/>
              <a:t> while there are unprocessed words on the line.  </a:t>
            </a:r>
          </a:p>
          <a:p>
            <a:r>
              <a:rPr lang="en-US" dirty="0"/>
              <a:t>The “change counter” part of this loop is “</a:t>
            </a:r>
            <a:r>
              <a:rPr lang="en-US" dirty="0" err="1"/>
              <a:t>i</a:t>
            </a:r>
            <a:r>
              <a:rPr lang="en-US" dirty="0"/>
              <a:t>--” which causes </a:t>
            </a:r>
            <a:r>
              <a:rPr lang="en-US" dirty="0" err="1"/>
              <a:t>i</a:t>
            </a:r>
            <a:r>
              <a:rPr lang="en-US" dirty="0"/>
              <a:t> to be decreased by 1.  The body of the loop prints each word, separated by one space.  </a:t>
            </a:r>
          </a:p>
          <a:p>
            <a:r>
              <a:rPr lang="en-US" dirty="0"/>
              <a:t>When the loop terminates (after printing the first word on the line) the “print ""” statement prints a newline.</a:t>
            </a:r>
          </a:p>
        </p:txBody>
      </p:sp>
      <p:sp>
        <p:nvSpPr>
          <p:cNvPr id="3" name="Slide Image Placeholder 2">
            <a:extLst>
              <a:ext uri="{FF2B5EF4-FFF2-40B4-BE49-F238E27FC236}">
                <a16:creationId xmlns:a16="http://schemas.microsoft.com/office/drawing/2014/main" id="{F9BDDD64-DBE6-12F1-70EE-5799684DAF87}"/>
              </a:ext>
            </a:extLst>
          </p:cNvPr>
          <p:cNvSpPr>
            <a:spLocks noGrp="1" noRot="1" noChangeAspect="1"/>
          </p:cNvSpPr>
          <p:nvPr>
            <p:ph type="sldImg"/>
          </p:nvPr>
        </p:nvSpPr>
        <p:spPr/>
      </p:sp>
    </p:spTree>
    <p:extLst>
      <p:ext uri="{BB962C8B-B14F-4D97-AF65-F5344CB8AC3E}">
        <p14:creationId xmlns:p14="http://schemas.microsoft.com/office/powerpoint/2010/main" val="15698714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a:bodyPr>
          <a:lstStyle/>
          <a:p>
            <a:r>
              <a:rPr lang="en-US" dirty="0">
                <a:latin typeface="+mn-lt"/>
              </a:rPr>
              <a:t>Arrays work in much the same way in awk as in the Korn shell.  The only difference is in the friendlier syntax for accessing elements.  The Korn shell uses</a:t>
            </a:r>
          </a:p>
          <a:p>
            <a:r>
              <a:rPr lang="en-US" dirty="0">
                <a:latin typeface="+mn-lt"/>
              </a:rPr>
              <a:t>${array[subscript]}</a:t>
            </a:r>
          </a:p>
          <a:p>
            <a:r>
              <a:rPr lang="en-US" dirty="0">
                <a:latin typeface="+mn-lt"/>
              </a:rPr>
              <a:t>whereas awk needs only:</a:t>
            </a:r>
          </a:p>
          <a:p>
            <a:r>
              <a:rPr lang="en-US" dirty="0">
                <a:latin typeface="+mn-lt"/>
              </a:rPr>
              <a:t>array[subscript]</a:t>
            </a:r>
          </a:p>
        </p:txBody>
      </p:sp>
      <p:sp>
        <p:nvSpPr>
          <p:cNvPr id="6" name="Slide Image Placeholder 5"/>
          <p:cNvSpPr>
            <a:spLocks noGrp="1" noRot="1" noChangeAspect="1"/>
          </p:cNvSpPr>
          <p:nvPr>
            <p:ph type="sldImg"/>
          </p:nvPr>
        </p:nvSpPr>
        <p:spPr>
          <a:xfrm>
            <a:off x="571500" y="963613"/>
            <a:ext cx="5715000" cy="3216275"/>
          </a:xfrm>
        </p:spPr>
      </p:sp>
    </p:spTree>
    <p:extLst>
      <p:ext uri="{BB962C8B-B14F-4D97-AF65-F5344CB8AC3E}">
        <p14:creationId xmlns:p14="http://schemas.microsoft.com/office/powerpoint/2010/main" val="11678588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lstStyle/>
          <a:p>
            <a:r>
              <a:rPr lang="en-US" dirty="0"/>
              <a:t>Ordinarily languages allow only numbers to be used to index into arrays. awk allows strings to be used as well, or instead.</a:t>
            </a:r>
          </a:p>
          <a:p>
            <a:r>
              <a:rPr lang="en-US" dirty="0"/>
              <a:t>The example above uses this property to take a file and break it into words.  Each word is then used to index into an array.  Effectively this is an array of integers.  Imagine the first word in the file is “Now”.  The for loop takes this word and creates an element frequency[“Now”].  When this element is created, it is initialized by awk to be zero.  The value is incremented (via the ++) and becomes 1.  If the second word is “is”, a second element is created frequency[“is”].  This element is also initialized to zero and then incremented to become 1.</a:t>
            </a:r>
          </a:p>
          <a:p>
            <a:r>
              <a:rPr lang="en-US" dirty="0"/>
              <a:t>awk continues creating new elements, based on the words found and keeping count of all of them.  When all lines of input are read the “for(word in frequency)” loop is executed. This allows the array of “</a:t>
            </a:r>
            <a:r>
              <a:rPr lang="en-US" dirty="0" err="1"/>
              <a:t>Now”s</a:t>
            </a:r>
            <a:r>
              <a:rPr lang="en-US" dirty="0"/>
              <a:t>, “</a:t>
            </a:r>
            <a:r>
              <a:rPr lang="en-US" dirty="0" err="1"/>
              <a:t>is”s</a:t>
            </a:r>
            <a:r>
              <a:rPr lang="en-US" dirty="0"/>
              <a:t>, “</a:t>
            </a:r>
            <a:r>
              <a:rPr lang="en-US" dirty="0" err="1"/>
              <a:t>the”s</a:t>
            </a:r>
            <a:r>
              <a:rPr lang="en-US" dirty="0"/>
              <a:t> </a:t>
            </a:r>
            <a:r>
              <a:rPr lang="en-US" dirty="0" err="1"/>
              <a:t>etc</a:t>
            </a:r>
            <a:r>
              <a:rPr lang="en-US" dirty="0"/>
              <a:t> </a:t>
            </a:r>
            <a:r>
              <a:rPr lang="en-US" dirty="0" err="1"/>
              <a:t>etc</a:t>
            </a:r>
            <a:r>
              <a:rPr lang="en-US" dirty="0"/>
              <a:t> to be stepped through one by one.</a:t>
            </a:r>
          </a:p>
        </p:txBody>
      </p:sp>
      <p:sp>
        <p:nvSpPr>
          <p:cNvPr id="3" name="Slide Image Placeholder 2">
            <a:extLst>
              <a:ext uri="{FF2B5EF4-FFF2-40B4-BE49-F238E27FC236}">
                <a16:creationId xmlns:a16="http://schemas.microsoft.com/office/drawing/2014/main" id="{96DA4AAA-9379-9B37-0202-FB1DCF3F8988}"/>
              </a:ext>
            </a:extLst>
          </p:cNvPr>
          <p:cNvSpPr>
            <a:spLocks noGrp="1" noRot="1" noChangeAspect="1"/>
          </p:cNvSpPr>
          <p:nvPr>
            <p:ph type="sldImg"/>
          </p:nvPr>
        </p:nvSpPr>
        <p:spPr/>
      </p:sp>
    </p:spTree>
    <p:extLst>
      <p:ext uri="{BB962C8B-B14F-4D97-AF65-F5344CB8AC3E}">
        <p14:creationId xmlns:p14="http://schemas.microsoft.com/office/powerpoint/2010/main" val="2112167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a:bodyPr>
          <a:lstStyle/>
          <a:p>
            <a:r>
              <a:rPr lang="en-US" dirty="0">
                <a:latin typeface="+mn-lt"/>
              </a:rPr>
              <a:t>Because we cannot access the associative elements by index number, we cannot use a conventional loop to step through all elements.  However, there is a special form of the for loop that will allow us to do just that.</a:t>
            </a:r>
          </a:p>
          <a:p>
            <a:r>
              <a:rPr lang="en-US" dirty="0">
                <a:latin typeface="+mn-lt"/>
              </a:rPr>
              <a:t>The syntax for( key in array ) sets key to the key of the first element in array.  key can now be used to reference each element in turn, either for displaying or for comparing, splitting or whatever you wish.  The word key is not special, it can be any variable name you like.</a:t>
            </a:r>
          </a:p>
          <a:p>
            <a:r>
              <a:rPr lang="en-US" dirty="0">
                <a:latin typeface="+mn-lt"/>
              </a:rPr>
              <a:t>This form of the for loop is for associative arrays only.  Indexed arrays can use the conventional for loop – </a:t>
            </a:r>
          </a:p>
          <a:p>
            <a:r>
              <a:rPr lang="en-US" dirty="0">
                <a:latin typeface="+mn-lt"/>
              </a:rPr>
              <a:t>for( </a:t>
            </a:r>
            <a:r>
              <a:rPr lang="en-US" dirty="0" err="1">
                <a:latin typeface="+mn-lt"/>
              </a:rPr>
              <a:t>i</a:t>
            </a:r>
            <a:r>
              <a:rPr lang="en-US" dirty="0">
                <a:latin typeface="+mn-lt"/>
              </a:rPr>
              <a:t> = 1; </a:t>
            </a:r>
            <a:r>
              <a:rPr lang="en-US" dirty="0" err="1">
                <a:latin typeface="+mn-lt"/>
              </a:rPr>
              <a:t>i</a:t>
            </a:r>
            <a:r>
              <a:rPr lang="en-US" dirty="0">
                <a:latin typeface="+mn-lt"/>
              </a:rPr>
              <a:t> &lt;= 100; </a:t>
            </a:r>
            <a:r>
              <a:rPr lang="en-US" dirty="0" err="1">
                <a:latin typeface="+mn-lt"/>
              </a:rPr>
              <a:t>i</a:t>
            </a:r>
            <a:r>
              <a:rPr lang="en-US" dirty="0">
                <a:latin typeface="+mn-lt"/>
              </a:rPr>
              <a:t>++ ) print array[</a:t>
            </a:r>
            <a:r>
              <a:rPr lang="en-US" dirty="0" err="1">
                <a:latin typeface="+mn-lt"/>
              </a:rPr>
              <a:t>i</a:t>
            </a:r>
            <a:r>
              <a:rPr lang="en-US" dirty="0">
                <a:latin typeface="+mn-lt"/>
              </a:rPr>
              <a:t>]</a:t>
            </a:r>
          </a:p>
          <a:p>
            <a:r>
              <a:rPr lang="en-US" dirty="0">
                <a:latin typeface="+mn-lt"/>
              </a:rPr>
              <a:t>In </a:t>
            </a:r>
            <a:r>
              <a:rPr lang="en-US" dirty="0" err="1">
                <a:latin typeface="+mn-lt"/>
              </a:rPr>
              <a:t>nawk</a:t>
            </a:r>
            <a:r>
              <a:rPr lang="en-US" dirty="0">
                <a:latin typeface="+mn-lt"/>
              </a:rPr>
              <a:t> and gawk, a key can be checked in an associative array with:</a:t>
            </a:r>
          </a:p>
          <a:p>
            <a:r>
              <a:rPr lang="en-US" dirty="0">
                <a:latin typeface="+mn-lt"/>
              </a:rPr>
              <a:t>if ($2 in array) { ... }</a:t>
            </a:r>
          </a:p>
          <a:p>
            <a:r>
              <a:rPr lang="en-US" dirty="0">
                <a:latin typeface="+mn-lt"/>
              </a:rPr>
              <a:t>The example fixes our problem from earlier where we had several file names with the same </a:t>
            </a:r>
            <a:r>
              <a:rPr lang="en-US" dirty="0" err="1">
                <a:latin typeface="+mn-lt"/>
              </a:rPr>
              <a:t>inode</a:t>
            </a:r>
            <a:r>
              <a:rPr lang="en-US" dirty="0">
                <a:latin typeface="+mn-lt"/>
              </a:rPr>
              <a:t> number (hard links).  Notice the ls -li this time.  Now we are using the </a:t>
            </a:r>
            <a:r>
              <a:rPr lang="en-US" dirty="0" err="1">
                <a:latin typeface="+mn-lt"/>
              </a:rPr>
              <a:t>inode</a:t>
            </a:r>
            <a:r>
              <a:rPr lang="en-US" dirty="0">
                <a:latin typeface="+mn-lt"/>
              </a:rPr>
              <a:t> number as a key, and the file size as the value.  Keys are unique, so if we get two files with the same </a:t>
            </a:r>
            <a:r>
              <a:rPr lang="en-US" dirty="0" err="1">
                <a:latin typeface="+mn-lt"/>
              </a:rPr>
              <a:t>inode</a:t>
            </a:r>
            <a:r>
              <a:rPr lang="en-US" dirty="0">
                <a:latin typeface="+mn-lt"/>
              </a:rPr>
              <a:t>, the second will overwrite the first.  This is fine because they will have the same file size.</a:t>
            </a:r>
          </a:p>
        </p:txBody>
      </p:sp>
      <p:sp>
        <p:nvSpPr>
          <p:cNvPr id="6" name="Slide Image Placeholder 5"/>
          <p:cNvSpPr>
            <a:spLocks noGrp="1" noRot="1" noChangeAspect="1"/>
          </p:cNvSpPr>
          <p:nvPr>
            <p:ph type="sldImg"/>
          </p:nvPr>
        </p:nvSpPr>
        <p:spPr>
          <a:xfrm>
            <a:off x="571500" y="1008063"/>
            <a:ext cx="5715000" cy="3216275"/>
          </a:xfrm>
        </p:spPr>
      </p:sp>
    </p:spTree>
    <p:extLst>
      <p:ext uri="{BB962C8B-B14F-4D97-AF65-F5344CB8AC3E}">
        <p14:creationId xmlns:p14="http://schemas.microsoft.com/office/powerpoint/2010/main" val="35016615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0558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10479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25.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3.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GB" dirty="0"/>
              <a:t>Appendix B: awk</a:t>
            </a:r>
            <a:endParaRPr lang="en-US" dirty="0"/>
          </a:p>
        </p:txBody>
      </p:sp>
      <p:sp>
        <p:nvSpPr>
          <p:cNvPr id="2" name="Subtitle 1">
            <a:extLst>
              <a:ext uri="{FF2B5EF4-FFF2-40B4-BE49-F238E27FC236}">
                <a16:creationId xmlns:a16="http://schemas.microsoft.com/office/drawing/2014/main" id="{03B7C935-55A0-2BCA-87DA-5B8F958C32C8}"/>
              </a:ext>
            </a:extLst>
          </p:cNvPr>
          <p:cNvSpPr>
            <a:spLocks noGrp="1"/>
          </p:cNvSpPr>
          <p:nvPr>
            <p:ph type="subTitle" idx="1"/>
          </p:nvPr>
        </p:nvSpPr>
        <p:spPr/>
        <p:txBody>
          <a:bodyPr/>
          <a:lstStyle/>
          <a:p>
            <a:endParaRPr lang="en-GB"/>
          </a:p>
        </p:txBody>
      </p:sp>
      <p:graphicFrame>
        <p:nvGraphicFramePr>
          <p:cNvPr id="3" name="Table 2">
            <a:extLst>
              <a:ext uri="{FF2B5EF4-FFF2-40B4-BE49-F238E27FC236}">
                <a16:creationId xmlns:a16="http://schemas.microsoft.com/office/drawing/2014/main" id="{782173CC-AB00-E9E0-384B-043E992B5264}"/>
              </a:ext>
            </a:extLst>
          </p:cNvPr>
          <p:cNvGraphicFramePr>
            <a:graphicFrameLocks noGrp="1"/>
          </p:cNvGraphicFramePr>
          <p:nvPr>
            <p:extLst>
              <p:ext uri="{D42A27DB-BD31-4B8C-83A1-F6EECF244321}">
                <p14:modId xmlns:p14="http://schemas.microsoft.com/office/powerpoint/2010/main" val="3887929710"/>
              </p:ext>
            </p:extLst>
          </p:nvPr>
        </p:nvGraphicFramePr>
        <p:xfrm>
          <a:off x="473406" y="3766289"/>
          <a:ext cx="5108244" cy="1112520"/>
        </p:xfrm>
        <a:graphic>
          <a:graphicData uri="http://schemas.openxmlformats.org/drawingml/2006/table">
            <a:tbl>
              <a:tblPr firstRow="1" bandRow="1">
                <a:tableStyleId>{F2DE63D5-997A-4646-A377-4702673A728D}</a:tableStyleId>
              </a:tblPr>
              <a:tblGrid>
                <a:gridCol w="5108244">
                  <a:extLst>
                    <a:ext uri="{9D8B030D-6E8A-4147-A177-3AD203B41FA5}">
                      <a16:colId xmlns:a16="http://schemas.microsoft.com/office/drawing/2014/main" val="296116663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dirty="0">
                          <a:solidFill>
                            <a:schemeClr val="tx1"/>
                          </a:solidFill>
                          <a:latin typeface="+mn-lt"/>
                        </a:rPr>
                        <a:t>B: awk</a:t>
                      </a: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dirty="0">
                          <a:solidFill>
                            <a:schemeClr val="tx1"/>
                          </a:solidFill>
                          <a:latin typeface="+mn-lt"/>
                        </a:rPr>
                        <a:t>C: Tools by example</a:t>
                      </a:r>
                      <a:endParaRPr lang="en-GB" sz="1800" dirty="0">
                        <a:solidFill>
                          <a:schemeClr val="tx1"/>
                        </a:solidFill>
                        <a:latin typeface="+mn-lt"/>
                      </a:endParaRP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tx1"/>
                          </a:solidFill>
                          <a:latin typeface="+mn-lt"/>
                        </a:rPr>
                        <a:t>D: File system hierarchy standard</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267645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FDCD2A-4DAD-8A7E-DEFB-2B583482F8F8}"/>
              </a:ext>
            </a:extLst>
          </p:cNvPr>
          <p:cNvSpPr>
            <a:spLocks noGrp="1"/>
          </p:cNvSpPr>
          <p:nvPr>
            <p:ph type="ctrTitle"/>
          </p:nvPr>
        </p:nvSpPr>
        <p:spPr/>
        <p:txBody>
          <a:bodyPr/>
          <a:lstStyle/>
          <a:p>
            <a:r>
              <a:rPr lang="en-GB" dirty="0"/>
              <a:t>awk (gawk) origin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5750" indent="-285750">
              <a:buFont typeface="Arial" panose="020B0604020202020204" pitchFamily="34" charset="0"/>
              <a:buChar char="•"/>
            </a:pPr>
            <a:r>
              <a:rPr lang="en-GB" sz="1800" dirty="0">
                <a:latin typeface="+mn-lt"/>
              </a:rPr>
              <a:t>The name originates from the authors.</a:t>
            </a:r>
          </a:p>
          <a:p>
            <a:pPr marL="285750" indent="-285750">
              <a:buFont typeface="Arial" panose="020B0604020202020204" pitchFamily="34" charset="0"/>
              <a:buChar char="•"/>
            </a:pPr>
            <a:r>
              <a:rPr lang="en-GB" b="1"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dirty="0">
                <a:latin typeface="+mn-lt"/>
              </a:rPr>
              <a:t> was originally written by </a:t>
            </a:r>
            <a:r>
              <a:rPr lang="en-GB" b="1" dirty="0">
                <a:solidFill>
                  <a:srgbClr val="0000C8"/>
                </a:solidFill>
                <a:latin typeface="+mn-lt"/>
              </a:rPr>
              <a:t>Aho</a:t>
            </a:r>
            <a:r>
              <a:rPr lang="en-GB" dirty="0">
                <a:latin typeface="+mn-lt"/>
              </a:rPr>
              <a:t>, </a:t>
            </a:r>
            <a:r>
              <a:rPr lang="en-GB" b="1" dirty="0">
                <a:solidFill>
                  <a:srgbClr val="0000C8"/>
                </a:solidFill>
                <a:latin typeface="+mn-lt"/>
              </a:rPr>
              <a:t>W</a:t>
            </a:r>
            <a:r>
              <a:rPr lang="en-GB" dirty="0">
                <a:latin typeface="+mn-lt"/>
              </a:rPr>
              <a:t>einberger and </a:t>
            </a:r>
            <a:r>
              <a:rPr lang="en-GB" b="1" dirty="0">
                <a:solidFill>
                  <a:srgbClr val="0000C8"/>
                </a:solidFill>
                <a:latin typeface="+mn-lt"/>
              </a:rPr>
              <a:t>K</a:t>
            </a:r>
            <a:r>
              <a:rPr lang="en-GB" dirty="0">
                <a:latin typeface="+mn-lt"/>
              </a:rPr>
              <a:t>ernighan.</a:t>
            </a:r>
          </a:p>
          <a:p>
            <a:pPr marL="285750" indent="-285750">
              <a:buFont typeface="Arial" panose="020B0604020202020204" pitchFamily="34" charset="0"/>
              <a:buChar char="•"/>
            </a:pPr>
            <a:r>
              <a:rPr lang="en-GB" dirty="0">
                <a:latin typeface="+mn-lt"/>
              </a:rPr>
              <a:t>It was part of 7th edition UNIX and has been distributed ever since.</a:t>
            </a:r>
          </a:p>
          <a:p>
            <a:pPr marL="285750" indent="-285750">
              <a:buFont typeface="Arial" panose="020B0604020202020204" pitchFamily="34" charset="0"/>
              <a:buChar char="•"/>
            </a:pPr>
            <a:r>
              <a:rPr lang="en-GB" dirty="0">
                <a:latin typeface="+mn-lt"/>
              </a:rPr>
              <a:t>In 1985 the authors extended the language; where available it can be found under the name </a:t>
            </a:r>
            <a:r>
              <a:rPr lang="en-GB" b="1" dirty="0" err="1">
                <a:solidFill>
                  <a:srgbClr val="0000C8"/>
                </a:solidFill>
                <a:latin typeface="Hack" panose="020B0609030202020204" pitchFamily="49" charset="0"/>
                <a:ea typeface="Hack" panose="020B0609030202020204" pitchFamily="49" charset="0"/>
                <a:cs typeface="Hack" panose="020B0609030202020204" pitchFamily="49" charset="0"/>
              </a:rPr>
              <a:t>nawk</a:t>
            </a:r>
            <a:r>
              <a:rPr lang="en-GB" b="1" dirty="0">
                <a:solidFill>
                  <a:srgbClr val="0000C8"/>
                </a:solidFill>
                <a:latin typeface="Hack" panose="020B0609030202020204" pitchFamily="49" charset="0"/>
                <a:ea typeface="Hack" panose="020B0609030202020204" pitchFamily="49" charset="0"/>
                <a:cs typeface="Hack" panose="020B0609030202020204" pitchFamily="49" charset="0"/>
              </a:rPr>
              <a:t>.</a:t>
            </a:r>
          </a:p>
          <a:p>
            <a:pPr marL="285750" indent="-285750">
              <a:buFont typeface="Arial" panose="020B0604020202020204" pitchFamily="34" charset="0"/>
              <a:buChar char="•"/>
            </a:pPr>
            <a:r>
              <a:rPr lang="en-GB" dirty="0">
                <a:latin typeface="+mn-lt"/>
              </a:rPr>
              <a:t>The Free Software Foundation’s version of awk, </a:t>
            </a:r>
            <a:r>
              <a:rPr lang="en-GB" b="1" dirty="0">
                <a:solidFill>
                  <a:srgbClr val="0000C8"/>
                </a:solidFill>
                <a:latin typeface="Hack" panose="020B0609030202020204" pitchFamily="49" charset="0"/>
                <a:ea typeface="Hack" panose="020B0609030202020204" pitchFamily="49" charset="0"/>
                <a:cs typeface="Hack" panose="020B0609030202020204" pitchFamily="49" charset="0"/>
              </a:rPr>
              <a:t>gawk</a:t>
            </a:r>
            <a:r>
              <a:rPr lang="en-GB" dirty="0">
                <a:latin typeface="+mn-lt"/>
              </a:rPr>
              <a:t>, implements all the features of new awk.</a:t>
            </a:r>
            <a:endParaRPr lang="en-GB" b="1" dirty="0">
              <a:solidFill>
                <a:srgbClr val="0000C8"/>
              </a:solidFill>
              <a:latin typeface="+mn-lt"/>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1968478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F456FC-152C-4F12-6356-4DDCDBC7622D}"/>
              </a:ext>
            </a:extLst>
          </p:cNvPr>
          <p:cNvSpPr>
            <a:spLocks noGrp="1"/>
          </p:cNvSpPr>
          <p:nvPr>
            <p:ph type="ctrTitle"/>
          </p:nvPr>
        </p:nvSpPr>
        <p:spPr/>
        <p:txBody>
          <a:bodyPr/>
          <a:lstStyle/>
          <a:p>
            <a:r>
              <a:rPr lang="en-GB" dirty="0"/>
              <a:t>About awk (gawk)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latin typeface="+mn-lt"/>
              </a:rPr>
              <a:t> is a programming language that permits:</a:t>
            </a:r>
          </a:p>
          <a:p>
            <a:pPr lvl="1"/>
            <a:r>
              <a:rPr lang="en-GB" sz="1800" dirty="0">
                <a:latin typeface="+mn-lt"/>
              </a:rPr>
              <a:t>Easy manipulation of structured data</a:t>
            </a:r>
          </a:p>
          <a:p>
            <a:pPr lvl="1"/>
            <a:r>
              <a:rPr lang="en-GB" sz="1800" dirty="0">
                <a:latin typeface="+mn-lt"/>
              </a:rPr>
              <a:t>The generation of formatted reports</a:t>
            </a:r>
          </a:p>
          <a:p>
            <a:pPr lvl="1"/>
            <a:r>
              <a:rPr lang="en-GB" sz="1800" dirty="0">
                <a:latin typeface="+mn-lt"/>
              </a:rPr>
              <a:t>Commands have a syntax similar to that of </a:t>
            </a:r>
            <a:r>
              <a:rPr lang="en-GB" sz="1800" b="1" dirty="0">
                <a:solidFill>
                  <a:srgbClr val="0000C8"/>
                </a:solidFill>
                <a:latin typeface="+mn-lt"/>
              </a:rPr>
              <a:t>C</a:t>
            </a:r>
          </a:p>
          <a:p>
            <a:pPr lvl="1"/>
            <a:r>
              <a:rPr lang="en-GB" sz="1800" dirty="0">
                <a:latin typeface="+mn-lt"/>
              </a:rPr>
              <a:t>Uses three blocks of instructions: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BEGIN</a:t>
            </a:r>
            <a:r>
              <a:rPr lang="en-GB" sz="1800" dirty="0">
                <a:latin typeface="+mn-lt"/>
              </a:rPr>
              <a:t>, main loop, and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END</a:t>
            </a:r>
          </a:p>
          <a:p>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latin typeface="+mn-lt"/>
              </a:rPr>
              <a:t> is a programmable stream editor</a:t>
            </a:r>
          </a:p>
          <a:p>
            <a:pPr lvl="1"/>
            <a:r>
              <a:rPr lang="en-GB" sz="1800" dirty="0">
                <a:latin typeface="+mn-lt"/>
              </a:rPr>
              <a:t>Uses similar principle of line addressing to </a:t>
            </a:r>
            <a:r>
              <a:rPr lang="en-GB" sz="1800" b="1" dirty="0" err="1">
                <a:solidFill>
                  <a:srgbClr val="0000C8"/>
                </a:solidFill>
                <a:latin typeface="Hack" panose="020B0609030202020204" pitchFamily="49" charset="0"/>
                <a:ea typeface="Hack" panose="020B0609030202020204" pitchFamily="49" charset="0"/>
                <a:cs typeface="Hack" panose="020B0609030202020204" pitchFamily="49" charset="0"/>
              </a:rPr>
              <a:t>sed</a:t>
            </a:r>
            <a:endParaRPr lang="en-US" sz="1800" dirty="0">
              <a:latin typeface="Hack" panose="020B0609030202020204" pitchFamily="49" charset="0"/>
              <a:ea typeface="Hack" panose="020B0609030202020204" pitchFamily="49" charset="0"/>
              <a:cs typeface="Hack" panose="020B0609030202020204" pitchFamily="49" charset="0"/>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3</a:t>
            </a:fld>
            <a:endParaRPr lang="en-GB"/>
          </a:p>
        </p:txBody>
      </p:sp>
    </p:spTree>
    <p:extLst>
      <p:ext uri="{BB962C8B-B14F-4D97-AF65-F5344CB8AC3E}">
        <p14:creationId xmlns:p14="http://schemas.microsoft.com/office/powerpoint/2010/main" val="3725055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20C49A-ABC4-0964-142A-323178D6E437}"/>
              </a:ext>
            </a:extLst>
          </p:cNvPr>
          <p:cNvSpPr>
            <a:spLocks noGrp="1"/>
          </p:cNvSpPr>
          <p:nvPr>
            <p:ph type="ctrTitle"/>
          </p:nvPr>
        </p:nvSpPr>
        <p:spPr/>
        <p:txBody>
          <a:bodyPr/>
          <a:lstStyle/>
          <a:p>
            <a:r>
              <a:rPr lang="en-GB" dirty="0"/>
              <a:t>awk (gawk) syntax</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Syntax:</a:t>
            </a:r>
          </a:p>
          <a:p>
            <a:pPr marL="469953" lvl="1" indent="-280154">
              <a:spcBef>
                <a:spcPts val="569"/>
              </a:spcBef>
              <a:buClr>
                <a:srgbClr val="000000"/>
              </a:buClr>
              <a:buFont typeface="Arial"/>
              <a:buChar char="•"/>
              <a:tabLst>
                <a:tab pos="289957" algn="l"/>
                <a:tab pos="290473" algn="l"/>
              </a:tabLst>
            </a:pP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[-Ffs]</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 </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program-text [files()]</a:t>
            </a:r>
          </a:p>
          <a:p>
            <a:pPr marL="289957" indent="-280154">
              <a:spcBef>
                <a:spcPts val="569"/>
              </a:spcBef>
              <a:buClr>
                <a:srgbClr val="000000"/>
              </a:buClr>
              <a:buFont typeface="Arial"/>
              <a:buChar char="•"/>
              <a:tabLst>
                <a:tab pos="289957" algn="l"/>
                <a:tab pos="290473" algn="l"/>
              </a:tabLst>
            </a:pP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-F</a:t>
            </a:r>
            <a:r>
              <a:rPr lang="en-GB" sz="1800" b="1" i="1" spc="-4" dirty="0">
                <a:solidFill>
                  <a:srgbClr val="7030A0"/>
                </a:solidFill>
                <a:latin typeface="Hack" panose="020B0609030202020204" pitchFamily="49" charset="0"/>
                <a:ea typeface="Hack" panose="020B0609030202020204" pitchFamily="49" charset="0"/>
                <a:cs typeface="Hack" panose="020B0609030202020204" pitchFamily="49" charset="0"/>
              </a:rPr>
              <a:t>fs</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spc="-4" dirty="0">
                <a:solidFill>
                  <a:srgbClr val="2D2C2C"/>
                </a:solidFill>
                <a:latin typeface="+mn-lt"/>
                <a:cs typeface="Segoe UI"/>
              </a:rPr>
              <a:t>specifies that the input </a:t>
            </a:r>
            <a:r>
              <a:rPr lang="en-US" sz="1800" b="1" spc="-4" dirty="0">
                <a:solidFill>
                  <a:srgbClr val="2D2C2C"/>
                </a:solidFill>
                <a:latin typeface="+mn-lt"/>
                <a:cs typeface="Segoe UI"/>
              </a:rPr>
              <a:t>F</a:t>
            </a:r>
            <a:r>
              <a:rPr lang="en-US" sz="1800" spc="-4" dirty="0">
                <a:solidFill>
                  <a:srgbClr val="2D2C2C"/>
                </a:solidFill>
                <a:latin typeface="+mn-lt"/>
                <a:cs typeface="Segoe UI"/>
              </a:rPr>
              <a:t>ield separator is </a:t>
            </a:r>
            <a:r>
              <a:rPr lang="en-GB" sz="1800" b="1" i="1" spc="-4" dirty="0">
                <a:solidFill>
                  <a:srgbClr val="7030A0"/>
                </a:solidFill>
                <a:latin typeface="Hack" panose="020B0609030202020204" pitchFamily="49" charset="0"/>
                <a:ea typeface="Hack" panose="020B0609030202020204" pitchFamily="49" charset="0"/>
                <a:cs typeface="Hack" panose="020B0609030202020204" pitchFamily="49" charset="0"/>
              </a:rPr>
              <a:t>fs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Default is the </a:t>
            </a:r>
            <a:r>
              <a:rPr lang="en-US" sz="1800" b="1" spc="-4" dirty="0">
                <a:solidFill>
                  <a:srgbClr val="2D2C2C"/>
                </a:solidFill>
                <a:latin typeface="+mn-lt"/>
                <a:cs typeface="Segoe UI"/>
              </a:rPr>
              <a:t>&lt;space&gt;</a:t>
            </a:r>
          </a:p>
          <a:p>
            <a:pPr marL="469953" lvl="1" indent="-280154">
              <a:spcBef>
                <a:spcPts val="569"/>
              </a:spcBef>
              <a:buClr>
                <a:srgbClr val="000000"/>
              </a:buClr>
              <a:buFont typeface="Arial"/>
              <a:buChar char="•"/>
              <a:tabLst>
                <a:tab pos="289957" algn="l"/>
                <a:tab pos="290473" algn="l"/>
              </a:tabLst>
            </a:pPr>
            <a:endParaRPr lang="en-US" sz="1800" b="1" spc="-4" dirty="0">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endParaRPr lang="en-US" sz="1800" b="1" spc="-4" dirty="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US" sz="1800" spc="-8" dirty="0">
                <a:solidFill>
                  <a:schemeClr val="tx1"/>
                </a:solidFill>
                <a:cs typeface="Segoe UI"/>
              </a:rPr>
              <a:t>The example below:</a:t>
            </a:r>
          </a:p>
          <a:p>
            <a:pPr marL="469953" lvl="1" indent="-280154">
              <a:spcBef>
                <a:spcPts val="569"/>
              </a:spcBef>
              <a:buClr>
                <a:srgbClr val="000000"/>
              </a:buClr>
              <a:buFont typeface="Arial"/>
              <a:buChar char="•"/>
              <a:tabLst>
                <a:tab pos="289957" algn="l"/>
                <a:tab pos="290473" algn="l"/>
              </a:tabLst>
            </a:pPr>
            <a:r>
              <a:rPr lang="en-US" sz="1800" spc="-8" dirty="0">
                <a:cs typeface="Segoe UI"/>
              </a:rPr>
              <a:t>The program-text tells awk to Display</a:t>
            </a:r>
            <a:r>
              <a:rPr lang="en-US" sz="1800" spc="20" dirty="0">
                <a:cs typeface="Segoe UI"/>
              </a:rPr>
              <a:t> </a:t>
            </a:r>
            <a:r>
              <a:rPr lang="en-US" sz="1800" spc="-8" dirty="0">
                <a:cs typeface="Segoe UI"/>
              </a:rPr>
              <a:t>lines</a:t>
            </a:r>
            <a:r>
              <a:rPr lang="en-US" sz="1800" spc="57" dirty="0">
                <a:cs typeface="Segoe UI"/>
              </a:rPr>
              <a:t> </a:t>
            </a:r>
            <a:r>
              <a:rPr lang="en-US" sz="1800" spc="-8" dirty="0">
                <a:cs typeface="Segoe UI"/>
              </a:rPr>
              <a:t>the first, sixth and third field</a:t>
            </a:r>
          </a:p>
          <a:p>
            <a:pPr marL="469953" lvl="1" indent="-280154">
              <a:spcBef>
                <a:spcPts val="569"/>
              </a:spcBef>
              <a:buClr>
                <a:srgbClr val="000000"/>
              </a:buClr>
              <a:buFont typeface="Arial"/>
              <a:buChar char="•"/>
              <a:tabLst>
                <a:tab pos="289957" algn="l"/>
                <a:tab pos="290473" algn="l"/>
              </a:tabLst>
            </a:pPr>
            <a:r>
              <a:rPr lang="en-US" sz="1800" spc="-8" dirty="0">
                <a:cs typeface="Segoe UI"/>
              </a:rPr>
              <a:t>Providing the 7</a:t>
            </a:r>
            <a:r>
              <a:rPr lang="en-US" sz="1800" spc="-8" baseline="30000" dirty="0">
                <a:cs typeface="Segoe UI"/>
              </a:rPr>
              <a:t>th</a:t>
            </a:r>
            <a:r>
              <a:rPr lang="en-US" sz="1800" spc="-8" dirty="0">
                <a:cs typeface="Segoe UI"/>
              </a:rPr>
              <a:t> field matches the RE bash</a:t>
            </a:r>
          </a:p>
          <a:p>
            <a:pPr marL="469953" lvl="1" indent="-280154">
              <a:spcBef>
                <a:spcPts val="569"/>
              </a:spcBef>
              <a:buClr>
                <a:srgbClr val="000000"/>
              </a:buClr>
              <a:buFont typeface="Arial"/>
              <a:buChar char="•"/>
              <a:tabLst>
                <a:tab pos="289957" algn="l"/>
                <a:tab pos="290473" algn="l"/>
              </a:tabLst>
            </a:pPr>
            <a:r>
              <a:rPr lang="en-US" sz="1800" spc="-8" dirty="0">
                <a:cs typeface="Segoe UI"/>
              </a:rPr>
              <a:t>Specifying that colons separate the fields</a:t>
            </a:r>
            <a:endParaRPr lang="en-US" sz="1800" b="1" spc="-4" dirty="0">
              <a:solidFill>
                <a:srgbClr val="7030A0"/>
              </a:solidFill>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r>
              <a:rPr lang="en-US" sz="1800" spc="-8" dirty="0">
                <a:cs typeface="Segoe UI"/>
              </a:rPr>
              <a:t>So, showing the username, home-directory, and UID of all users the use the bash shell in /</a:t>
            </a:r>
            <a:r>
              <a:rPr lang="en-US" sz="1800" spc="-8" dirty="0" err="1">
                <a:cs typeface="Segoe UI"/>
              </a:rPr>
              <a:t>etc</a:t>
            </a:r>
            <a:r>
              <a:rPr lang="en-US" sz="1800" spc="-8" dirty="0">
                <a:cs typeface="Segoe UI"/>
              </a:rPr>
              <a:t>/passwd</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4</a:t>
            </a:fld>
            <a:endParaRPr lang="en-GB" dirty="0"/>
          </a:p>
        </p:txBody>
      </p:sp>
      <p:sp>
        <p:nvSpPr>
          <p:cNvPr id="7" name="Rectangle 3">
            <a:extLst>
              <a:ext uri="{FF2B5EF4-FFF2-40B4-BE49-F238E27FC236}">
                <a16:creationId xmlns:a16="http://schemas.microsoft.com/office/drawing/2014/main" id="{70E6C9A0-0AF2-276C-F5AF-E2F542377273}"/>
              </a:ext>
            </a:extLst>
          </p:cNvPr>
          <p:cNvSpPr>
            <a:spLocks noChangeArrowheads="1"/>
          </p:cNvSpPr>
          <p:nvPr/>
        </p:nvSpPr>
        <p:spPr bwMode="auto">
          <a:xfrm>
            <a:off x="2504836" y="5691075"/>
            <a:ext cx="7180740" cy="38985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awk –F: ‘$7 ~ /bash/{</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print</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$1, $6,</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$3</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/etc/passwd</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25779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F213304B-2264-98EB-1A99-7FFDCF593127}"/>
              </a:ext>
            </a:extLst>
          </p:cNvPr>
          <p:cNvSpPr>
            <a:spLocks noGrp="1"/>
          </p:cNvSpPr>
          <p:nvPr>
            <p:ph type="ctrTitle"/>
          </p:nvPr>
        </p:nvSpPr>
        <p:spPr/>
        <p:txBody>
          <a:bodyPr/>
          <a:lstStyle/>
          <a:p>
            <a:r>
              <a:rPr lang="en-GB" dirty="0"/>
              <a:t>The awk programming model (1)</a:t>
            </a:r>
          </a:p>
        </p:txBody>
      </p:sp>
      <p:sp>
        <p:nvSpPr>
          <p:cNvPr id="5123" name="Rectangle 3"/>
          <p:cNvSpPr>
            <a:spLocks noGrp="1" noChangeArrowheads="1"/>
          </p:cNvSpPr>
          <p:nvPr>
            <p:ph sz="quarter" idx="4"/>
          </p:nvPr>
        </p:nvSpPr>
        <p:spPr/>
        <p:txBody>
          <a:bodyPr/>
          <a:lstStyle/>
          <a:p>
            <a:pPr marL="285750" indent="-285750">
              <a:buFont typeface="Arial" panose="020B0604020202020204" pitchFamily="34" charset="0"/>
              <a:buChar char="•"/>
            </a:pPr>
            <a:r>
              <a:rPr lang="en-GB" sz="1800" dirty="0">
                <a:solidFill>
                  <a:schemeClr val="tx1"/>
                </a:solidFill>
                <a:latin typeface="+mn-lt"/>
              </a:rPr>
              <a:t>Three ‘blocks’ of instructions are used in </a:t>
            </a:r>
            <a:r>
              <a:rPr lang="en-GB" sz="1800" dirty="0">
                <a:solidFill>
                  <a:srgbClr val="0000C8"/>
                </a:solidFill>
                <a:latin typeface="+mn-lt"/>
              </a:rPr>
              <a:t>awk.</a:t>
            </a:r>
            <a:endParaRPr lang="en-GB" sz="1800" dirty="0">
              <a:latin typeface="+mn-lt"/>
            </a:endParaRPr>
          </a:p>
          <a:p>
            <a:pPr lvl="1">
              <a:buFont typeface="Arial" panose="020B0604020202020204" pitchFamily="34" charset="0"/>
              <a:buChar char="•"/>
            </a:pP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BEGIN</a:t>
            </a:r>
            <a:r>
              <a:rPr lang="en-GB" sz="1800" dirty="0">
                <a:latin typeface="+mn-lt"/>
              </a:rPr>
              <a:t>, run before the first input line is read</a:t>
            </a:r>
          </a:p>
          <a:p>
            <a:pPr lvl="1">
              <a:buFont typeface="Arial" panose="020B0604020202020204" pitchFamily="34" charset="0"/>
              <a:buChar char="•"/>
            </a:pPr>
            <a:r>
              <a:rPr lang="en-GB" sz="1800" dirty="0">
                <a:latin typeface="+mn-lt"/>
              </a:rPr>
              <a:t>The main loop executed for each line of input</a:t>
            </a:r>
          </a:p>
          <a:p>
            <a:pPr lvl="1">
              <a:buFont typeface="Arial" panose="020B0604020202020204" pitchFamily="34" charset="0"/>
              <a:buChar char="•"/>
            </a:pP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END</a:t>
            </a:r>
            <a:r>
              <a:rPr lang="en-GB" sz="1800" dirty="0">
                <a:latin typeface="+mn-lt"/>
              </a:rPr>
              <a:t>, run after the last input line has been read</a:t>
            </a:r>
          </a:p>
          <a:p>
            <a:pPr marL="285750" indent="-285750">
              <a:buFont typeface="Arial" panose="020B0604020202020204" pitchFamily="34" charset="0"/>
              <a:buChar char="•"/>
            </a:pPr>
            <a:r>
              <a:rPr lang="en-GB" sz="1800" dirty="0">
                <a:solidFill>
                  <a:schemeClr val="tx1"/>
                </a:solidFill>
                <a:latin typeface="+mn-lt"/>
              </a:rPr>
              <a:t>Input file:</a:t>
            </a:r>
          </a:p>
          <a:p>
            <a:pPr lvl="1">
              <a:buFont typeface="Arial" panose="020B0604020202020204" pitchFamily="34" charset="0"/>
              <a:buChar char="•"/>
            </a:pPr>
            <a:r>
              <a:rPr lang="en-GB" sz="1800" dirty="0">
                <a:latin typeface="+mn-lt"/>
              </a:rPr>
              <a:t>Opened after the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BEGIN</a:t>
            </a:r>
            <a:r>
              <a:rPr lang="en-GB" sz="1800" dirty="0">
                <a:latin typeface="+mn-lt"/>
              </a:rPr>
              <a:t> block completes</a:t>
            </a:r>
          </a:p>
          <a:p>
            <a:pPr lvl="1">
              <a:buFont typeface="Arial" panose="020B0604020202020204" pitchFamily="34" charset="0"/>
              <a:buChar char="•"/>
            </a:pPr>
            <a:r>
              <a:rPr lang="en-GB" sz="1800" dirty="0">
                <a:latin typeface="+mn-lt"/>
              </a:rPr>
              <a:t>Closed before the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END</a:t>
            </a:r>
            <a:r>
              <a:rPr lang="en-GB" sz="1800" dirty="0">
                <a:latin typeface="+mn-lt"/>
              </a:rPr>
              <a:t> block starts</a:t>
            </a:r>
          </a:p>
          <a:p>
            <a:pPr marL="285750" indent="-285750">
              <a:buFont typeface="Arial" panose="020B0604020202020204" pitchFamily="34" charset="0"/>
              <a:buChar char="•"/>
            </a:pP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latin typeface="+mn-lt"/>
              </a:rPr>
              <a:t> </a:t>
            </a:r>
            <a:r>
              <a:rPr lang="en-GB" sz="1800" dirty="0">
                <a:solidFill>
                  <a:schemeClr val="tx1"/>
                </a:solidFill>
                <a:latin typeface="+mn-lt"/>
              </a:rPr>
              <a:t>loves formatted data.</a:t>
            </a:r>
          </a:p>
          <a:p>
            <a:pPr lvl="1">
              <a:buFont typeface="Arial" panose="020B0604020202020204" pitchFamily="34" charset="0"/>
              <a:buChar char="•"/>
            </a:pPr>
            <a:r>
              <a:rPr lang="en-GB" sz="1800" dirty="0">
                <a:latin typeface="+mn-lt"/>
              </a:rPr>
              <a:t>Each input line treated as a record, referred to as</a:t>
            </a:r>
            <a:r>
              <a:rPr lang="en-GB" sz="1800" dirty="0">
                <a:latin typeface="Hack" panose="020B0609030202020204" pitchFamily="49" charset="0"/>
                <a:ea typeface="Hack" panose="020B0609030202020204" pitchFamily="49" charset="0"/>
                <a:cs typeface="Hack" panose="020B0609030202020204" pitchFamily="49" charset="0"/>
              </a:rPr>
              <a:t>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$0</a:t>
            </a:r>
          </a:p>
          <a:p>
            <a:pPr lvl="1">
              <a:buFont typeface="Arial" panose="020B0604020202020204" pitchFamily="34" charset="0"/>
              <a:buChar char="•"/>
            </a:pPr>
            <a:r>
              <a:rPr lang="en-GB" sz="1800" dirty="0">
                <a:latin typeface="+mn-lt"/>
              </a:rPr>
              <a:t>Each word is treated as a field</a:t>
            </a:r>
          </a:p>
          <a:p>
            <a:pPr marL="285750" indent="-285750">
              <a:buFont typeface="Arial" panose="020B0604020202020204" pitchFamily="34" charset="0"/>
              <a:buChar char="•"/>
            </a:pPr>
            <a:r>
              <a:rPr lang="en-GB" sz="1800" b="1" dirty="0">
                <a:solidFill>
                  <a:srgbClr val="0000C8"/>
                </a:solidFill>
                <a:latin typeface="+mn-lt"/>
              </a:rPr>
              <a:t>awk</a:t>
            </a:r>
            <a:r>
              <a:rPr lang="en-GB" sz="1800" dirty="0">
                <a:latin typeface="+mn-lt"/>
              </a:rPr>
              <a:t> </a:t>
            </a:r>
            <a:r>
              <a:rPr lang="en-GB" sz="1800" dirty="0">
                <a:solidFill>
                  <a:schemeClr val="tx1"/>
                </a:solidFill>
                <a:latin typeface="+mn-lt"/>
              </a:rPr>
              <a:t>fields are delimited by spaces or tabs. </a:t>
            </a:r>
          </a:p>
          <a:p>
            <a:pPr lvl="1">
              <a:buFont typeface="Arial" panose="020B0604020202020204" pitchFamily="34" charset="0"/>
              <a:buChar char="•"/>
            </a:pPr>
            <a:r>
              <a:rPr lang="en-GB" sz="1800" dirty="0">
                <a:latin typeface="+mn-lt"/>
              </a:rPr>
              <a:t>Delimiter can be changed</a:t>
            </a:r>
          </a:p>
          <a:p>
            <a:pPr lvl="1">
              <a:buFont typeface="Arial" panose="020B0604020202020204" pitchFamily="34" charset="0"/>
              <a:buChar char="•"/>
            </a:pPr>
            <a:r>
              <a:rPr lang="en-GB" sz="1800" dirty="0">
                <a:latin typeface="+mn-lt"/>
              </a:rPr>
              <a:t>Fields are referenced by using a </a:t>
            </a:r>
            <a:r>
              <a:rPr lang="en-GB" sz="1800" dirty="0">
                <a:latin typeface="Hack" panose="020B0609030202020204" pitchFamily="49" charset="0"/>
                <a:ea typeface="Hack" panose="020B0609030202020204" pitchFamily="49" charset="0"/>
                <a:cs typeface="Hack" panose="020B0609030202020204" pitchFamily="49" charset="0"/>
              </a:rPr>
              <a:t>“</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dirty="0">
                <a:latin typeface="Hack" panose="020B0609030202020204" pitchFamily="49" charset="0"/>
                <a:ea typeface="Hack" panose="020B0609030202020204" pitchFamily="49" charset="0"/>
                <a:cs typeface="Hack" panose="020B0609030202020204" pitchFamily="49" charset="0"/>
              </a:rPr>
              <a:t>”</a:t>
            </a:r>
          </a:p>
        </p:txBody>
      </p:sp>
      <p:sp>
        <p:nvSpPr>
          <p:cNvPr id="15"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5</a:t>
            </a:fld>
            <a:endParaRPr lang="en-GB" dirty="0"/>
          </a:p>
        </p:txBody>
      </p:sp>
      <p:grpSp>
        <p:nvGrpSpPr>
          <p:cNvPr id="2" name="Group 1">
            <a:extLst>
              <a:ext uri="{FF2B5EF4-FFF2-40B4-BE49-F238E27FC236}">
                <a16:creationId xmlns:a16="http://schemas.microsoft.com/office/drawing/2014/main" id="{D86C6409-A794-281D-0AF7-CE62EF72F306}"/>
              </a:ext>
            </a:extLst>
          </p:cNvPr>
          <p:cNvGrpSpPr/>
          <p:nvPr/>
        </p:nvGrpSpPr>
        <p:grpSpPr>
          <a:xfrm>
            <a:off x="7956548" y="1425388"/>
            <a:ext cx="3255087" cy="4930716"/>
            <a:chOff x="7453948" y="872207"/>
            <a:chExt cx="3255087" cy="4930716"/>
          </a:xfrm>
        </p:grpSpPr>
        <p:grpSp>
          <p:nvGrpSpPr>
            <p:cNvPr id="3" name="Group 2">
              <a:extLst>
                <a:ext uri="{FF2B5EF4-FFF2-40B4-BE49-F238E27FC236}">
                  <a16:creationId xmlns:a16="http://schemas.microsoft.com/office/drawing/2014/main" id="{F34C40E1-2107-7236-CAB4-01619CE0DE21}"/>
                </a:ext>
              </a:extLst>
            </p:cNvPr>
            <p:cNvGrpSpPr/>
            <p:nvPr/>
          </p:nvGrpSpPr>
          <p:grpSpPr>
            <a:xfrm>
              <a:off x="7633706" y="4430407"/>
              <a:ext cx="3075329" cy="1372516"/>
              <a:chOff x="6473117" y="1458617"/>
              <a:chExt cx="3075329" cy="1372516"/>
            </a:xfrm>
          </p:grpSpPr>
          <p:sp>
            <p:nvSpPr>
              <p:cNvPr id="13" name="Rectangle 12">
                <a:extLst>
                  <a:ext uri="{FF2B5EF4-FFF2-40B4-BE49-F238E27FC236}">
                    <a16:creationId xmlns:a16="http://schemas.microsoft.com/office/drawing/2014/main" id="{D12F3AD9-7B35-ED5A-57A5-7CE37952FC66}"/>
                  </a:ext>
                </a:extLst>
              </p:cNvPr>
              <p:cNvSpPr/>
              <p:nvPr/>
            </p:nvSpPr>
            <p:spPr>
              <a:xfrm>
                <a:off x="6473117" y="1458617"/>
                <a:ext cx="3075329" cy="605642"/>
              </a:xfrm>
              <a:prstGeom prst="rect">
                <a:avLst/>
              </a:prstGeom>
              <a:noFill/>
              <a:ln w="9525" algn="ctr">
                <a:noFill/>
                <a:miter lim="800000"/>
                <a:headEnd/>
                <a:tailEnd type="triangle"/>
              </a:ln>
              <a:effectLst/>
            </p:spPr>
            <p:txBody>
              <a:bodyPr wrap="none" rtlCol="0" anchor="ctr"/>
              <a:lstStyle/>
              <a:p>
                <a:pPr algn="ctr" defTabSz="720725">
                  <a:tabLst>
                    <a:tab pos="649288" algn="l"/>
                    <a:tab pos="7050088" algn="r"/>
                  </a:tabLst>
                </a:pPr>
                <a:r>
                  <a:rPr lang="en-GB" dirty="0"/>
                  <a:t>$1       $2       $3        $4</a:t>
                </a:r>
              </a:p>
            </p:txBody>
          </p:sp>
          <p:pic>
            <p:nvPicPr>
              <p:cNvPr id="14" name="Picture 4">
                <a:extLst>
                  <a:ext uri="{FF2B5EF4-FFF2-40B4-BE49-F238E27FC236}">
                    <a16:creationId xmlns:a16="http://schemas.microsoft.com/office/drawing/2014/main" id="{A87F1CC6-89F0-DBF3-1304-8203153D028E}"/>
                  </a:ext>
                </a:extLst>
              </p:cNvPr>
              <p:cNvPicPr>
                <a:picLocks noChangeAspect="1" noChangeArrowheads="1"/>
              </p:cNvPicPr>
              <p:nvPr/>
            </p:nvPicPr>
            <p:blipFill>
              <a:blip r:embed="rId3" cstate="print"/>
              <a:srcRect/>
              <a:stretch>
                <a:fillRect/>
              </a:stretch>
            </p:blipFill>
            <p:spPr bwMode="auto">
              <a:xfrm>
                <a:off x="6584341" y="1876435"/>
                <a:ext cx="2919600" cy="954698"/>
              </a:xfrm>
              <a:prstGeom prst="rect">
                <a:avLst/>
              </a:prstGeom>
              <a:noFill/>
              <a:ln w="9525">
                <a:noFill/>
                <a:miter lim="800000"/>
                <a:headEnd/>
                <a:tailEnd/>
              </a:ln>
            </p:spPr>
          </p:pic>
        </p:grpSp>
        <p:sp>
          <p:nvSpPr>
            <p:cNvPr id="4" name="Text Box 12">
              <a:extLst>
                <a:ext uri="{FF2B5EF4-FFF2-40B4-BE49-F238E27FC236}">
                  <a16:creationId xmlns:a16="http://schemas.microsoft.com/office/drawing/2014/main" id="{289FAC1B-1A2B-2BF2-D90A-AEEC55E60348}"/>
                </a:ext>
              </a:extLst>
            </p:cNvPr>
            <p:cNvSpPr txBox="1">
              <a:spLocks noChangeArrowheads="1"/>
            </p:cNvSpPr>
            <p:nvPr/>
          </p:nvSpPr>
          <p:spPr bwMode="auto">
            <a:xfrm>
              <a:off x="9136976" y="872207"/>
              <a:ext cx="998790" cy="481804"/>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spcBef>
                  <a:spcPct val="10000"/>
                </a:spcBef>
                <a:tabLst>
                  <a:tab pos="371475" algn="ctr"/>
                  <a:tab pos="1112838" algn="l"/>
                  <a:tab pos="3895725" algn="l"/>
                  <a:tab pos="575151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BEGIN</a:t>
              </a:r>
            </a:p>
          </p:txBody>
        </p:sp>
        <p:sp>
          <p:nvSpPr>
            <p:cNvPr id="5" name="Text Box 12">
              <a:extLst>
                <a:ext uri="{FF2B5EF4-FFF2-40B4-BE49-F238E27FC236}">
                  <a16:creationId xmlns:a16="http://schemas.microsoft.com/office/drawing/2014/main" id="{8154ED86-C514-5B53-4EC7-F9E0DE719F39}"/>
                </a:ext>
              </a:extLst>
            </p:cNvPr>
            <p:cNvSpPr txBox="1">
              <a:spLocks noChangeArrowheads="1"/>
            </p:cNvSpPr>
            <p:nvPr/>
          </p:nvSpPr>
          <p:spPr bwMode="auto">
            <a:xfrm>
              <a:off x="9131111" y="3077304"/>
              <a:ext cx="998790" cy="334108"/>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spcBef>
                  <a:spcPct val="10000"/>
                </a:spcBef>
                <a:tabLst>
                  <a:tab pos="371475" algn="ctr"/>
                  <a:tab pos="1112838" algn="l"/>
                  <a:tab pos="3895725" algn="l"/>
                  <a:tab pos="575151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END</a:t>
              </a:r>
            </a:p>
          </p:txBody>
        </p:sp>
        <p:sp>
          <p:nvSpPr>
            <p:cNvPr id="6" name="Line 25">
              <a:extLst>
                <a:ext uri="{FF2B5EF4-FFF2-40B4-BE49-F238E27FC236}">
                  <a16:creationId xmlns:a16="http://schemas.microsoft.com/office/drawing/2014/main" id="{5FA4A2D9-5C9D-1F76-9830-450C7911E6CD}"/>
                </a:ext>
              </a:extLst>
            </p:cNvPr>
            <p:cNvSpPr>
              <a:spLocks noChangeShapeType="1"/>
            </p:cNvSpPr>
            <p:nvPr/>
          </p:nvSpPr>
          <p:spPr bwMode="auto">
            <a:xfrm>
              <a:off x="9636373" y="1336429"/>
              <a:ext cx="0" cy="334107"/>
            </a:xfrm>
            <a:prstGeom prst="line">
              <a:avLst/>
            </a:prstGeom>
            <a:noFill/>
            <a:ln w="50800" cmpd="dbl">
              <a:solidFill>
                <a:schemeClr val="accent1">
                  <a:lumMod val="75000"/>
                </a:schemeClr>
              </a:solidFill>
              <a:round/>
              <a:headEnd/>
              <a:tailEnd type="triangle" w="med" len="med"/>
            </a:ln>
          </p:spPr>
          <p:txBody>
            <a:bodyPr wrap="square">
              <a:spAutoFit/>
            </a:bodyPr>
            <a:lstStyle/>
            <a:p>
              <a:endParaRPr lang="en-US"/>
            </a:p>
          </p:txBody>
        </p:sp>
        <p:sp>
          <p:nvSpPr>
            <p:cNvPr id="7" name="Line 25">
              <a:extLst>
                <a:ext uri="{FF2B5EF4-FFF2-40B4-BE49-F238E27FC236}">
                  <a16:creationId xmlns:a16="http://schemas.microsoft.com/office/drawing/2014/main" id="{C8178088-879C-1D6E-8B9F-151810A1E1B4}"/>
                </a:ext>
              </a:extLst>
            </p:cNvPr>
            <p:cNvSpPr>
              <a:spLocks noChangeShapeType="1"/>
            </p:cNvSpPr>
            <p:nvPr/>
          </p:nvSpPr>
          <p:spPr bwMode="auto">
            <a:xfrm>
              <a:off x="9630509" y="2737337"/>
              <a:ext cx="0" cy="334107"/>
            </a:xfrm>
            <a:prstGeom prst="line">
              <a:avLst/>
            </a:prstGeom>
            <a:noFill/>
            <a:ln w="50800" cmpd="dbl">
              <a:solidFill>
                <a:schemeClr val="accent1">
                  <a:lumMod val="75000"/>
                </a:schemeClr>
              </a:solidFill>
              <a:round/>
              <a:headEnd/>
              <a:tailEnd type="triangle" w="med" len="med"/>
            </a:ln>
          </p:spPr>
          <p:txBody>
            <a:bodyPr wrap="square">
              <a:spAutoFit/>
            </a:bodyPr>
            <a:lstStyle/>
            <a:p>
              <a:endParaRPr lang="en-US"/>
            </a:p>
          </p:txBody>
        </p:sp>
        <p:sp>
          <p:nvSpPr>
            <p:cNvPr id="8" name="Line 25">
              <a:extLst>
                <a:ext uri="{FF2B5EF4-FFF2-40B4-BE49-F238E27FC236}">
                  <a16:creationId xmlns:a16="http://schemas.microsoft.com/office/drawing/2014/main" id="{606FBE62-8361-B3F4-3FF6-B26A023ADC3C}"/>
                </a:ext>
              </a:extLst>
            </p:cNvPr>
            <p:cNvSpPr>
              <a:spLocks noChangeShapeType="1"/>
            </p:cNvSpPr>
            <p:nvPr/>
          </p:nvSpPr>
          <p:spPr bwMode="auto">
            <a:xfrm>
              <a:off x="8106495" y="1846381"/>
              <a:ext cx="949570" cy="0"/>
            </a:xfrm>
            <a:prstGeom prst="line">
              <a:avLst/>
            </a:prstGeom>
            <a:noFill/>
            <a:ln w="50800" cmpd="dbl">
              <a:solidFill>
                <a:schemeClr val="accent1">
                  <a:lumMod val="75000"/>
                </a:schemeClr>
              </a:solidFill>
              <a:round/>
              <a:headEnd/>
              <a:tailEnd type="triangle" w="med" len="med"/>
            </a:ln>
          </p:spPr>
          <p:txBody>
            <a:bodyPr wrap="square">
              <a:spAutoFit/>
            </a:bodyPr>
            <a:lstStyle/>
            <a:p>
              <a:endParaRPr lang="en-US"/>
            </a:p>
          </p:txBody>
        </p:sp>
        <p:sp>
          <p:nvSpPr>
            <p:cNvPr id="9" name="Rounded Rectangle 31">
              <a:extLst>
                <a:ext uri="{FF2B5EF4-FFF2-40B4-BE49-F238E27FC236}">
                  <a16:creationId xmlns:a16="http://schemas.microsoft.com/office/drawing/2014/main" id="{7C66439D-329B-F5C4-F7B4-376CFF86E5D7}"/>
                </a:ext>
              </a:extLst>
            </p:cNvPr>
            <p:cNvSpPr/>
            <p:nvPr/>
          </p:nvSpPr>
          <p:spPr>
            <a:xfrm>
              <a:off x="8897816" y="1670536"/>
              <a:ext cx="1652953" cy="1072661"/>
            </a:xfrm>
            <a:prstGeom prst="roundRect">
              <a:avLst>
                <a:gd name="adj" fmla="val 42641"/>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r>
                <a:rPr lang="en-GB" sz="1600" dirty="0">
                  <a:solidFill>
                    <a:srgbClr val="0000C8"/>
                  </a:solidFill>
                  <a:latin typeface="Hack" panose="020B0609030202020204" pitchFamily="49" charset="0"/>
                  <a:ea typeface="Hack" panose="020B0609030202020204" pitchFamily="49" charset="0"/>
                  <a:cs typeface="Hack" panose="020B0609030202020204" pitchFamily="49" charset="0"/>
                </a:rPr>
                <a:t>command 1 </a:t>
              </a:r>
              <a:br>
                <a:rPr lang="en-GB" sz="1600" dirty="0">
                  <a:solidFill>
                    <a:srgbClr val="0000C8"/>
                  </a:solidFill>
                  <a:latin typeface="Hack" panose="020B0609030202020204" pitchFamily="49" charset="0"/>
                  <a:ea typeface="Hack" panose="020B0609030202020204" pitchFamily="49" charset="0"/>
                  <a:cs typeface="Hack" panose="020B0609030202020204" pitchFamily="49" charset="0"/>
                </a:rPr>
              </a:br>
              <a:r>
                <a:rPr lang="en-GB" sz="1600" dirty="0">
                  <a:solidFill>
                    <a:srgbClr val="0000C8"/>
                  </a:solidFill>
                  <a:latin typeface="Hack" panose="020B0609030202020204" pitchFamily="49" charset="0"/>
                  <a:ea typeface="Hack" panose="020B0609030202020204" pitchFamily="49" charset="0"/>
                  <a:cs typeface="Hack" panose="020B0609030202020204" pitchFamily="49" charset="0"/>
                </a:rPr>
                <a:t>command 2 </a:t>
              </a:r>
              <a:br>
                <a:rPr lang="en-GB" sz="1600" dirty="0">
                  <a:solidFill>
                    <a:srgbClr val="0000C8"/>
                  </a:solidFill>
                  <a:latin typeface="Hack" panose="020B0609030202020204" pitchFamily="49" charset="0"/>
                  <a:ea typeface="Hack" panose="020B0609030202020204" pitchFamily="49" charset="0"/>
                  <a:cs typeface="Hack" panose="020B0609030202020204" pitchFamily="49" charset="0"/>
                </a:rPr>
              </a:br>
              <a:r>
                <a:rPr lang="en-GB" sz="1600" dirty="0">
                  <a:solidFill>
                    <a:srgbClr val="0000C8"/>
                  </a:solidFill>
                  <a:latin typeface="Hack" panose="020B0609030202020204" pitchFamily="49" charset="0"/>
                  <a:ea typeface="Hack" panose="020B0609030202020204" pitchFamily="49" charset="0"/>
                  <a:cs typeface="Hack" panose="020B0609030202020204" pitchFamily="49" charset="0"/>
                </a:rPr>
                <a:t>command 3 </a:t>
              </a:r>
              <a:b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br>
              <a:r>
                <a:rPr lang="en-GB" dirty="0">
                  <a:latin typeface="Hack" panose="020B0609030202020204" pitchFamily="49" charset="0"/>
                  <a:ea typeface="Hack" panose="020B0609030202020204" pitchFamily="49" charset="0"/>
                  <a:cs typeface="Hack" panose="020B0609030202020204" pitchFamily="49" charset="0"/>
                </a:rPr>
                <a:t>[...]</a:t>
              </a:r>
              <a:endParaRPr lang="en-GB" sz="1600" dirty="0">
                <a:latin typeface="Hack" panose="020B0609030202020204" pitchFamily="49" charset="0"/>
                <a:ea typeface="Hack" panose="020B0609030202020204" pitchFamily="49" charset="0"/>
                <a:cs typeface="Hack" panose="020B0609030202020204" pitchFamily="49" charset="0"/>
              </a:endParaRPr>
            </a:p>
          </p:txBody>
        </p:sp>
        <p:sp>
          <p:nvSpPr>
            <p:cNvPr id="10" name="Rectangle 7">
              <a:extLst>
                <a:ext uri="{FF2B5EF4-FFF2-40B4-BE49-F238E27FC236}">
                  <a16:creationId xmlns:a16="http://schemas.microsoft.com/office/drawing/2014/main" id="{8122E7D4-F235-67A2-9FC5-9FA7355B8985}"/>
                </a:ext>
              </a:extLst>
            </p:cNvPr>
            <p:cNvSpPr>
              <a:spLocks noChangeArrowheads="1"/>
            </p:cNvSpPr>
            <p:nvPr/>
          </p:nvSpPr>
          <p:spPr bwMode="auto">
            <a:xfrm>
              <a:off x="7772399" y="1688119"/>
              <a:ext cx="931984" cy="1266093"/>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r>
                <a:rPr lang="en-GB" sz="1600" dirty="0">
                  <a:latin typeface="Hack" panose="020B0609030202020204" pitchFamily="49" charset="0"/>
                  <a:cs typeface="Hack" panose="020B0609030202020204" pitchFamily="49" charset="0"/>
                </a:rPr>
                <a:t>line 1</a:t>
              </a:r>
              <a:br>
                <a:rPr lang="en-GB" sz="1600" dirty="0">
                  <a:latin typeface="Hack" panose="020B0609030202020204" pitchFamily="49" charset="0"/>
                  <a:cs typeface="Hack" panose="020B0609030202020204" pitchFamily="49" charset="0"/>
                </a:rPr>
              </a:br>
              <a:r>
                <a:rPr lang="en-GB" sz="1600" dirty="0">
                  <a:latin typeface="Hack" panose="020B0609030202020204" pitchFamily="49" charset="0"/>
                  <a:cs typeface="Hack" panose="020B0609030202020204" pitchFamily="49" charset="0"/>
                </a:rPr>
                <a:t>line 2</a:t>
              </a:r>
              <a:br>
                <a:rPr lang="en-GB" sz="1600" dirty="0">
                  <a:latin typeface="Hack" panose="020B0609030202020204" pitchFamily="49" charset="0"/>
                  <a:cs typeface="Hack" panose="020B0609030202020204" pitchFamily="49" charset="0"/>
                </a:rPr>
              </a:br>
              <a:r>
                <a:rPr lang="en-GB" sz="1600" dirty="0">
                  <a:latin typeface="Hack" panose="020B0609030202020204" pitchFamily="49" charset="0"/>
                  <a:cs typeface="Hack" panose="020B0609030202020204" pitchFamily="49" charset="0"/>
                </a:rPr>
                <a:t>line 3</a:t>
              </a:r>
              <a:br>
                <a:rPr lang="en-GB" sz="1600" dirty="0">
                  <a:latin typeface="Hack" panose="020B0609030202020204" pitchFamily="49" charset="0"/>
                  <a:cs typeface="Hack" panose="020B0609030202020204" pitchFamily="49" charset="0"/>
                </a:rPr>
              </a:br>
              <a:r>
                <a:rPr lang="en-GB" sz="1600" dirty="0">
                  <a:latin typeface="Hack" panose="020B0609030202020204" pitchFamily="49" charset="0"/>
                  <a:cs typeface="Hack" panose="020B0609030202020204" pitchFamily="49" charset="0"/>
                </a:rPr>
                <a:t>line 4</a:t>
              </a:r>
              <a:br>
                <a:rPr lang="en-GB" sz="1600" dirty="0">
                  <a:latin typeface="Hack" panose="020B0609030202020204" pitchFamily="49" charset="0"/>
                  <a:cs typeface="Hack" panose="020B0609030202020204" pitchFamily="49" charset="0"/>
                </a:rPr>
              </a:br>
              <a:r>
                <a:rPr lang="en-GB" sz="1200" dirty="0">
                  <a:latin typeface="Hack" panose="020B0609030202020204" pitchFamily="49" charset="0"/>
                  <a:cs typeface="Hack" panose="020B0609030202020204" pitchFamily="49" charset="0"/>
                </a:rPr>
                <a:t>[...]</a:t>
              </a:r>
              <a:endParaRPr lang="en-GB" sz="1600" dirty="0">
                <a:latin typeface="Hack" panose="020B0609030202020204" pitchFamily="49" charset="0"/>
                <a:cs typeface="Hack" panose="020B0609030202020204" pitchFamily="49" charset="0"/>
              </a:endParaRPr>
            </a:p>
          </p:txBody>
        </p:sp>
        <p:sp>
          <p:nvSpPr>
            <p:cNvPr id="11" name="Arc 10">
              <a:extLst>
                <a:ext uri="{FF2B5EF4-FFF2-40B4-BE49-F238E27FC236}">
                  <a16:creationId xmlns:a16="http://schemas.microsoft.com/office/drawing/2014/main" id="{DEFE31E3-098C-B248-D11B-94908DF23ADE}"/>
                </a:ext>
              </a:extLst>
            </p:cNvPr>
            <p:cNvSpPr/>
            <p:nvPr/>
          </p:nvSpPr>
          <p:spPr>
            <a:xfrm rot="5400000" flipH="1">
              <a:off x="9970477" y="1899134"/>
              <a:ext cx="720967" cy="615465"/>
            </a:xfrm>
            <a:prstGeom prst="arc">
              <a:avLst>
                <a:gd name="adj1" fmla="val 10605889"/>
                <a:gd name="adj2" fmla="val 293216"/>
              </a:avLst>
            </a:prstGeom>
            <a:ln w="63500" cmpd="dbl">
              <a:solidFill>
                <a:srgbClr val="134183"/>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Rectangle 9">
              <a:extLst>
                <a:ext uri="{FF2B5EF4-FFF2-40B4-BE49-F238E27FC236}">
                  <a16:creationId xmlns:a16="http://schemas.microsoft.com/office/drawing/2014/main" id="{35142870-309C-5619-DFEB-F5452A583BFE}"/>
                </a:ext>
              </a:extLst>
            </p:cNvPr>
            <p:cNvSpPr>
              <a:spLocks noChangeArrowheads="1"/>
            </p:cNvSpPr>
            <p:nvPr/>
          </p:nvSpPr>
          <p:spPr bwMode="auto">
            <a:xfrm>
              <a:off x="7453948" y="1318844"/>
              <a:ext cx="1250438" cy="334093"/>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indent="168275" algn="r" defTabSz="720725">
                <a:lnSpc>
                  <a:spcPct val="110000"/>
                </a:lnSpc>
                <a:buClr>
                  <a:srgbClr val="000066"/>
                </a:buClr>
                <a:buSzPct val="100000"/>
                <a:tabLst>
                  <a:tab pos="649288" algn="l"/>
                  <a:tab pos="7050088" algn="r"/>
                </a:tabLst>
                <a:defRPr/>
              </a:pPr>
              <a:r>
                <a:rPr lang="en-US" sz="1400" i="1" dirty="0">
                  <a:latin typeface="Hack" panose="020B0609030202020204" pitchFamily="49" charset="0"/>
                  <a:ea typeface="Hack" panose="020B0609030202020204" pitchFamily="49" charset="0"/>
                  <a:cs typeface="Hack" panose="020B0609030202020204" pitchFamily="49" charset="0"/>
                </a:rPr>
                <a:t>input file</a:t>
              </a:r>
            </a:p>
          </p:txBody>
        </p:sp>
      </p:grpSp>
    </p:spTree>
    <p:extLst>
      <p:ext uri="{BB962C8B-B14F-4D97-AF65-F5344CB8AC3E}">
        <p14:creationId xmlns:p14="http://schemas.microsoft.com/office/powerpoint/2010/main" val="423225439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33497-09E7-BEC5-5107-B4ECD5C1F39B}"/>
              </a:ext>
            </a:extLst>
          </p:cNvPr>
          <p:cNvSpPr>
            <a:spLocks noGrp="1"/>
          </p:cNvSpPr>
          <p:nvPr>
            <p:ph type="ctrTitle"/>
          </p:nvPr>
        </p:nvSpPr>
        <p:spPr/>
        <p:txBody>
          <a:bodyPr/>
          <a:lstStyle/>
          <a:p>
            <a:r>
              <a:rPr lang="en-GB" dirty="0"/>
              <a:t>The awk programming model (2)</a:t>
            </a:r>
          </a:p>
        </p:txBody>
      </p:sp>
      <p:sp>
        <p:nvSpPr>
          <p:cNvPr id="5123" name="Rectangle 3"/>
          <p:cNvSpPr>
            <a:spLocks noGrp="1" noChangeArrowheads="1"/>
          </p:cNvSpPr>
          <p:nvPr>
            <p:ph sz="quarter" idx="4"/>
          </p:nvPr>
        </p:nvSpPr>
        <p:spPr/>
        <p:txBody>
          <a:bodyPr/>
          <a:lstStyle/>
          <a:p>
            <a:pPr marL="285750" indent="-285750">
              <a:buFont typeface="Arial" panose="020B0604020202020204" pitchFamily="34" charset="0"/>
              <a:buChar char="•"/>
            </a:pP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BEGIN</a:t>
            </a:r>
            <a:r>
              <a:rPr lang="en-GB" sz="1800" dirty="0"/>
              <a:t> </a:t>
            </a:r>
            <a:r>
              <a:rPr lang="en-GB" sz="1800" dirty="0">
                <a:solidFill>
                  <a:schemeClr val="tx1"/>
                </a:solidFill>
              </a:rPr>
              <a:t>and</a:t>
            </a:r>
            <a:r>
              <a:rPr lang="en-GB" sz="1800" dirty="0"/>
              <a:t>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END</a:t>
            </a:r>
            <a:r>
              <a:rPr lang="en-GB" sz="1800" dirty="0"/>
              <a:t> </a:t>
            </a:r>
            <a:r>
              <a:rPr lang="en-GB" sz="1800" dirty="0">
                <a:solidFill>
                  <a:schemeClr val="tx1"/>
                </a:solidFill>
              </a:rPr>
              <a:t>procedures are optional.</a:t>
            </a:r>
            <a:endParaRPr lang="en-US" sz="1800" dirty="0">
              <a:solidFill>
                <a:schemeClr val="tx1"/>
              </a:solidFill>
            </a:endParaRPr>
          </a:p>
          <a:p>
            <a:pPr marL="285750" indent="-285750">
              <a:buFont typeface="Arial" panose="020B0604020202020204" pitchFamily="34" charset="0"/>
              <a:buChar char="•"/>
            </a:pPr>
            <a:endParaRPr lang="en-GB" sz="1800" dirty="0">
              <a:solidFill>
                <a:srgbClr val="0000C8"/>
              </a:solidFill>
            </a:endParaRPr>
          </a:p>
          <a:p>
            <a:pPr lvl="1">
              <a:buFont typeface="Arial" panose="020B0604020202020204" pitchFamily="34" charset="0"/>
              <a:buChar char="•"/>
            </a:pPr>
            <a:endParaRPr lang="en-GB" sz="1800" dirty="0">
              <a:solidFill>
                <a:srgbClr val="0000C8"/>
              </a:solidFill>
            </a:endParaRPr>
          </a:p>
          <a:p>
            <a:pPr lvl="1">
              <a:buFont typeface="Arial" panose="020B0604020202020204" pitchFamily="34" charset="0"/>
              <a:buChar char="•"/>
            </a:pPr>
            <a:endParaRPr lang="en-GB" sz="1800" dirty="0">
              <a:solidFill>
                <a:srgbClr val="0000C8"/>
              </a:solidFill>
            </a:endParaRPr>
          </a:p>
          <a:p>
            <a:pPr marL="285750" indent="-285750">
              <a:buFont typeface="Arial" panose="020B0604020202020204" pitchFamily="34" charset="0"/>
              <a:buChar char="•"/>
            </a:pP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t> is not strict about multiple delimiters</a:t>
            </a:r>
          </a:p>
          <a:p>
            <a:pPr lvl="1">
              <a:buFont typeface="Arial" panose="020B0604020202020204" pitchFamily="34" charset="0"/>
              <a:buChar char="•"/>
            </a:pPr>
            <a:r>
              <a:rPr lang="en-GB" sz="1800" dirty="0"/>
              <a:t>Consecutive delimiters are treated as one.</a:t>
            </a:r>
          </a:p>
          <a:p>
            <a:pPr lvl="1">
              <a:buFont typeface="Arial" panose="020B0604020202020204" pitchFamily="34" charset="0"/>
              <a:buChar char="•"/>
            </a:pPr>
            <a:endParaRPr lang="en-GB" sz="1800" dirty="0"/>
          </a:p>
          <a:p>
            <a:pPr lvl="1">
              <a:buFont typeface="Arial" panose="020B0604020202020204" pitchFamily="34" charset="0"/>
              <a:buChar char="•"/>
            </a:pPr>
            <a:endParaRPr lang="en-GB" sz="1800" dirty="0"/>
          </a:p>
          <a:p>
            <a:pPr lvl="1">
              <a:buFont typeface="Arial" panose="020B0604020202020204" pitchFamily="34" charset="0"/>
              <a:buChar char="•"/>
            </a:pPr>
            <a:endParaRPr lang="en-GB" sz="1800" dirty="0"/>
          </a:p>
          <a:p>
            <a:pPr lvl="1">
              <a:buFont typeface="Arial" panose="020B0604020202020204" pitchFamily="34" charset="0"/>
              <a:buChar char="•"/>
            </a:pPr>
            <a:r>
              <a:rPr lang="en-GB" sz="1800" dirty="0"/>
              <a:t>Depends on which app you ask!</a:t>
            </a:r>
          </a:p>
        </p:txBody>
      </p:sp>
      <p:sp>
        <p:nvSpPr>
          <p:cNvPr id="2" name="Slide Number Placeholder 1">
            <a:extLst>
              <a:ext uri="{FF2B5EF4-FFF2-40B4-BE49-F238E27FC236}">
                <a16:creationId xmlns:a16="http://schemas.microsoft.com/office/drawing/2014/main" id="{414CFB15-CEB0-2F6D-10C8-7BE92EBA390F}"/>
              </a:ext>
            </a:extLst>
          </p:cNvPr>
          <p:cNvSpPr>
            <a:spLocks noGrp="1"/>
          </p:cNvSpPr>
          <p:nvPr>
            <p:ph type="sldNum" sz="quarter" idx="12"/>
          </p:nvPr>
        </p:nvSpPr>
        <p:spPr>
          <a:prstGeom prst="rect">
            <a:avLst/>
          </a:prstGeom>
        </p:spPr>
        <p:txBody>
          <a:bodyPr/>
          <a:lstStyle/>
          <a:p>
            <a:fld id="{EF892D59-8F09-EF4B-AD6D-DA609442F868}" type="slidenum">
              <a:rPr lang="en-GB" smtClean="0"/>
              <a:pPr/>
              <a:t>6</a:t>
            </a:fld>
            <a:endParaRPr lang="en-GB" dirty="0"/>
          </a:p>
        </p:txBody>
      </p:sp>
      <p:sp>
        <p:nvSpPr>
          <p:cNvPr id="15" name="Rectangle 6">
            <a:extLst>
              <a:ext uri="{FF2B5EF4-FFF2-40B4-BE49-F238E27FC236}">
                <a16:creationId xmlns:a16="http://schemas.microsoft.com/office/drawing/2014/main" id="{DA9822F1-7F4F-4C7D-C9EB-70C38ADB1425}"/>
              </a:ext>
            </a:extLst>
          </p:cNvPr>
          <p:cNvSpPr>
            <a:spLocks noChangeArrowheads="1"/>
          </p:cNvSpPr>
          <p:nvPr/>
        </p:nvSpPr>
        <p:spPr bwMode="auto">
          <a:xfrm>
            <a:off x="748654" y="2045458"/>
            <a:ext cx="5851148" cy="984349"/>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awk '{ print $3,$2,$1 }' </a:t>
            </a:r>
            <a:r>
              <a:rPr lang="en-GB" sz="2000" b="1" dirty="0" err="1">
                <a:solidFill>
                  <a:schemeClr val="bg1"/>
                </a:solidFill>
                <a:latin typeface="Hack" panose="020B0609030202020204" pitchFamily="49" charset="0"/>
                <a:ea typeface="Hack" panose="020B0609030202020204" pitchFamily="49" charset="0"/>
                <a:cs typeface="Hack" panose="020B0609030202020204" pitchFamily="49" charset="0"/>
              </a:rPr>
              <a:t>phonelist</a:t>
            </a:r>
            <a:endParaRPr lang="en-GB" sz="2000" b="1"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chemeClr val="bg1"/>
                </a:solidFill>
                <a:latin typeface="Hack" panose="020B0609030202020204" pitchFamily="49" charset="0"/>
                <a:ea typeface="Hack" panose="020B0609030202020204" pitchFamily="49" charset="0"/>
                <a:cs typeface="Hack" panose="020B0609030202020204" pitchFamily="49" charset="0"/>
              </a:rPr>
              <a:t>01285-655888 </a:t>
            </a:r>
            <a:r>
              <a:rPr lang="en-GB" dirty="0" err="1">
                <a:solidFill>
                  <a:schemeClr val="bg1"/>
                </a:solidFill>
                <a:latin typeface="Hack" panose="020B0609030202020204" pitchFamily="49" charset="0"/>
                <a:ea typeface="Hack" panose="020B0609030202020204" pitchFamily="49" charset="0"/>
                <a:cs typeface="Hack" panose="020B0609030202020204" pitchFamily="49" charset="0"/>
              </a:rPr>
              <a:t>Boggit</a:t>
            </a:r>
            <a:r>
              <a:rPr lang="en-GB" dirty="0">
                <a:solidFill>
                  <a:schemeClr val="bg1"/>
                </a:solidFill>
                <a:latin typeface="Hack" panose="020B0609030202020204" pitchFamily="49" charset="0"/>
                <a:ea typeface="Hack" panose="020B0609030202020204" pitchFamily="49" charset="0"/>
                <a:cs typeface="Hack" panose="020B0609030202020204" pitchFamily="49" charset="0"/>
              </a:rPr>
              <a:t> Derek</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chemeClr val="bg1"/>
                </a:solidFill>
                <a:latin typeface="Hack" panose="020B0609030202020204" pitchFamily="49" charset="0"/>
                <a:ea typeface="Hack" panose="020B0609030202020204" pitchFamily="49" charset="0"/>
                <a:cs typeface="Hack" panose="020B0609030202020204" pitchFamily="49" charset="0"/>
              </a:rPr>
              <a:t>Aardvark the Fluffy  </a:t>
            </a:r>
          </a:p>
        </p:txBody>
      </p:sp>
      <p:sp>
        <p:nvSpPr>
          <p:cNvPr id="16" name="Rectangle 8">
            <a:extLst>
              <a:ext uri="{FF2B5EF4-FFF2-40B4-BE49-F238E27FC236}">
                <a16:creationId xmlns:a16="http://schemas.microsoft.com/office/drawing/2014/main" id="{492F20A6-86FB-DA43-72A7-D09DA8820CD7}"/>
              </a:ext>
            </a:extLst>
          </p:cNvPr>
          <p:cNvSpPr>
            <a:spLocks noChangeArrowheads="1"/>
          </p:cNvSpPr>
          <p:nvPr/>
        </p:nvSpPr>
        <p:spPr bwMode="auto">
          <a:xfrm>
            <a:off x="6752372" y="2023198"/>
            <a:ext cx="4923690" cy="638043"/>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wrap="square"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Derek </a:t>
            </a:r>
            <a:r>
              <a:rPr lang="en-GB" sz="1600" dirty="0" err="1">
                <a:solidFill>
                  <a:srgbClr val="000066"/>
                </a:solidFill>
                <a:latin typeface="Hack" panose="020B0609030202020204" pitchFamily="49" charset="0"/>
                <a:ea typeface="Hack" panose="020B0609030202020204" pitchFamily="49" charset="0"/>
                <a:cs typeface="Hack" panose="020B0609030202020204" pitchFamily="49" charset="0"/>
              </a:rPr>
              <a:t>Boggit</a:t>
            </a: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01285-655888</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Fluffy the Aardvark 0171-3333 722 </a:t>
            </a:r>
          </a:p>
        </p:txBody>
      </p:sp>
      <p:sp>
        <p:nvSpPr>
          <p:cNvPr id="17" name="Rectangle 9">
            <a:extLst>
              <a:ext uri="{FF2B5EF4-FFF2-40B4-BE49-F238E27FC236}">
                <a16:creationId xmlns:a16="http://schemas.microsoft.com/office/drawing/2014/main" id="{A3A42646-CD2C-36BF-116A-98F134B66F8D}"/>
              </a:ext>
            </a:extLst>
          </p:cNvPr>
          <p:cNvSpPr>
            <a:spLocks noChangeArrowheads="1"/>
          </p:cNvSpPr>
          <p:nvPr/>
        </p:nvSpPr>
        <p:spPr bwMode="auto">
          <a:xfrm>
            <a:off x="10111766" y="1725258"/>
            <a:ext cx="1568150" cy="422032"/>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tIns="72000" anchor="ctr"/>
          <a:lstStyle/>
          <a:p>
            <a:pPr indent="168275" algn="r" defTabSz="720725">
              <a:lnSpc>
                <a:spcPct val="110000"/>
              </a:lnSpc>
              <a:buClr>
                <a:srgbClr val="000066"/>
              </a:buClr>
              <a:buSzPct val="100000"/>
              <a:tabLst>
                <a:tab pos="649288" algn="l"/>
                <a:tab pos="7050088" algn="r"/>
              </a:tabLst>
              <a:defRPr/>
            </a:pPr>
            <a:r>
              <a:rPr lang="en-US" sz="1600" i="1" dirty="0">
                <a:latin typeface="Hack" panose="020B0609030202020204" pitchFamily="49" charset="0"/>
                <a:ea typeface="Hack" panose="020B0609030202020204" pitchFamily="49" charset="0"/>
                <a:cs typeface="Hack" panose="020B0609030202020204" pitchFamily="49" charset="0"/>
              </a:rPr>
              <a:t>phonelist  </a:t>
            </a:r>
            <a:endParaRPr lang="en-US" i="1" dirty="0">
              <a:latin typeface="Hack" panose="020B0609030202020204" pitchFamily="49" charset="0"/>
              <a:ea typeface="Hack" panose="020B0609030202020204" pitchFamily="49" charset="0"/>
              <a:cs typeface="Hack" panose="020B0609030202020204" pitchFamily="49" charset="0"/>
            </a:endParaRPr>
          </a:p>
        </p:txBody>
      </p:sp>
      <p:sp>
        <p:nvSpPr>
          <p:cNvPr id="18" name="Rectangle 6">
            <a:extLst>
              <a:ext uri="{FF2B5EF4-FFF2-40B4-BE49-F238E27FC236}">
                <a16:creationId xmlns:a16="http://schemas.microsoft.com/office/drawing/2014/main" id="{48D2DA6B-FFC3-F3B0-8145-444A94A700F8}"/>
              </a:ext>
            </a:extLst>
          </p:cNvPr>
          <p:cNvSpPr>
            <a:spLocks noChangeArrowheads="1"/>
          </p:cNvSpPr>
          <p:nvPr/>
        </p:nvSpPr>
        <p:spPr bwMode="auto">
          <a:xfrm>
            <a:off x="748654" y="5051378"/>
            <a:ext cx="4114800" cy="1248502"/>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who | cut -d' ' -f2</a:t>
            </a:r>
          </a:p>
        </p:txBody>
      </p:sp>
      <p:sp>
        <p:nvSpPr>
          <p:cNvPr id="19" name="Rectangle 6">
            <a:extLst>
              <a:ext uri="{FF2B5EF4-FFF2-40B4-BE49-F238E27FC236}">
                <a16:creationId xmlns:a16="http://schemas.microsoft.com/office/drawing/2014/main" id="{619E7D03-31CF-FB1E-4D93-32BE8BFC292D}"/>
              </a:ext>
            </a:extLst>
          </p:cNvPr>
          <p:cNvSpPr>
            <a:spLocks noChangeArrowheads="1"/>
          </p:cNvSpPr>
          <p:nvPr/>
        </p:nvSpPr>
        <p:spPr bwMode="auto">
          <a:xfrm>
            <a:off x="5453140" y="5051378"/>
            <a:ext cx="4214445" cy="1207083"/>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who | awk '{ print $2 }'</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tty7</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tty3</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pts/10</a:t>
            </a:r>
          </a:p>
        </p:txBody>
      </p:sp>
      <p:sp>
        <p:nvSpPr>
          <p:cNvPr id="20" name="Rectangle 6">
            <a:extLst>
              <a:ext uri="{FF2B5EF4-FFF2-40B4-BE49-F238E27FC236}">
                <a16:creationId xmlns:a16="http://schemas.microsoft.com/office/drawing/2014/main" id="{7810FF26-FEF6-5F72-111C-0FEF92BF19EE}"/>
              </a:ext>
            </a:extLst>
          </p:cNvPr>
          <p:cNvSpPr>
            <a:spLocks noChangeArrowheads="1"/>
          </p:cNvSpPr>
          <p:nvPr/>
        </p:nvSpPr>
        <p:spPr bwMode="auto">
          <a:xfrm>
            <a:off x="5613085" y="3686243"/>
            <a:ext cx="5802923" cy="908886"/>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wrap="square"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err="1">
                <a:solidFill>
                  <a:srgbClr val="000066"/>
                </a:solidFill>
                <a:latin typeface="Hack" panose="020B0609030202020204" pitchFamily="49" charset="0"/>
                <a:ea typeface="Hack" panose="020B0609030202020204" pitchFamily="49" charset="0"/>
                <a:cs typeface="Hack" panose="020B0609030202020204" pitchFamily="49" charset="0"/>
              </a:rPr>
              <a:t>fred</a:t>
            </a: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tty7        2017-04-10 16:02  </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err="1">
                <a:solidFill>
                  <a:srgbClr val="000066"/>
                </a:solidFill>
                <a:latin typeface="Hack" panose="020B0609030202020204" pitchFamily="49" charset="0"/>
                <a:ea typeface="Hack" panose="020B0609030202020204" pitchFamily="49" charset="0"/>
                <a:cs typeface="Hack" panose="020B0609030202020204" pitchFamily="49" charset="0"/>
              </a:rPr>
              <a:t>hawkeye</a:t>
            </a: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tty3        2017-04-11 12:39</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err="1">
                <a:solidFill>
                  <a:srgbClr val="000066"/>
                </a:solidFill>
                <a:latin typeface="Hack" panose="020B0609030202020204" pitchFamily="49" charset="0"/>
                <a:ea typeface="Hack" panose="020B0609030202020204" pitchFamily="49" charset="0"/>
                <a:cs typeface="Hack" panose="020B0609030202020204" pitchFamily="49" charset="0"/>
              </a:rPr>
              <a:t>cecil</a:t>
            </a: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pts/10      2017-04-11 12:40</a:t>
            </a:r>
          </a:p>
        </p:txBody>
      </p:sp>
      <p:sp>
        <p:nvSpPr>
          <p:cNvPr id="21" name="Rounded Rectangle 13">
            <a:extLst>
              <a:ext uri="{FF2B5EF4-FFF2-40B4-BE49-F238E27FC236}">
                <a16:creationId xmlns:a16="http://schemas.microsoft.com/office/drawing/2014/main" id="{3F30A092-7801-885D-39C8-6A6472243019}"/>
              </a:ext>
            </a:extLst>
          </p:cNvPr>
          <p:cNvSpPr/>
          <p:nvPr/>
        </p:nvSpPr>
        <p:spPr>
          <a:xfrm>
            <a:off x="2806054" y="3794504"/>
            <a:ext cx="2286001" cy="808896"/>
          </a:xfrm>
          <a:prstGeom prst="roundRect">
            <a:avLst>
              <a:gd name="adj" fmla="val 42641"/>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r>
              <a:rPr lang="en-GB" sz="1600" dirty="0">
                <a:latin typeface="Hack" panose="020B0609030202020204" pitchFamily="49" charset="0"/>
                <a:ea typeface="Hack" panose="020B0609030202020204" pitchFamily="49" charset="0"/>
                <a:cs typeface="Hack" panose="020B0609030202020204" pitchFamily="49" charset="0"/>
              </a:rPr>
              <a:t>how many fields</a:t>
            </a:r>
            <a:br>
              <a:rPr lang="en-GB" sz="1600" dirty="0">
                <a:latin typeface="Hack" panose="020B0609030202020204" pitchFamily="49" charset="0"/>
                <a:ea typeface="Hack" panose="020B0609030202020204" pitchFamily="49" charset="0"/>
                <a:cs typeface="Hack" panose="020B0609030202020204" pitchFamily="49" charset="0"/>
              </a:rPr>
            </a:br>
            <a:r>
              <a:rPr lang="en-GB" sz="1600" dirty="0">
                <a:latin typeface="Hack" panose="020B0609030202020204" pitchFamily="49" charset="0"/>
                <a:ea typeface="Hack" panose="020B0609030202020204" pitchFamily="49" charset="0"/>
                <a:cs typeface="Hack" panose="020B0609030202020204" pitchFamily="49" charset="0"/>
              </a:rPr>
              <a:t>do we have here?</a:t>
            </a:r>
          </a:p>
        </p:txBody>
      </p:sp>
    </p:spTree>
    <p:extLst>
      <p:ext uri="{BB962C8B-B14F-4D97-AF65-F5344CB8AC3E}">
        <p14:creationId xmlns:p14="http://schemas.microsoft.com/office/powerpoint/2010/main" val="78690565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4B6088-9FE0-9335-B239-5782B8665BD9}"/>
              </a:ext>
            </a:extLst>
          </p:cNvPr>
          <p:cNvSpPr>
            <a:spLocks noGrp="1"/>
          </p:cNvSpPr>
          <p:nvPr>
            <p:ph type="ctrTitle"/>
          </p:nvPr>
        </p:nvSpPr>
        <p:spPr/>
        <p:txBody>
          <a:bodyPr/>
          <a:lstStyle/>
          <a:p>
            <a:r>
              <a:rPr lang="en-GB" dirty="0"/>
              <a:t>Line addressing</a:t>
            </a:r>
          </a:p>
        </p:txBody>
      </p:sp>
      <p:sp>
        <p:nvSpPr>
          <p:cNvPr id="5123" name="Rectangle 3"/>
          <p:cNvSpPr>
            <a:spLocks noGrp="1" noChangeArrowheads="1"/>
          </p:cNvSpPr>
          <p:nvPr>
            <p:ph sz="quarter" idx="4"/>
          </p:nvPr>
        </p:nvSpPr>
        <p:spPr/>
        <p:txBody>
          <a:bodyPr/>
          <a:lstStyle/>
          <a:p>
            <a:pPr marL="285750" indent="-285750">
              <a:buFont typeface="Arial" panose="020B0604020202020204" pitchFamily="34" charset="0"/>
              <a:buChar char="•"/>
            </a:pPr>
            <a:r>
              <a:rPr lang="en-GB" sz="1800" dirty="0">
                <a:solidFill>
                  <a:schemeClr val="tx1"/>
                </a:solidFill>
              </a:rPr>
              <a:t>Commands can be restricted to lines with patterns.</a:t>
            </a:r>
          </a:p>
          <a:p>
            <a:pPr lvl="1">
              <a:buFont typeface="Arial" panose="020B0604020202020204" pitchFamily="34" charset="0"/>
              <a:buChar char="•"/>
            </a:pPr>
            <a:r>
              <a:rPr lang="en-GB" sz="1800" dirty="0"/>
              <a:t>Extended set of </a:t>
            </a:r>
            <a:r>
              <a:rPr lang="en-GB" sz="1800" b="1" dirty="0">
                <a:solidFill>
                  <a:srgbClr val="0000C8"/>
                </a:solidFill>
              </a:rPr>
              <a:t>RE</a:t>
            </a:r>
            <a:r>
              <a:rPr lang="en-GB" sz="1800" dirty="0"/>
              <a:t> are used for pattern matching.</a:t>
            </a:r>
          </a:p>
        </p:txBody>
      </p:sp>
      <p:sp>
        <p:nvSpPr>
          <p:cNvPr id="2" name="Slide Number Placeholder 1">
            <a:extLst>
              <a:ext uri="{FF2B5EF4-FFF2-40B4-BE49-F238E27FC236}">
                <a16:creationId xmlns:a16="http://schemas.microsoft.com/office/drawing/2014/main" id="{31743ED7-D064-E8F4-171B-652B5DA06E04}"/>
              </a:ext>
            </a:extLst>
          </p:cNvPr>
          <p:cNvSpPr>
            <a:spLocks noGrp="1"/>
          </p:cNvSpPr>
          <p:nvPr>
            <p:ph type="sldNum" sz="quarter" idx="12"/>
          </p:nvPr>
        </p:nvSpPr>
        <p:spPr>
          <a:prstGeom prst="rect">
            <a:avLst/>
          </a:prstGeom>
        </p:spPr>
        <p:txBody>
          <a:bodyPr/>
          <a:lstStyle/>
          <a:p>
            <a:fld id="{EF892D59-8F09-EF4B-AD6D-DA609442F868}" type="slidenum">
              <a:rPr lang="en-GB" smtClean="0"/>
              <a:pPr/>
              <a:t>7</a:t>
            </a:fld>
            <a:endParaRPr lang="en-GB" dirty="0"/>
          </a:p>
        </p:txBody>
      </p:sp>
      <p:sp>
        <p:nvSpPr>
          <p:cNvPr id="15" name="Rectangle 2">
            <a:extLst>
              <a:ext uri="{FF2B5EF4-FFF2-40B4-BE49-F238E27FC236}">
                <a16:creationId xmlns:a16="http://schemas.microsoft.com/office/drawing/2014/main" id="{2DC0A6BA-F8DD-5055-D655-F74A01F88FA0}"/>
              </a:ext>
            </a:extLst>
          </p:cNvPr>
          <p:cNvSpPr>
            <a:spLocks noChangeArrowheads="1"/>
          </p:cNvSpPr>
          <p:nvPr/>
        </p:nvSpPr>
        <p:spPr bwMode="auto">
          <a:xfrm>
            <a:off x="3406566" y="4463793"/>
            <a:ext cx="6066693" cy="1882718"/>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FFFF00"/>
                </a:solidFill>
                <a:latin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cs typeface="Hack" panose="020B0609030202020204" pitchFamily="49" charset="0"/>
              </a:rPr>
              <a:t>intest.awk input</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cs typeface="Hack" panose="020B0609030202020204" pitchFamily="49" charset="0"/>
              </a:rPr>
              <a:t>This done before</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cs typeface="Hack" panose="020B0609030202020204" pitchFamily="49" charset="0"/>
              </a:rPr>
              <a:t>Number</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cs typeface="Hack" panose="020B0609030202020204" pitchFamily="49" charset="0"/>
              </a:rPr>
              <a:t>Word</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cs typeface="Hack" panose="020B0609030202020204" pitchFamily="49" charset="0"/>
              </a:rPr>
              <a:t>Number</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cs typeface="Hack" panose="020B0609030202020204" pitchFamily="49" charset="0"/>
              </a:rPr>
              <a:t>Word</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cs typeface="Hack" panose="020B0609030202020204" pitchFamily="49" charset="0"/>
              </a:rPr>
              <a:t>Blank</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cs typeface="Hack" panose="020B0609030202020204" pitchFamily="49" charset="0"/>
              </a:rPr>
              <a:t>Word</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cs typeface="Hack" panose="020B0609030202020204" pitchFamily="49" charset="0"/>
              </a:rPr>
              <a:t>That's all folks</a:t>
            </a:r>
          </a:p>
        </p:txBody>
      </p:sp>
      <p:sp>
        <p:nvSpPr>
          <p:cNvPr id="16" name="Rectangle 3">
            <a:extLst>
              <a:ext uri="{FF2B5EF4-FFF2-40B4-BE49-F238E27FC236}">
                <a16:creationId xmlns:a16="http://schemas.microsoft.com/office/drawing/2014/main" id="{959C29A0-F0ED-E94B-CCF5-AEB90DC7669E}"/>
              </a:ext>
            </a:extLst>
          </p:cNvPr>
          <p:cNvSpPr>
            <a:spLocks noChangeArrowheads="1"/>
          </p:cNvSpPr>
          <p:nvPr/>
        </p:nvSpPr>
        <p:spPr bwMode="auto">
          <a:xfrm>
            <a:off x="6445733" y="2200690"/>
            <a:ext cx="5255855" cy="1998415"/>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wrap="square"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#!/usr/bin/awk </a:t>
            </a:r>
            <a:r>
              <a:rPr lang="en-GB" sz="1600" b="1" dirty="0">
                <a:solidFill>
                  <a:srgbClr val="FF0000"/>
                </a:solidFill>
                <a:latin typeface="Hack" panose="020B0609030202020204" pitchFamily="49" charset="0"/>
                <a:ea typeface="Hack" panose="020B0609030202020204" pitchFamily="49" charset="0"/>
                <a:cs typeface="Hack" panose="020B0609030202020204" pitchFamily="49" charset="0"/>
              </a:rPr>
              <a:t>-f</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BEGIN    { print "This done before" }</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 main loop</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/[0-9]+/    { print "Number" }</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/[A-Za-z]+/ { print "Word"   }</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        { print "Blank"  }</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END      { print "That's all folks" }</a:t>
            </a:r>
          </a:p>
        </p:txBody>
      </p:sp>
      <p:sp>
        <p:nvSpPr>
          <p:cNvPr id="17" name="Rectangle 4">
            <a:extLst>
              <a:ext uri="{FF2B5EF4-FFF2-40B4-BE49-F238E27FC236}">
                <a16:creationId xmlns:a16="http://schemas.microsoft.com/office/drawing/2014/main" id="{31C260D4-5F1E-E066-0245-144E1F61F6FB}"/>
              </a:ext>
            </a:extLst>
          </p:cNvPr>
          <p:cNvSpPr>
            <a:spLocks noChangeArrowheads="1"/>
          </p:cNvSpPr>
          <p:nvPr/>
        </p:nvSpPr>
        <p:spPr bwMode="auto">
          <a:xfrm>
            <a:off x="10479940" y="2162903"/>
            <a:ext cx="1571890" cy="378950"/>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intest.awk</a:t>
            </a:r>
          </a:p>
        </p:txBody>
      </p:sp>
      <p:sp>
        <p:nvSpPr>
          <p:cNvPr id="18" name="Rectangle 6">
            <a:extLst>
              <a:ext uri="{FF2B5EF4-FFF2-40B4-BE49-F238E27FC236}">
                <a16:creationId xmlns:a16="http://schemas.microsoft.com/office/drawing/2014/main" id="{A4B7ACEA-CE05-9FF2-8625-7E449A5E3A71}"/>
              </a:ext>
            </a:extLst>
          </p:cNvPr>
          <p:cNvSpPr>
            <a:spLocks noChangeArrowheads="1"/>
          </p:cNvSpPr>
          <p:nvPr/>
        </p:nvSpPr>
        <p:spPr bwMode="auto">
          <a:xfrm>
            <a:off x="748252" y="2875129"/>
            <a:ext cx="2325158" cy="1456728"/>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4</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hello</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4444 hello</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sz="1600" dirty="0">
              <a:solidFill>
                <a:srgbClr val="000066"/>
              </a:solidFill>
              <a:latin typeface="Hack" panose="020B0609030202020204" pitchFamily="49" charset="0"/>
              <a:ea typeface="Hack" panose="020B0609030202020204" pitchFamily="49" charset="0"/>
              <a:cs typeface="Hack" panose="020B0609030202020204" pitchFamily="49" charset="0"/>
            </a:endParaRP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hello</a:t>
            </a:r>
          </a:p>
        </p:txBody>
      </p:sp>
      <p:sp>
        <p:nvSpPr>
          <p:cNvPr id="19" name="Rectangle 7">
            <a:extLst>
              <a:ext uri="{FF2B5EF4-FFF2-40B4-BE49-F238E27FC236}">
                <a16:creationId xmlns:a16="http://schemas.microsoft.com/office/drawing/2014/main" id="{4C237C20-2490-870A-223F-6B21D01A6580}"/>
              </a:ext>
            </a:extLst>
          </p:cNvPr>
          <p:cNvSpPr>
            <a:spLocks noChangeArrowheads="1"/>
          </p:cNvSpPr>
          <p:nvPr/>
        </p:nvSpPr>
        <p:spPr bwMode="auto">
          <a:xfrm>
            <a:off x="2182579" y="2872057"/>
            <a:ext cx="883335" cy="325005"/>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indent="168275"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input</a:t>
            </a:r>
          </a:p>
        </p:txBody>
      </p:sp>
      <p:sp>
        <p:nvSpPr>
          <p:cNvPr id="20" name="Oval Callout 12">
            <a:extLst>
              <a:ext uri="{FF2B5EF4-FFF2-40B4-BE49-F238E27FC236}">
                <a16:creationId xmlns:a16="http://schemas.microsoft.com/office/drawing/2014/main" id="{7C2F79DB-3F4D-DF33-45FE-F26762735D14}"/>
              </a:ext>
            </a:extLst>
          </p:cNvPr>
          <p:cNvSpPr/>
          <p:nvPr/>
        </p:nvSpPr>
        <p:spPr>
          <a:xfrm>
            <a:off x="4483088" y="2814881"/>
            <a:ext cx="2094625" cy="764361"/>
          </a:xfrm>
          <a:prstGeom prst="wedgeEllipseCallout">
            <a:avLst>
              <a:gd name="adj1" fmla="val -46201"/>
              <a:gd name="adj2" fmla="val 21678"/>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r>
              <a:rPr lang="en-GB" sz="1600" dirty="0">
                <a:latin typeface="Hack" panose="020B0609030202020204" pitchFamily="49" charset="0"/>
                <a:ea typeface="Hack" panose="020B0609030202020204" pitchFamily="49" charset="0"/>
                <a:cs typeface="Hack" panose="020B0609030202020204" pitchFamily="49" charset="0"/>
              </a:rPr>
              <a:t> file must be </a:t>
            </a:r>
            <a:br>
              <a:rPr lang="en-GB" sz="1600" dirty="0">
                <a:latin typeface="Hack" panose="020B0609030202020204" pitchFamily="49" charset="0"/>
                <a:ea typeface="Hack" panose="020B0609030202020204" pitchFamily="49" charset="0"/>
                <a:cs typeface="Hack" panose="020B0609030202020204" pitchFamily="49" charset="0"/>
              </a:rPr>
            </a:br>
            <a:r>
              <a:rPr lang="en-GB" sz="1600" dirty="0">
                <a:latin typeface="Hack" panose="020B0609030202020204" pitchFamily="49" charset="0"/>
                <a:ea typeface="Hack" panose="020B0609030202020204" pitchFamily="49" charset="0"/>
                <a:cs typeface="Hack" panose="020B0609030202020204" pitchFamily="49" charset="0"/>
              </a:rPr>
              <a:t> executable</a:t>
            </a:r>
            <a:endParaRPr lang="en-US" sz="1600" dirty="0" err="1">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29068297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61340F-9168-FADB-6E86-90EBA95B9DAC}"/>
              </a:ext>
            </a:extLst>
          </p:cNvPr>
          <p:cNvSpPr>
            <a:spLocks noGrp="1"/>
          </p:cNvSpPr>
          <p:nvPr>
            <p:ph type="ctrTitle"/>
          </p:nvPr>
        </p:nvSpPr>
        <p:spPr/>
        <p:txBody>
          <a:bodyPr/>
          <a:lstStyle/>
          <a:p>
            <a:r>
              <a:rPr lang="en-GB" dirty="0"/>
              <a:t>Predefined awk values</a:t>
            </a:r>
          </a:p>
        </p:txBody>
      </p:sp>
      <p:sp>
        <p:nvSpPr>
          <p:cNvPr id="5123" name="Rectangle 3"/>
          <p:cNvSpPr>
            <a:spLocks noGrp="1" noChangeArrowheads="1"/>
          </p:cNvSpPr>
          <p:nvPr>
            <p:ph sz="quarter" idx="4"/>
          </p:nvPr>
        </p:nvSpPr>
        <p:spPr/>
        <p:txBody>
          <a:bodyPr/>
          <a:lstStyle/>
          <a:p>
            <a:r>
              <a:rPr lang="en-GB" sz="1800" dirty="0">
                <a:solidFill>
                  <a:schemeClr val="tx1"/>
                </a:solidFill>
              </a:rPr>
              <a:t>Number of predefined values are maintained by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t> :</a:t>
            </a:r>
          </a:p>
        </p:txBody>
      </p:sp>
      <p:sp>
        <p:nvSpPr>
          <p:cNvPr id="2" name="Slide Number Placeholder 1">
            <a:extLst>
              <a:ext uri="{FF2B5EF4-FFF2-40B4-BE49-F238E27FC236}">
                <a16:creationId xmlns:a16="http://schemas.microsoft.com/office/drawing/2014/main" id="{1C09F566-4C1A-CCE0-FFFC-648545D16E8E}"/>
              </a:ext>
            </a:extLst>
          </p:cNvPr>
          <p:cNvSpPr>
            <a:spLocks noGrp="1"/>
          </p:cNvSpPr>
          <p:nvPr>
            <p:ph type="sldNum" sz="quarter" idx="12"/>
          </p:nvPr>
        </p:nvSpPr>
        <p:spPr>
          <a:prstGeom prst="rect">
            <a:avLst/>
          </a:prstGeom>
        </p:spPr>
        <p:txBody>
          <a:bodyPr/>
          <a:lstStyle/>
          <a:p>
            <a:fld id="{EF892D59-8F09-EF4B-AD6D-DA609442F868}" type="slidenum">
              <a:rPr lang="en-GB" smtClean="0"/>
              <a:pPr/>
              <a:t>8</a:t>
            </a:fld>
            <a:endParaRPr lang="en-GB" dirty="0"/>
          </a:p>
        </p:txBody>
      </p:sp>
      <p:sp>
        <p:nvSpPr>
          <p:cNvPr id="15" name="AutoShape 7">
            <a:extLst>
              <a:ext uri="{FF2B5EF4-FFF2-40B4-BE49-F238E27FC236}">
                <a16:creationId xmlns:a16="http://schemas.microsoft.com/office/drawing/2014/main" id="{5360344C-AA2D-159E-438F-1B0C2F1AB590}"/>
              </a:ext>
            </a:extLst>
          </p:cNvPr>
          <p:cNvSpPr>
            <a:spLocks noChangeArrowheads="1"/>
          </p:cNvSpPr>
          <p:nvPr/>
        </p:nvSpPr>
        <p:spPr bwMode="auto">
          <a:xfrm>
            <a:off x="443922" y="2143237"/>
            <a:ext cx="10858500" cy="3136678"/>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indent="168275" defTabSz="720725">
              <a:spcBef>
                <a:spcPct val="10000"/>
              </a:spcBef>
              <a:tabLst>
                <a:tab pos="1392238" algn="l"/>
                <a:tab pos="5937250" algn="l"/>
                <a:tab pos="7235825" algn="r"/>
              </a:tabLst>
            </a:pPr>
            <a:r>
              <a:rPr lang="en-GB" b="1" dirty="0">
                <a:solidFill>
                  <a:srgbClr val="000000"/>
                </a:solidFill>
              </a:rPr>
              <a:t>Variables</a:t>
            </a:r>
            <a:r>
              <a:rPr lang="en-GB" b="1" dirty="0">
                <a:solidFill>
                  <a:srgbClr val="0000C8"/>
                </a:solidFill>
              </a:rPr>
              <a:t>:</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FS</a:t>
            </a:r>
            <a:r>
              <a:rPr lang="en-GB" sz="1600" dirty="0">
                <a:solidFill>
                  <a:srgbClr val="0000C8"/>
                </a:solidFill>
              </a:rPr>
              <a:t>	</a:t>
            </a:r>
            <a:r>
              <a:rPr lang="en-GB" sz="1600" dirty="0">
                <a:solidFill>
                  <a:srgbClr val="000000"/>
                </a:solidFill>
              </a:rPr>
              <a:t>Field separator - default spaces and tabs</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OFS</a:t>
            </a:r>
            <a:r>
              <a:rPr lang="en-GB" sz="1600" dirty="0">
                <a:solidFill>
                  <a:srgbClr val="0000C8"/>
                </a:solidFill>
              </a:rPr>
              <a:t>	</a:t>
            </a:r>
            <a:r>
              <a:rPr lang="en-GB" sz="1600" dirty="0">
                <a:solidFill>
                  <a:srgbClr val="000000"/>
                </a:solidFill>
              </a:rPr>
              <a:t>Output field separator - default space</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RS</a:t>
            </a:r>
            <a:r>
              <a:rPr lang="en-GB" sz="1600" dirty="0">
                <a:solidFill>
                  <a:srgbClr val="0000C8"/>
                </a:solidFill>
              </a:rPr>
              <a:t>	</a:t>
            </a:r>
            <a:r>
              <a:rPr lang="en-GB" sz="1600" dirty="0">
                <a:solidFill>
                  <a:srgbClr val="000000"/>
                </a:solidFill>
              </a:rPr>
              <a:t>Record separator - default newline</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ORS</a:t>
            </a:r>
            <a:r>
              <a:rPr lang="en-GB" sz="1600" dirty="0">
                <a:solidFill>
                  <a:srgbClr val="0000C8"/>
                </a:solidFill>
              </a:rPr>
              <a:t>	</a:t>
            </a:r>
            <a:r>
              <a:rPr lang="en-GB" sz="1600" dirty="0">
                <a:solidFill>
                  <a:srgbClr val="000000"/>
                </a:solidFill>
              </a:rPr>
              <a:t>Output record separator - default newline</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OFMT</a:t>
            </a:r>
            <a:r>
              <a:rPr lang="en-GB" sz="1600" dirty="0">
                <a:solidFill>
                  <a:srgbClr val="0000C8"/>
                </a:solidFill>
              </a:rPr>
              <a:t>	</a:t>
            </a:r>
            <a:r>
              <a:rPr lang="en-GB" sz="1600" dirty="0">
                <a:solidFill>
                  <a:srgbClr val="000000"/>
                </a:solidFill>
              </a:rPr>
              <a:t>Output format (</a:t>
            </a:r>
            <a:r>
              <a:rPr lang="en-GB" sz="1600" b="1" dirty="0" err="1">
                <a:solidFill>
                  <a:srgbClr val="0000C8"/>
                </a:solidFill>
                <a:latin typeface="Hack" panose="020B0609030202020204" pitchFamily="49" charset="0"/>
                <a:ea typeface="Hack" panose="020B0609030202020204" pitchFamily="49" charset="0"/>
                <a:cs typeface="Hack" panose="020B0609030202020204" pitchFamily="49" charset="0"/>
              </a:rPr>
              <a:t>nawk</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/gawk</a:t>
            </a:r>
            <a:r>
              <a:rPr lang="en-GB" sz="1600" dirty="0">
                <a:solidFill>
                  <a:srgbClr val="000000"/>
                </a:solidFill>
              </a:rPr>
              <a:t> only) - default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"%.6g"</a:t>
            </a:r>
          </a:p>
          <a:p>
            <a:pPr indent="168275" defTabSz="720725">
              <a:spcBef>
                <a:spcPct val="10000"/>
              </a:spcBef>
              <a:tabLst>
                <a:tab pos="1793875" algn="l"/>
                <a:tab pos="5937250" algn="l"/>
                <a:tab pos="7235825" algn="r"/>
              </a:tabLst>
            </a:pPr>
            <a:r>
              <a:rPr lang="en-GB" sz="1600" b="1" dirty="0">
                <a:solidFill>
                  <a:srgbClr val="000000"/>
                </a:solidFill>
              </a:rPr>
              <a:t>Constants:</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NF</a:t>
            </a:r>
            <a:r>
              <a:rPr lang="en-GB" sz="1600" dirty="0">
                <a:solidFill>
                  <a:srgbClr val="0000C8"/>
                </a:solidFill>
              </a:rPr>
              <a:t>	</a:t>
            </a:r>
            <a:r>
              <a:rPr lang="en-GB" sz="1600" dirty="0">
                <a:solidFill>
                  <a:srgbClr val="000000"/>
                </a:solidFill>
              </a:rPr>
              <a:t>Number of Fields, </a:t>
            </a:r>
            <a:r>
              <a:rPr lang="en-GB" sz="1600" dirty="0" err="1">
                <a:solidFill>
                  <a:srgbClr val="000000"/>
                </a:solidFill>
              </a:rPr>
              <a:t>ie</a:t>
            </a:r>
            <a:r>
              <a:rPr lang="en-GB" sz="1600" dirty="0">
                <a:solidFill>
                  <a:srgbClr val="000000"/>
                </a:solidFill>
              </a:rPr>
              <a:t> number of words on a particular line</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NR</a:t>
            </a:r>
            <a:r>
              <a:rPr lang="en-GB" sz="1600" dirty="0">
                <a:solidFill>
                  <a:srgbClr val="0000C8"/>
                </a:solidFill>
              </a:rPr>
              <a:t>	</a:t>
            </a:r>
            <a:r>
              <a:rPr lang="en-GB" sz="1600" dirty="0">
                <a:solidFill>
                  <a:srgbClr val="000000"/>
                </a:solidFill>
              </a:rPr>
              <a:t>Number of Records, </a:t>
            </a:r>
            <a:r>
              <a:rPr lang="en-GB" sz="1600" dirty="0" err="1">
                <a:solidFill>
                  <a:srgbClr val="000000"/>
                </a:solidFill>
              </a:rPr>
              <a:t>ie</a:t>
            </a:r>
            <a:r>
              <a:rPr lang="en-GB" sz="1600" dirty="0">
                <a:solidFill>
                  <a:srgbClr val="000000"/>
                </a:solidFill>
              </a:rPr>
              <a:t> number of lines read thus far</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FILENAME</a:t>
            </a:r>
            <a:r>
              <a:rPr lang="en-GB" sz="1600" b="1" dirty="0">
                <a:solidFill>
                  <a:srgbClr val="0000C8"/>
                </a:solidFill>
              </a:rPr>
              <a:t>  	</a:t>
            </a:r>
            <a:r>
              <a:rPr lang="en-GB" sz="1600" dirty="0">
                <a:solidFill>
                  <a:srgbClr val="000000"/>
                </a:solidFill>
              </a:rPr>
              <a:t>The name of the current file being processed</a:t>
            </a:r>
          </a:p>
          <a:p>
            <a:pPr indent="168275" defTabSz="720725">
              <a:spcBef>
                <a:spcPct val="10000"/>
              </a:spcBef>
              <a:tabLst>
                <a:tab pos="1793875" algn="l"/>
                <a:tab pos="5937250" algn="l"/>
                <a:tab pos="7235825" algn="r"/>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FNR</a:t>
            </a:r>
            <a:r>
              <a:rPr lang="en-GB" sz="1600" dirty="0">
                <a:solidFill>
                  <a:srgbClr val="0000C8"/>
                </a:solidFill>
              </a:rPr>
              <a:t>	</a:t>
            </a:r>
            <a:r>
              <a:rPr lang="en-GB" sz="1600" dirty="0">
                <a:solidFill>
                  <a:srgbClr val="000000"/>
                </a:solidFill>
              </a:rPr>
              <a:t>Current line number in the current file (</a:t>
            </a:r>
            <a:r>
              <a:rPr lang="en-GB" sz="1600" b="1" dirty="0" err="1">
                <a:solidFill>
                  <a:srgbClr val="0000C8"/>
                </a:solidFill>
                <a:latin typeface="Hack" panose="020B0609030202020204" pitchFamily="49" charset="0"/>
                <a:ea typeface="Hack" panose="020B0609030202020204" pitchFamily="49" charset="0"/>
                <a:cs typeface="Hack" panose="020B0609030202020204" pitchFamily="49" charset="0"/>
              </a:rPr>
              <a:t>nawk</a:t>
            </a:r>
            <a:r>
              <a:rPr lang="en-GB" sz="1600" dirty="0">
                <a:solidFill>
                  <a:srgbClr val="000000"/>
                </a:solidFill>
              </a:rPr>
              <a:t> only)</a:t>
            </a:r>
          </a:p>
        </p:txBody>
      </p:sp>
      <p:sp>
        <p:nvSpPr>
          <p:cNvPr id="16" name="Rectangle 9">
            <a:extLst>
              <a:ext uri="{FF2B5EF4-FFF2-40B4-BE49-F238E27FC236}">
                <a16:creationId xmlns:a16="http://schemas.microsoft.com/office/drawing/2014/main" id="{8770CEC8-A9CE-BD0E-0182-E7EC03C38ABF}"/>
              </a:ext>
            </a:extLst>
          </p:cNvPr>
          <p:cNvSpPr>
            <a:spLocks noChangeArrowheads="1"/>
          </p:cNvSpPr>
          <p:nvPr/>
        </p:nvSpPr>
        <p:spPr bwMode="auto">
          <a:xfrm>
            <a:off x="443922" y="5437652"/>
            <a:ext cx="10858500" cy="784225"/>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awk 'BEGIN { FS=":"; OFS="," } </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 print $1, $NF }' /etc/passwd</a:t>
            </a:r>
          </a:p>
        </p:txBody>
      </p:sp>
    </p:spTree>
    <p:extLst>
      <p:ext uri="{BB962C8B-B14F-4D97-AF65-F5344CB8AC3E}">
        <p14:creationId xmlns:p14="http://schemas.microsoft.com/office/powerpoint/2010/main" val="204110111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B1C78D-66C1-D2EF-D66D-677D6B22CF15}"/>
              </a:ext>
            </a:extLst>
          </p:cNvPr>
          <p:cNvSpPr>
            <a:spLocks noGrp="1"/>
          </p:cNvSpPr>
          <p:nvPr>
            <p:ph type="ctrTitle"/>
          </p:nvPr>
        </p:nvSpPr>
        <p:spPr/>
        <p:txBody>
          <a:bodyPr/>
          <a:lstStyle/>
          <a:p>
            <a:r>
              <a:rPr lang="en-GB" dirty="0"/>
              <a:t>Variables</a:t>
            </a:r>
          </a:p>
        </p:txBody>
      </p:sp>
      <p:sp>
        <p:nvSpPr>
          <p:cNvPr id="5123" name="Rectangle 3"/>
          <p:cNvSpPr>
            <a:spLocks noGrp="1" noChangeArrowheads="1"/>
          </p:cNvSpPr>
          <p:nvPr>
            <p:ph sz="quarter" idx="4"/>
          </p:nvPr>
        </p:nvSpPr>
        <p:spPr/>
        <p:txBody>
          <a:bodyPr/>
          <a:lstStyle/>
          <a:p>
            <a:pPr marL="285750" indent="-285750">
              <a:lnSpc>
                <a:spcPct val="100000"/>
              </a:lnSpc>
              <a:buFont typeface="Arial" panose="020B0604020202020204" pitchFamily="34" charset="0"/>
              <a:buChar char="•"/>
            </a:pPr>
            <a:r>
              <a:rPr lang="en-GB" sz="1800" dirty="0">
                <a:solidFill>
                  <a:schemeClr val="tx1"/>
                </a:solidFill>
              </a:rPr>
              <a:t>Handling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solidFill>
                  <a:schemeClr val="tx1"/>
                </a:solidFill>
              </a:rPr>
              <a:t> variables is easy:</a:t>
            </a:r>
          </a:p>
          <a:p>
            <a:pPr lvl="1">
              <a:lnSpc>
                <a:spcPct val="100000"/>
              </a:lnSpc>
              <a:buFont typeface="Arial" panose="020B0604020202020204" pitchFamily="34" charset="0"/>
              <a:buChar char="•"/>
            </a:pPr>
            <a:r>
              <a:rPr lang="en-GB" sz="1800" dirty="0"/>
              <a:t>Variables are not declared, just given names and values.</a:t>
            </a:r>
          </a:p>
          <a:p>
            <a:pPr lvl="1">
              <a:lnSpc>
                <a:spcPct val="100000"/>
              </a:lnSpc>
              <a:buFont typeface="Arial" panose="020B0604020202020204" pitchFamily="34" charset="0"/>
              <a:buChar char="•"/>
            </a:pPr>
            <a:r>
              <a:rPr lang="en-GB" sz="1800" dirty="0"/>
              <a:t>Un-initialised variables are set to zero.</a:t>
            </a:r>
          </a:p>
          <a:p>
            <a:pPr marL="285750" indent="-285750">
              <a:lnSpc>
                <a:spcPct val="100000"/>
              </a:lnSpc>
              <a:spcBef>
                <a:spcPct val="10000"/>
              </a:spcBef>
              <a:buFont typeface="Arial" panose="020B0604020202020204" pitchFamily="34" charset="0"/>
              <a:buChar char="•"/>
            </a:pPr>
            <a:r>
              <a:rPr lang="en-GB" sz="1800" dirty="0">
                <a:solidFill>
                  <a:schemeClr val="tx1"/>
                </a:solidFill>
              </a:rPr>
              <a:t>Every variable has a string and a numeric value.</a:t>
            </a:r>
          </a:p>
          <a:p>
            <a:pPr lvl="1">
              <a:lnSpc>
                <a:spcPct val="100000"/>
              </a:lnSpc>
              <a:buFont typeface="Arial" panose="020B0604020202020204" pitchFamily="34" charset="0"/>
              <a:buChar char="•"/>
            </a:pP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t> applies type appropriate to the context in which it is used.</a:t>
            </a:r>
          </a:p>
        </p:txBody>
      </p:sp>
      <p:sp>
        <p:nvSpPr>
          <p:cNvPr id="4" name="Slide Number Placeholder 1">
            <a:extLst>
              <a:ext uri="{FF2B5EF4-FFF2-40B4-BE49-F238E27FC236}">
                <a16:creationId xmlns:a16="http://schemas.microsoft.com/office/drawing/2014/main" id="{4119E466-390A-2CA4-27D1-93280900B15E}"/>
              </a:ext>
            </a:extLst>
          </p:cNvPr>
          <p:cNvSpPr>
            <a:spLocks noGrp="1"/>
          </p:cNvSpPr>
          <p:nvPr>
            <p:ph type="sldNum" sz="quarter" idx="12"/>
          </p:nvPr>
        </p:nvSpPr>
        <p:spPr>
          <a:prstGeom prst="rect">
            <a:avLst/>
          </a:prstGeom>
        </p:spPr>
        <p:txBody>
          <a:bodyPr/>
          <a:lstStyle/>
          <a:p>
            <a:fld id="{EF892D59-8F09-EF4B-AD6D-DA609442F868}" type="slidenum">
              <a:rPr lang="en-GB" smtClean="0"/>
              <a:pPr/>
              <a:t>9</a:t>
            </a:fld>
            <a:endParaRPr lang="en-GB" dirty="0"/>
          </a:p>
        </p:txBody>
      </p:sp>
      <p:sp>
        <p:nvSpPr>
          <p:cNvPr id="2" name="Rectangle 7">
            <a:extLst>
              <a:ext uri="{FF2B5EF4-FFF2-40B4-BE49-F238E27FC236}">
                <a16:creationId xmlns:a16="http://schemas.microsoft.com/office/drawing/2014/main" id="{9820D594-898C-D574-1A54-8E224976CE1D}"/>
              </a:ext>
            </a:extLst>
          </p:cNvPr>
          <p:cNvSpPr>
            <a:spLocks noChangeArrowheads="1"/>
          </p:cNvSpPr>
          <p:nvPr/>
        </p:nvSpPr>
        <p:spPr bwMode="auto">
          <a:xfrm>
            <a:off x="622233" y="5096641"/>
            <a:ext cx="8550233" cy="1191804"/>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awk 'BEGIN { FS="," }       \</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/Europe/ { sum = sum + $2 } \</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END {print ”Europe population = ", sum}' country.txt</a:t>
            </a:r>
          </a:p>
        </p:txBody>
      </p:sp>
      <p:sp>
        <p:nvSpPr>
          <p:cNvPr id="3" name="Rounded Rectangle 7">
            <a:extLst>
              <a:ext uri="{FF2B5EF4-FFF2-40B4-BE49-F238E27FC236}">
                <a16:creationId xmlns:a16="http://schemas.microsoft.com/office/drawing/2014/main" id="{29911F00-1109-6367-CC54-22360854E1C8}"/>
              </a:ext>
            </a:extLst>
          </p:cNvPr>
          <p:cNvSpPr/>
          <p:nvPr/>
        </p:nvSpPr>
        <p:spPr>
          <a:xfrm>
            <a:off x="622233" y="3429000"/>
            <a:ext cx="8550233" cy="1523641"/>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indent="517525" defTabSz="720725">
              <a:tabLst>
                <a:tab pos="376396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x=1</a:t>
            </a:r>
            <a:r>
              <a:rPr lang="en-GB" sz="1600" dirty="0">
                <a:solidFill>
                  <a:srgbClr val="000000"/>
                </a:solidFill>
              </a:rPr>
              <a:t>	variable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x</a:t>
            </a:r>
            <a:r>
              <a:rPr lang="en-GB" sz="1600" dirty="0">
                <a:solidFill>
                  <a:srgbClr val="000000"/>
                </a:solidFill>
              </a:rPr>
              <a:t> has value 1</a:t>
            </a:r>
          </a:p>
          <a:p>
            <a:pPr indent="517525" defTabSz="720725">
              <a:tabLst>
                <a:tab pos="376396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y = "Hello"</a:t>
            </a:r>
            <a:r>
              <a:rPr lang="en-GB" sz="1600" dirty="0">
                <a:solidFill>
                  <a:srgbClr val="000000"/>
                </a:solidFill>
              </a:rPr>
              <a:t>	spaces are unimportant</a:t>
            </a:r>
          </a:p>
          <a:p>
            <a:pPr indent="517525" defTabSz="720725">
              <a:tabLst>
                <a:tab pos="376396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z  =  "Hello"  "world"</a:t>
            </a:r>
            <a:r>
              <a:rPr lang="en-GB" sz="1600" dirty="0">
                <a:solidFill>
                  <a:srgbClr val="000000"/>
                </a:solidFill>
              </a:rPr>
              <a:t>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z</a:t>
            </a:r>
            <a:r>
              <a:rPr lang="en-GB" sz="1600" dirty="0">
                <a:solidFill>
                  <a:srgbClr val="000000"/>
                </a:solidFill>
              </a:rPr>
              <a:t> set to "</a:t>
            </a:r>
            <a:r>
              <a:rPr lang="en-GB" sz="1600" dirty="0" err="1">
                <a:solidFill>
                  <a:srgbClr val="000000"/>
                </a:solidFill>
              </a:rPr>
              <a:t>Helloworld</a:t>
            </a:r>
            <a:r>
              <a:rPr lang="en-GB" sz="1600" dirty="0">
                <a:solidFill>
                  <a:srgbClr val="000000"/>
                </a:solidFill>
              </a:rPr>
              <a:t>"</a:t>
            </a:r>
          </a:p>
          <a:p>
            <a:pPr indent="517525" defTabSz="720725">
              <a:tabLst>
                <a:tab pos="376396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a = a+1</a:t>
            </a:r>
            <a:r>
              <a:rPr lang="en-GB" sz="1600" dirty="0">
                <a:solidFill>
                  <a:srgbClr val="000000"/>
                </a:solidFill>
              </a:rPr>
              <a:t>	variable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a</a:t>
            </a:r>
            <a:r>
              <a:rPr lang="en-GB" sz="1600" dirty="0">
                <a:solidFill>
                  <a:srgbClr val="000000"/>
                </a:solidFill>
              </a:rPr>
              <a:t> has value to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a</a:t>
            </a:r>
            <a:r>
              <a:rPr lang="en-GB" sz="1600" dirty="0">
                <a:solidFill>
                  <a:srgbClr val="000000"/>
                </a:solidFill>
              </a:rPr>
              <a:t> plus 1</a:t>
            </a:r>
          </a:p>
          <a:p>
            <a:pPr indent="517525" defTabSz="720725">
              <a:tabLst>
                <a:tab pos="376396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b = $1</a:t>
            </a:r>
            <a:r>
              <a:rPr lang="en-GB" sz="1600" dirty="0">
                <a:solidFill>
                  <a:srgbClr val="000000"/>
                </a:solidFill>
              </a:rPr>
              <a:t>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b</a:t>
            </a:r>
            <a:r>
              <a:rPr lang="en-GB" sz="1600" dirty="0">
                <a:solidFill>
                  <a:srgbClr val="000000"/>
                </a:solidFill>
              </a:rPr>
              <a:t> set to 1st word on line</a:t>
            </a:r>
          </a:p>
          <a:p>
            <a:pPr indent="517525" defTabSz="720725">
              <a:tabLst>
                <a:tab pos="376396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c = (x * a) ^ 2</a:t>
            </a:r>
            <a:r>
              <a:rPr lang="en-GB" sz="1600" dirty="0">
                <a:solidFill>
                  <a:srgbClr val="000000"/>
                </a:solidFill>
              </a:rPr>
              <a:t>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c</a:t>
            </a:r>
            <a:r>
              <a:rPr lang="en-GB" sz="1600" dirty="0">
                <a:solidFill>
                  <a:srgbClr val="000000"/>
                </a:solidFill>
              </a:rPr>
              <a:t> set to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x</a:t>
            </a:r>
            <a:r>
              <a:rPr lang="en-GB" sz="1600" dirty="0">
                <a:solidFill>
                  <a:srgbClr val="000000"/>
                </a:solidFill>
              </a:rPr>
              <a:t> times </a:t>
            </a: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a</a:t>
            </a:r>
            <a:r>
              <a:rPr lang="en-GB" sz="1600" dirty="0">
                <a:solidFill>
                  <a:srgbClr val="000000"/>
                </a:solidFill>
              </a:rPr>
              <a:t> squared</a:t>
            </a:r>
          </a:p>
        </p:txBody>
      </p:sp>
    </p:spTree>
    <p:extLst>
      <p:ext uri="{BB962C8B-B14F-4D97-AF65-F5344CB8AC3E}">
        <p14:creationId xmlns:p14="http://schemas.microsoft.com/office/powerpoint/2010/main" val="201655319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92DA46-022A-4B5D-B2E5-A75935D0A5B1}"/>
              </a:ext>
            </a:extLst>
          </p:cNvPr>
          <p:cNvSpPr>
            <a:spLocks noGrp="1"/>
          </p:cNvSpPr>
          <p:nvPr>
            <p:ph type="ctrTitle"/>
          </p:nvPr>
        </p:nvSpPr>
        <p:spPr/>
        <p:txBody>
          <a:bodyPr/>
          <a:lstStyle/>
          <a:p>
            <a:r>
              <a:rPr lang="en-GB" dirty="0"/>
              <a:t>Arithmetic operators</a:t>
            </a:r>
          </a:p>
        </p:txBody>
      </p:sp>
      <p:sp>
        <p:nvSpPr>
          <p:cNvPr id="2" name="Slide Number Placeholder 1">
            <a:extLst>
              <a:ext uri="{FF2B5EF4-FFF2-40B4-BE49-F238E27FC236}">
                <a16:creationId xmlns:a16="http://schemas.microsoft.com/office/drawing/2014/main" id="{093AE590-FE2D-8E5A-D889-46E4F1055872}"/>
              </a:ext>
            </a:extLst>
          </p:cNvPr>
          <p:cNvSpPr>
            <a:spLocks noGrp="1"/>
          </p:cNvSpPr>
          <p:nvPr>
            <p:ph type="sldNum" sz="quarter" idx="12"/>
          </p:nvPr>
        </p:nvSpPr>
        <p:spPr>
          <a:prstGeom prst="rect">
            <a:avLst/>
          </a:prstGeom>
        </p:spPr>
        <p:txBody>
          <a:bodyPr/>
          <a:lstStyle/>
          <a:p>
            <a:fld id="{EF892D59-8F09-EF4B-AD6D-DA609442F868}" type="slidenum">
              <a:rPr lang="en-GB" smtClean="0"/>
              <a:pPr/>
              <a:t>10</a:t>
            </a:fld>
            <a:endParaRPr lang="en-GB" dirty="0"/>
          </a:p>
        </p:txBody>
      </p:sp>
      <p:graphicFrame>
        <p:nvGraphicFramePr>
          <p:cNvPr id="6" name="Table 5">
            <a:extLst>
              <a:ext uri="{FF2B5EF4-FFF2-40B4-BE49-F238E27FC236}">
                <a16:creationId xmlns:a16="http://schemas.microsoft.com/office/drawing/2014/main" id="{3F18EAB4-7FE0-5CDC-7FA9-83574BD47366}"/>
              </a:ext>
            </a:extLst>
          </p:cNvPr>
          <p:cNvGraphicFramePr>
            <a:graphicFrameLocks noGrp="1"/>
          </p:cNvGraphicFramePr>
          <p:nvPr>
            <p:extLst>
              <p:ext uri="{D42A27DB-BD31-4B8C-83A1-F6EECF244321}">
                <p14:modId xmlns:p14="http://schemas.microsoft.com/office/powerpoint/2010/main" val="1228438898"/>
              </p:ext>
            </p:extLst>
          </p:nvPr>
        </p:nvGraphicFramePr>
        <p:xfrm>
          <a:off x="1217957" y="1318697"/>
          <a:ext cx="9755505" cy="5120640"/>
        </p:xfrm>
        <a:graphic>
          <a:graphicData uri="http://schemas.openxmlformats.org/drawingml/2006/table">
            <a:tbl>
              <a:tblPr firstRow="1" bandRow="1">
                <a:tableStyleId>{1FECB4D8-DB02-4DC6-A0A2-4F2EBAE1DC90}</a:tableStyleId>
              </a:tblPr>
              <a:tblGrid>
                <a:gridCol w="2032000">
                  <a:extLst>
                    <a:ext uri="{9D8B030D-6E8A-4147-A177-3AD203B41FA5}">
                      <a16:colId xmlns:a16="http://schemas.microsoft.com/office/drawing/2014/main" val="3889395668"/>
                    </a:ext>
                  </a:extLst>
                </a:gridCol>
                <a:gridCol w="3659505">
                  <a:extLst>
                    <a:ext uri="{9D8B030D-6E8A-4147-A177-3AD203B41FA5}">
                      <a16:colId xmlns:a16="http://schemas.microsoft.com/office/drawing/2014/main" val="158298071"/>
                    </a:ext>
                  </a:extLst>
                </a:gridCol>
                <a:gridCol w="2032000">
                  <a:extLst>
                    <a:ext uri="{9D8B030D-6E8A-4147-A177-3AD203B41FA5}">
                      <a16:colId xmlns:a16="http://schemas.microsoft.com/office/drawing/2014/main" val="2679517826"/>
                    </a:ext>
                  </a:extLst>
                </a:gridCol>
                <a:gridCol w="2032000">
                  <a:extLst>
                    <a:ext uri="{9D8B030D-6E8A-4147-A177-3AD203B41FA5}">
                      <a16:colId xmlns:a16="http://schemas.microsoft.com/office/drawing/2014/main" val="1479779783"/>
                    </a:ext>
                  </a:extLst>
                </a:gridCol>
              </a:tblGrid>
              <a:tr h="173951">
                <a:tc>
                  <a:txBody>
                    <a:bodyPr/>
                    <a:lstStyle/>
                    <a:p>
                      <a:r>
                        <a:rPr lang="en-GB" sz="1800" dirty="0">
                          <a:solidFill>
                            <a:schemeClr val="tx1"/>
                          </a:solidFill>
                        </a:rPr>
                        <a:t>Operator</a:t>
                      </a:r>
                    </a:p>
                  </a:txBody>
                  <a:tcPr/>
                </a:tc>
                <a:tc>
                  <a:txBody>
                    <a:bodyPr/>
                    <a:lstStyle/>
                    <a:p>
                      <a:r>
                        <a:rPr lang="en-GB" sz="1800">
                          <a:solidFill>
                            <a:schemeClr val="tx1"/>
                          </a:solidFill>
                        </a:rPr>
                        <a:t>Operation</a:t>
                      </a:r>
                      <a:endParaRPr lang="en-GB" sz="1800" dirty="0">
                        <a:solidFill>
                          <a:schemeClr val="tx1"/>
                        </a:solidFill>
                      </a:endParaRPr>
                    </a:p>
                  </a:txBody>
                  <a:tcPr/>
                </a:tc>
                <a:tc>
                  <a:txBody>
                    <a:bodyPr/>
                    <a:lstStyle/>
                    <a:p>
                      <a:r>
                        <a:rPr lang="en-GB" sz="1800" dirty="0">
                          <a:solidFill>
                            <a:schemeClr val="tx1"/>
                          </a:solidFill>
                        </a:rPr>
                        <a:t>Example</a:t>
                      </a:r>
                    </a:p>
                  </a:txBody>
                  <a:tcPr/>
                </a:tc>
                <a:tc>
                  <a:txBody>
                    <a:bodyPr/>
                    <a:lstStyle/>
                    <a:p>
                      <a:r>
                        <a:rPr lang="en-GB" sz="1800" dirty="0">
                          <a:solidFill>
                            <a:schemeClr val="tx1"/>
                          </a:solidFill>
                        </a:rPr>
                        <a:t>Result</a:t>
                      </a:r>
                    </a:p>
                  </a:txBody>
                  <a:tcPr/>
                </a:tc>
                <a:extLst>
                  <a:ext uri="{0D108BD9-81ED-4DB2-BD59-A6C34878D82A}">
                    <a16:rowId xmlns:a16="http://schemas.microsoft.com/office/drawing/2014/main" val="701912900"/>
                  </a:ext>
                </a:extLst>
              </a:tr>
              <a:tr h="173951">
                <a:tc>
                  <a:txBody>
                    <a:bodyPr/>
                    <a:lstStyle/>
                    <a:p>
                      <a:r>
                        <a:rPr lang="en-GB" sz="1800" b="1" dirty="0">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a:t>Addition</a:t>
                      </a:r>
                      <a:endParaRPr lang="en-GB" sz="1800" dirty="0"/>
                    </a:p>
                  </a:txBody>
                  <a:tcPr/>
                </a:tc>
                <a:tc>
                  <a:txBody>
                    <a:bodyPr/>
                    <a:lstStyle/>
                    <a:p>
                      <a:r>
                        <a:rPr lang="en-GB" sz="1800" b="1">
                          <a:solidFill>
                            <a:srgbClr val="7030A0"/>
                          </a:solidFill>
                          <a:latin typeface="Hack" panose="020B0609030202020204"/>
                        </a:rPr>
                        <a:t>i=7+10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a:solidFill>
                            <a:srgbClr val="7030A0"/>
                          </a:solidFill>
                          <a:latin typeface="Hack" panose="020B0609030202020204"/>
                        </a:rPr>
                        <a:t>17</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221126180"/>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a:t>Subtraction</a:t>
                      </a:r>
                      <a:endParaRPr lang="en-GB" sz="1800" dirty="0"/>
                    </a:p>
                  </a:txBody>
                  <a:tcPr/>
                </a:tc>
                <a:tc>
                  <a:txBody>
                    <a:bodyPr/>
                    <a:lstStyle/>
                    <a:p>
                      <a:r>
                        <a:rPr lang="en-GB" sz="1800" b="1">
                          <a:solidFill>
                            <a:srgbClr val="7030A0"/>
                          </a:solidFill>
                          <a:latin typeface="Hack" panose="020B0609030202020204"/>
                        </a:rPr>
                        <a:t>i=17-3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a:solidFill>
                            <a:srgbClr val="7030A0"/>
                          </a:solidFill>
                          <a:latin typeface="Hack" panose="020B0609030202020204"/>
                        </a:rPr>
                        <a:t>14</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026281728"/>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a:t>Multiplication</a:t>
                      </a:r>
                      <a:endParaRPr lang="en-GB" sz="1800" dirty="0"/>
                    </a:p>
                  </a:txBody>
                  <a:tcPr/>
                </a:tc>
                <a:tc>
                  <a:txBody>
                    <a:bodyPr/>
                    <a:lstStyle/>
                    <a:p>
                      <a:r>
                        <a:rPr lang="en-GB" sz="1800" b="1">
                          <a:solidFill>
                            <a:srgbClr val="7030A0"/>
                          </a:solidFill>
                          <a:latin typeface="Hack" panose="020B0609030202020204"/>
                        </a:rPr>
                        <a:t>i=5*3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a:solidFill>
                            <a:srgbClr val="7030A0"/>
                          </a:solidFill>
                          <a:latin typeface="Hack" panose="020B0609030202020204"/>
                        </a:rPr>
                        <a:t>15</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432053038"/>
                  </a:ext>
                </a:extLst>
              </a:tr>
              <a:tr h="173951">
                <a:tc>
                  <a:txBody>
                    <a:bodyPr/>
                    <a:lstStyle/>
                    <a:p>
                      <a:r>
                        <a:rPr lang="en-GB" sz="1800" b="1" dirty="0">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a:t>Division</a:t>
                      </a:r>
                      <a:endParaRPr lang="en-GB" sz="1800" dirty="0"/>
                    </a:p>
                  </a:txBody>
                  <a:tcPr/>
                </a:tc>
                <a:tc>
                  <a:txBody>
                    <a:bodyPr/>
                    <a:lstStyle/>
                    <a:p>
                      <a:r>
                        <a:rPr lang="en-GB" sz="1800" b="1">
                          <a:solidFill>
                            <a:srgbClr val="7030A0"/>
                          </a:solidFill>
                          <a:latin typeface="Hack" panose="020B0609030202020204"/>
                        </a:rPr>
                        <a:t>i=208/10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a:solidFill>
                            <a:srgbClr val="7030A0"/>
                          </a:solidFill>
                          <a:latin typeface="Hack" panose="020B0609030202020204"/>
                        </a:rPr>
                        <a:t>20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642700125"/>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Modulo division</a:t>
                      </a:r>
                    </a:p>
                  </a:txBody>
                  <a:tcPr/>
                </a:tc>
                <a:tc>
                  <a:txBody>
                    <a:bodyPr/>
                    <a:lstStyle/>
                    <a:p>
                      <a:r>
                        <a:rPr lang="en-GB" sz="1800" b="1">
                          <a:solidFill>
                            <a:srgbClr val="7030A0"/>
                          </a:solidFill>
                          <a:latin typeface="Hack" panose="020B0609030202020204"/>
                        </a:rPr>
                        <a:t>i=208%10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8</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687439604"/>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solidFill>
                            <a:srgbClr val="000000"/>
                          </a:solidFill>
                        </a:rPr>
                        <a:t>Assign result of addition</a:t>
                      </a:r>
                      <a:endParaRPr lang="en-GB" sz="1800" dirty="0"/>
                    </a:p>
                  </a:txBody>
                  <a:tcPr/>
                </a:tc>
                <a:tc>
                  <a:txBody>
                    <a:bodyPr/>
                    <a:lstStyle/>
                    <a:p>
                      <a:r>
                        <a:rPr lang="en-GB" sz="1800" b="1" dirty="0" err="1">
                          <a:solidFill>
                            <a:srgbClr val="0000C8"/>
                          </a:solidFill>
                          <a:latin typeface="Hack" panose="020B0609030202020204"/>
                        </a:rPr>
                        <a:t>i</a:t>
                      </a:r>
                      <a:r>
                        <a:rPr lang="en-GB" sz="1800" b="1" dirty="0">
                          <a:solidFill>
                            <a:srgbClr val="0000C8"/>
                          </a:solidFill>
                          <a:latin typeface="Hack" panose="020B0609030202020204"/>
                        </a:rPr>
                        <a:t>+=23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31</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212409815"/>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a:solidFill>
                            <a:srgbClr val="000000"/>
                          </a:solidFill>
                        </a:rPr>
                        <a:t>Assign result of subtraction</a:t>
                      </a:r>
                      <a:endParaRPr lang="en-GB" sz="1800" dirty="0"/>
                    </a:p>
                  </a:txBody>
                  <a:tcPr/>
                </a:tc>
                <a:tc>
                  <a:txBody>
                    <a:bodyPr/>
                    <a:lstStyle/>
                    <a:p>
                      <a:r>
                        <a:rPr lang="en-GB" sz="1800" b="1" dirty="0" err="1">
                          <a:solidFill>
                            <a:srgbClr val="0000C8"/>
                          </a:solidFill>
                          <a:latin typeface="Hack" panose="020B0609030202020204"/>
                        </a:rPr>
                        <a:t>i</a:t>
                      </a:r>
                      <a:r>
                        <a:rPr lang="en-GB" sz="1800" b="1" dirty="0">
                          <a:solidFill>
                            <a:srgbClr val="0000C8"/>
                          </a:solidFill>
                          <a:latin typeface="Hack" panose="020B0609030202020204"/>
                        </a:rPr>
                        <a:t>-=23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8</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745611918"/>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a:solidFill>
                            <a:srgbClr val="000000"/>
                          </a:solidFill>
                        </a:rPr>
                        <a:t>Assign result of multiplication</a:t>
                      </a:r>
                      <a:endParaRPr lang="en-GB" sz="1800" dirty="0"/>
                    </a:p>
                  </a:txBody>
                  <a:tcPr/>
                </a:tc>
                <a:tc>
                  <a:txBody>
                    <a:bodyPr/>
                    <a:lstStyle/>
                    <a:p>
                      <a:r>
                        <a:rPr lang="en-GB" sz="1800" b="1" dirty="0" err="1">
                          <a:solidFill>
                            <a:srgbClr val="0000C8"/>
                          </a:solidFill>
                          <a:latin typeface="Hack" panose="020B0609030202020204"/>
                        </a:rPr>
                        <a:t>i</a:t>
                      </a:r>
                      <a:r>
                        <a:rPr lang="en-GB" sz="1800" b="1" dirty="0">
                          <a:solidFill>
                            <a:srgbClr val="0000C8"/>
                          </a:solidFill>
                          <a:latin typeface="Hack" panose="020B0609030202020204"/>
                        </a:rPr>
                        <a:t>*=23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184</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186636587"/>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solidFill>
                            <a:srgbClr val="000000"/>
                          </a:solidFill>
                        </a:rPr>
                        <a:t>Assign result of division</a:t>
                      </a:r>
                      <a:endParaRPr lang="en-GB" sz="1800" dirty="0"/>
                    </a:p>
                  </a:txBody>
                  <a:tcPr/>
                </a:tc>
                <a:tc>
                  <a:txBody>
                    <a:bodyPr/>
                    <a:lstStyle/>
                    <a:p>
                      <a:r>
                        <a:rPr lang="en-GB" sz="1800" b="1" dirty="0" err="1">
                          <a:solidFill>
                            <a:srgbClr val="0000C8"/>
                          </a:solidFill>
                          <a:latin typeface="Hack" panose="020B0609030202020204"/>
                        </a:rPr>
                        <a:t>i</a:t>
                      </a:r>
                      <a:r>
                        <a:rPr lang="en-GB" sz="1800" b="1" dirty="0">
                          <a:solidFill>
                            <a:srgbClr val="0000C8"/>
                          </a:solidFill>
                          <a:latin typeface="Hack" panose="020B0609030202020204"/>
                        </a:rPr>
                        <a:t>/=3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61</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944939146"/>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solidFill>
                            <a:srgbClr val="000000"/>
                          </a:solidFill>
                        </a:rPr>
                        <a:t>Assign result of </a:t>
                      </a:r>
                      <a:r>
                        <a:rPr lang="en-GB" sz="1800" dirty="0" err="1">
                          <a:solidFill>
                            <a:srgbClr val="000000"/>
                          </a:solidFill>
                        </a:rPr>
                        <a:t>modula</a:t>
                      </a:r>
                      <a:endParaRPr lang="en-GB" sz="1800" dirty="0"/>
                    </a:p>
                  </a:txBody>
                  <a:tcPr/>
                </a:tc>
                <a:tc>
                  <a:txBody>
                    <a:bodyPr/>
                    <a:lstStyle/>
                    <a:p>
                      <a:r>
                        <a:rPr lang="en-GB" sz="1800" b="1" dirty="0" err="1">
                          <a:solidFill>
                            <a:srgbClr val="0000C8"/>
                          </a:solidFill>
                          <a:latin typeface="Hack" panose="020B0609030202020204"/>
                        </a:rPr>
                        <a:t>i</a:t>
                      </a:r>
                      <a:r>
                        <a:rPr lang="en-GB" sz="1800" b="1" dirty="0">
                          <a:solidFill>
                            <a:srgbClr val="0000C8"/>
                          </a:solidFill>
                          <a:latin typeface="Hack" panose="020B0609030202020204"/>
                        </a:rPr>
                        <a:t>%=3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108131688"/>
                  </a:ext>
                </a:extLst>
              </a:tr>
              <a:tr h="255435">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solidFill>
                            <a:srgbClr val="000000"/>
                          </a:solidFill>
                        </a:rPr>
                        <a:t>Increment (add one)</a:t>
                      </a:r>
                      <a:endParaRPr lang="en-GB" sz="1800" dirty="0"/>
                    </a:p>
                  </a:txBody>
                  <a:tcPr/>
                </a:tc>
                <a:tc>
                  <a:txBody>
                    <a:bodyPr/>
                    <a:lstStyle/>
                    <a:p>
                      <a:r>
                        <a:rPr lang="en-GB" sz="1800" b="1" dirty="0">
                          <a:solidFill>
                            <a:srgbClr val="7030A0"/>
                          </a:solidFill>
                          <a:latin typeface="Hack" panose="020B0609030202020204"/>
                        </a:rPr>
                        <a:t>++</a:t>
                      </a:r>
                      <a:r>
                        <a:rPr lang="en-GB" sz="1800" b="1" dirty="0" err="1">
                          <a:solidFill>
                            <a:srgbClr val="7030A0"/>
                          </a:solidFill>
                          <a:latin typeface="Hack" panose="020B0609030202020204"/>
                        </a:rPr>
                        <a:t>i</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2</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900418505"/>
                  </a:ext>
                </a:extLst>
              </a:tr>
              <a:tr h="173951">
                <a:tc>
                  <a:txBody>
                    <a:bodyPr/>
                    <a:lstStyle/>
                    <a:p>
                      <a:r>
                        <a:rPr lang="en-GB" sz="1800" b="1">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solidFill>
                            <a:srgbClr val="000000"/>
                          </a:solidFill>
                        </a:rPr>
                        <a:t>Decrement (subtract one)</a:t>
                      </a:r>
                      <a:endParaRPr lang="en-GB" sz="1800" dirty="0"/>
                    </a:p>
                  </a:txBody>
                  <a:tcPr/>
                </a:tc>
                <a:tc>
                  <a:txBody>
                    <a:bodyPr/>
                    <a:lstStyle/>
                    <a:p>
                      <a:r>
                        <a:rPr lang="en-GB" sz="1800" b="1" dirty="0">
                          <a:solidFill>
                            <a:srgbClr val="7030A0"/>
                          </a:solidFill>
                          <a:latin typeface="Hack" panose="020B0609030202020204"/>
                        </a:rPr>
                        <a:t>--</a:t>
                      </a:r>
                      <a:r>
                        <a:rPr lang="en-GB" sz="1800" b="1" dirty="0" err="1">
                          <a:solidFill>
                            <a:srgbClr val="7030A0"/>
                          </a:solidFill>
                          <a:latin typeface="Hack" panose="020B0609030202020204"/>
                        </a:rPr>
                        <a:t>i</a:t>
                      </a:r>
                      <a:endParaRPr lang="en-GB" sz="1800" dirty="0">
                        <a:latin typeface="Hack" panose="020B0609030202020204"/>
                      </a:endParaRPr>
                    </a:p>
                  </a:txBody>
                  <a:tcPr/>
                </a:tc>
                <a:tc>
                  <a:txBody>
                    <a:bodyPr/>
                    <a:lstStyle/>
                    <a:p>
                      <a:r>
                        <a:rPr lang="en-GB" sz="1800" b="1" dirty="0">
                          <a:solidFill>
                            <a:srgbClr val="7030A0"/>
                          </a:solidFill>
                          <a:latin typeface="Hack" panose="020B0609030202020204"/>
                        </a:rPr>
                        <a:t>1</a:t>
                      </a:r>
                      <a:endParaRPr lang="en-GB" sz="1800" dirty="0">
                        <a:latin typeface="Hack" panose="020B0609030202020204"/>
                      </a:endParaRPr>
                    </a:p>
                  </a:txBody>
                  <a:tcPr/>
                </a:tc>
                <a:extLst>
                  <a:ext uri="{0D108BD9-81ED-4DB2-BD59-A6C34878D82A}">
                    <a16:rowId xmlns:a16="http://schemas.microsoft.com/office/drawing/2014/main" val="3985711063"/>
                  </a:ext>
                </a:extLst>
              </a:tr>
              <a:tr h="173951">
                <a:tc>
                  <a:txBody>
                    <a:bodyPr/>
                    <a:lstStyle/>
                    <a:p>
                      <a:r>
                        <a:rPr lang="en-GB" sz="1800" dirty="0"/>
                        <a:t>^</a:t>
                      </a:r>
                    </a:p>
                  </a:txBody>
                  <a:tcPr/>
                </a:tc>
                <a:tc>
                  <a:txBody>
                    <a:bodyPr/>
                    <a:lstStyle/>
                    <a:p>
                      <a:r>
                        <a:rPr lang="en-GB" sz="1800" dirty="0">
                          <a:solidFill>
                            <a:srgbClr val="000000"/>
                          </a:solidFill>
                        </a:rPr>
                        <a:t>i-52^3</a:t>
                      </a:r>
                      <a:endParaRPr lang="en-GB" sz="1800" dirty="0"/>
                    </a:p>
                  </a:txBody>
                  <a:tcPr/>
                </a:tc>
                <a:tc>
                  <a:txBody>
                    <a:body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++140608</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993416507"/>
                  </a:ext>
                </a:extLst>
              </a:tr>
            </a:tbl>
          </a:graphicData>
        </a:graphic>
      </p:graphicFrame>
    </p:spTree>
    <p:extLst>
      <p:ext uri="{BB962C8B-B14F-4D97-AF65-F5344CB8AC3E}">
        <p14:creationId xmlns:p14="http://schemas.microsoft.com/office/powerpoint/2010/main" val="249569284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C137DB8-4EEB-FBC9-28DE-FFE398CCC95C}"/>
              </a:ext>
            </a:extLst>
          </p:cNvPr>
          <p:cNvSpPr>
            <a:spLocks noGrp="1"/>
          </p:cNvSpPr>
          <p:nvPr>
            <p:ph type="ctrTitle"/>
          </p:nvPr>
        </p:nvSpPr>
        <p:spPr/>
        <p:txBody>
          <a:bodyPr/>
          <a:lstStyle/>
          <a:p>
            <a:r>
              <a:rPr lang="en-GB" dirty="0"/>
              <a:t>Example: Total size of all shell programs</a:t>
            </a:r>
          </a:p>
        </p:txBody>
      </p:sp>
      <p:sp>
        <p:nvSpPr>
          <p:cNvPr id="8" name="Content Placeholder 7">
            <a:extLst>
              <a:ext uri="{FF2B5EF4-FFF2-40B4-BE49-F238E27FC236}">
                <a16:creationId xmlns:a16="http://schemas.microsoft.com/office/drawing/2014/main" id="{EDA1320C-4546-A99B-4500-C0E257F897B3}"/>
              </a:ext>
            </a:extLst>
          </p:cNvPr>
          <p:cNvSpPr>
            <a:spLocks noGrp="1"/>
          </p:cNvSpPr>
          <p:nvPr>
            <p:ph sz="quarter" idx="4"/>
          </p:nvPr>
        </p:nvSpPr>
        <p:spPr/>
        <p:txBody>
          <a:bodyPr/>
          <a:lstStyle/>
          <a:p>
            <a:endParaRPr lang="en-GB"/>
          </a:p>
        </p:txBody>
      </p:sp>
      <p:sp>
        <p:nvSpPr>
          <p:cNvPr id="4" name="Slide Number Placeholder 1">
            <a:extLst>
              <a:ext uri="{FF2B5EF4-FFF2-40B4-BE49-F238E27FC236}">
                <a16:creationId xmlns:a16="http://schemas.microsoft.com/office/drawing/2014/main" id="{9D5F6C54-9E78-7B24-EF94-ADF4039AC28A}"/>
              </a:ext>
            </a:extLst>
          </p:cNvPr>
          <p:cNvSpPr>
            <a:spLocks noGrp="1"/>
          </p:cNvSpPr>
          <p:nvPr>
            <p:ph type="sldNum" sz="quarter" idx="12"/>
          </p:nvPr>
        </p:nvSpPr>
        <p:spPr>
          <a:prstGeom prst="rect">
            <a:avLst/>
          </a:prstGeom>
        </p:spPr>
        <p:txBody>
          <a:bodyPr/>
          <a:lstStyle/>
          <a:p>
            <a:fld id="{EF892D59-8F09-EF4B-AD6D-DA609442F868}" type="slidenum">
              <a:rPr lang="en-GB" smtClean="0"/>
              <a:pPr/>
              <a:t>11</a:t>
            </a:fld>
            <a:endParaRPr lang="en-GB" dirty="0"/>
          </a:p>
        </p:txBody>
      </p:sp>
      <p:sp>
        <p:nvSpPr>
          <p:cNvPr id="2" name="Rectangle 2">
            <a:extLst>
              <a:ext uri="{FF2B5EF4-FFF2-40B4-BE49-F238E27FC236}">
                <a16:creationId xmlns:a16="http://schemas.microsoft.com/office/drawing/2014/main" id="{0AE3A3F8-62DF-76F1-25A0-A0468E480BA2}"/>
              </a:ext>
            </a:extLst>
          </p:cNvPr>
          <p:cNvSpPr>
            <a:spLocks noChangeArrowheads="1"/>
          </p:cNvSpPr>
          <p:nvPr/>
        </p:nvSpPr>
        <p:spPr bwMode="auto">
          <a:xfrm>
            <a:off x="2458508" y="3295354"/>
            <a:ext cx="9217554" cy="3023522"/>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ls -l /usr/bin/*</a:t>
            </a:r>
            <a:r>
              <a:rPr lang="en-GB" sz="2000" b="1" dirty="0" err="1">
                <a:solidFill>
                  <a:schemeClr val="bg1"/>
                </a:solidFill>
                <a:latin typeface="Hack" panose="020B0609030202020204" pitchFamily="49" charset="0"/>
                <a:ea typeface="Hack" panose="020B0609030202020204" pitchFamily="49" charset="0"/>
                <a:cs typeface="Hack" panose="020B0609030202020204" pitchFamily="49" charset="0"/>
              </a:rPr>
              <a:t>sh</a:t>
            </a:r>
            <a:endParaRPr lang="en-GB" sz="2000" b="1"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1 bin   </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bin</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       105960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csh</a:t>
            </a:r>
            <a:endParaRPr lang="en-GB" sz="12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2 bin   </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bin</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       110156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ksh</a:t>
            </a:r>
            <a:endParaRPr lang="en-GB" sz="12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2 bin   </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bin</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       110156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rksh</a:t>
            </a:r>
            <a:endParaRPr lang="en-GB" sz="12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sr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1 root  bin        10892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rsh</a:t>
            </a:r>
            <a:endParaRPr lang="en-GB" sz="12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1 bin   </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bin</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        57136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sh</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ls -l /usr/bin/*</a:t>
            </a:r>
            <a:r>
              <a:rPr lang="en-GB" b="1" dirty="0" err="1">
                <a:solidFill>
                  <a:schemeClr val="bg1"/>
                </a:solidFill>
                <a:latin typeface="Hack" panose="020B0609030202020204" pitchFamily="49" charset="0"/>
                <a:ea typeface="Hack" panose="020B0609030202020204" pitchFamily="49" charset="0"/>
                <a:cs typeface="Hack" panose="020B0609030202020204" pitchFamily="49" charset="0"/>
              </a:rPr>
              <a:t>sh</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 | shsize.awk</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1 bin   </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bin</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       105960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csh</a:t>
            </a:r>
            <a:endParaRPr lang="en-GB" sz="12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2 bin   </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bin</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       110156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ksh</a:t>
            </a:r>
            <a:endParaRPr lang="en-GB" sz="12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2 bin   </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bin</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       110156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rksh</a:t>
            </a:r>
            <a:endParaRPr lang="en-GB" sz="12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sr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1 root  bin        10892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rsh</a:t>
            </a:r>
            <a:endParaRPr lang="en-GB" sz="12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-x  1 bin   </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bin</a:t>
            </a:r>
            <a:r>
              <a:rPr lang="en-GB" sz="1200" dirty="0">
                <a:solidFill>
                  <a:schemeClr val="bg1"/>
                </a:solidFill>
                <a:latin typeface="Hack" panose="020B0609030202020204" pitchFamily="49" charset="0"/>
                <a:ea typeface="Hack" panose="020B0609030202020204" pitchFamily="49" charset="0"/>
                <a:cs typeface="Hack" panose="020B0609030202020204" pitchFamily="49" charset="0"/>
              </a:rPr>
              <a:t>        57136 Jun 16  1992 /usr/bin/</a:t>
            </a:r>
            <a:r>
              <a:rPr lang="en-GB" sz="1200" dirty="0" err="1">
                <a:solidFill>
                  <a:schemeClr val="bg1"/>
                </a:solidFill>
                <a:latin typeface="Hack" panose="020B0609030202020204" pitchFamily="49" charset="0"/>
                <a:ea typeface="Hack" panose="020B0609030202020204" pitchFamily="49" charset="0"/>
                <a:cs typeface="Hack" panose="020B0609030202020204" pitchFamily="49" charset="0"/>
              </a:rPr>
              <a:t>sh</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5 files, 394300 bytes</a:t>
            </a:r>
          </a:p>
        </p:txBody>
      </p:sp>
      <p:sp>
        <p:nvSpPr>
          <p:cNvPr id="3" name="Rectangle 7">
            <a:extLst>
              <a:ext uri="{FF2B5EF4-FFF2-40B4-BE49-F238E27FC236}">
                <a16:creationId xmlns:a16="http://schemas.microsoft.com/office/drawing/2014/main" id="{A42DE326-5A7A-C163-7088-C43AFCCE78A4}"/>
              </a:ext>
            </a:extLst>
          </p:cNvPr>
          <p:cNvSpPr>
            <a:spLocks noChangeArrowheads="1"/>
          </p:cNvSpPr>
          <p:nvPr/>
        </p:nvSpPr>
        <p:spPr bwMode="auto">
          <a:xfrm>
            <a:off x="514350" y="1974556"/>
            <a:ext cx="9199165" cy="1009683"/>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#!/usr/bin/awk -f</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	{ print; nfiles=nfiles + 1; nbytes=nbytes + $5 }</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END	{ print nfiles, "files,", nbytes, "bytes" }</a:t>
            </a:r>
          </a:p>
        </p:txBody>
      </p:sp>
      <p:sp>
        <p:nvSpPr>
          <p:cNvPr id="5" name="Rectangle 8">
            <a:extLst>
              <a:ext uri="{FF2B5EF4-FFF2-40B4-BE49-F238E27FC236}">
                <a16:creationId xmlns:a16="http://schemas.microsoft.com/office/drawing/2014/main" id="{439A62DF-9761-0776-6D89-8EC7A6574244}"/>
              </a:ext>
            </a:extLst>
          </p:cNvPr>
          <p:cNvSpPr>
            <a:spLocks noChangeArrowheads="1"/>
          </p:cNvSpPr>
          <p:nvPr/>
        </p:nvSpPr>
        <p:spPr bwMode="auto">
          <a:xfrm>
            <a:off x="7768528" y="1341640"/>
            <a:ext cx="1842918" cy="355803"/>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shsize.awk</a:t>
            </a:r>
          </a:p>
        </p:txBody>
      </p:sp>
    </p:spTree>
    <p:extLst>
      <p:ext uri="{BB962C8B-B14F-4D97-AF65-F5344CB8AC3E}">
        <p14:creationId xmlns:p14="http://schemas.microsoft.com/office/powerpoint/2010/main" val="170808935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C70069-607C-CB0B-7C71-E9617C9493F0}"/>
              </a:ext>
            </a:extLst>
          </p:cNvPr>
          <p:cNvSpPr>
            <a:spLocks noGrp="1"/>
          </p:cNvSpPr>
          <p:nvPr>
            <p:ph type="ctrTitle"/>
          </p:nvPr>
        </p:nvSpPr>
        <p:spPr/>
        <p:txBody>
          <a:bodyPr/>
          <a:lstStyle/>
          <a:p>
            <a:r>
              <a:rPr lang="en-GB" dirty="0"/>
              <a:t>Logical and Boolean operators</a:t>
            </a:r>
          </a:p>
        </p:txBody>
      </p:sp>
      <p:sp>
        <p:nvSpPr>
          <p:cNvPr id="4" name="Slide Number Placeholder 1">
            <a:extLst>
              <a:ext uri="{FF2B5EF4-FFF2-40B4-BE49-F238E27FC236}">
                <a16:creationId xmlns:a16="http://schemas.microsoft.com/office/drawing/2014/main" id="{3B4EF3BC-C361-4B01-AC42-0A431F5D9D3D}"/>
              </a:ext>
            </a:extLst>
          </p:cNvPr>
          <p:cNvSpPr>
            <a:spLocks noGrp="1"/>
          </p:cNvSpPr>
          <p:nvPr>
            <p:ph type="sldNum" sz="quarter" idx="12"/>
          </p:nvPr>
        </p:nvSpPr>
        <p:spPr>
          <a:prstGeom prst="rect">
            <a:avLst/>
          </a:prstGeom>
        </p:spPr>
        <p:txBody>
          <a:bodyPr/>
          <a:lstStyle/>
          <a:p>
            <a:fld id="{EF892D59-8F09-EF4B-AD6D-DA609442F868}" type="slidenum">
              <a:rPr lang="en-GB" smtClean="0"/>
              <a:pPr/>
              <a:t>12</a:t>
            </a:fld>
            <a:endParaRPr lang="en-GB" dirty="0"/>
          </a:p>
        </p:txBody>
      </p:sp>
      <p:sp>
        <p:nvSpPr>
          <p:cNvPr id="3" name="Rectangle 7">
            <a:extLst>
              <a:ext uri="{FF2B5EF4-FFF2-40B4-BE49-F238E27FC236}">
                <a16:creationId xmlns:a16="http://schemas.microsoft.com/office/drawing/2014/main" id="{93A5236E-D9C1-0424-35E9-16A94DCCFEF5}"/>
              </a:ext>
            </a:extLst>
          </p:cNvPr>
          <p:cNvSpPr>
            <a:spLocks noChangeArrowheads="1"/>
          </p:cNvSpPr>
          <p:nvPr/>
        </p:nvSpPr>
        <p:spPr bwMode="auto">
          <a:xfrm>
            <a:off x="4133850" y="5848806"/>
            <a:ext cx="7542212" cy="459918"/>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ls -l | awk '$1 ~ /^d/ { print $9, "directory" }</a:t>
            </a:r>
          </a:p>
        </p:txBody>
      </p:sp>
      <p:graphicFrame>
        <p:nvGraphicFramePr>
          <p:cNvPr id="8" name="Table 7">
            <a:extLst>
              <a:ext uri="{FF2B5EF4-FFF2-40B4-BE49-F238E27FC236}">
                <a16:creationId xmlns:a16="http://schemas.microsoft.com/office/drawing/2014/main" id="{5635F9EA-FC1B-1FDB-8BB9-C5807F8DD09A}"/>
              </a:ext>
            </a:extLst>
          </p:cNvPr>
          <p:cNvGraphicFramePr>
            <a:graphicFrameLocks noGrp="1"/>
          </p:cNvGraphicFramePr>
          <p:nvPr>
            <p:extLst>
              <p:ext uri="{D42A27DB-BD31-4B8C-83A1-F6EECF244321}">
                <p14:modId xmlns:p14="http://schemas.microsoft.com/office/powerpoint/2010/main" val="4023146964"/>
              </p:ext>
            </p:extLst>
          </p:nvPr>
        </p:nvGraphicFramePr>
        <p:xfrm>
          <a:off x="1703732" y="1566912"/>
          <a:ext cx="8783955" cy="4074160"/>
        </p:xfrm>
        <a:graphic>
          <a:graphicData uri="http://schemas.openxmlformats.org/drawingml/2006/table">
            <a:tbl>
              <a:tblPr firstRow="1" bandRow="1">
                <a:tableStyleId>{1FECB4D8-DB02-4DC6-A0A2-4F2EBAE1DC90}</a:tableStyleId>
              </a:tblPr>
              <a:tblGrid>
                <a:gridCol w="2032000">
                  <a:extLst>
                    <a:ext uri="{9D8B030D-6E8A-4147-A177-3AD203B41FA5}">
                      <a16:colId xmlns:a16="http://schemas.microsoft.com/office/drawing/2014/main" val="1556865930"/>
                    </a:ext>
                  </a:extLst>
                </a:gridCol>
                <a:gridCol w="2687955">
                  <a:extLst>
                    <a:ext uri="{9D8B030D-6E8A-4147-A177-3AD203B41FA5}">
                      <a16:colId xmlns:a16="http://schemas.microsoft.com/office/drawing/2014/main" val="2689387908"/>
                    </a:ext>
                  </a:extLst>
                </a:gridCol>
                <a:gridCol w="2032000">
                  <a:extLst>
                    <a:ext uri="{9D8B030D-6E8A-4147-A177-3AD203B41FA5}">
                      <a16:colId xmlns:a16="http://schemas.microsoft.com/office/drawing/2014/main" val="3492592403"/>
                    </a:ext>
                  </a:extLst>
                </a:gridCol>
                <a:gridCol w="2032000">
                  <a:extLst>
                    <a:ext uri="{9D8B030D-6E8A-4147-A177-3AD203B41FA5}">
                      <a16:colId xmlns:a16="http://schemas.microsoft.com/office/drawing/2014/main" val="1733277222"/>
                    </a:ext>
                  </a:extLst>
                </a:gridCol>
              </a:tblGrid>
              <a:tr h="0">
                <a:tc>
                  <a:txBody>
                    <a:bodyPr/>
                    <a:lstStyle/>
                    <a:p>
                      <a:r>
                        <a:rPr lang="en-GB" sz="1800" dirty="0">
                          <a:solidFill>
                            <a:schemeClr val="tx1"/>
                          </a:solidFill>
                        </a:rPr>
                        <a:t>Operator</a:t>
                      </a:r>
                    </a:p>
                  </a:txBody>
                  <a:tcPr/>
                </a:tc>
                <a:tc>
                  <a:txBody>
                    <a:bodyPr/>
                    <a:lstStyle/>
                    <a:p>
                      <a:r>
                        <a:rPr lang="en-GB" sz="1800">
                          <a:solidFill>
                            <a:schemeClr val="tx1"/>
                          </a:solidFill>
                        </a:rPr>
                        <a:t>Operation</a:t>
                      </a:r>
                      <a:endParaRPr lang="en-GB" sz="1800" dirty="0">
                        <a:solidFill>
                          <a:schemeClr val="tx1"/>
                        </a:solidFill>
                      </a:endParaRPr>
                    </a:p>
                  </a:txBody>
                  <a:tcPr/>
                </a:tc>
                <a:tc>
                  <a:txBody>
                    <a:bodyPr/>
                    <a:lstStyle/>
                    <a:p>
                      <a:r>
                        <a:rPr lang="en-GB" sz="1800" dirty="0">
                          <a:solidFill>
                            <a:schemeClr val="tx1"/>
                          </a:solidFill>
                        </a:rPr>
                        <a:t>Example</a:t>
                      </a:r>
                    </a:p>
                  </a:txBody>
                  <a:tcPr/>
                </a:tc>
                <a:tc>
                  <a:txBody>
                    <a:bodyPr/>
                    <a:lstStyle/>
                    <a:p>
                      <a:r>
                        <a:rPr lang="en-GB" sz="1800" dirty="0">
                          <a:solidFill>
                            <a:schemeClr val="tx1"/>
                          </a:solidFill>
                        </a:rPr>
                        <a:t>Result</a:t>
                      </a:r>
                    </a:p>
                  </a:txBody>
                  <a:tcPr/>
                </a:tc>
                <a:extLst>
                  <a:ext uri="{0D108BD9-81ED-4DB2-BD59-A6C34878D82A}">
                    <a16:rowId xmlns:a16="http://schemas.microsoft.com/office/drawing/2014/main" val="181185332"/>
                  </a:ext>
                </a:extLst>
              </a:tr>
              <a:tr h="370840">
                <a:tc>
                  <a:txBody>
                    <a:bodyPr/>
                    <a:lstStyle/>
                    <a:p>
                      <a:r>
                        <a:rPr lang="en-GB" sz="1800" b="1" dirty="0">
                          <a:solidFill>
                            <a:srgbClr val="7030A0"/>
                          </a:solidFill>
                        </a:rPr>
                        <a:t>&lt;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Less than</a:t>
                      </a:r>
                    </a:p>
                  </a:txBody>
                  <a:tcPr/>
                </a:tc>
                <a:tc>
                  <a:txBody>
                    <a:bodyPr/>
                    <a:lstStyle/>
                    <a:p>
                      <a:r>
                        <a:rPr lang="en-GB" sz="1800" b="1" dirty="0">
                          <a:solidFill>
                            <a:srgbClr val="7030A0"/>
                          </a:solidFill>
                          <a:latin typeface="Hack" panose="020B0609030202020204"/>
                        </a:rPr>
                        <a:t>12 &lt; 13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 (true)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190970067"/>
                  </a:ext>
                </a:extLst>
              </a:tr>
              <a:tr h="370840">
                <a:tc>
                  <a:txBody>
                    <a:bodyPr/>
                    <a:lstStyle/>
                    <a:p>
                      <a:r>
                        <a:rPr lang="en-GB" sz="1800" b="1" dirty="0">
                          <a:solidFill>
                            <a:srgbClr val="7030A0"/>
                          </a:solidFill>
                        </a:rPr>
                        <a:t>&gt;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Greater than</a:t>
                      </a:r>
                    </a:p>
                  </a:txBody>
                  <a:tcPr/>
                </a:tc>
                <a:tc>
                  <a:txBody>
                    <a:bodyPr/>
                    <a:lstStyle/>
                    <a:p>
                      <a:r>
                        <a:rPr lang="en-GB" sz="1800" b="1" dirty="0">
                          <a:solidFill>
                            <a:srgbClr val="7030A0"/>
                          </a:solidFill>
                          <a:latin typeface="Hack" panose="020B0609030202020204"/>
                        </a:rPr>
                        <a:t>12 &gt; 13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0 (false)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70956610"/>
                  </a:ext>
                </a:extLst>
              </a:tr>
              <a:tr h="370840">
                <a:tc>
                  <a:txBody>
                    <a:bodyPr/>
                    <a:lstStyle/>
                    <a:p>
                      <a:r>
                        <a:rPr lang="en-GB" sz="1800" b="1" dirty="0">
                          <a:solidFill>
                            <a:srgbClr val="7030A0"/>
                          </a:solidFill>
                        </a:rPr>
                        <a:t>&lt;=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Less than or equal to</a:t>
                      </a:r>
                    </a:p>
                  </a:txBody>
                  <a:tcPr/>
                </a:tc>
                <a:tc>
                  <a:txBody>
                    <a:bodyPr/>
                    <a:lstStyle/>
                    <a:p>
                      <a:r>
                        <a:rPr lang="en-GB" sz="1800" b="1" dirty="0">
                          <a:solidFill>
                            <a:srgbClr val="7030A0"/>
                          </a:solidFill>
                          <a:latin typeface="Hack" panose="020B0609030202020204"/>
                        </a:rPr>
                        <a:t>12 &lt;= 13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 (true)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316712018"/>
                  </a:ext>
                </a:extLst>
              </a:tr>
              <a:tr h="370840">
                <a:tc>
                  <a:txBody>
                    <a:bodyPr/>
                    <a:lstStyle/>
                    <a:p>
                      <a:r>
                        <a:rPr lang="en-GB" sz="1800" b="1" dirty="0">
                          <a:solidFill>
                            <a:srgbClr val="7030A0"/>
                          </a:solidFill>
                        </a:rPr>
                        <a:t>&gt;=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Greater than or equal to</a:t>
                      </a:r>
                    </a:p>
                  </a:txBody>
                  <a:tcPr/>
                </a:tc>
                <a:tc>
                  <a:txBody>
                    <a:bodyPr/>
                    <a:lstStyle/>
                    <a:p>
                      <a:r>
                        <a:rPr lang="en-GB" sz="1800" b="1" dirty="0">
                          <a:solidFill>
                            <a:srgbClr val="7030A0"/>
                          </a:solidFill>
                          <a:latin typeface="Hack" panose="020B0609030202020204"/>
                        </a:rPr>
                        <a:t>13 &gt;= 13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 (true)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419295494"/>
                  </a:ext>
                </a:extLst>
              </a:tr>
              <a:tr h="370840">
                <a:tc>
                  <a:txBody>
                    <a:bodyPr/>
                    <a:lstStyle/>
                    <a:p>
                      <a:r>
                        <a:rPr lang="en-GB" sz="1800" b="1" dirty="0">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Equal to</a:t>
                      </a:r>
                    </a:p>
                  </a:txBody>
                  <a:tcPr/>
                </a:tc>
                <a:tc>
                  <a:txBody>
                    <a:bodyPr/>
                    <a:lstStyle/>
                    <a:p>
                      <a:r>
                        <a:rPr lang="en-GB" sz="1800" b="1" dirty="0">
                          <a:solidFill>
                            <a:srgbClr val="7030A0"/>
                          </a:solidFill>
                          <a:latin typeface="Hack" panose="020B0609030202020204"/>
                        </a:rPr>
                        <a:t>14 == 15</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0 (false)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895653030"/>
                  </a:ext>
                </a:extLst>
              </a:tr>
              <a:tr h="370840">
                <a:tc>
                  <a:txBody>
                    <a:bodyPr/>
                    <a:lstStyle/>
                    <a:p>
                      <a:r>
                        <a:rPr lang="en-GB" sz="1800" b="1" dirty="0">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Not equal to</a:t>
                      </a:r>
                    </a:p>
                  </a:txBody>
                  <a:tcPr/>
                </a:tc>
                <a:tc>
                  <a:txBody>
                    <a:bodyPr/>
                    <a:lstStyle/>
                    <a:p>
                      <a:r>
                        <a:rPr lang="en-GB" sz="1800" b="1" dirty="0">
                          <a:solidFill>
                            <a:srgbClr val="7030A0"/>
                          </a:solidFill>
                          <a:latin typeface="Hack" panose="020B0609030202020204"/>
                        </a:rPr>
                        <a:t>14 != 15</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 (true)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227445565"/>
                  </a:ext>
                </a:extLst>
              </a:tr>
              <a:tr h="370840">
                <a:tc>
                  <a:txBody>
                    <a:bodyPr/>
                    <a:lstStyle/>
                    <a:p>
                      <a:r>
                        <a:rPr lang="en-GB" sz="1800" b="1" dirty="0">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Matches</a:t>
                      </a:r>
                    </a:p>
                  </a:txBody>
                  <a:tcPr/>
                </a:tc>
                <a:tc>
                  <a:txBody>
                    <a:bodyPr/>
                    <a:lstStyle/>
                    <a:p>
                      <a:r>
                        <a:rPr lang="en-GB" sz="1800" b="1" dirty="0">
                          <a:solidFill>
                            <a:srgbClr val="7030A0"/>
                          </a:solidFill>
                          <a:latin typeface="Hack" panose="020B0609030202020204"/>
                        </a:rPr>
                        <a:t>"</a:t>
                      </a:r>
                      <a:r>
                        <a:rPr lang="en-GB" sz="1800" b="1" dirty="0" err="1">
                          <a:solidFill>
                            <a:srgbClr val="7030A0"/>
                          </a:solidFill>
                          <a:latin typeface="Hack" panose="020B0609030202020204"/>
                        </a:rPr>
                        <a:t>abc</a:t>
                      </a:r>
                      <a:r>
                        <a:rPr lang="en-GB" sz="1800" b="1" dirty="0">
                          <a:solidFill>
                            <a:srgbClr val="7030A0"/>
                          </a:solidFill>
                          <a:latin typeface="Hack" panose="020B0609030202020204"/>
                        </a:rPr>
                        <a:t>" ~ "</a:t>
                      </a:r>
                      <a:r>
                        <a:rPr lang="en-GB" sz="1800" b="1" dirty="0" err="1">
                          <a:solidFill>
                            <a:srgbClr val="7030A0"/>
                          </a:solidFill>
                          <a:latin typeface="Hack" panose="020B0609030202020204"/>
                        </a:rPr>
                        <a:t>abc</a:t>
                      </a:r>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 (true)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065889345"/>
                  </a:ext>
                </a:extLst>
              </a:tr>
              <a:tr h="370840">
                <a:tc>
                  <a:txBody>
                    <a:bodyPr/>
                    <a:lstStyle/>
                    <a:p>
                      <a:r>
                        <a:rPr lang="en-GB" sz="1800" b="1" dirty="0">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Not matches</a:t>
                      </a:r>
                    </a:p>
                  </a:txBody>
                  <a:tcPr/>
                </a:tc>
                <a:tc>
                  <a:txBody>
                    <a:bodyPr/>
                    <a:lstStyle/>
                    <a:p>
                      <a:r>
                        <a:rPr lang="en-GB" sz="1800" b="1">
                          <a:solidFill>
                            <a:srgbClr val="7030A0"/>
                          </a:solidFill>
                          <a:latin typeface="Hack" panose="020B0609030202020204"/>
                        </a:rPr>
                        <a:t>1 (true)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 (true)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369553198"/>
                  </a:ext>
                </a:extLst>
              </a:tr>
              <a:tr h="370840">
                <a:tc>
                  <a:txBody>
                    <a:bodyPr/>
                    <a:lstStyle/>
                    <a:p>
                      <a:r>
                        <a:rPr lang="en-GB" sz="1800" b="1" dirty="0">
                          <a:solidFill>
                            <a:srgbClr val="7030A0"/>
                          </a:solidFill>
                        </a:rPr>
                        <a:t>&amp;&amp;</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And</a:t>
                      </a:r>
                    </a:p>
                  </a:txBody>
                  <a:tcPr/>
                </a:tc>
                <a:tc>
                  <a:txBody>
                    <a:bodyPr/>
                    <a:lstStyle/>
                    <a:p>
                      <a:r>
                        <a:rPr lang="en-GB" sz="1800" b="1" dirty="0">
                          <a:solidFill>
                            <a:srgbClr val="7030A0"/>
                          </a:solidFill>
                          <a:latin typeface="Hack" panose="020B0609030202020204"/>
                        </a:rPr>
                        <a:t>1&lt;2 &amp;&amp; 15&lt;=15</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1 (true)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927855287"/>
                  </a:ext>
                </a:extLst>
              </a:tr>
              <a:tr h="370840">
                <a:tc>
                  <a:txBody>
                    <a:bodyPr/>
                    <a:lstStyle/>
                    <a:p>
                      <a:r>
                        <a:rPr lang="en-GB" sz="1800" b="1" dirty="0">
                          <a:solidFill>
                            <a:srgbClr val="7030A0"/>
                          </a:solidFill>
                        </a:rPr>
                        <a:t>!!</a:t>
                      </a:r>
                      <a:endParaRPr lang="en-GB" sz="1800" b="1"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GB" sz="1800" dirty="0"/>
                        <a:t>Or</a:t>
                      </a:r>
                    </a:p>
                  </a:txBody>
                  <a:tcPr/>
                </a:tc>
                <a:tc>
                  <a:txBody>
                    <a:bodyPr/>
                    <a:lstStyle/>
                    <a:p>
                      <a:r>
                        <a:rPr lang="en-GB" sz="1800" b="1" dirty="0">
                          <a:solidFill>
                            <a:srgbClr val="7030A0"/>
                          </a:solidFill>
                          <a:latin typeface="Hack" panose="020B0609030202020204"/>
                        </a:rPr>
                        <a:t>19&lt;1 || 20&lt;20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GB" sz="1800" b="1" dirty="0">
                          <a:solidFill>
                            <a:srgbClr val="7030A0"/>
                          </a:solidFill>
                          <a:latin typeface="Hack" panose="020B0609030202020204"/>
                        </a:rPr>
                        <a:t>0 (false)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66257645"/>
                  </a:ext>
                </a:extLst>
              </a:tr>
            </a:tbl>
          </a:graphicData>
        </a:graphic>
      </p:graphicFrame>
    </p:spTree>
    <p:extLst>
      <p:ext uri="{BB962C8B-B14F-4D97-AF65-F5344CB8AC3E}">
        <p14:creationId xmlns:p14="http://schemas.microsoft.com/office/powerpoint/2010/main" val="51957010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D1BBFB0-08F2-DBDC-C8D9-3EEBAD54AA61}"/>
              </a:ext>
            </a:extLst>
          </p:cNvPr>
          <p:cNvSpPr>
            <a:spLocks noGrp="1"/>
          </p:cNvSpPr>
          <p:nvPr>
            <p:ph type="ctrTitle"/>
          </p:nvPr>
        </p:nvSpPr>
        <p:spPr/>
        <p:txBody>
          <a:bodyPr/>
          <a:lstStyle/>
          <a:p>
            <a:r>
              <a:rPr lang="en-US" dirty="0"/>
              <a:t>Example: awk as report generator</a:t>
            </a:r>
            <a:endParaRPr lang="en-GB" dirty="0"/>
          </a:p>
        </p:txBody>
      </p:sp>
      <p:sp>
        <p:nvSpPr>
          <p:cNvPr id="2" name="Slide Number Placeholder 1">
            <a:extLst>
              <a:ext uri="{FF2B5EF4-FFF2-40B4-BE49-F238E27FC236}">
                <a16:creationId xmlns:a16="http://schemas.microsoft.com/office/drawing/2014/main" id="{58469596-0C25-9CD0-E093-A410BECE49EA}"/>
              </a:ext>
            </a:extLst>
          </p:cNvPr>
          <p:cNvSpPr>
            <a:spLocks noGrp="1"/>
          </p:cNvSpPr>
          <p:nvPr>
            <p:ph type="sldNum" sz="quarter" idx="12"/>
          </p:nvPr>
        </p:nvSpPr>
        <p:spPr>
          <a:prstGeom prst="rect">
            <a:avLst/>
          </a:prstGeom>
        </p:spPr>
        <p:txBody>
          <a:bodyPr/>
          <a:lstStyle/>
          <a:p>
            <a:fld id="{EF892D59-8F09-EF4B-AD6D-DA609442F868}" type="slidenum">
              <a:rPr lang="en-GB" smtClean="0"/>
              <a:pPr/>
              <a:t>13</a:t>
            </a:fld>
            <a:endParaRPr lang="en-GB" dirty="0"/>
          </a:p>
        </p:txBody>
      </p:sp>
      <p:sp>
        <p:nvSpPr>
          <p:cNvPr id="4" name="Rectangle 5">
            <a:extLst>
              <a:ext uri="{FF2B5EF4-FFF2-40B4-BE49-F238E27FC236}">
                <a16:creationId xmlns:a16="http://schemas.microsoft.com/office/drawing/2014/main" id="{F6A567BD-DF51-0C3C-AA90-E6588EC12413}"/>
              </a:ext>
            </a:extLst>
          </p:cNvPr>
          <p:cNvSpPr>
            <a:spLocks noChangeArrowheads="1"/>
          </p:cNvSpPr>
          <p:nvPr/>
        </p:nvSpPr>
        <p:spPr bwMode="auto">
          <a:xfrm>
            <a:off x="463622" y="4623267"/>
            <a:ext cx="8816097" cy="1610617"/>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2"/>
                </a:solidFill>
                <a:latin typeface="Hack" panose="020B0609030202020204" pitchFamily="49" charset="0"/>
                <a:ea typeface="Hack" panose="020B0609030202020204" pitchFamily="49" charset="0"/>
                <a:cs typeface="Hack" panose="020B0609030202020204" pitchFamily="49" charset="0"/>
              </a:rPr>
              <a:t>averages.awk averages </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Howler </a:t>
            </a:r>
            <a:r>
              <a:rPr lang="en-GB" sz="1600" dirty="0" err="1">
                <a:solidFill>
                  <a:schemeClr val="bg2"/>
                </a:solidFill>
                <a:latin typeface="Hack" panose="020B0609030202020204" pitchFamily="49" charset="0"/>
                <a:ea typeface="Hack" panose="020B0609030202020204" pitchFamily="49" charset="0"/>
                <a:cs typeface="Hack" panose="020B0609030202020204" pitchFamily="49" charset="0"/>
              </a:rPr>
              <a:t>McSpanner</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76</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Douglas Endomorph 62.5</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Sheila Saviour 78.25</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Henry </a:t>
            </a:r>
            <a:r>
              <a:rPr lang="en-GB" sz="1600" dirty="0" err="1">
                <a:solidFill>
                  <a:schemeClr val="bg2"/>
                </a:solidFill>
                <a:latin typeface="Hack" panose="020B0609030202020204" pitchFamily="49" charset="0"/>
                <a:ea typeface="Hack" panose="020B0609030202020204" pitchFamily="49" charset="0"/>
                <a:cs typeface="Hack" panose="020B0609030202020204" pitchFamily="49" charset="0"/>
              </a:rPr>
              <a:t>Wonderdog</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74</a:t>
            </a:r>
          </a:p>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Subject averages: 58.75 70.75 82.75 78.5</a:t>
            </a:r>
            <a:endParaRPr lang="en-GB"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5" name="Rectangle 7">
            <a:extLst>
              <a:ext uri="{FF2B5EF4-FFF2-40B4-BE49-F238E27FC236}">
                <a16:creationId xmlns:a16="http://schemas.microsoft.com/office/drawing/2014/main" id="{72D8A677-CD53-FAF1-2B21-A8780C80F835}"/>
              </a:ext>
            </a:extLst>
          </p:cNvPr>
          <p:cNvSpPr>
            <a:spLocks noChangeArrowheads="1"/>
          </p:cNvSpPr>
          <p:nvPr/>
        </p:nvSpPr>
        <p:spPr bwMode="auto">
          <a:xfrm>
            <a:off x="443922" y="1553999"/>
            <a:ext cx="7040827" cy="1179729"/>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lIns="95400" tIns="50760" rIns="95400" bIns="50760">
            <a:spAutoFit/>
          </a:bodyPr>
          <a:lstStyle/>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Name Chemistry Physics </a:t>
            </a:r>
            <a:r>
              <a:rPr lang="en-GB" sz="1400" dirty="0" err="1">
                <a:solidFill>
                  <a:srgbClr val="000066"/>
                </a:solidFill>
                <a:latin typeface="Hack" panose="020B0609030202020204" pitchFamily="49" charset="0"/>
                <a:ea typeface="Hack" panose="020B0609030202020204" pitchFamily="49" charset="0"/>
                <a:cs typeface="Hack" panose="020B0609030202020204" pitchFamily="49" charset="0"/>
              </a:rPr>
              <a:t>CompSci</a:t>
            </a: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Maths</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Howler </a:t>
            </a:r>
            <a:r>
              <a:rPr lang="en-GB" sz="1400" dirty="0" err="1">
                <a:solidFill>
                  <a:srgbClr val="000066"/>
                </a:solidFill>
                <a:latin typeface="Hack" panose="020B0609030202020204" pitchFamily="49" charset="0"/>
                <a:ea typeface="Hack" panose="020B0609030202020204" pitchFamily="49" charset="0"/>
                <a:cs typeface="Hack" panose="020B0609030202020204" pitchFamily="49" charset="0"/>
              </a:rPr>
              <a:t>McSpanner</a:t>
            </a: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68 72 91 73</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Douglas Endomorph 31 59 73 87</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Sheila Saviour    83 80 89 61</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Henry </a:t>
            </a:r>
            <a:r>
              <a:rPr lang="en-GB" sz="1400" dirty="0" err="1">
                <a:solidFill>
                  <a:srgbClr val="000066"/>
                </a:solidFill>
                <a:latin typeface="Hack" panose="020B0609030202020204" pitchFamily="49" charset="0"/>
                <a:ea typeface="Hack" panose="020B0609030202020204" pitchFamily="49" charset="0"/>
                <a:cs typeface="Hack" panose="020B0609030202020204" pitchFamily="49" charset="0"/>
              </a:rPr>
              <a:t>Wonderdog</a:t>
            </a: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53 72 78 93</a:t>
            </a:r>
          </a:p>
        </p:txBody>
      </p:sp>
      <p:sp>
        <p:nvSpPr>
          <p:cNvPr id="6" name="Rectangle 8">
            <a:extLst>
              <a:ext uri="{FF2B5EF4-FFF2-40B4-BE49-F238E27FC236}">
                <a16:creationId xmlns:a16="http://schemas.microsoft.com/office/drawing/2014/main" id="{A35D59E0-11AA-913F-FAF9-E39AA08BDEBB}"/>
              </a:ext>
            </a:extLst>
          </p:cNvPr>
          <p:cNvSpPr>
            <a:spLocks noChangeArrowheads="1"/>
          </p:cNvSpPr>
          <p:nvPr/>
        </p:nvSpPr>
        <p:spPr bwMode="auto">
          <a:xfrm>
            <a:off x="5961402" y="1557068"/>
            <a:ext cx="1519076" cy="398461"/>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indent="168275"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averages</a:t>
            </a:r>
          </a:p>
        </p:txBody>
      </p:sp>
      <p:sp>
        <p:nvSpPr>
          <p:cNvPr id="7" name="Rectangle 9">
            <a:extLst>
              <a:ext uri="{FF2B5EF4-FFF2-40B4-BE49-F238E27FC236}">
                <a16:creationId xmlns:a16="http://schemas.microsoft.com/office/drawing/2014/main" id="{D3091F56-6A8C-2D75-1713-203B0FE44E47}"/>
              </a:ext>
            </a:extLst>
          </p:cNvPr>
          <p:cNvSpPr>
            <a:spLocks noChangeArrowheads="1"/>
          </p:cNvSpPr>
          <p:nvPr/>
        </p:nvSpPr>
        <p:spPr bwMode="auto">
          <a:xfrm>
            <a:off x="443922" y="2899547"/>
            <a:ext cx="8789856" cy="1610617"/>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lIns="95400" tIns="50760" rIns="95400" bIns="50760">
            <a:spAutoFit/>
          </a:bodyPr>
          <a:lstStyle/>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#!/usr/bin/</a:t>
            </a:r>
            <a:r>
              <a:rPr lang="en-GB" sz="1400" dirty="0" err="1">
                <a:solidFill>
                  <a:srgbClr val="000066"/>
                </a:solidFill>
                <a:latin typeface="Hack" panose="020B0609030202020204" pitchFamily="49" charset="0"/>
                <a:ea typeface="Hack" panose="020B0609030202020204" pitchFamily="49" charset="0"/>
                <a:cs typeface="Hack" panose="020B0609030202020204" pitchFamily="49" charset="0"/>
              </a:rPr>
              <a:t>awk</a:t>
            </a: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-f</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NR == 1 { next }</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 lines++; </a:t>
            </a:r>
            <a:r>
              <a:rPr lang="en-GB" sz="1400" dirty="0" err="1">
                <a:solidFill>
                  <a:srgbClr val="000066"/>
                </a:solidFill>
                <a:latin typeface="Hack" panose="020B0609030202020204" pitchFamily="49" charset="0"/>
                <a:ea typeface="Hack" panose="020B0609030202020204" pitchFamily="49" charset="0"/>
                <a:cs typeface="Hack" panose="020B0609030202020204" pitchFamily="49" charset="0"/>
              </a:rPr>
              <a:t>fullname</a:t>
            </a: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 $1 " " $2</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print </a:t>
            </a:r>
            <a:r>
              <a:rPr lang="en-GB" sz="1400" dirty="0" err="1">
                <a:solidFill>
                  <a:srgbClr val="000066"/>
                </a:solidFill>
                <a:latin typeface="Hack" panose="020B0609030202020204" pitchFamily="49" charset="0"/>
                <a:ea typeface="Hack" panose="020B0609030202020204" pitchFamily="49" charset="0"/>
                <a:cs typeface="Hack" panose="020B0609030202020204" pitchFamily="49" charset="0"/>
              </a:rPr>
              <a:t>fullname</a:t>
            </a: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($3 + $4 + $5 + $6) / 4</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	  sum1 += $3; sum2 += $4; sum3 += $5; sum4 += $6	}</a:t>
            </a:r>
          </a:p>
          <a:p>
            <a:pPr indent="168275"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dirty="0">
                <a:solidFill>
                  <a:srgbClr val="000066"/>
                </a:solidFill>
                <a:latin typeface="Hack" panose="020B0609030202020204" pitchFamily="49" charset="0"/>
                <a:ea typeface="Hack" panose="020B0609030202020204" pitchFamily="49" charset="0"/>
                <a:cs typeface="Hack" panose="020B0609030202020204" pitchFamily="49" charset="0"/>
              </a:rPr>
              <a:t>END	{print "Subject averages: ", sum1/lines, sum2/lines, sum3/lines, sum4/lines}</a:t>
            </a:r>
          </a:p>
        </p:txBody>
      </p:sp>
      <p:sp>
        <p:nvSpPr>
          <p:cNvPr id="8" name="Rectangle 10">
            <a:extLst>
              <a:ext uri="{FF2B5EF4-FFF2-40B4-BE49-F238E27FC236}">
                <a16:creationId xmlns:a16="http://schemas.microsoft.com/office/drawing/2014/main" id="{B2448660-0362-9986-BA50-63B572725031}"/>
              </a:ext>
            </a:extLst>
          </p:cNvPr>
          <p:cNvSpPr>
            <a:spLocks noChangeArrowheads="1"/>
          </p:cNvSpPr>
          <p:nvPr/>
        </p:nvSpPr>
        <p:spPr bwMode="auto">
          <a:xfrm>
            <a:off x="7149263" y="2900372"/>
            <a:ext cx="2094835" cy="378950"/>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averages.awk</a:t>
            </a:r>
          </a:p>
        </p:txBody>
      </p:sp>
      <p:sp>
        <p:nvSpPr>
          <p:cNvPr id="9" name="Text Box 12">
            <a:extLst>
              <a:ext uri="{FF2B5EF4-FFF2-40B4-BE49-F238E27FC236}">
                <a16:creationId xmlns:a16="http://schemas.microsoft.com/office/drawing/2014/main" id="{AEA162E8-22BA-BD76-68D2-34C268627BF1}"/>
              </a:ext>
            </a:extLst>
          </p:cNvPr>
          <p:cNvSpPr txBox="1">
            <a:spLocks noChangeArrowheads="1"/>
          </p:cNvSpPr>
          <p:nvPr/>
        </p:nvSpPr>
        <p:spPr bwMode="auto">
          <a:xfrm>
            <a:off x="4882968" y="4969555"/>
            <a:ext cx="1791772" cy="889220"/>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defTabSz="720725">
              <a:spcBef>
                <a:spcPct val="10000"/>
              </a:spcBef>
              <a:tabLst>
                <a:tab pos="371475" algn="ctr"/>
                <a:tab pos="1112838" algn="l"/>
                <a:tab pos="3895725" algn="l"/>
                <a:tab pos="575151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lines++ </a:t>
            </a:r>
            <a:br>
              <a:rPr lang="en-GB" sz="1600" b="1" dirty="0">
                <a:solidFill>
                  <a:srgbClr val="000000"/>
                </a:solidFill>
              </a:rPr>
            </a:br>
            <a:r>
              <a:rPr lang="en-GB" sz="1600" dirty="0">
                <a:solidFill>
                  <a:srgbClr val="000000"/>
                </a:solidFill>
              </a:rPr>
              <a:t>is the same as:</a:t>
            </a:r>
            <a:br>
              <a:rPr lang="en-GB" sz="1600" dirty="0">
                <a:solidFill>
                  <a:srgbClr val="000000"/>
                </a:solidFill>
              </a:rPr>
            </a:b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lines=lines+1</a:t>
            </a:r>
          </a:p>
        </p:txBody>
      </p:sp>
      <p:sp>
        <p:nvSpPr>
          <p:cNvPr id="10" name="Text Box 13">
            <a:extLst>
              <a:ext uri="{FF2B5EF4-FFF2-40B4-BE49-F238E27FC236}">
                <a16:creationId xmlns:a16="http://schemas.microsoft.com/office/drawing/2014/main" id="{A3B56321-0A56-7D81-BE8B-09049DB67D04}"/>
              </a:ext>
            </a:extLst>
          </p:cNvPr>
          <p:cNvSpPr txBox="1">
            <a:spLocks noChangeArrowheads="1"/>
          </p:cNvSpPr>
          <p:nvPr/>
        </p:nvSpPr>
        <p:spPr bwMode="auto">
          <a:xfrm>
            <a:off x="6901163" y="4980000"/>
            <a:ext cx="2299598" cy="872875"/>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defTabSz="720725">
              <a:spcBef>
                <a:spcPct val="10000"/>
              </a:spcBef>
              <a:tabLst>
                <a:tab pos="371475" algn="ctr"/>
                <a:tab pos="1112838" algn="l"/>
                <a:tab pos="3895725" algn="l"/>
                <a:tab pos="5751513" algn="l"/>
              </a:tabLst>
            </a:pP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sum4 += $6 </a:t>
            </a:r>
            <a:br>
              <a:rPr lang="en-GB" sz="1600" b="1" dirty="0">
                <a:solidFill>
                  <a:srgbClr val="000000"/>
                </a:solidFill>
              </a:rPr>
            </a:br>
            <a:r>
              <a:rPr lang="en-GB" sz="1600" dirty="0">
                <a:solidFill>
                  <a:srgbClr val="000000"/>
                </a:solidFill>
              </a:rPr>
              <a:t>is the same as: </a:t>
            </a:r>
            <a:br>
              <a:rPr lang="en-GB" sz="1600" dirty="0">
                <a:solidFill>
                  <a:srgbClr val="000000"/>
                </a:solidFill>
              </a:rPr>
            </a:br>
            <a:r>
              <a:rPr lang="en-GB" sz="1600" b="1" dirty="0">
                <a:solidFill>
                  <a:srgbClr val="0000C8"/>
                </a:solidFill>
                <a:latin typeface="Hack" panose="020B0609030202020204" pitchFamily="49" charset="0"/>
                <a:ea typeface="Hack" panose="020B0609030202020204" pitchFamily="49" charset="0"/>
                <a:cs typeface="Hack" panose="020B0609030202020204" pitchFamily="49" charset="0"/>
              </a:rPr>
              <a:t>sum4=sum4 + $6</a:t>
            </a:r>
          </a:p>
        </p:txBody>
      </p:sp>
      <p:cxnSp>
        <p:nvCxnSpPr>
          <p:cNvPr id="11" name="Straight Arrow Connector 10">
            <a:extLst>
              <a:ext uri="{FF2B5EF4-FFF2-40B4-BE49-F238E27FC236}">
                <a16:creationId xmlns:a16="http://schemas.microsoft.com/office/drawing/2014/main" id="{82F0A3D9-A9D9-4EE0-340C-84E2ECE08A86}"/>
              </a:ext>
            </a:extLst>
          </p:cNvPr>
          <p:cNvCxnSpPr/>
          <p:nvPr/>
        </p:nvCxnSpPr>
        <p:spPr>
          <a:xfrm flipH="1" flipV="1">
            <a:off x="2567858" y="3602462"/>
            <a:ext cx="2303813" cy="1365662"/>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4A740F9-62BB-6A8D-6338-054FC2430E02}"/>
              </a:ext>
            </a:extLst>
          </p:cNvPr>
          <p:cNvCxnSpPr/>
          <p:nvPr/>
        </p:nvCxnSpPr>
        <p:spPr>
          <a:xfrm flipH="1" flipV="1">
            <a:off x="6973604" y="4089351"/>
            <a:ext cx="902524" cy="1009403"/>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23279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BB6A02-44EF-CA22-EE20-B78697A39DEB}"/>
              </a:ext>
            </a:extLst>
          </p:cNvPr>
          <p:cNvSpPr>
            <a:spLocks noGrp="1"/>
          </p:cNvSpPr>
          <p:nvPr>
            <p:ph type="ctrTitle"/>
          </p:nvPr>
        </p:nvSpPr>
        <p:spPr/>
        <p:txBody>
          <a:bodyPr/>
          <a:lstStyle/>
          <a:p>
            <a:r>
              <a:rPr lang="en-GB" dirty="0"/>
              <a:t>awk for programmers</a:t>
            </a:r>
          </a:p>
        </p:txBody>
      </p:sp>
      <p:sp>
        <p:nvSpPr>
          <p:cNvPr id="5123" name="Rectangle 3"/>
          <p:cNvSpPr>
            <a:spLocks noGrp="1" noChangeArrowheads="1"/>
          </p:cNvSpPr>
          <p:nvPr>
            <p:ph sz="quarter" idx="4"/>
          </p:nvPr>
        </p:nvSpPr>
        <p:spPr/>
        <p:txBody>
          <a:bodyPr/>
          <a:lstStyle/>
          <a:p>
            <a:pPr marL="285750" indent="-285750">
              <a:buFont typeface="Arial" panose="020B0604020202020204" pitchFamily="34" charset="0"/>
              <a:buChar char="•"/>
            </a:pPr>
            <a:r>
              <a:rPr lang="en-GB" sz="1800" dirty="0">
                <a:solidFill>
                  <a:schemeClr val="tx1"/>
                </a:solidFill>
                <a:latin typeface="+mn-lt"/>
              </a:rPr>
              <a:t>Conditionals</a:t>
            </a:r>
          </a:p>
          <a:p>
            <a:pPr lvl="1">
              <a:buFont typeface="Arial" panose="020B0604020202020204" pitchFamily="34" charset="0"/>
              <a:buChar char="•"/>
            </a:pPr>
            <a:r>
              <a:rPr lang="en-GB" sz="1800" dirty="0">
                <a:latin typeface="+mn-lt"/>
              </a:rPr>
              <a:t>Full range of Boolean operators</a:t>
            </a:r>
          </a:p>
          <a:p>
            <a:pPr lvl="1">
              <a:buFont typeface="Arial" panose="020B0604020202020204" pitchFamily="34" charset="0"/>
              <a:buChar char="•"/>
            </a:pP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if</a:t>
            </a:r>
            <a:r>
              <a:rPr lang="en-GB" sz="1800" dirty="0">
                <a:latin typeface="+mn-lt"/>
              </a:rPr>
              <a:t> statement</a:t>
            </a:r>
          </a:p>
          <a:p>
            <a:pPr marL="285750" indent="-285750">
              <a:buFont typeface="Arial" panose="020B0604020202020204" pitchFamily="34" charset="0"/>
              <a:buChar char="•"/>
            </a:pPr>
            <a:r>
              <a:rPr lang="en-GB" sz="1800" dirty="0">
                <a:solidFill>
                  <a:schemeClr val="tx1"/>
                </a:solidFill>
                <a:latin typeface="+mn-lt"/>
              </a:rPr>
              <a:t>Loops</a:t>
            </a:r>
          </a:p>
          <a:p>
            <a:pPr lvl="1">
              <a:buFont typeface="Arial" panose="020B0604020202020204" pitchFamily="34" charset="0"/>
              <a:buChar char="•"/>
            </a:pP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while</a:t>
            </a:r>
            <a:r>
              <a:rPr lang="en-GB" sz="1800" dirty="0">
                <a:latin typeface="+mn-lt"/>
              </a:rPr>
              <a:t> loop (entry and exit condition)</a:t>
            </a:r>
          </a:p>
          <a:p>
            <a:pPr lvl="1">
              <a:buFont typeface="Arial" panose="020B0604020202020204" pitchFamily="34" charset="0"/>
              <a:buChar char="•"/>
            </a:pP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for</a:t>
            </a:r>
            <a:r>
              <a:rPr lang="en-GB" sz="1800" dirty="0">
                <a:latin typeface="+mn-lt"/>
              </a:rPr>
              <a:t> loops</a:t>
            </a:r>
          </a:p>
          <a:p>
            <a:pPr marL="285750" indent="-285750">
              <a:buFont typeface="Arial" panose="020B0604020202020204" pitchFamily="34" charset="0"/>
              <a:buChar char="•"/>
            </a:pPr>
            <a:r>
              <a:rPr lang="en-GB" sz="1800" dirty="0">
                <a:solidFill>
                  <a:schemeClr val="tx1"/>
                </a:solidFill>
                <a:latin typeface="+mn-lt"/>
              </a:rPr>
              <a:t>Arrays</a:t>
            </a:r>
          </a:p>
          <a:p>
            <a:pPr lvl="1">
              <a:buFont typeface="Arial" panose="020B0604020202020204" pitchFamily="34" charset="0"/>
              <a:buChar char="•"/>
            </a:pPr>
            <a:r>
              <a:rPr lang="en-GB" sz="1800" dirty="0">
                <a:latin typeface="+mn-lt"/>
              </a:rPr>
              <a:t>Indexed by position</a:t>
            </a:r>
          </a:p>
          <a:p>
            <a:pPr lvl="1">
              <a:buFont typeface="Arial" panose="020B0604020202020204" pitchFamily="34" charset="0"/>
              <a:buChar char="•"/>
            </a:pPr>
            <a:r>
              <a:rPr lang="en-GB" sz="1800" dirty="0">
                <a:latin typeface="+mn-lt"/>
              </a:rPr>
              <a:t>Associative, indexed by key</a:t>
            </a:r>
          </a:p>
          <a:p>
            <a:pPr marL="285750" indent="-285750">
              <a:buFont typeface="Arial" panose="020B0604020202020204" pitchFamily="34" charset="0"/>
              <a:buChar char="•"/>
            </a:pPr>
            <a:r>
              <a:rPr lang="en-GB" sz="1800" dirty="0">
                <a:solidFill>
                  <a:schemeClr val="tx1"/>
                </a:solidFill>
                <a:latin typeface="+mn-lt"/>
              </a:rPr>
              <a:t>Functions</a:t>
            </a:r>
          </a:p>
          <a:p>
            <a:pPr marL="285750" indent="-285750">
              <a:lnSpc>
                <a:spcPct val="100000"/>
              </a:lnSpc>
              <a:buFont typeface="Arial" panose="020B0604020202020204" pitchFamily="34" charset="0"/>
              <a:buChar char="•"/>
            </a:pPr>
            <a:endParaRPr lang="en-GB" dirty="0">
              <a:solidFill>
                <a:schemeClr val="tx1"/>
              </a:solidFill>
            </a:endParaRPr>
          </a:p>
        </p:txBody>
      </p:sp>
      <p:sp>
        <p:nvSpPr>
          <p:cNvPr id="2" name="Slide Number Placeholder 1">
            <a:extLst>
              <a:ext uri="{FF2B5EF4-FFF2-40B4-BE49-F238E27FC236}">
                <a16:creationId xmlns:a16="http://schemas.microsoft.com/office/drawing/2014/main" id="{0F4F3ED4-176A-EECF-E5F3-EA8D9520B7FD}"/>
              </a:ext>
            </a:extLst>
          </p:cNvPr>
          <p:cNvSpPr>
            <a:spLocks noGrp="1"/>
          </p:cNvSpPr>
          <p:nvPr>
            <p:ph type="sldNum" sz="quarter" idx="12"/>
          </p:nvPr>
        </p:nvSpPr>
        <p:spPr>
          <a:prstGeom prst="rect">
            <a:avLst/>
          </a:prstGeom>
        </p:spPr>
        <p:txBody>
          <a:bodyPr/>
          <a:lstStyle/>
          <a:p>
            <a:fld id="{EF892D59-8F09-EF4B-AD6D-DA609442F868}" type="slidenum">
              <a:rPr lang="en-GB" smtClean="0"/>
              <a:pPr/>
              <a:t>14</a:t>
            </a:fld>
            <a:endParaRPr lang="en-GB" dirty="0"/>
          </a:p>
        </p:txBody>
      </p:sp>
    </p:spTree>
    <p:extLst>
      <p:ext uri="{BB962C8B-B14F-4D97-AF65-F5344CB8AC3E}">
        <p14:creationId xmlns:p14="http://schemas.microsoft.com/office/powerpoint/2010/main" val="276487710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C80899-B3FB-2925-6B93-C0947CDA5C33}"/>
              </a:ext>
            </a:extLst>
          </p:cNvPr>
          <p:cNvSpPr>
            <a:spLocks noGrp="1"/>
          </p:cNvSpPr>
          <p:nvPr>
            <p:ph type="ctrTitle"/>
          </p:nvPr>
        </p:nvSpPr>
        <p:spPr/>
        <p:txBody>
          <a:bodyPr/>
          <a:lstStyle/>
          <a:p>
            <a:r>
              <a:rPr lang="en-GB" dirty="0"/>
              <a:t>Food for thought</a:t>
            </a:r>
          </a:p>
        </p:txBody>
      </p:sp>
      <p:sp>
        <p:nvSpPr>
          <p:cNvPr id="5123" name="Rectangle 3"/>
          <p:cNvSpPr>
            <a:spLocks noGrp="1" noChangeArrowheads="1"/>
          </p:cNvSpPr>
          <p:nvPr>
            <p:ph sz="quarter" idx="4"/>
          </p:nvPr>
        </p:nvSpPr>
        <p:spPr/>
        <p:txBody>
          <a:bodyPr/>
          <a:lstStyle/>
          <a:p>
            <a:pPr marL="285750" indent="-285750">
              <a:buFont typeface="Arial" panose="020B0604020202020204" pitchFamily="34" charset="0"/>
              <a:buChar char="•"/>
            </a:pP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latin typeface="+mn-lt"/>
              </a:rPr>
              <a:t> </a:t>
            </a:r>
            <a:r>
              <a:rPr lang="en-GB" sz="1800" dirty="0">
                <a:solidFill>
                  <a:schemeClr val="tx1"/>
                </a:solidFill>
                <a:latin typeface="+mn-lt"/>
              </a:rPr>
              <a:t>is a wonderful tool but…</a:t>
            </a:r>
          </a:p>
          <a:p>
            <a:pPr lvl="1">
              <a:buFont typeface="Arial" panose="020B0604020202020204" pitchFamily="34" charset="0"/>
              <a:buChar char="•"/>
            </a:pPr>
            <a:r>
              <a:rPr lang="en-GB" sz="1800" dirty="0">
                <a:latin typeface="+mn-lt"/>
              </a:rPr>
              <a:t>It is often used unnecessarily.</a:t>
            </a:r>
          </a:p>
          <a:p>
            <a:pPr lvl="1">
              <a:buFont typeface="Arial" panose="020B0604020202020204" pitchFamily="34" charset="0"/>
              <a:buChar char="•"/>
            </a:pPr>
            <a:r>
              <a:rPr lang="en-GB" sz="1800" dirty="0">
                <a:latin typeface="+mn-lt"/>
              </a:rPr>
              <a:t>It carries the overhead of a (large) child process.</a:t>
            </a:r>
          </a:p>
        </p:txBody>
      </p:sp>
      <p:sp>
        <p:nvSpPr>
          <p:cNvPr id="4" name="Slide Number Placeholder 1">
            <a:extLst>
              <a:ext uri="{FF2B5EF4-FFF2-40B4-BE49-F238E27FC236}">
                <a16:creationId xmlns:a16="http://schemas.microsoft.com/office/drawing/2014/main" id="{6E9C0E66-2BC7-BB66-E73B-59D043E62418}"/>
              </a:ext>
            </a:extLst>
          </p:cNvPr>
          <p:cNvSpPr>
            <a:spLocks noGrp="1"/>
          </p:cNvSpPr>
          <p:nvPr>
            <p:ph type="sldNum" sz="quarter" idx="12"/>
          </p:nvPr>
        </p:nvSpPr>
        <p:spPr>
          <a:prstGeom prst="rect">
            <a:avLst/>
          </a:prstGeom>
        </p:spPr>
        <p:txBody>
          <a:bodyPr/>
          <a:lstStyle/>
          <a:p>
            <a:fld id="{EF892D59-8F09-EF4B-AD6D-DA609442F868}" type="slidenum">
              <a:rPr lang="en-GB" smtClean="0"/>
              <a:pPr/>
              <a:t>15</a:t>
            </a:fld>
            <a:endParaRPr lang="en-GB" dirty="0"/>
          </a:p>
        </p:txBody>
      </p:sp>
      <p:sp>
        <p:nvSpPr>
          <p:cNvPr id="2" name="Text Box 4">
            <a:extLst>
              <a:ext uri="{FF2B5EF4-FFF2-40B4-BE49-F238E27FC236}">
                <a16:creationId xmlns:a16="http://schemas.microsoft.com/office/drawing/2014/main" id="{D4245228-7BD2-C44B-09B8-39A3D0CA5D6B}"/>
              </a:ext>
            </a:extLst>
          </p:cNvPr>
          <p:cNvSpPr txBox="1">
            <a:spLocks noChangeArrowheads="1"/>
          </p:cNvSpPr>
          <p:nvPr/>
        </p:nvSpPr>
        <p:spPr bwMode="auto">
          <a:xfrm>
            <a:off x="643743" y="3171380"/>
            <a:ext cx="5569528" cy="400110"/>
          </a:xfrm>
          <a:prstGeom prst="rect">
            <a:avLst/>
          </a:prstGeom>
          <a:solidFill>
            <a:schemeClr val="tx1"/>
          </a:solidFill>
          <a:ln>
            <a:solidFill>
              <a:schemeClr val="accent1">
                <a:shade val="50000"/>
              </a:schemeClr>
            </a:solidFill>
          </a:ln>
        </p:spPr>
        <p:txBody>
          <a:bodyPr wrap="square" rtlCol="0">
            <a:noAutofit/>
          </a:bodyPr>
          <a:lstStyle/>
          <a:p>
            <a:pPr defTabSz="449263">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C000"/>
                </a:solidFill>
                <a:latin typeface="Hack" panose="020B0609030202020204" pitchFamily="49" charset="0"/>
                <a:ea typeface="Hack" panose="020B0609030202020204" pitchFamily="49" charset="0"/>
                <a:cs typeface="Hack" panose="020B0609030202020204" pitchFamily="49" charset="0"/>
              </a:rPr>
              <a:t>$</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 ls –l | awk '{print $9, $5}'</a:t>
            </a:r>
          </a:p>
        </p:txBody>
      </p:sp>
      <p:sp>
        <p:nvSpPr>
          <p:cNvPr id="3" name="Text Box 5">
            <a:extLst>
              <a:ext uri="{FF2B5EF4-FFF2-40B4-BE49-F238E27FC236}">
                <a16:creationId xmlns:a16="http://schemas.microsoft.com/office/drawing/2014/main" id="{5BF8F03B-5842-8862-EAB9-A7B1C0126833}"/>
              </a:ext>
            </a:extLst>
          </p:cNvPr>
          <p:cNvSpPr txBox="1">
            <a:spLocks noChangeArrowheads="1"/>
          </p:cNvSpPr>
          <p:nvPr/>
        </p:nvSpPr>
        <p:spPr bwMode="auto">
          <a:xfrm>
            <a:off x="643743" y="3775548"/>
            <a:ext cx="5581402" cy="2533177"/>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wrap="square"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function f_getfields</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   ls -l "$@“ | while read</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   do</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      set -- $REPLY</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      echo "$9 $5"</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   done</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dirty="0">
                <a:solidFill>
                  <a:srgbClr val="000066"/>
                </a:solidFill>
                <a:latin typeface="Hack" panose="020B0609030202020204" pitchFamily="49" charset="0"/>
                <a:ea typeface="Hack" panose="020B0609030202020204" pitchFamily="49" charset="0"/>
                <a:cs typeface="Hack" panose="020B0609030202020204" pitchFamily="49" charset="0"/>
              </a:rPr>
              <a:t>}</a:t>
            </a:r>
            <a:endParaRPr lang="en-GB" sz="1600" dirty="0">
              <a:solidFill>
                <a:srgbClr val="000066"/>
              </a:solidFill>
              <a:latin typeface="Hack" panose="020B0609030202020204" pitchFamily="49" charset="0"/>
              <a:ea typeface="Hack" panose="020B0609030202020204" pitchFamily="49" charset="0"/>
              <a:cs typeface="Hack" panose="020B0609030202020204" pitchFamily="49" charset="0"/>
            </a:endParaRPr>
          </a:p>
        </p:txBody>
      </p:sp>
      <p:sp>
        <p:nvSpPr>
          <p:cNvPr id="13" name="Text Box 6">
            <a:extLst>
              <a:ext uri="{FF2B5EF4-FFF2-40B4-BE49-F238E27FC236}">
                <a16:creationId xmlns:a16="http://schemas.microsoft.com/office/drawing/2014/main" id="{1235B1E1-ED68-169B-F521-B58FF5023C3C}"/>
              </a:ext>
            </a:extLst>
          </p:cNvPr>
          <p:cNvSpPr txBox="1">
            <a:spLocks noChangeArrowheads="1"/>
          </p:cNvSpPr>
          <p:nvPr/>
        </p:nvSpPr>
        <p:spPr bwMode="auto">
          <a:xfrm>
            <a:off x="6765910" y="3003158"/>
            <a:ext cx="2646239" cy="707886"/>
          </a:xfrm>
          <a:prstGeom prst="rect">
            <a:avLst/>
          </a:prstGeom>
          <a:noFill/>
          <a:ln w="9525">
            <a:noFill/>
            <a:miter lim="800000"/>
            <a:headEnd/>
            <a:tailEnd/>
          </a:ln>
          <a:effectLst/>
        </p:spPr>
        <p:txBody>
          <a:bodyPr wrap="square">
            <a:spAutoFit/>
          </a:bodyPr>
          <a:lstStyle/>
          <a:p>
            <a:pPr algn="ctr">
              <a:spcBef>
                <a:spcPct val="0"/>
              </a:spcBef>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2000" b="1" dirty="0"/>
              <a:t> </a:t>
            </a:r>
            <a:r>
              <a:rPr lang="en-GB" sz="2000" dirty="0"/>
              <a:t>is convenient on</a:t>
            </a:r>
            <a:br>
              <a:rPr lang="en-GB" sz="2000" dirty="0"/>
            </a:br>
            <a:r>
              <a:rPr lang="en-GB" sz="2000" dirty="0"/>
              <a:t>the command line.</a:t>
            </a:r>
          </a:p>
        </p:txBody>
      </p:sp>
      <p:sp>
        <p:nvSpPr>
          <p:cNvPr id="14" name="Text Box 8">
            <a:extLst>
              <a:ext uri="{FF2B5EF4-FFF2-40B4-BE49-F238E27FC236}">
                <a16:creationId xmlns:a16="http://schemas.microsoft.com/office/drawing/2014/main" id="{C7E4DC1F-18CB-D5E7-A21C-1F38173529C2}"/>
              </a:ext>
            </a:extLst>
          </p:cNvPr>
          <p:cNvSpPr txBox="1">
            <a:spLocks noChangeArrowheads="1"/>
          </p:cNvSpPr>
          <p:nvPr/>
        </p:nvSpPr>
        <p:spPr bwMode="auto">
          <a:xfrm>
            <a:off x="7034459" y="4125386"/>
            <a:ext cx="2281142" cy="400110"/>
          </a:xfrm>
          <a:prstGeom prst="rect">
            <a:avLst/>
          </a:prstGeom>
          <a:noFill/>
          <a:ln w="9525">
            <a:noFill/>
            <a:miter lim="800000"/>
            <a:headEnd/>
            <a:tailEnd/>
          </a:ln>
          <a:effectLst/>
        </p:spPr>
        <p:txBody>
          <a:bodyPr wrap="square">
            <a:spAutoFit/>
          </a:bodyPr>
          <a:lstStyle/>
          <a:p>
            <a:pPr>
              <a:spcBef>
                <a:spcPct val="0"/>
              </a:spcBef>
            </a:pPr>
            <a:r>
              <a:rPr lang="en-GB" sz="2000" dirty="0"/>
              <a:t>Isn't it like </a:t>
            </a: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2000" dirty="0"/>
              <a:t>?</a:t>
            </a:r>
          </a:p>
        </p:txBody>
      </p:sp>
      <p:cxnSp>
        <p:nvCxnSpPr>
          <p:cNvPr id="15" name="Straight Arrow Connector 14">
            <a:extLst>
              <a:ext uri="{FF2B5EF4-FFF2-40B4-BE49-F238E27FC236}">
                <a16:creationId xmlns:a16="http://schemas.microsoft.com/office/drawing/2014/main" id="{4FDDDD70-B4D5-D3B0-BD73-CA1E82EBD4E1}"/>
              </a:ext>
            </a:extLst>
          </p:cNvPr>
          <p:cNvCxnSpPr>
            <a:cxnSpLocks/>
            <a:stCxn id="14" idx="1"/>
          </p:cNvCxnSpPr>
          <p:nvPr/>
        </p:nvCxnSpPr>
        <p:spPr>
          <a:xfrm flipH="1">
            <a:off x="4607200" y="4325441"/>
            <a:ext cx="2427259" cy="711130"/>
          </a:xfrm>
          <a:prstGeom prst="straightConnector1">
            <a:avLst/>
          </a:prstGeom>
          <a:ln w="19050">
            <a:solidFill>
              <a:srgbClr val="134183"/>
            </a:solidFill>
            <a:tailEnd type="arrow"/>
          </a:ln>
        </p:spPr>
        <p:style>
          <a:lnRef idx="1">
            <a:schemeClr val="accent1"/>
          </a:lnRef>
          <a:fillRef idx="0">
            <a:schemeClr val="accent1"/>
          </a:fillRef>
          <a:effectRef idx="0">
            <a:schemeClr val="accent1"/>
          </a:effectRef>
          <a:fontRef idx="minor">
            <a:schemeClr val="tx1"/>
          </a:fontRef>
        </p:style>
      </p:cxnSp>
      <p:sp>
        <p:nvSpPr>
          <p:cNvPr id="16" name="Oval Callout 13">
            <a:extLst>
              <a:ext uri="{FF2B5EF4-FFF2-40B4-BE49-F238E27FC236}">
                <a16:creationId xmlns:a16="http://schemas.microsoft.com/office/drawing/2014/main" id="{F7843B21-458E-7C42-1131-E41CC9A3BC02}"/>
              </a:ext>
            </a:extLst>
          </p:cNvPr>
          <p:cNvSpPr/>
          <p:nvPr/>
        </p:nvSpPr>
        <p:spPr>
          <a:xfrm>
            <a:off x="6462652" y="4883062"/>
            <a:ext cx="3748148" cy="1182385"/>
          </a:xfrm>
          <a:prstGeom prst="wedgeEllipseCallout">
            <a:avLst>
              <a:gd name="adj1" fmla="val -46201"/>
              <a:gd name="adj2" fmla="val 21678"/>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r>
              <a:rPr lang="en-GB" dirty="0"/>
              <a:t>Built-ins are more </a:t>
            </a:r>
            <a:br>
              <a:rPr lang="en-GB" dirty="0"/>
            </a:br>
            <a:r>
              <a:rPr lang="en-GB" dirty="0"/>
              <a:t>efficient in a script</a:t>
            </a:r>
          </a:p>
          <a:p>
            <a:pPr algn="ctr"/>
            <a:r>
              <a:rPr lang="en-GB" sz="1600" i="1" dirty="0"/>
              <a:t>but require more effort</a:t>
            </a:r>
          </a:p>
        </p:txBody>
      </p:sp>
    </p:spTree>
    <p:extLst>
      <p:ext uri="{BB962C8B-B14F-4D97-AF65-F5344CB8AC3E}">
        <p14:creationId xmlns:p14="http://schemas.microsoft.com/office/powerpoint/2010/main" val="415698526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4AABDA-D5CB-976D-CD44-6B566AA4E5DF}"/>
              </a:ext>
            </a:extLst>
          </p:cNvPr>
          <p:cNvSpPr>
            <a:spLocks noGrp="1"/>
          </p:cNvSpPr>
          <p:nvPr>
            <p:ph type="ctrTitle"/>
          </p:nvPr>
        </p:nvSpPr>
        <p:spPr/>
        <p:txBody>
          <a:bodyPr/>
          <a:lstStyle/>
          <a:p>
            <a:r>
              <a:rPr lang="en-GB" dirty="0"/>
              <a:t>Conditions</a:t>
            </a:r>
          </a:p>
        </p:txBody>
      </p:sp>
      <p:sp>
        <p:nvSpPr>
          <p:cNvPr id="5123" name="Rectangle 3"/>
          <p:cNvSpPr>
            <a:spLocks noGrp="1" noChangeArrowheads="1"/>
          </p:cNvSpPr>
          <p:nvPr>
            <p:ph sz="quarter" idx="4"/>
          </p:nvPr>
        </p:nvSpPr>
        <p:spPr/>
        <p:txBody>
          <a:bodyPr/>
          <a:lstStyle/>
          <a:p>
            <a:pPr marL="285750" indent="-285750">
              <a:buFont typeface="Arial" panose="020B0604020202020204" pitchFamily="34" charset="0"/>
              <a:buChar char="•"/>
            </a:pPr>
            <a:r>
              <a:rPr lang="en-GB" dirty="0">
                <a:latin typeface="+mn-lt"/>
              </a:rPr>
              <a:t>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latin typeface="+mn-lt"/>
              </a:rPr>
              <a:t> </a:t>
            </a:r>
            <a:r>
              <a:rPr lang="en-GB" sz="1800" dirty="0">
                <a:solidFill>
                  <a:schemeClr val="tx1"/>
                </a:solidFill>
                <a:latin typeface="+mn-lt"/>
              </a:rPr>
              <a:t>supports an if else statement.</a:t>
            </a:r>
          </a:p>
          <a:p>
            <a:pPr lvl="1">
              <a:lnSpc>
                <a:spcPct val="90000"/>
              </a:lnSpc>
              <a:buFont typeface="Arial" panose="020B0604020202020204" pitchFamily="34" charset="0"/>
              <a:buChar char="•"/>
            </a:pPr>
            <a:r>
              <a:rPr lang="en-GB" sz="1800" dirty="0">
                <a:latin typeface="+mn-lt"/>
              </a:rPr>
              <a:t>It evaluates an expression placed in parentheses.</a:t>
            </a:r>
          </a:p>
          <a:p>
            <a:pPr lvl="1">
              <a:lnSpc>
                <a:spcPct val="90000"/>
              </a:lnSpc>
              <a:buFont typeface="Arial" panose="020B0604020202020204" pitchFamily="34" charset="0"/>
              <a:buChar char="•"/>
            </a:pPr>
            <a:r>
              <a:rPr lang="en-GB" sz="1800" dirty="0">
                <a:latin typeface="+mn-lt"/>
              </a:rPr>
              <a:t>Braces must be used if more than one statement is required.</a:t>
            </a:r>
          </a:p>
          <a:p>
            <a:pPr marL="285750" indent="-285750">
              <a:lnSpc>
                <a:spcPct val="90000"/>
              </a:lnSpc>
              <a:spcBef>
                <a:spcPct val="40000"/>
              </a:spcBef>
              <a:buFont typeface="Arial" panose="020B0604020202020204" pitchFamily="34" charset="0"/>
              <a:buChar char="•"/>
            </a:pPr>
            <a:r>
              <a:rPr lang="en-GB" sz="1800" dirty="0">
                <a:latin typeface="+mn-lt"/>
              </a:rPr>
              <a:t>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latin typeface="+mn-lt"/>
              </a:rPr>
              <a:t> </a:t>
            </a:r>
            <a:r>
              <a:rPr lang="en-GB" sz="1800" dirty="0">
                <a:solidFill>
                  <a:schemeClr val="tx1"/>
                </a:solidFill>
                <a:latin typeface="+mn-lt"/>
              </a:rPr>
              <a:t>is not fussy about spacing:</a:t>
            </a:r>
          </a:p>
          <a:p>
            <a:pPr lvl="1">
              <a:lnSpc>
                <a:spcPct val="90000"/>
              </a:lnSpc>
              <a:buFont typeface="Arial" panose="020B0604020202020204" pitchFamily="34" charset="0"/>
              <a:buChar char="•"/>
            </a:pPr>
            <a:r>
              <a:rPr lang="en-GB" sz="1800" dirty="0">
                <a:latin typeface="+mn-lt"/>
              </a:rPr>
              <a:t>Around the parentheses.</a:t>
            </a:r>
          </a:p>
          <a:p>
            <a:pPr lvl="1">
              <a:lnSpc>
                <a:spcPct val="90000"/>
              </a:lnSpc>
              <a:buFont typeface="Arial" panose="020B0604020202020204" pitchFamily="34" charset="0"/>
              <a:buChar char="•"/>
            </a:pPr>
            <a:r>
              <a:rPr lang="en-GB" sz="1800" dirty="0">
                <a:latin typeface="+mn-lt"/>
              </a:rPr>
              <a:t>Or (unlike </a:t>
            </a:r>
            <a:r>
              <a:rPr lang="en-GB" sz="1800" b="1" dirty="0" err="1">
                <a:solidFill>
                  <a:srgbClr val="0000C8"/>
                </a:solidFill>
                <a:latin typeface="Hack" panose="020B0609030202020204" pitchFamily="49" charset="0"/>
                <a:ea typeface="Hack" panose="020B0609030202020204" pitchFamily="49" charset="0"/>
                <a:cs typeface="Hack" panose="020B0609030202020204" pitchFamily="49" charset="0"/>
              </a:rPr>
              <a:t>sed</a:t>
            </a:r>
            <a:r>
              <a:rPr lang="en-GB" sz="1800" dirty="0">
                <a:latin typeface="+mn-lt"/>
              </a:rPr>
              <a:t>) the braces. </a:t>
            </a:r>
          </a:p>
          <a:p>
            <a:pPr marL="285750" indent="-285750">
              <a:lnSpc>
                <a:spcPct val="90000"/>
              </a:lnSpc>
              <a:spcBef>
                <a:spcPct val="40000"/>
              </a:spcBef>
              <a:buFont typeface="Arial" panose="020B0604020202020204" pitchFamily="34" charset="0"/>
              <a:buChar char="•"/>
            </a:pPr>
            <a:r>
              <a:rPr lang="en-GB" sz="1800" dirty="0">
                <a:latin typeface="+mn-lt"/>
              </a:rPr>
              <a:t> </a:t>
            </a:r>
            <a:r>
              <a:rPr lang="en-GB" sz="1800" dirty="0">
                <a:solidFill>
                  <a:schemeClr val="tx1"/>
                </a:solidFill>
                <a:latin typeface="+mn-lt"/>
              </a:rPr>
              <a:t>Indentation is not required:</a:t>
            </a:r>
          </a:p>
          <a:p>
            <a:pPr lvl="1">
              <a:lnSpc>
                <a:spcPct val="90000"/>
              </a:lnSpc>
              <a:buFont typeface="Arial" panose="020B0604020202020204" pitchFamily="34" charset="0"/>
              <a:buChar char="•"/>
            </a:pPr>
            <a:r>
              <a:rPr lang="en-GB" sz="1800" dirty="0">
                <a:latin typeface="+mn-lt"/>
              </a:rPr>
              <a:t>But is recommended to improve readability.</a:t>
            </a:r>
          </a:p>
        </p:txBody>
      </p:sp>
      <p:sp>
        <p:nvSpPr>
          <p:cNvPr id="4" name="Slide Number Placeholder 1">
            <a:extLst>
              <a:ext uri="{FF2B5EF4-FFF2-40B4-BE49-F238E27FC236}">
                <a16:creationId xmlns:a16="http://schemas.microsoft.com/office/drawing/2014/main" id="{1872EB62-FF05-C1E7-CD0A-FC3D2EA435F6}"/>
              </a:ext>
            </a:extLst>
          </p:cNvPr>
          <p:cNvSpPr>
            <a:spLocks noGrp="1"/>
          </p:cNvSpPr>
          <p:nvPr>
            <p:ph type="sldNum" sz="quarter" idx="12"/>
          </p:nvPr>
        </p:nvSpPr>
        <p:spPr>
          <a:prstGeom prst="rect">
            <a:avLst/>
          </a:prstGeom>
        </p:spPr>
        <p:txBody>
          <a:bodyPr/>
          <a:lstStyle/>
          <a:p>
            <a:fld id="{EF892D59-8F09-EF4B-AD6D-DA609442F868}" type="slidenum">
              <a:rPr lang="en-GB" smtClean="0"/>
              <a:pPr/>
              <a:t>16</a:t>
            </a:fld>
            <a:endParaRPr lang="en-GB" dirty="0"/>
          </a:p>
        </p:txBody>
      </p:sp>
      <p:sp>
        <p:nvSpPr>
          <p:cNvPr id="2" name="Rounded Rectangle 11">
            <a:extLst>
              <a:ext uri="{FF2B5EF4-FFF2-40B4-BE49-F238E27FC236}">
                <a16:creationId xmlns:a16="http://schemas.microsoft.com/office/drawing/2014/main" id="{12672BA2-0805-7031-6C6A-7B2D254819C6}"/>
              </a:ext>
            </a:extLst>
          </p:cNvPr>
          <p:cNvSpPr/>
          <p:nvPr/>
        </p:nvSpPr>
        <p:spPr>
          <a:xfrm>
            <a:off x="514350" y="4911160"/>
            <a:ext cx="3718560" cy="1569720"/>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indent="457200" defTabSz="720725">
              <a:spcBef>
                <a:spcPct val="10000"/>
              </a:spcBef>
              <a:tabLst>
                <a:tab pos="371475" algn="l"/>
                <a:tab pos="3895725" algn="l"/>
                <a:tab pos="5751513" algn="l"/>
              </a:tabLst>
            </a:pPr>
            <a:r>
              <a:rPr lang="en-GB" sz="2000" b="1" dirty="0">
                <a:solidFill>
                  <a:srgbClr val="0000C8"/>
                </a:solidFill>
              </a:rPr>
              <a:t>if ( </a:t>
            </a:r>
            <a:r>
              <a:rPr lang="en-GB" sz="2000" dirty="0">
                <a:solidFill>
                  <a:srgbClr val="0000C8"/>
                </a:solidFill>
              </a:rPr>
              <a:t>expression </a:t>
            </a:r>
            <a:r>
              <a:rPr lang="en-GB" sz="2000" b="1" dirty="0">
                <a:solidFill>
                  <a:srgbClr val="0000C8"/>
                </a:solidFill>
              </a:rPr>
              <a:t>)</a:t>
            </a:r>
          </a:p>
          <a:p>
            <a:pPr indent="457200" defTabSz="720725">
              <a:spcBef>
                <a:spcPct val="10000"/>
              </a:spcBef>
              <a:tabLst>
                <a:tab pos="371475" algn="l"/>
                <a:tab pos="1036638" algn="l"/>
                <a:tab pos="3895725" algn="l"/>
                <a:tab pos="5751513" algn="l"/>
              </a:tabLst>
            </a:pPr>
            <a:r>
              <a:rPr lang="en-GB" sz="2000" dirty="0">
                <a:solidFill>
                  <a:srgbClr val="0000C8"/>
                </a:solidFill>
              </a:rPr>
              <a:t>	action1</a:t>
            </a:r>
          </a:p>
          <a:p>
            <a:pPr indent="457200" defTabSz="720725">
              <a:spcBef>
                <a:spcPct val="10000"/>
              </a:spcBef>
              <a:tabLst>
                <a:tab pos="371475" algn="l"/>
                <a:tab pos="1036638" algn="l"/>
                <a:tab pos="3895725" algn="l"/>
                <a:tab pos="5751513" algn="l"/>
              </a:tabLst>
            </a:pPr>
            <a:r>
              <a:rPr lang="en-GB" sz="2000" b="1" dirty="0">
                <a:solidFill>
                  <a:srgbClr val="0000C8"/>
                </a:solidFill>
              </a:rPr>
              <a:t>else</a:t>
            </a:r>
            <a:endParaRPr lang="en-GB" sz="2000" dirty="0">
              <a:solidFill>
                <a:srgbClr val="0000C8"/>
              </a:solidFill>
            </a:endParaRPr>
          </a:p>
          <a:p>
            <a:pPr indent="457200" defTabSz="720725">
              <a:spcBef>
                <a:spcPct val="10000"/>
              </a:spcBef>
              <a:tabLst>
                <a:tab pos="371475" algn="l"/>
                <a:tab pos="1036638" algn="l"/>
                <a:tab pos="3895725" algn="l"/>
                <a:tab pos="5751513" algn="l"/>
              </a:tabLst>
            </a:pPr>
            <a:r>
              <a:rPr lang="en-GB" sz="2000" dirty="0">
                <a:solidFill>
                  <a:srgbClr val="0000C8"/>
                </a:solidFill>
              </a:rPr>
              <a:t>	action2</a:t>
            </a:r>
          </a:p>
        </p:txBody>
      </p:sp>
      <p:sp>
        <p:nvSpPr>
          <p:cNvPr id="3" name="Rounded Rectangle 12">
            <a:extLst>
              <a:ext uri="{FF2B5EF4-FFF2-40B4-BE49-F238E27FC236}">
                <a16:creationId xmlns:a16="http://schemas.microsoft.com/office/drawing/2014/main" id="{1A15723B-6CB4-377E-1E81-7F7577A9C5B1}"/>
              </a:ext>
            </a:extLst>
          </p:cNvPr>
          <p:cNvSpPr/>
          <p:nvPr/>
        </p:nvSpPr>
        <p:spPr>
          <a:xfrm>
            <a:off x="5376887" y="4626080"/>
            <a:ext cx="3832860" cy="1859280"/>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indent="457200" defTabSz="720725">
              <a:spcBef>
                <a:spcPct val="10000"/>
              </a:spcBef>
              <a:tabLst>
                <a:tab pos="371475" algn="l"/>
                <a:tab pos="3895725" algn="l"/>
                <a:tab pos="5751513" algn="l"/>
              </a:tabLst>
            </a:pPr>
            <a:r>
              <a:rPr lang="en-GB" b="1" dirty="0">
                <a:solidFill>
                  <a:srgbClr val="0000C8"/>
                </a:solidFill>
              </a:rPr>
              <a:t>if</a:t>
            </a:r>
            <a:r>
              <a:rPr lang="en-GB" sz="2000" b="1" dirty="0">
                <a:solidFill>
                  <a:srgbClr val="0000C8"/>
                </a:solidFill>
              </a:rPr>
              <a:t> ( expression )  {</a:t>
            </a:r>
          </a:p>
          <a:p>
            <a:pPr indent="457200" defTabSz="720725">
              <a:spcBef>
                <a:spcPct val="10000"/>
              </a:spcBef>
              <a:tabLst>
                <a:tab pos="974725" algn="l"/>
                <a:tab pos="3895725" algn="l"/>
                <a:tab pos="5751513" algn="l"/>
              </a:tabLst>
            </a:pPr>
            <a:r>
              <a:rPr lang="en-GB" sz="2000" dirty="0">
                <a:solidFill>
                  <a:srgbClr val="0000C8"/>
                </a:solidFill>
              </a:rPr>
              <a:t>	statement1</a:t>
            </a:r>
          </a:p>
          <a:p>
            <a:pPr indent="457200" defTabSz="720725">
              <a:spcBef>
                <a:spcPct val="10000"/>
              </a:spcBef>
              <a:tabLst>
                <a:tab pos="974725" algn="l"/>
                <a:tab pos="3895725" algn="l"/>
                <a:tab pos="5751513" algn="l"/>
              </a:tabLst>
            </a:pPr>
            <a:r>
              <a:rPr lang="en-GB" sz="2000" dirty="0">
                <a:solidFill>
                  <a:srgbClr val="0000C8"/>
                </a:solidFill>
              </a:rPr>
              <a:t>	statement2</a:t>
            </a:r>
          </a:p>
          <a:p>
            <a:pPr indent="457200" defTabSz="720725">
              <a:spcBef>
                <a:spcPct val="10000"/>
              </a:spcBef>
              <a:tabLst>
                <a:tab pos="371475" algn="l"/>
                <a:tab pos="3895725" algn="l"/>
                <a:tab pos="5751513" algn="l"/>
              </a:tabLst>
            </a:pPr>
            <a:r>
              <a:rPr lang="en-GB" sz="2000" b="1" dirty="0">
                <a:solidFill>
                  <a:srgbClr val="0000C8"/>
                </a:solidFill>
              </a:rPr>
              <a:t>}</a:t>
            </a:r>
          </a:p>
        </p:txBody>
      </p:sp>
    </p:spTree>
    <p:extLst>
      <p:ext uri="{BB962C8B-B14F-4D97-AF65-F5344CB8AC3E}">
        <p14:creationId xmlns:p14="http://schemas.microsoft.com/office/powerpoint/2010/main" val="197541598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04D352C-674D-B6D4-CCB3-3ED5884A602C}"/>
              </a:ext>
            </a:extLst>
          </p:cNvPr>
          <p:cNvSpPr>
            <a:spLocks noGrp="1"/>
          </p:cNvSpPr>
          <p:nvPr>
            <p:ph type="ctrTitle"/>
          </p:nvPr>
        </p:nvSpPr>
        <p:spPr/>
        <p:txBody>
          <a:bodyPr/>
          <a:lstStyle/>
          <a:p>
            <a:r>
              <a:rPr lang="en-GB" dirty="0"/>
              <a:t>Loops</a:t>
            </a:r>
          </a:p>
        </p:txBody>
      </p:sp>
      <p:sp>
        <p:nvSpPr>
          <p:cNvPr id="5123" name="Rectangle 3"/>
          <p:cNvSpPr>
            <a:spLocks noGrp="1" noChangeArrowheads="1"/>
          </p:cNvSpPr>
          <p:nvPr>
            <p:ph sz="quarter" idx="4"/>
          </p:nvPr>
        </p:nvSpPr>
        <p:spPr/>
        <p:txBody>
          <a:bodyPr/>
          <a:lstStyle/>
          <a:p>
            <a:pPr>
              <a:lnSpc>
                <a:spcPct val="100000"/>
              </a:lnSpc>
            </a:pPr>
            <a:r>
              <a:rPr lang="en-GB" sz="1800" dirty="0">
                <a:solidFill>
                  <a:schemeClr val="tx1"/>
                </a:solidFill>
              </a:rPr>
              <a:t>Both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while</a:t>
            </a:r>
            <a:r>
              <a:rPr lang="en-GB" sz="1800" dirty="0"/>
              <a:t> </a:t>
            </a:r>
            <a:r>
              <a:rPr lang="en-GB" sz="1800" dirty="0">
                <a:solidFill>
                  <a:schemeClr val="tx1"/>
                </a:solidFill>
              </a:rPr>
              <a:t>and a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for</a:t>
            </a:r>
            <a:r>
              <a:rPr lang="en-GB" sz="1800" dirty="0"/>
              <a:t> </a:t>
            </a:r>
            <a:r>
              <a:rPr lang="en-GB" sz="1800" dirty="0">
                <a:solidFill>
                  <a:schemeClr val="tx1"/>
                </a:solidFill>
              </a:rPr>
              <a:t>loop are supported by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t> </a:t>
            </a:r>
          </a:p>
          <a:p>
            <a:pPr>
              <a:lnSpc>
                <a:spcPct val="100000"/>
              </a:lnSpc>
            </a:pPr>
            <a:endParaRPr lang="en-GB" sz="1800" dirty="0">
              <a:solidFill>
                <a:schemeClr val="tx1"/>
              </a:solidFill>
            </a:endParaRPr>
          </a:p>
          <a:p>
            <a:pPr>
              <a:lnSpc>
                <a:spcPct val="100000"/>
              </a:lnSpc>
            </a:pPr>
            <a:endParaRPr lang="en-GB" sz="1800" dirty="0">
              <a:solidFill>
                <a:schemeClr val="tx1"/>
              </a:solidFill>
            </a:endParaRPr>
          </a:p>
          <a:p>
            <a:pPr>
              <a:lnSpc>
                <a:spcPct val="100000"/>
              </a:lnSpc>
            </a:pPr>
            <a:endParaRPr lang="en-GB" sz="1800" dirty="0">
              <a:solidFill>
                <a:schemeClr val="tx1"/>
              </a:solidFill>
            </a:endParaRPr>
          </a:p>
          <a:p>
            <a:pPr>
              <a:lnSpc>
                <a:spcPct val="100000"/>
              </a:lnSpc>
            </a:pPr>
            <a:endParaRPr lang="en-GB" sz="1800" dirty="0">
              <a:solidFill>
                <a:schemeClr val="tx1"/>
              </a:solidFill>
            </a:endParaRPr>
          </a:p>
          <a:p>
            <a:pPr>
              <a:lnSpc>
                <a:spcPct val="100000"/>
              </a:lnSpc>
            </a:pPr>
            <a:endParaRPr lang="en-GB" sz="1800" dirty="0">
              <a:solidFill>
                <a:schemeClr val="tx1"/>
              </a:solidFill>
            </a:endParaRPr>
          </a:p>
          <a:p>
            <a:pPr>
              <a:lnSpc>
                <a:spcPct val="100000"/>
              </a:lnSpc>
            </a:pPr>
            <a:r>
              <a:rPr lang="en-GB" sz="1800" dirty="0">
                <a:solidFill>
                  <a:schemeClr val="tx1"/>
                </a:solidFill>
              </a:rPr>
              <a:t>In addition, </a:t>
            </a:r>
            <a:r>
              <a:rPr lang="en-GB" sz="1800" dirty="0" err="1">
                <a:solidFill>
                  <a:srgbClr val="0000C8"/>
                </a:solidFill>
                <a:latin typeface="Hack" panose="020B0609030202020204" pitchFamily="49" charset="0"/>
                <a:ea typeface="Hack" panose="020B0609030202020204" pitchFamily="49" charset="0"/>
                <a:cs typeface="Hack" panose="020B0609030202020204" pitchFamily="49" charset="0"/>
              </a:rPr>
              <a:t>nawk</a:t>
            </a:r>
            <a:r>
              <a:rPr lang="en-GB" sz="1800" dirty="0">
                <a:solidFill>
                  <a:srgbClr val="0000C8"/>
                </a:solidFill>
              </a:rPr>
              <a:t>/</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gawk</a:t>
            </a:r>
            <a:r>
              <a:rPr lang="en-GB" sz="1800" b="0" dirty="0"/>
              <a:t> </a:t>
            </a:r>
            <a:r>
              <a:rPr lang="en-GB" sz="1800" dirty="0">
                <a:solidFill>
                  <a:schemeClr val="tx1"/>
                </a:solidFill>
              </a:rPr>
              <a:t>support a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do</a:t>
            </a:r>
            <a:r>
              <a:rPr lang="en-GB" sz="1800" b="0" dirty="0"/>
              <a:t> </a:t>
            </a:r>
            <a:r>
              <a:rPr lang="en-GB" sz="1800" dirty="0">
                <a:solidFill>
                  <a:schemeClr val="tx1"/>
                </a:solidFill>
              </a:rPr>
              <a:t>loop.</a:t>
            </a:r>
          </a:p>
          <a:p>
            <a:pPr>
              <a:lnSpc>
                <a:spcPct val="100000"/>
              </a:lnSpc>
            </a:pPr>
            <a:endParaRPr lang="en-GB" sz="1800" dirty="0"/>
          </a:p>
        </p:txBody>
      </p:sp>
      <p:sp>
        <p:nvSpPr>
          <p:cNvPr id="7" name="Slide Number Placeholder 1">
            <a:extLst>
              <a:ext uri="{FF2B5EF4-FFF2-40B4-BE49-F238E27FC236}">
                <a16:creationId xmlns:a16="http://schemas.microsoft.com/office/drawing/2014/main" id="{469F4E1D-8E11-02FB-2898-0FAE9B7D744B}"/>
              </a:ext>
            </a:extLst>
          </p:cNvPr>
          <p:cNvSpPr>
            <a:spLocks noGrp="1"/>
          </p:cNvSpPr>
          <p:nvPr>
            <p:ph type="sldNum" sz="quarter" idx="12"/>
          </p:nvPr>
        </p:nvSpPr>
        <p:spPr>
          <a:prstGeom prst="rect">
            <a:avLst/>
          </a:prstGeom>
        </p:spPr>
        <p:txBody>
          <a:bodyPr/>
          <a:lstStyle/>
          <a:p>
            <a:fld id="{EF892D59-8F09-EF4B-AD6D-DA609442F868}" type="slidenum">
              <a:rPr lang="en-GB" smtClean="0"/>
              <a:pPr/>
              <a:t>17</a:t>
            </a:fld>
            <a:endParaRPr lang="en-GB" dirty="0"/>
          </a:p>
        </p:txBody>
      </p:sp>
      <p:sp>
        <p:nvSpPr>
          <p:cNvPr id="2" name="AutoShape 8">
            <a:extLst>
              <a:ext uri="{FF2B5EF4-FFF2-40B4-BE49-F238E27FC236}">
                <a16:creationId xmlns:a16="http://schemas.microsoft.com/office/drawing/2014/main" id="{3EA44440-8AB0-B5EB-41FB-E0507A291D47}"/>
              </a:ext>
            </a:extLst>
          </p:cNvPr>
          <p:cNvSpPr>
            <a:spLocks noChangeArrowheads="1"/>
          </p:cNvSpPr>
          <p:nvPr/>
        </p:nvSpPr>
        <p:spPr bwMode="auto">
          <a:xfrm>
            <a:off x="1207975" y="4830256"/>
            <a:ext cx="3018586" cy="1227518"/>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defTabSz="720725">
              <a:spcBef>
                <a:spcPct val="10000"/>
              </a:spcBef>
              <a:tabLst>
                <a:tab pos="371475" algn="l"/>
                <a:tab pos="3895725" algn="l"/>
                <a:tab pos="5751513" algn="l"/>
              </a:tabLst>
            </a:pPr>
            <a:r>
              <a:rPr lang="en-GB" sz="2000" b="1" dirty="0">
                <a:solidFill>
                  <a:srgbClr val="0000C8"/>
                </a:solidFill>
              </a:rPr>
              <a:t>do</a:t>
            </a:r>
          </a:p>
          <a:p>
            <a:pPr defTabSz="720725">
              <a:spcBef>
                <a:spcPct val="10000"/>
              </a:spcBef>
              <a:tabLst>
                <a:tab pos="371475" algn="l"/>
                <a:tab pos="3895725" algn="l"/>
                <a:tab pos="5751513" algn="l"/>
              </a:tabLst>
            </a:pPr>
            <a:r>
              <a:rPr lang="en-GB" sz="2000" dirty="0">
                <a:solidFill>
                  <a:srgbClr val="0000C8"/>
                </a:solidFill>
              </a:rPr>
              <a:t>      action</a:t>
            </a:r>
          </a:p>
          <a:p>
            <a:pPr defTabSz="720725">
              <a:spcBef>
                <a:spcPct val="10000"/>
              </a:spcBef>
              <a:tabLst>
                <a:tab pos="371475" algn="l"/>
                <a:tab pos="3895725" algn="l"/>
                <a:tab pos="5751513" algn="l"/>
              </a:tabLst>
            </a:pPr>
            <a:r>
              <a:rPr lang="en-GB" sz="2000" b="1" dirty="0">
                <a:solidFill>
                  <a:srgbClr val="0000C8"/>
                </a:solidFill>
              </a:rPr>
              <a:t>while ( </a:t>
            </a:r>
            <a:r>
              <a:rPr lang="en-GB" sz="2000" dirty="0">
                <a:solidFill>
                  <a:srgbClr val="0000C8"/>
                </a:solidFill>
              </a:rPr>
              <a:t>expression </a:t>
            </a:r>
            <a:r>
              <a:rPr lang="en-GB" sz="2000" b="1" dirty="0">
                <a:solidFill>
                  <a:srgbClr val="0000C8"/>
                </a:solidFill>
              </a:rPr>
              <a:t>)</a:t>
            </a:r>
          </a:p>
        </p:txBody>
      </p:sp>
      <p:sp>
        <p:nvSpPr>
          <p:cNvPr id="3" name="AutoShape 11">
            <a:extLst>
              <a:ext uri="{FF2B5EF4-FFF2-40B4-BE49-F238E27FC236}">
                <a16:creationId xmlns:a16="http://schemas.microsoft.com/office/drawing/2014/main" id="{CF5BD8D6-CCED-4A5F-51AE-84784FF844D4}"/>
              </a:ext>
            </a:extLst>
          </p:cNvPr>
          <p:cNvSpPr>
            <a:spLocks noChangeArrowheads="1"/>
          </p:cNvSpPr>
          <p:nvPr/>
        </p:nvSpPr>
        <p:spPr bwMode="auto">
          <a:xfrm>
            <a:off x="632157" y="2322582"/>
            <a:ext cx="3267384" cy="959100"/>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defTabSz="720725">
              <a:spcBef>
                <a:spcPct val="10000"/>
              </a:spcBef>
              <a:tabLst>
                <a:tab pos="371475" algn="l"/>
                <a:tab pos="3895725" algn="l"/>
                <a:tab pos="5751513" algn="l"/>
              </a:tabLst>
            </a:pPr>
            <a:r>
              <a:rPr lang="en-GB" sz="2000" b="1" dirty="0">
                <a:solidFill>
                  <a:srgbClr val="0000C8"/>
                </a:solidFill>
              </a:rPr>
              <a:t>while ( </a:t>
            </a:r>
            <a:r>
              <a:rPr lang="en-GB" sz="2000" dirty="0">
                <a:solidFill>
                  <a:srgbClr val="0000C8"/>
                </a:solidFill>
              </a:rPr>
              <a:t>expression </a:t>
            </a:r>
            <a:r>
              <a:rPr lang="en-GB" sz="2000" b="1" dirty="0">
                <a:solidFill>
                  <a:srgbClr val="0000C8"/>
                </a:solidFill>
              </a:rPr>
              <a:t>)</a:t>
            </a:r>
          </a:p>
          <a:p>
            <a:pPr defTabSz="720725">
              <a:spcBef>
                <a:spcPct val="10000"/>
              </a:spcBef>
              <a:tabLst>
                <a:tab pos="371475" algn="l"/>
                <a:tab pos="3895725" algn="l"/>
                <a:tab pos="5751513" algn="l"/>
              </a:tabLst>
            </a:pPr>
            <a:r>
              <a:rPr lang="en-GB" sz="2000" b="1" dirty="0">
                <a:solidFill>
                  <a:srgbClr val="0000C8"/>
                </a:solidFill>
              </a:rPr>
              <a:t>	</a:t>
            </a:r>
            <a:r>
              <a:rPr lang="en-GB" sz="2000" dirty="0">
                <a:solidFill>
                  <a:srgbClr val="0000C8"/>
                </a:solidFill>
              </a:rPr>
              <a:t>action</a:t>
            </a:r>
          </a:p>
        </p:txBody>
      </p:sp>
      <p:sp>
        <p:nvSpPr>
          <p:cNvPr id="4" name="AutoShape 12">
            <a:extLst>
              <a:ext uri="{FF2B5EF4-FFF2-40B4-BE49-F238E27FC236}">
                <a16:creationId xmlns:a16="http://schemas.microsoft.com/office/drawing/2014/main" id="{F6188B7E-952C-900F-D0EA-4C41D8E14FFF}"/>
              </a:ext>
            </a:extLst>
          </p:cNvPr>
          <p:cNvSpPr>
            <a:spLocks noChangeArrowheads="1"/>
          </p:cNvSpPr>
          <p:nvPr/>
        </p:nvSpPr>
        <p:spPr bwMode="auto">
          <a:xfrm>
            <a:off x="4012663" y="3450925"/>
            <a:ext cx="6421048" cy="693736"/>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indent="746125" defTabSz="720725">
              <a:spcBef>
                <a:spcPct val="10000"/>
              </a:spcBef>
              <a:tabLst>
                <a:tab pos="371475" algn="l"/>
                <a:tab pos="3895725" algn="l"/>
                <a:tab pos="5751513" algn="l"/>
              </a:tabLst>
            </a:pPr>
            <a:r>
              <a:rPr lang="en-GB" sz="2000" b="1" dirty="0">
                <a:solidFill>
                  <a:srgbClr val="0000C8"/>
                </a:solidFill>
              </a:rPr>
              <a:t>for ( </a:t>
            </a:r>
            <a:r>
              <a:rPr lang="en-GB" sz="2000" dirty="0" err="1">
                <a:solidFill>
                  <a:srgbClr val="0000C8"/>
                </a:solidFill>
              </a:rPr>
              <a:t>set_counter</a:t>
            </a:r>
            <a:r>
              <a:rPr lang="en-GB" sz="2000" b="1" dirty="0">
                <a:solidFill>
                  <a:srgbClr val="0000C8"/>
                </a:solidFill>
              </a:rPr>
              <a:t>; </a:t>
            </a:r>
            <a:r>
              <a:rPr lang="en-GB" sz="2000" dirty="0" err="1">
                <a:solidFill>
                  <a:srgbClr val="0000C8"/>
                </a:solidFill>
              </a:rPr>
              <a:t>test_counter</a:t>
            </a:r>
            <a:r>
              <a:rPr lang="en-GB" sz="2000" b="1" dirty="0">
                <a:solidFill>
                  <a:srgbClr val="0000C8"/>
                </a:solidFill>
              </a:rPr>
              <a:t>;</a:t>
            </a:r>
            <a:r>
              <a:rPr lang="en-GB" sz="2000" dirty="0">
                <a:solidFill>
                  <a:srgbClr val="0000C8"/>
                </a:solidFill>
              </a:rPr>
              <a:t> </a:t>
            </a:r>
            <a:r>
              <a:rPr lang="en-GB" sz="2000" dirty="0" err="1">
                <a:solidFill>
                  <a:srgbClr val="0000C8"/>
                </a:solidFill>
              </a:rPr>
              <a:t>change_counter</a:t>
            </a:r>
            <a:r>
              <a:rPr lang="en-GB" sz="2000" dirty="0">
                <a:solidFill>
                  <a:srgbClr val="0000C8"/>
                </a:solidFill>
              </a:rPr>
              <a:t> </a:t>
            </a:r>
            <a:r>
              <a:rPr lang="en-GB" sz="2000" b="1" dirty="0">
                <a:solidFill>
                  <a:srgbClr val="0000C8"/>
                </a:solidFill>
              </a:rPr>
              <a:t>)</a:t>
            </a:r>
          </a:p>
          <a:p>
            <a:pPr indent="746125" defTabSz="720725">
              <a:spcBef>
                <a:spcPct val="10000"/>
              </a:spcBef>
              <a:tabLst>
                <a:tab pos="371475" algn="l"/>
                <a:tab pos="1371600" algn="l"/>
                <a:tab pos="3895725" algn="l"/>
                <a:tab pos="5751513" algn="l"/>
              </a:tabLst>
            </a:pPr>
            <a:r>
              <a:rPr lang="en-GB" sz="2000" dirty="0">
                <a:solidFill>
                  <a:srgbClr val="0000C8"/>
                </a:solidFill>
              </a:rPr>
              <a:t>	action</a:t>
            </a:r>
          </a:p>
        </p:txBody>
      </p:sp>
      <p:sp>
        <p:nvSpPr>
          <p:cNvPr id="5" name="AutoShape 11">
            <a:extLst>
              <a:ext uri="{FF2B5EF4-FFF2-40B4-BE49-F238E27FC236}">
                <a16:creationId xmlns:a16="http://schemas.microsoft.com/office/drawing/2014/main" id="{4303EEE9-35C5-7AF6-9CE1-41D93204F573}"/>
              </a:ext>
            </a:extLst>
          </p:cNvPr>
          <p:cNvSpPr>
            <a:spLocks noChangeArrowheads="1"/>
          </p:cNvSpPr>
          <p:nvPr/>
        </p:nvSpPr>
        <p:spPr bwMode="auto">
          <a:xfrm>
            <a:off x="6395111" y="1687901"/>
            <a:ext cx="4038600" cy="1432560"/>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defTabSz="720725">
              <a:spcBef>
                <a:spcPct val="10000"/>
              </a:spcBef>
              <a:tabLst>
                <a:tab pos="371475" algn="l"/>
                <a:tab pos="3895725" algn="l"/>
                <a:tab pos="5751513" algn="l"/>
              </a:tabLst>
            </a:pPr>
            <a:r>
              <a:rPr lang="en-GB" sz="2000" b="1" dirty="0">
                <a:solidFill>
                  <a:srgbClr val="0000C8"/>
                </a:solidFill>
              </a:rPr>
              <a:t>while</a:t>
            </a:r>
            <a:r>
              <a:rPr lang="en-GB" sz="2000" dirty="0">
                <a:solidFill>
                  <a:srgbClr val="0000C8"/>
                </a:solidFill>
              </a:rPr>
              <a:t> ( expression )  {</a:t>
            </a:r>
          </a:p>
          <a:p>
            <a:pPr defTabSz="720725">
              <a:spcBef>
                <a:spcPct val="10000"/>
              </a:spcBef>
              <a:tabLst>
                <a:tab pos="371475" algn="l"/>
                <a:tab pos="3895725" algn="l"/>
                <a:tab pos="5751513" algn="l"/>
              </a:tabLst>
            </a:pPr>
            <a:r>
              <a:rPr lang="en-GB" sz="2000" dirty="0">
                <a:solidFill>
                  <a:srgbClr val="0000C8"/>
                </a:solidFill>
              </a:rPr>
              <a:t>	statement1</a:t>
            </a:r>
          </a:p>
          <a:p>
            <a:pPr defTabSz="720725">
              <a:spcBef>
                <a:spcPct val="10000"/>
              </a:spcBef>
              <a:tabLst>
                <a:tab pos="371475" algn="l"/>
                <a:tab pos="3895725" algn="l"/>
                <a:tab pos="5751513" algn="l"/>
              </a:tabLst>
            </a:pPr>
            <a:r>
              <a:rPr lang="en-GB" sz="2000" dirty="0">
                <a:solidFill>
                  <a:srgbClr val="0000C8"/>
                </a:solidFill>
              </a:rPr>
              <a:t>	statement2</a:t>
            </a:r>
          </a:p>
          <a:p>
            <a:pPr defTabSz="720725">
              <a:spcBef>
                <a:spcPct val="10000"/>
              </a:spcBef>
              <a:tabLst>
                <a:tab pos="371475" algn="l"/>
                <a:tab pos="3895725" algn="l"/>
                <a:tab pos="5751513" algn="l"/>
              </a:tabLst>
            </a:pPr>
            <a:r>
              <a:rPr lang="en-GB" sz="2000" dirty="0">
                <a:solidFill>
                  <a:srgbClr val="0000C8"/>
                </a:solidFill>
              </a:rPr>
              <a:t>}</a:t>
            </a:r>
          </a:p>
        </p:txBody>
      </p:sp>
      <p:sp>
        <p:nvSpPr>
          <p:cNvPr id="6" name="AutoShape 8">
            <a:extLst>
              <a:ext uri="{FF2B5EF4-FFF2-40B4-BE49-F238E27FC236}">
                <a16:creationId xmlns:a16="http://schemas.microsoft.com/office/drawing/2014/main" id="{03966536-43A4-CCC5-2E19-63579AA4C39E}"/>
              </a:ext>
            </a:extLst>
          </p:cNvPr>
          <p:cNvSpPr>
            <a:spLocks noChangeArrowheads="1"/>
          </p:cNvSpPr>
          <p:nvPr/>
        </p:nvSpPr>
        <p:spPr bwMode="auto">
          <a:xfrm>
            <a:off x="6767096" y="4647487"/>
            <a:ext cx="4216929" cy="1563370"/>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defTabSz="720725">
              <a:spcBef>
                <a:spcPct val="10000"/>
              </a:spcBef>
              <a:tabLst>
                <a:tab pos="371475" algn="l"/>
                <a:tab pos="3895725" algn="l"/>
                <a:tab pos="5751513" algn="l"/>
              </a:tabLst>
            </a:pPr>
            <a:r>
              <a:rPr lang="en-GB" sz="2000" b="1" dirty="0">
                <a:solidFill>
                  <a:srgbClr val="0000C8"/>
                </a:solidFill>
              </a:rPr>
              <a:t>do {</a:t>
            </a:r>
          </a:p>
          <a:p>
            <a:pPr defTabSz="720725">
              <a:spcBef>
                <a:spcPct val="10000"/>
              </a:spcBef>
              <a:tabLst>
                <a:tab pos="371475" algn="l"/>
                <a:tab pos="3895725" algn="l"/>
                <a:tab pos="5751513" algn="l"/>
              </a:tabLst>
            </a:pPr>
            <a:r>
              <a:rPr lang="en-GB" sz="2000" b="1" dirty="0">
                <a:solidFill>
                  <a:srgbClr val="0000C8"/>
                </a:solidFill>
              </a:rPr>
              <a:t>	</a:t>
            </a:r>
            <a:r>
              <a:rPr lang="en-GB" sz="2000" dirty="0">
                <a:solidFill>
                  <a:srgbClr val="0000C8"/>
                </a:solidFill>
              </a:rPr>
              <a:t>statement1</a:t>
            </a:r>
          </a:p>
          <a:p>
            <a:pPr defTabSz="720725">
              <a:spcBef>
                <a:spcPct val="10000"/>
              </a:spcBef>
              <a:tabLst>
                <a:tab pos="371475" algn="l"/>
                <a:tab pos="3895725" algn="l"/>
                <a:tab pos="5751513" algn="l"/>
              </a:tabLst>
            </a:pPr>
            <a:r>
              <a:rPr lang="en-GB" sz="2000" dirty="0">
                <a:solidFill>
                  <a:srgbClr val="0000C8"/>
                </a:solidFill>
              </a:rPr>
              <a:t>	statement2</a:t>
            </a:r>
          </a:p>
          <a:p>
            <a:pPr defTabSz="720725">
              <a:spcBef>
                <a:spcPct val="10000"/>
              </a:spcBef>
              <a:tabLst>
                <a:tab pos="371475" algn="l"/>
                <a:tab pos="3895725" algn="l"/>
                <a:tab pos="5751513" algn="l"/>
              </a:tabLst>
            </a:pPr>
            <a:r>
              <a:rPr lang="en-GB" sz="2000" b="1" dirty="0">
                <a:solidFill>
                  <a:srgbClr val="0000C8"/>
                </a:solidFill>
              </a:rPr>
              <a:t>} while ( </a:t>
            </a:r>
            <a:r>
              <a:rPr lang="en-GB" sz="2000" dirty="0">
                <a:solidFill>
                  <a:srgbClr val="0000C8"/>
                </a:solidFill>
              </a:rPr>
              <a:t>expression </a:t>
            </a:r>
            <a:r>
              <a:rPr lang="en-GB" sz="2000" b="1" dirty="0">
                <a:solidFill>
                  <a:srgbClr val="0000C8"/>
                </a:solidFill>
              </a:rPr>
              <a:t>)  </a:t>
            </a:r>
          </a:p>
        </p:txBody>
      </p:sp>
    </p:spTree>
    <p:extLst>
      <p:ext uri="{BB962C8B-B14F-4D97-AF65-F5344CB8AC3E}">
        <p14:creationId xmlns:p14="http://schemas.microsoft.com/office/powerpoint/2010/main" val="301120924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B47ECAD-2FE7-EE87-90EA-861F4E4E0CBD}"/>
              </a:ext>
            </a:extLst>
          </p:cNvPr>
          <p:cNvSpPr>
            <a:spLocks noGrp="1"/>
          </p:cNvSpPr>
          <p:nvPr>
            <p:ph type="ctrTitle"/>
          </p:nvPr>
        </p:nvSpPr>
        <p:spPr/>
        <p:txBody>
          <a:bodyPr/>
          <a:lstStyle/>
          <a:p>
            <a:r>
              <a:rPr lang="en-GB" dirty="0"/>
              <a:t>Example: Loops</a:t>
            </a:r>
          </a:p>
        </p:txBody>
      </p:sp>
      <p:sp>
        <p:nvSpPr>
          <p:cNvPr id="7" name="Slide Number Placeholder 1">
            <a:extLst>
              <a:ext uri="{FF2B5EF4-FFF2-40B4-BE49-F238E27FC236}">
                <a16:creationId xmlns:a16="http://schemas.microsoft.com/office/drawing/2014/main" id="{C12BA360-18D7-6835-6D04-7AFC4CC8EB3C}"/>
              </a:ext>
            </a:extLst>
          </p:cNvPr>
          <p:cNvSpPr>
            <a:spLocks noGrp="1"/>
          </p:cNvSpPr>
          <p:nvPr>
            <p:ph type="sldNum" sz="quarter" idx="12"/>
          </p:nvPr>
        </p:nvSpPr>
        <p:spPr>
          <a:prstGeom prst="rect">
            <a:avLst/>
          </a:prstGeom>
        </p:spPr>
        <p:txBody>
          <a:bodyPr/>
          <a:lstStyle/>
          <a:p>
            <a:fld id="{EF892D59-8F09-EF4B-AD6D-DA609442F868}" type="slidenum">
              <a:rPr lang="en-GB" smtClean="0"/>
              <a:pPr/>
              <a:t>18</a:t>
            </a:fld>
            <a:endParaRPr lang="en-GB" dirty="0"/>
          </a:p>
        </p:txBody>
      </p:sp>
      <p:sp>
        <p:nvSpPr>
          <p:cNvPr id="2" name="Rectangle 2">
            <a:extLst>
              <a:ext uri="{FF2B5EF4-FFF2-40B4-BE49-F238E27FC236}">
                <a16:creationId xmlns:a16="http://schemas.microsoft.com/office/drawing/2014/main" id="{060D5BBE-B91C-494D-CBF5-D86E65A0248B}"/>
              </a:ext>
            </a:extLst>
          </p:cNvPr>
          <p:cNvSpPr>
            <a:spLocks noChangeArrowheads="1"/>
          </p:cNvSpPr>
          <p:nvPr/>
        </p:nvSpPr>
        <p:spPr bwMode="auto">
          <a:xfrm>
            <a:off x="459400" y="2944140"/>
            <a:ext cx="8562843" cy="1487488"/>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#!/usr/bin/awk -f</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for(i = NF; i &gt;= 1; i--)</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printf "%s ", $i</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print ""</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a:t>
            </a:r>
          </a:p>
        </p:txBody>
      </p:sp>
      <p:sp>
        <p:nvSpPr>
          <p:cNvPr id="3" name="Rectangle 3">
            <a:extLst>
              <a:ext uri="{FF2B5EF4-FFF2-40B4-BE49-F238E27FC236}">
                <a16:creationId xmlns:a16="http://schemas.microsoft.com/office/drawing/2014/main" id="{BF189E97-2843-2473-F8DC-ED2047ABB951}"/>
              </a:ext>
            </a:extLst>
          </p:cNvPr>
          <p:cNvSpPr>
            <a:spLocks noChangeArrowheads="1"/>
          </p:cNvSpPr>
          <p:nvPr/>
        </p:nvSpPr>
        <p:spPr bwMode="auto">
          <a:xfrm>
            <a:off x="443922" y="1619569"/>
            <a:ext cx="8578321" cy="1210588"/>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Now is the winter of our discontent, whether</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it is nobler in the mind to suffer the slings</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and arrows of outrageous fortune or to do</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something else.</a:t>
            </a:r>
          </a:p>
        </p:txBody>
      </p:sp>
      <p:sp>
        <p:nvSpPr>
          <p:cNvPr id="4" name="Rectangle 7">
            <a:extLst>
              <a:ext uri="{FF2B5EF4-FFF2-40B4-BE49-F238E27FC236}">
                <a16:creationId xmlns:a16="http://schemas.microsoft.com/office/drawing/2014/main" id="{9841BB82-45BD-1A67-612C-7AE3C9AB1814}"/>
              </a:ext>
            </a:extLst>
          </p:cNvPr>
          <p:cNvSpPr>
            <a:spLocks noChangeArrowheads="1"/>
          </p:cNvSpPr>
          <p:nvPr/>
        </p:nvSpPr>
        <p:spPr bwMode="auto">
          <a:xfrm>
            <a:off x="464801" y="4594335"/>
            <a:ext cx="8607715" cy="1487488"/>
          </a:xfrm>
          <a:prstGeom prst="rect">
            <a:avLst/>
          </a:prstGeom>
          <a:solidFill>
            <a:schemeClr val="tx1"/>
          </a:solidFill>
          <a:ln>
            <a:solidFill>
              <a:schemeClr val="accent1">
                <a:shade val="50000"/>
              </a:schemeClr>
            </a:solidFill>
          </a:ln>
        </p:spPr>
        <p:txBody>
          <a:bodyPr wrap="square" rtlCol="0">
            <a:noAutofit/>
          </a:bodyPr>
          <a:lstStyle/>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C000"/>
                </a:solidFill>
                <a:latin typeface="Hack" panose="020B0609030202020204" pitchFamily="49" charset="0"/>
                <a:ea typeface="Hack" panose="020B0609030202020204" pitchFamily="49" charset="0"/>
                <a:cs typeface="Hack" panose="020B0609030202020204" pitchFamily="49" charset="0"/>
              </a:rPr>
              <a: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cat hamlet | poem.awk</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whether discontent, our of winter the is Now</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slings the suffer to mind the in nobler is it</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do to or fortune outrageous of arrows and</a:t>
            </a:r>
          </a:p>
          <a:p>
            <a:pPr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else. something</a:t>
            </a:r>
          </a:p>
        </p:txBody>
      </p:sp>
      <p:sp>
        <p:nvSpPr>
          <p:cNvPr id="5" name="Rectangle 8">
            <a:extLst>
              <a:ext uri="{FF2B5EF4-FFF2-40B4-BE49-F238E27FC236}">
                <a16:creationId xmlns:a16="http://schemas.microsoft.com/office/drawing/2014/main" id="{59E5400B-7E5D-AD1E-028B-7B068EED4F34}"/>
              </a:ext>
            </a:extLst>
          </p:cNvPr>
          <p:cNvSpPr>
            <a:spLocks noChangeArrowheads="1"/>
          </p:cNvSpPr>
          <p:nvPr/>
        </p:nvSpPr>
        <p:spPr bwMode="auto">
          <a:xfrm>
            <a:off x="7223739" y="2914727"/>
            <a:ext cx="1848777" cy="391952"/>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poem.awk  </a:t>
            </a:r>
          </a:p>
        </p:txBody>
      </p:sp>
      <p:sp>
        <p:nvSpPr>
          <p:cNvPr id="6" name="Rectangle 9">
            <a:extLst>
              <a:ext uri="{FF2B5EF4-FFF2-40B4-BE49-F238E27FC236}">
                <a16:creationId xmlns:a16="http://schemas.microsoft.com/office/drawing/2014/main" id="{6C7FD1BB-6297-5EEB-3133-02616A70F2B0}"/>
              </a:ext>
            </a:extLst>
          </p:cNvPr>
          <p:cNvSpPr>
            <a:spLocks noChangeArrowheads="1"/>
          </p:cNvSpPr>
          <p:nvPr/>
        </p:nvSpPr>
        <p:spPr bwMode="auto">
          <a:xfrm>
            <a:off x="7727239" y="1588133"/>
            <a:ext cx="1295004" cy="342015"/>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hamlet  </a:t>
            </a:r>
          </a:p>
        </p:txBody>
      </p:sp>
    </p:spTree>
    <p:extLst>
      <p:ext uri="{BB962C8B-B14F-4D97-AF65-F5344CB8AC3E}">
        <p14:creationId xmlns:p14="http://schemas.microsoft.com/office/powerpoint/2010/main" val="325305158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BFC623-D5CC-FC65-A87F-0469A657C03A}"/>
              </a:ext>
            </a:extLst>
          </p:cNvPr>
          <p:cNvSpPr>
            <a:spLocks noGrp="1"/>
          </p:cNvSpPr>
          <p:nvPr>
            <p:ph type="ctrTitle"/>
          </p:nvPr>
        </p:nvSpPr>
        <p:spPr/>
        <p:txBody>
          <a:bodyPr/>
          <a:lstStyle/>
          <a:p>
            <a:r>
              <a:rPr lang="en-GB" dirty="0"/>
              <a:t>Arrays</a:t>
            </a:r>
          </a:p>
        </p:txBody>
      </p:sp>
      <p:sp>
        <p:nvSpPr>
          <p:cNvPr id="5123" name="Rectangle 3"/>
          <p:cNvSpPr>
            <a:spLocks noGrp="1" noChangeArrowheads="1"/>
          </p:cNvSpPr>
          <p:nvPr>
            <p:ph sz="quarter" idx="4"/>
          </p:nvPr>
        </p:nvSpPr>
        <p:spPr/>
        <p:txBody>
          <a:bodyPr/>
          <a:lstStyle/>
          <a:p>
            <a:pPr marL="285750" indent="-285750">
              <a:lnSpc>
                <a:spcPct val="100000"/>
              </a:lnSpc>
              <a:buFont typeface="Arial" panose="020B0604020202020204" pitchFamily="34" charset="0"/>
              <a:buChar char="•"/>
            </a:pPr>
            <a:r>
              <a:rPr lang="en-GB" sz="1800" dirty="0">
                <a:solidFill>
                  <a:schemeClr val="tx1"/>
                </a:solidFill>
                <a:latin typeface="+mn-lt"/>
              </a:rPr>
              <a:t>Arrays are supported with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latin typeface="+mn-lt"/>
              </a:rPr>
              <a:t> </a:t>
            </a:r>
            <a:r>
              <a:rPr lang="en-GB" sz="1800" dirty="0">
                <a:solidFill>
                  <a:schemeClr val="tx1"/>
                </a:solidFill>
                <a:latin typeface="+mn-lt"/>
              </a:rPr>
              <a:t>programming.</a:t>
            </a:r>
          </a:p>
          <a:p>
            <a:pPr marL="285750" indent="-285750">
              <a:lnSpc>
                <a:spcPct val="100000"/>
              </a:lnSpc>
              <a:buFont typeface="Arial" panose="020B0604020202020204" pitchFamily="34" charset="0"/>
              <a:buChar char="•"/>
            </a:pPr>
            <a:endParaRPr lang="en-GB" sz="1800" dirty="0">
              <a:solidFill>
                <a:schemeClr val="tx1"/>
              </a:solidFill>
              <a:latin typeface="+mn-lt"/>
            </a:endParaRPr>
          </a:p>
          <a:p>
            <a:pPr lvl="1">
              <a:lnSpc>
                <a:spcPct val="140000"/>
              </a:lnSpc>
              <a:spcBef>
                <a:spcPct val="40000"/>
              </a:spcBef>
              <a:buFont typeface="Arial" panose="020B0604020202020204" pitchFamily="34" charset="0"/>
              <a:buChar char="•"/>
            </a:pPr>
            <a:endParaRPr lang="en-GB" sz="1800" dirty="0">
              <a:latin typeface="+mn-lt"/>
            </a:endParaRPr>
          </a:p>
          <a:p>
            <a:pPr marL="285750" indent="-285750">
              <a:lnSpc>
                <a:spcPct val="110000"/>
              </a:lnSpc>
              <a:spcBef>
                <a:spcPct val="40000"/>
              </a:spcBef>
              <a:buFont typeface="Arial" panose="020B0604020202020204" pitchFamily="34" charset="0"/>
              <a:buChar char="•"/>
            </a:pPr>
            <a:r>
              <a:rPr lang="en-GB" sz="1800" dirty="0">
                <a:solidFill>
                  <a:schemeClr val="tx1"/>
                </a:solidFill>
                <a:latin typeface="+mn-lt"/>
              </a:rPr>
              <a:t>Using arrays: </a:t>
            </a:r>
          </a:p>
          <a:p>
            <a:pPr lvl="1">
              <a:buFont typeface="Arial" panose="020B0604020202020204" pitchFamily="34" charset="0"/>
              <a:buChar char="•"/>
            </a:pPr>
            <a:r>
              <a:rPr lang="en-GB" sz="1800" dirty="0">
                <a:latin typeface="+mn-lt"/>
              </a:rPr>
              <a:t>Declaring the size of an array is not necessary.</a:t>
            </a:r>
          </a:p>
          <a:p>
            <a:pPr lvl="1">
              <a:buFont typeface="Arial" panose="020B0604020202020204" pitchFamily="34" charset="0"/>
              <a:buChar char="•"/>
            </a:pPr>
            <a:r>
              <a:rPr lang="en-GB" sz="1800" dirty="0">
                <a:latin typeface="+mn-lt"/>
              </a:rPr>
              <a:t>There are no problems accessing undefined elements. </a:t>
            </a:r>
          </a:p>
          <a:p>
            <a:pPr lvl="1">
              <a:buFont typeface="Arial" panose="020B0604020202020204" pitchFamily="34" charset="0"/>
              <a:buChar char="•"/>
            </a:pPr>
            <a:endParaRPr lang="en-GB" sz="1800" dirty="0">
              <a:latin typeface="+mn-lt"/>
            </a:endParaRPr>
          </a:p>
          <a:p>
            <a:pPr marL="285750" indent="-285750">
              <a:lnSpc>
                <a:spcPct val="110000"/>
              </a:lnSpc>
              <a:spcBef>
                <a:spcPct val="20000"/>
              </a:spcBef>
              <a:buFont typeface="Arial" panose="020B0604020202020204" pitchFamily="34" charset="0"/>
              <a:buChar char="•"/>
            </a:pPr>
            <a:r>
              <a:rPr lang="en-GB" sz="1800" dirty="0">
                <a:solidFill>
                  <a:schemeClr val="tx1"/>
                </a:solidFill>
                <a:latin typeface="+mn-lt"/>
              </a:rPr>
              <a:t>An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awk</a:t>
            </a:r>
            <a:r>
              <a:rPr lang="en-GB" sz="1800" dirty="0">
                <a:latin typeface="+mn-lt"/>
              </a:rPr>
              <a:t> </a:t>
            </a:r>
            <a:r>
              <a:rPr lang="en-GB" sz="1800" dirty="0">
                <a:solidFill>
                  <a:schemeClr val="tx1"/>
                </a:solidFill>
                <a:latin typeface="+mn-lt"/>
              </a:rPr>
              <a:t>array can be indexed by:</a:t>
            </a:r>
          </a:p>
          <a:p>
            <a:pPr lvl="1">
              <a:buFont typeface="Arial" panose="020B0604020202020204" pitchFamily="34" charset="0"/>
              <a:buChar char="•"/>
            </a:pPr>
            <a:r>
              <a:rPr lang="en-GB" sz="1800" dirty="0">
                <a:latin typeface="+mn-lt"/>
              </a:rPr>
              <a:t>A number (or an expression which evaluates into a number).</a:t>
            </a:r>
          </a:p>
          <a:p>
            <a:pPr lvl="1">
              <a:buFont typeface="Arial" panose="020B0604020202020204" pitchFamily="34" charset="0"/>
              <a:buChar char="•"/>
            </a:pPr>
            <a:r>
              <a:rPr lang="en-GB" sz="1800" dirty="0">
                <a:latin typeface="+mn-lt"/>
              </a:rPr>
              <a:t>A string (associative arrays).</a:t>
            </a:r>
          </a:p>
        </p:txBody>
      </p:sp>
      <p:sp>
        <p:nvSpPr>
          <p:cNvPr id="4" name="Slide Number Placeholder 1">
            <a:extLst>
              <a:ext uri="{FF2B5EF4-FFF2-40B4-BE49-F238E27FC236}">
                <a16:creationId xmlns:a16="http://schemas.microsoft.com/office/drawing/2014/main" id="{B57B9B03-0A74-C41A-9C19-2666453B448E}"/>
              </a:ext>
            </a:extLst>
          </p:cNvPr>
          <p:cNvSpPr>
            <a:spLocks noGrp="1"/>
          </p:cNvSpPr>
          <p:nvPr>
            <p:ph type="sldNum" sz="quarter" idx="12"/>
          </p:nvPr>
        </p:nvSpPr>
        <p:spPr>
          <a:prstGeom prst="rect">
            <a:avLst/>
          </a:prstGeom>
        </p:spPr>
        <p:txBody>
          <a:bodyPr/>
          <a:lstStyle/>
          <a:p>
            <a:fld id="{EF892D59-8F09-EF4B-AD6D-DA609442F868}" type="slidenum">
              <a:rPr lang="en-GB" smtClean="0"/>
              <a:pPr/>
              <a:t>19</a:t>
            </a:fld>
            <a:endParaRPr lang="en-GB" dirty="0"/>
          </a:p>
        </p:txBody>
      </p:sp>
      <p:sp>
        <p:nvSpPr>
          <p:cNvPr id="2" name="AutoShape 6">
            <a:extLst>
              <a:ext uri="{FF2B5EF4-FFF2-40B4-BE49-F238E27FC236}">
                <a16:creationId xmlns:a16="http://schemas.microsoft.com/office/drawing/2014/main" id="{D627956D-5E16-3435-B1A9-F04C143C10A6}"/>
              </a:ext>
            </a:extLst>
          </p:cNvPr>
          <p:cNvSpPr>
            <a:spLocks noChangeArrowheads="1"/>
          </p:cNvSpPr>
          <p:nvPr/>
        </p:nvSpPr>
        <p:spPr bwMode="auto">
          <a:xfrm>
            <a:off x="514350" y="2367625"/>
            <a:ext cx="5185410" cy="538135"/>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spcBef>
                <a:spcPct val="10000"/>
              </a:spcBef>
              <a:tabLst>
                <a:tab pos="371475" algn="l"/>
                <a:tab pos="3895725" algn="l"/>
                <a:tab pos="5751513" algn="l"/>
              </a:tabLst>
            </a:pPr>
            <a:r>
              <a:rPr lang="en-GB" sz="2400" dirty="0">
                <a:solidFill>
                  <a:srgbClr val="4F81BD"/>
                </a:solidFill>
              </a:rPr>
              <a:t> </a:t>
            </a:r>
            <a:r>
              <a:rPr lang="en-GB" sz="2400" dirty="0">
                <a:solidFill>
                  <a:srgbClr val="0000C8"/>
                </a:solidFill>
              </a:rPr>
              <a:t>array[subscript] = value</a:t>
            </a:r>
          </a:p>
        </p:txBody>
      </p:sp>
      <p:sp>
        <p:nvSpPr>
          <p:cNvPr id="3" name="AutoShape 8">
            <a:extLst>
              <a:ext uri="{FF2B5EF4-FFF2-40B4-BE49-F238E27FC236}">
                <a16:creationId xmlns:a16="http://schemas.microsoft.com/office/drawing/2014/main" id="{E158C0D2-9609-03AF-E068-E177716CE300}"/>
              </a:ext>
            </a:extLst>
          </p:cNvPr>
          <p:cNvSpPr>
            <a:spLocks noChangeArrowheads="1"/>
          </p:cNvSpPr>
          <p:nvPr/>
        </p:nvSpPr>
        <p:spPr bwMode="auto">
          <a:xfrm>
            <a:off x="6096000" y="1999928"/>
            <a:ext cx="5580062" cy="1273528"/>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indent="396875" defTabSz="720725">
              <a:lnSpc>
                <a:spcPct val="95000"/>
              </a:lnSpc>
              <a:tabLst>
                <a:tab pos="557213" algn="l"/>
                <a:tab pos="1112838" algn="l"/>
                <a:tab pos="1670050" algn="l"/>
              </a:tabLst>
            </a:pPr>
            <a:r>
              <a:rPr lang="en-GB" b="1" dirty="0">
                <a:solidFill>
                  <a:srgbClr val="0000C8"/>
                </a:solidFill>
                <a:latin typeface="Hack" panose="020B0609030202020204" pitchFamily="49" charset="0"/>
              </a:rPr>
              <a:t>drink[1] = "tea"</a:t>
            </a:r>
          </a:p>
          <a:p>
            <a:pPr indent="396875" defTabSz="720725">
              <a:lnSpc>
                <a:spcPct val="95000"/>
              </a:lnSpc>
              <a:tabLst>
                <a:tab pos="557213" algn="l"/>
                <a:tab pos="1112838" algn="l"/>
                <a:tab pos="1670050" algn="l"/>
              </a:tabLst>
            </a:pPr>
            <a:r>
              <a:rPr lang="en-GB" b="1" dirty="0">
                <a:solidFill>
                  <a:srgbClr val="0000C8"/>
                </a:solidFill>
                <a:latin typeface="Hack" panose="020B0609030202020204" pitchFamily="49" charset="0"/>
              </a:rPr>
              <a:t>drink[2] = "coffee, no milk"</a:t>
            </a:r>
          </a:p>
          <a:p>
            <a:pPr indent="396875" defTabSz="720725">
              <a:lnSpc>
                <a:spcPct val="95000"/>
              </a:lnSpc>
              <a:tabLst>
                <a:tab pos="557213" algn="l"/>
                <a:tab pos="1112838" algn="l"/>
                <a:tab pos="1670050" algn="l"/>
              </a:tabLst>
            </a:pPr>
            <a:r>
              <a:rPr lang="en-GB" b="1" dirty="0">
                <a:solidFill>
                  <a:srgbClr val="0000C8"/>
                </a:solidFill>
                <a:latin typeface="Hack" panose="020B0609030202020204" pitchFamily="49" charset="0"/>
              </a:rPr>
              <a:t>drink[3] = "coffee, no cream"</a:t>
            </a:r>
          </a:p>
          <a:p>
            <a:pPr indent="396875" defTabSz="720725">
              <a:lnSpc>
                <a:spcPct val="95000"/>
              </a:lnSpc>
              <a:tabLst>
                <a:tab pos="557213" algn="l"/>
                <a:tab pos="1112838" algn="l"/>
                <a:tab pos="1670050" algn="l"/>
              </a:tabLst>
            </a:pPr>
            <a:r>
              <a:rPr lang="en-GB" b="1" dirty="0">
                <a:solidFill>
                  <a:srgbClr val="0000C8"/>
                </a:solidFill>
                <a:latin typeface="Hack" panose="020B0609030202020204" pitchFamily="49" charset="0"/>
              </a:rPr>
              <a:t>print drink[1], drink[2], drink[5]</a:t>
            </a:r>
          </a:p>
        </p:txBody>
      </p:sp>
    </p:spTree>
    <p:extLst>
      <p:ext uri="{BB962C8B-B14F-4D97-AF65-F5344CB8AC3E}">
        <p14:creationId xmlns:p14="http://schemas.microsoft.com/office/powerpoint/2010/main" val="105972062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57E0-0E7A-97E6-CF32-434CAAE5E2AD}"/>
              </a:ext>
            </a:extLst>
          </p:cNvPr>
          <p:cNvSpPr>
            <a:spLocks noGrp="1"/>
          </p:cNvSpPr>
          <p:nvPr>
            <p:ph type="ctrTitle"/>
          </p:nvPr>
        </p:nvSpPr>
        <p:spPr/>
        <p:txBody>
          <a:bodyPr/>
          <a:lstStyle/>
          <a:p>
            <a:r>
              <a:rPr lang="en-GB" dirty="0"/>
              <a:t>Associative array</a:t>
            </a:r>
          </a:p>
        </p:txBody>
      </p:sp>
      <p:sp>
        <p:nvSpPr>
          <p:cNvPr id="5123" name="Rectangle 3"/>
          <p:cNvSpPr>
            <a:spLocks noGrp="1" noChangeArrowheads="1"/>
          </p:cNvSpPr>
          <p:nvPr>
            <p:ph sz="quarter" idx="4"/>
          </p:nvPr>
        </p:nvSpPr>
        <p:spPr>
          <a:xfrm>
            <a:off x="443922" y="1733108"/>
            <a:ext cx="5652078" cy="4348715"/>
          </a:xfrm>
        </p:spPr>
        <p:txBody>
          <a:bodyPr/>
          <a:lstStyle/>
          <a:p>
            <a:pPr marL="285750" indent="-285750">
              <a:buFont typeface="Arial" panose="020B0604020202020204" pitchFamily="34" charset="0"/>
              <a:buChar char="•"/>
            </a:pPr>
            <a:r>
              <a:rPr lang="en-GB" sz="1800" dirty="0">
                <a:solidFill>
                  <a:schemeClr val="tx1"/>
                </a:solidFill>
              </a:rPr>
              <a:t>An associative array is indexed by a string.</a:t>
            </a:r>
          </a:p>
          <a:p>
            <a:pPr lvl="1">
              <a:lnSpc>
                <a:spcPct val="70000"/>
              </a:lnSpc>
              <a:buFont typeface="Arial" panose="020B0604020202020204" pitchFamily="34" charset="0"/>
              <a:buChar char="•"/>
            </a:pPr>
            <a:endParaRPr lang="en-GB" sz="1800" dirty="0"/>
          </a:p>
          <a:p>
            <a:pPr lvl="1">
              <a:lnSpc>
                <a:spcPct val="70000"/>
              </a:lnSpc>
              <a:buFont typeface="Arial" panose="020B0604020202020204" pitchFamily="34" charset="0"/>
              <a:buChar char="•"/>
            </a:pPr>
            <a:endParaRPr lang="en-GB" sz="1800" dirty="0"/>
          </a:p>
          <a:p>
            <a:pPr marL="457200" indent="-457200">
              <a:lnSpc>
                <a:spcPct val="60000"/>
              </a:lnSpc>
              <a:buFont typeface="Arial" panose="020B0604020202020204" pitchFamily="34" charset="0"/>
              <a:buChar char="•"/>
            </a:pPr>
            <a:endParaRPr lang="en-GB" sz="1800" dirty="0">
              <a:solidFill>
                <a:schemeClr val="tx1"/>
              </a:solidFill>
            </a:endParaRPr>
          </a:p>
          <a:p>
            <a:pPr lvl="1">
              <a:lnSpc>
                <a:spcPct val="60000"/>
              </a:lnSpc>
              <a:buFont typeface="Arial" panose="020B0604020202020204" pitchFamily="34" charset="0"/>
              <a:buChar char="•"/>
            </a:pPr>
            <a:endParaRPr lang="en-GB" sz="1800" dirty="0"/>
          </a:p>
          <a:p>
            <a:pPr marL="285750" indent="-285750">
              <a:buFont typeface="Arial" panose="020B0604020202020204" pitchFamily="34" charset="0"/>
              <a:buChar char="•"/>
            </a:pPr>
            <a:r>
              <a:rPr lang="en-GB" sz="1800" dirty="0">
                <a:solidFill>
                  <a:schemeClr val="tx1"/>
                </a:solidFill>
              </a:rPr>
              <a:t>A special looping syntax exists</a:t>
            </a:r>
            <a:r>
              <a:rPr lang="en-GB" dirty="0">
                <a:solidFill>
                  <a:schemeClr val="tx1"/>
                </a:solidFill>
              </a:rPr>
              <a:t> t</a:t>
            </a:r>
            <a:r>
              <a:rPr lang="en-GB" sz="1800" dirty="0">
                <a:solidFill>
                  <a:schemeClr val="tx1"/>
                </a:solidFill>
              </a:rPr>
              <a:t>o step over the elements of an associative array.</a:t>
            </a:r>
          </a:p>
        </p:txBody>
      </p:sp>
      <p:sp>
        <p:nvSpPr>
          <p:cNvPr id="3" name="Slide Number Placeholder 1">
            <a:extLst>
              <a:ext uri="{FF2B5EF4-FFF2-40B4-BE49-F238E27FC236}">
                <a16:creationId xmlns:a16="http://schemas.microsoft.com/office/drawing/2014/main" id="{83FD2D12-1BDC-817C-8167-843C5B453AF5}"/>
              </a:ext>
            </a:extLst>
          </p:cNvPr>
          <p:cNvSpPr>
            <a:spLocks noGrp="1"/>
          </p:cNvSpPr>
          <p:nvPr>
            <p:ph type="sldNum" sz="quarter" idx="12"/>
          </p:nvPr>
        </p:nvSpPr>
        <p:spPr>
          <a:prstGeom prst="rect">
            <a:avLst/>
          </a:prstGeom>
        </p:spPr>
        <p:txBody>
          <a:bodyPr/>
          <a:lstStyle/>
          <a:p>
            <a:fld id="{EF892D59-8F09-EF4B-AD6D-DA609442F868}" type="slidenum">
              <a:rPr lang="en-GB" smtClean="0"/>
              <a:pPr/>
              <a:t>20</a:t>
            </a:fld>
            <a:endParaRPr lang="en-GB" dirty="0"/>
          </a:p>
        </p:txBody>
      </p:sp>
      <p:sp>
        <p:nvSpPr>
          <p:cNvPr id="4" name="AutoShape 6">
            <a:extLst>
              <a:ext uri="{FF2B5EF4-FFF2-40B4-BE49-F238E27FC236}">
                <a16:creationId xmlns:a16="http://schemas.microsoft.com/office/drawing/2014/main" id="{A121D287-38AD-41F1-13DE-BCD303D7089A}"/>
              </a:ext>
            </a:extLst>
          </p:cNvPr>
          <p:cNvSpPr>
            <a:spLocks noChangeArrowheads="1"/>
          </p:cNvSpPr>
          <p:nvPr/>
        </p:nvSpPr>
        <p:spPr bwMode="auto">
          <a:xfrm>
            <a:off x="514350" y="2153446"/>
            <a:ext cx="6106160" cy="957170"/>
          </a:xfrm>
          <a:prstGeom prst="flowChartAlternateProcess">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lvl="2" defTabSz="720725">
              <a:lnSpc>
                <a:spcPct val="95000"/>
              </a:lnSpc>
              <a:tabLst>
                <a:tab pos="557213" algn="l"/>
                <a:tab pos="1112838" algn="l"/>
                <a:tab pos="1670050" algn="l"/>
              </a:tabLst>
            </a:pPr>
            <a:r>
              <a:rPr lang="en-GB" b="1" dirty="0">
                <a:solidFill>
                  <a:srgbClr val="0000C8"/>
                </a:solidFill>
                <a:latin typeface="Hack" panose="020B0609030202020204" pitchFamily="49" charset="0"/>
              </a:rPr>
              <a:t>drink["tea"] = 1</a:t>
            </a:r>
          </a:p>
          <a:p>
            <a:pPr lvl="2" defTabSz="720725">
              <a:lnSpc>
                <a:spcPct val="95000"/>
              </a:lnSpc>
              <a:tabLst>
                <a:tab pos="557213" algn="l"/>
                <a:tab pos="1112838" algn="l"/>
                <a:tab pos="1670050" algn="l"/>
              </a:tabLst>
            </a:pPr>
            <a:r>
              <a:rPr lang="en-GB" b="1" dirty="0">
                <a:solidFill>
                  <a:srgbClr val="0000C8"/>
                </a:solidFill>
                <a:latin typeface="Hack" panose="020B0609030202020204" pitchFamily="49" charset="0"/>
              </a:rPr>
              <a:t>drink["coffee, no milk"] = "two"</a:t>
            </a:r>
          </a:p>
          <a:p>
            <a:pPr lvl="2" defTabSz="720725">
              <a:lnSpc>
                <a:spcPct val="95000"/>
              </a:lnSpc>
              <a:tabLst>
                <a:tab pos="557213" algn="l"/>
                <a:tab pos="1112838" algn="l"/>
                <a:tab pos="1670050" algn="l"/>
              </a:tabLst>
            </a:pPr>
            <a:r>
              <a:rPr lang="en-GB" b="1" dirty="0">
                <a:solidFill>
                  <a:srgbClr val="0000C8"/>
                </a:solidFill>
                <a:latin typeface="Hack" panose="020B0609030202020204" pitchFamily="49" charset="0"/>
              </a:rPr>
              <a:t>print drink["tea"]a</a:t>
            </a:r>
          </a:p>
        </p:txBody>
      </p:sp>
      <p:sp>
        <p:nvSpPr>
          <p:cNvPr id="5" name="Rectangle 12">
            <a:extLst>
              <a:ext uri="{FF2B5EF4-FFF2-40B4-BE49-F238E27FC236}">
                <a16:creationId xmlns:a16="http://schemas.microsoft.com/office/drawing/2014/main" id="{7528DF03-57AA-D1F8-039B-3A0E21E38C93}"/>
              </a:ext>
            </a:extLst>
          </p:cNvPr>
          <p:cNvSpPr>
            <a:spLocks noChangeArrowheads="1"/>
          </p:cNvSpPr>
          <p:nvPr/>
        </p:nvSpPr>
        <p:spPr bwMode="auto">
          <a:xfrm>
            <a:off x="1079959" y="4121649"/>
            <a:ext cx="8242225" cy="2036762"/>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lIns="95400" tIns="50760" rIns="95400" bIns="50760">
            <a:spAutoFit/>
          </a:bodyPr>
          <a:lstStyle/>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#!/usr/bin/awk -f</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 for(i = 1; i &lt;= NF; i++)</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frequency[$i]++</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END	{ for(word in frequency)</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print word, ": ", frequency[word]</a:t>
            </a:r>
          </a:p>
          <a:p>
            <a:pPr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 </a:t>
            </a:r>
          </a:p>
        </p:txBody>
      </p:sp>
      <p:sp>
        <p:nvSpPr>
          <p:cNvPr id="6" name="Rectangle 13">
            <a:extLst>
              <a:ext uri="{FF2B5EF4-FFF2-40B4-BE49-F238E27FC236}">
                <a16:creationId xmlns:a16="http://schemas.microsoft.com/office/drawing/2014/main" id="{C1BDDA19-C167-13A1-63CF-98BBC5E89BAF}"/>
              </a:ext>
            </a:extLst>
          </p:cNvPr>
          <p:cNvSpPr>
            <a:spLocks noChangeArrowheads="1"/>
          </p:cNvSpPr>
          <p:nvPr/>
        </p:nvSpPr>
        <p:spPr bwMode="auto">
          <a:xfrm>
            <a:off x="7061635" y="4121649"/>
            <a:ext cx="2260549" cy="378869"/>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indent="168275"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frequency.awk  </a:t>
            </a:r>
          </a:p>
        </p:txBody>
      </p:sp>
      <p:sp>
        <p:nvSpPr>
          <p:cNvPr id="7" name="Rounded Rectangle 13">
            <a:extLst>
              <a:ext uri="{FF2B5EF4-FFF2-40B4-BE49-F238E27FC236}">
                <a16:creationId xmlns:a16="http://schemas.microsoft.com/office/drawing/2014/main" id="{D2C43FC3-793C-4CFD-3F68-CFFD7EB4B391}"/>
              </a:ext>
            </a:extLst>
          </p:cNvPr>
          <p:cNvSpPr/>
          <p:nvPr/>
        </p:nvSpPr>
        <p:spPr>
          <a:xfrm>
            <a:off x="6264888" y="3187204"/>
            <a:ext cx="3688080" cy="687499"/>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defTabSz="720725">
              <a:spcBef>
                <a:spcPct val="10000"/>
              </a:spcBef>
              <a:tabLst>
                <a:tab pos="371475" algn="l"/>
                <a:tab pos="3895725" algn="l"/>
                <a:tab pos="5751513" algn="l"/>
              </a:tabLst>
            </a:pPr>
            <a:r>
              <a:rPr lang="en-GB" sz="2000" b="1" dirty="0">
                <a:solidFill>
                  <a:srgbClr val="0000C8"/>
                </a:solidFill>
              </a:rPr>
              <a:t>    for ( </a:t>
            </a:r>
            <a:r>
              <a:rPr lang="en-GB" sz="2000" dirty="0">
                <a:solidFill>
                  <a:srgbClr val="0000C8"/>
                </a:solidFill>
              </a:rPr>
              <a:t>variable </a:t>
            </a:r>
            <a:r>
              <a:rPr lang="en-GB" sz="2000" b="1" dirty="0">
                <a:solidFill>
                  <a:srgbClr val="0000C8"/>
                </a:solidFill>
              </a:rPr>
              <a:t>in</a:t>
            </a:r>
            <a:r>
              <a:rPr lang="en-GB" sz="2000" b="1" i="1" dirty="0">
                <a:solidFill>
                  <a:srgbClr val="0000C8"/>
                </a:solidFill>
              </a:rPr>
              <a:t> </a:t>
            </a:r>
            <a:r>
              <a:rPr lang="en-GB" sz="2000" dirty="0">
                <a:solidFill>
                  <a:srgbClr val="0000C8"/>
                </a:solidFill>
              </a:rPr>
              <a:t>array </a:t>
            </a:r>
            <a:r>
              <a:rPr lang="en-GB" sz="2000" b="1" dirty="0">
                <a:solidFill>
                  <a:srgbClr val="0000C8"/>
                </a:solidFill>
              </a:rPr>
              <a:t>)</a:t>
            </a:r>
          </a:p>
          <a:p>
            <a:pPr defTabSz="720725">
              <a:lnSpc>
                <a:spcPct val="80000"/>
              </a:lnSpc>
              <a:spcBef>
                <a:spcPct val="10000"/>
              </a:spcBef>
              <a:tabLst>
                <a:tab pos="371475" algn="l"/>
                <a:tab pos="3895725" algn="l"/>
                <a:tab pos="5751513" algn="l"/>
              </a:tabLst>
            </a:pPr>
            <a:r>
              <a:rPr lang="en-GB" sz="2000" b="1" dirty="0">
                <a:solidFill>
                  <a:srgbClr val="0000C8"/>
                </a:solidFill>
              </a:rPr>
              <a:t>	     </a:t>
            </a:r>
            <a:r>
              <a:rPr lang="en-GB" sz="2000" dirty="0">
                <a:solidFill>
                  <a:srgbClr val="0000C8"/>
                </a:solidFill>
              </a:rPr>
              <a:t>action array[variable]</a:t>
            </a:r>
          </a:p>
        </p:txBody>
      </p:sp>
    </p:spTree>
    <p:extLst>
      <p:ext uri="{BB962C8B-B14F-4D97-AF65-F5344CB8AC3E}">
        <p14:creationId xmlns:p14="http://schemas.microsoft.com/office/powerpoint/2010/main" val="187949336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43FD55-FB30-139E-1D03-8D3759C8046D}"/>
              </a:ext>
            </a:extLst>
          </p:cNvPr>
          <p:cNvSpPr>
            <a:spLocks noGrp="1"/>
          </p:cNvSpPr>
          <p:nvPr>
            <p:ph type="ctrTitle"/>
          </p:nvPr>
        </p:nvSpPr>
        <p:spPr/>
        <p:txBody>
          <a:bodyPr/>
          <a:lstStyle/>
          <a:p>
            <a:r>
              <a:rPr lang="en-GB" dirty="0"/>
              <a:t>Accessing associative arrays</a:t>
            </a:r>
          </a:p>
        </p:txBody>
      </p:sp>
      <p:sp>
        <p:nvSpPr>
          <p:cNvPr id="5123" name="Rectangle 3"/>
          <p:cNvSpPr>
            <a:spLocks noGrp="1" noChangeArrowheads="1"/>
          </p:cNvSpPr>
          <p:nvPr>
            <p:ph sz="quarter" idx="4"/>
          </p:nvPr>
        </p:nvSpPr>
        <p:spPr/>
        <p:txBody>
          <a:bodyPr/>
          <a:lstStyle/>
          <a:p>
            <a:pPr marL="285750" indent="-285750">
              <a:buFont typeface="Arial" panose="020B0604020202020204" pitchFamily="34" charset="0"/>
              <a:buChar char="•"/>
            </a:pPr>
            <a:r>
              <a:rPr lang="en-US" sz="1800" dirty="0">
                <a:solidFill>
                  <a:schemeClr val="tx1"/>
                </a:solidFill>
                <a:latin typeface="+mn-lt"/>
              </a:rPr>
              <a:t>A</a:t>
            </a:r>
            <a:r>
              <a:rPr lang="en-US" sz="1800" dirty="0">
                <a:latin typeface="+mn-lt"/>
              </a:rPr>
              <a:t> </a:t>
            </a:r>
            <a:r>
              <a:rPr lang="en-US" sz="1800" dirty="0">
                <a:solidFill>
                  <a:srgbClr val="0000C8"/>
                </a:solidFill>
                <a:latin typeface="Hack" panose="020B0609030202020204" pitchFamily="49" charset="0"/>
                <a:ea typeface="Hack" panose="020B0609030202020204" pitchFamily="49" charset="0"/>
                <a:cs typeface="Hack" panose="020B0609030202020204" pitchFamily="49" charset="0"/>
              </a:rPr>
              <a:t>for</a:t>
            </a:r>
            <a:r>
              <a:rPr lang="en-US" sz="1800" dirty="0">
                <a:latin typeface="+mn-lt"/>
              </a:rPr>
              <a:t> </a:t>
            </a:r>
            <a:r>
              <a:rPr lang="en-US" sz="1800" dirty="0">
                <a:solidFill>
                  <a:schemeClr val="tx1"/>
                </a:solidFill>
                <a:latin typeface="+mn-lt"/>
              </a:rPr>
              <a:t>loop is used to access all associative elements.</a:t>
            </a:r>
          </a:p>
          <a:p>
            <a:pPr lvl="1">
              <a:buFont typeface="Arial" panose="020B0604020202020204" pitchFamily="34" charset="0"/>
              <a:buChar char="•"/>
            </a:pPr>
            <a:r>
              <a:rPr lang="en-US" sz="1800" b="1" dirty="0">
                <a:solidFill>
                  <a:srgbClr val="0000C8"/>
                </a:solidFill>
                <a:latin typeface="+mn-lt"/>
              </a:rPr>
              <a:t>For ( </a:t>
            </a:r>
            <a:r>
              <a:rPr lang="en-US" sz="1800" b="1" i="1" dirty="0">
                <a:solidFill>
                  <a:srgbClr val="0000C8"/>
                </a:solidFill>
                <a:latin typeface="+mn-lt"/>
              </a:rPr>
              <a:t>key </a:t>
            </a:r>
            <a:r>
              <a:rPr lang="en-US" sz="1800" b="1" dirty="0">
                <a:solidFill>
                  <a:srgbClr val="0000C8"/>
                </a:solidFill>
                <a:latin typeface="+mn-lt"/>
              </a:rPr>
              <a:t>in </a:t>
            </a:r>
            <a:r>
              <a:rPr lang="en-US" sz="1800" b="1" i="1" dirty="0">
                <a:solidFill>
                  <a:srgbClr val="0000C8"/>
                </a:solidFill>
                <a:latin typeface="+mn-lt"/>
              </a:rPr>
              <a:t>array </a:t>
            </a:r>
            <a:r>
              <a:rPr lang="en-US" sz="1800" b="1" dirty="0">
                <a:solidFill>
                  <a:srgbClr val="0000C8"/>
                </a:solidFill>
                <a:latin typeface="+mn-lt"/>
              </a:rPr>
              <a:t>) {...}</a:t>
            </a:r>
          </a:p>
          <a:p>
            <a:pPr lvl="1">
              <a:buFont typeface="Arial" panose="020B0604020202020204" pitchFamily="34" charset="0"/>
              <a:buChar char="•"/>
            </a:pPr>
            <a:r>
              <a:rPr lang="en-US" sz="1800" dirty="0">
                <a:latin typeface="+mn-lt"/>
              </a:rPr>
              <a:t>Key </a:t>
            </a:r>
            <a:r>
              <a:rPr lang="en-US" sz="1800" b="0" dirty="0">
                <a:latin typeface="+mn-lt"/>
              </a:rPr>
              <a:t>is a variable that contains the index of each element in turn</a:t>
            </a:r>
            <a:endParaRPr lang="en-US" sz="1800" dirty="0">
              <a:latin typeface="+mn-lt"/>
            </a:endParaRPr>
          </a:p>
          <a:p>
            <a:pPr lvl="1">
              <a:buFont typeface="Arial" panose="020B0604020202020204" pitchFamily="34" charset="0"/>
              <a:buChar char="•"/>
            </a:pPr>
            <a:r>
              <a:rPr lang="en-US" sz="1800" b="0" dirty="0">
                <a:latin typeface="+mn-lt"/>
              </a:rPr>
              <a:t>Doesn’t have to be called </a:t>
            </a:r>
            <a:r>
              <a:rPr lang="en-US" sz="1800" dirty="0">
                <a:latin typeface="+mn-lt"/>
              </a:rPr>
              <a:t>key</a:t>
            </a:r>
          </a:p>
        </p:txBody>
      </p:sp>
      <p:sp>
        <p:nvSpPr>
          <p:cNvPr id="4" name="Slide Number Placeholder 1">
            <a:extLst>
              <a:ext uri="{FF2B5EF4-FFF2-40B4-BE49-F238E27FC236}">
                <a16:creationId xmlns:a16="http://schemas.microsoft.com/office/drawing/2014/main" id="{6149D12F-5BED-47BB-F6B8-F203E6543075}"/>
              </a:ext>
            </a:extLst>
          </p:cNvPr>
          <p:cNvSpPr>
            <a:spLocks noGrp="1"/>
          </p:cNvSpPr>
          <p:nvPr>
            <p:ph type="sldNum" sz="quarter" idx="12"/>
          </p:nvPr>
        </p:nvSpPr>
        <p:spPr>
          <a:prstGeom prst="rect">
            <a:avLst/>
          </a:prstGeom>
        </p:spPr>
        <p:txBody>
          <a:bodyPr/>
          <a:lstStyle/>
          <a:p>
            <a:fld id="{EF892D59-8F09-EF4B-AD6D-DA609442F868}" type="slidenum">
              <a:rPr lang="en-GB" smtClean="0"/>
              <a:pPr/>
              <a:t>21</a:t>
            </a:fld>
            <a:endParaRPr lang="en-GB" dirty="0"/>
          </a:p>
        </p:txBody>
      </p:sp>
      <p:sp>
        <p:nvSpPr>
          <p:cNvPr id="2" name="Text Box 4">
            <a:extLst>
              <a:ext uri="{FF2B5EF4-FFF2-40B4-BE49-F238E27FC236}">
                <a16:creationId xmlns:a16="http://schemas.microsoft.com/office/drawing/2014/main" id="{3E7F569D-5968-49A1-F01C-C111FBDFBCB3}"/>
              </a:ext>
            </a:extLst>
          </p:cNvPr>
          <p:cNvSpPr txBox="1">
            <a:spLocks noChangeArrowheads="1"/>
          </p:cNvSpPr>
          <p:nvPr/>
        </p:nvSpPr>
        <p:spPr bwMode="auto">
          <a:xfrm>
            <a:off x="715952" y="6087832"/>
            <a:ext cx="8001767" cy="388568"/>
          </a:xfrm>
          <a:prstGeom prst="rect">
            <a:avLst/>
          </a:prstGeom>
          <a:solidFill>
            <a:schemeClr val="tx1"/>
          </a:solidFill>
          <a:ln>
            <a:solidFill>
              <a:schemeClr val="accent1">
                <a:shade val="50000"/>
              </a:schemeClr>
            </a:solidFill>
          </a:ln>
        </p:spPr>
        <p:txBody>
          <a:bodyPr wrap="square" rtlCol="0">
            <a:noAutofit/>
          </a:bodyPr>
          <a:lstStyle/>
          <a:p>
            <a:pPr defTabSz="449263">
              <a:lnSpc>
                <a:spcPct val="95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20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ls -</a:t>
            </a:r>
            <a:r>
              <a:rPr lang="en-GB" sz="2000" b="1" dirty="0" err="1">
                <a:solidFill>
                  <a:schemeClr val="bg1"/>
                </a:solidFill>
                <a:latin typeface="Hack" panose="020B0609030202020204" pitchFamily="49" charset="0"/>
                <a:ea typeface="Hack" panose="020B0609030202020204" pitchFamily="49" charset="0"/>
                <a:cs typeface="Hack" panose="020B0609030202020204" pitchFamily="49" charset="0"/>
              </a:rPr>
              <a:t>li</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 /usr/bin/*</a:t>
            </a:r>
            <a:r>
              <a:rPr lang="en-GB" sz="2000" b="1" dirty="0" err="1">
                <a:solidFill>
                  <a:schemeClr val="bg1"/>
                </a:solidFill>
                <a:latin typeface="Hack" panose="020B0609030202020204" pitchFamily="49" charset="0"/>
                <a:ea typeface="Hack" panose="020B0609030202020204" pitchFamily="49" charset="0"/>
                <a:cs typeface="Hack" panose="020B0609030202020204" pitchFamily="49" charset="0"/>
              </a:rPr>
              <a:t>sh</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 | awk -f asize.awk</a:t>
            </a:r>
          </a:p>
        </p:txBody>
      </p:sp>
      <p:sp>
        <p:nvSpPr>
          <p:cNvPr id="3" name="Rectangle 6">
            <a:extLst>
              <a:ext uri="{FF2B5EF4-FFF2-40B4-BE49-F238E27FC236}">
                <a16:creationId xmlns:a16="http://schemas.microsoft.com/office/drawing/2014/main" id="{2B853BD3-7CCD-2433-96A1-A5C2D485EF5A}"/>
              </a:ext>
            </a:extLst>
          </p:cNvPr>
          <p:cNvSpPr>
            <a:spLocks noChangeArrowheads="1"/>
          </p:cNvSpPr>
          <p:nvPr/>
        </p:nvSpPr>
        <p:spPr bwMode="auto">
          <a:xfrm>
            <a:off x="715952" y="3298256"/>
            <a:ext cx="8015764" cy="2587744"/>
          </a:xfrm>
          <a:prstGeom prst="rect">
            <a:avLst/>
          </a:prstGeom>
          <a:solidFill>
            <a:schemeClr val="accent5"/>
          </a:solidFill>
          <a:ln w="12573" algn="ctr">
            <a:solidFill>
              <a:srgbClr val="000000"/>
            </a:solidFill>
            <a:miter lim="800000"/>
            <a:headEnd/>
            <a:tailEnd/>
          </a:ln>
          <a:effectLst>
            <a:outerShdw dist="107933" dir="2700000" algn="ctr" rotWithShape="0">
              <a:srgbClr val="AAAAAA"/>
            </a:outerShdw>
          </a:effectLst>
        </p:spPr>
        <p:txBody>
          <a:bodyPr lIns="95400" tIns="50760" rIns="95400" bIns="50760">
            <a:spAutoFit/>
          </a:bodyPr>
          <a:lstStyle/>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Print a total of files and bytes</a:t>
            </a:r>
          </a:p>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a:t>
            </a:r>
          </a:p>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files[$1] = $6</a:t>
            </a:r>
          </a:p>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a:t>
            </a:r>
          </a:p>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END {</a:t>
            </a:r>
          </a:p>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for (</a:t>
            </a:r>
            <a:r>
              <a:rPr lang="en-GB" sz="1600" dirty="0" err="1">
                <a:solidFill>
                  <a:srgbClr val="000066"/>
                </a:solidFill>
                <a:latin typeface="Hack" panose="020B0609030202020204" pitchFamily="49" charset="0"/>
                <a:ea typeface="Hack" panose="020B0609030202020204" pitchFamily="49" charset="0"/>
                <a:cs typeface="Hack" panose="020B0609030202020204" pitchFamily="49" charset="0"/>
              </a:rPr>
              <a:t>inode</a:t>
            </a: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in files)</a:t>
            </a:r>
          </a:p>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total += files[</a:t>
            </a:r>
            <a:r>
              <a:rPr lang="en-GB" sz="1600" dirty="0" err="1">
                <a:solidFill>
                  <a:srgbClr val="000066"/>
                </a:solidFill>
                <a:latin typeface="Hack" panose="020B0609030202020204" pitchFamily="49" charset="0"/>
                <a:ea typeface="Hack" panose="020B0609030202020204" pitchFamily="49" charset="0"/>
                <a:cs typeface="Hack" panose="020B0609030202020204" pitchFamily="49" charset="0"/>
              </a:rPr>
              <a:t>inode</a:t>
            </a: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a:t>
            </a:r>
          </a:p>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   print "Total size: " total</a:t>
            </a:r>
          </a:p>
          <a:p>
            <a:pPr lvl="1" indent="168275" defTabSz="449263">
              <a:lnSpc>
                <a:spcPct val="110000"/>
              </a:lnSpc>
              <a:buClr>
                <a:srgbClr val="000066"/>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rgbClr val="000066"/>
                </a:solidFill>
                <a:latin typeface="Hack" panose="020B0609030202020204" pitchFamily="49" charset="0"/>
                <a:ea typeface="Hack" panose="020B0609030202020204" pitchFamily="49" charset="0"/>
                <a:cs typeface="Hack" panose="020B0609030202020204" pitchFamily="49" charset="0"/>
              </a:rPr>
              <a:t>}</a:t>
            </a:r>
          </a:p>
        </p:txBody>
      </p:sp>
      <p:sp>
        <p:nvSpPr>
          <p:cNvPr id="8" name="Rectangle 8">
            <a:extLst>
              <a:ext uri="{FF2B5EF4-FFF2-40B4-BE49-F238E27FC236}">
                <a16:creationId xmlns:a16="http://schemas.microsoft.com/office/drawing/2014/main" id="{BCC3473B-A78B-C047-E751-2460B321587F}"/>
              </a:ext>
            </a:extLst>
          </p:cNvPr>
          <p:cNvSpPr>
            <a:spLocks noChangeArrowheads="1"/>
          </p:cNvSpPr>
          <p:nvPr/>
        </p:nvSpPr>
        <p:spPr bwMode="auto">
          <a:xfrm>
            <a:off x="6913658" y="3298256"/>
            <a:ext cx="1833298" cy="366381"/>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r" defTabSz="720725">
              <a:lnSpc>
                <a:spcPct val="110000"/>
              </a:lnSpc>
              <a:buClr>
                <a:srgbClr val="000066"/>
              </a:buClr>
              <a:buSzPct val="100000"/>
              <a:tabLst>
                <a:tab pos="649288" algn="l"/>
                <a:tab pos="7050088" algn="r"/>
              </a:tabLst>
              <a:defRPr/>
            </a:pPr>
            <a:r>
              <a:rPr lang="en-US" i="1" dirty="0">
                <a:latin typeface="Hack" panose="020B0609030202020204" pitchFamily="49" charset="0"/>
                <a:ea typeface="Hack" panose="020B0609030202020204" pitchFamily="49" charset="0"/>
                <a:cs typeface="Hack" panose="020B0609030202020204" pitchFamily="49" charset="0"/>
              </a:rPr>
              <a:t>shsize2.awk</a:t>
            </a:r>
          </a:p>
        </p:txBody>
      </p:sp>
    </p:spTree>
    <p:extLst>
      <p:ext uri="{BB962C8B-B14F-4D97-AF65-F5344CB8AC3E}">
        <p14:creationId xmlns:p14="http://schemas.microsoft.com/office/powerpoint/2010/main" val="138422381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2E22A4-D5B8-0B59-76ED-5813381D67E1}"/>
              </a:ext>
            </a:extLst>
          </p:cNvPr>
          <p:cNvSpPr>
            <a:spLocks noGrp="1"/>
          </p:cNvSpPr>
          <p:nvPr>
            <p:ph type="ctrTitle"/>
          </p:nvPr>
        </p:nvSpPr>
        <p:spPr/>
        <p:txBody>
          <a:bodyPr/>
          <a:lstStyle/>
          <a:p>
            <a:endParaRPr lang="en-GB"/>
          </a:p>
        </p:txBody>
      </p:sp>
      <p:sp>
        <p:nvSpPr>
          <p:cNvPr id="6" name="Content Placeholder 5">
            <a:extLst>
              <a:ext uri="{FF2B5EF4-FFF2-40B4-BE49-F238E27FC236}">
                <a16:creationId xmlns:a16="http://schemas.microsoft.com/office/drawing/2014/main" id="{02CA36D5-A947-5E82-84F0-FF59590F0AED}"/>
              </a:ext>
            </a:extLst>
          </p:cNvPr>
          <p:cNvSpPr>
            <a:spLocks noGrp="1"/>
          </p:cNvSpPr>
          <p:nvPr>
            <p:ph sz="quarter" idx="4"/>
          </p:nvPr>
        </p:nvSpPr>
        <p:spPr/>
        <p:txBody>
          <a:bodyPr/>
          <a:lstStyle/>
          <a:p>
            <a:endParaRPr lang="en-GB"/>
          </a:p>
        </p:txBody>
      </p:sp>
      <p:sp>
        <p:nvSpPr>
          <p:cNvPr id="4" name="Slide Number Placeholder 1">
            <a:extLst>
              <a:ext uri="{FF2B5EF4-FFF2-40B4-BE49-F238E27FC236}">
                <a16:creationId xmlns:a16="http://schemas.microsoft.com/office/drawing/2014/main" id="{485290F0-A5FE-2D75-432F-9CA84DD6056D}"/>
              </a:ext>
            </a:extLst>
          </p:cNvPr>
          <p:cNvSpPr>
            <a:spLocks noGrp="1"/>
          </p:cNvSpPr>
          <p:nvPr>
            <p:ph type="sldNum" sz="quarter" idx="12"/>
          </p:nvPr>
        </p:nvSpPr>
        <p:spPr>
          <a:prstGeom prst="rect">
            <a:avLst/>
          </a:prstGeom>
        </p:spPr>
        <p:txBody>
          <a:bodyPr/>
          <a:lstStyle/>
          <a:p>
            <a:fld id="{EF892D59-8F09-EF4B-AD6D-DA609442F868}" type="slidenum">
              <a:rPr lang="en-GB" smtClean="0"/>
              <a:pPr/>
              <a:t>22</a:t>
            </a:fld>
            <a:endParaRPr lang="en-GB" dirty="0"/>
          </a:p>
        </p:txBody>
      </p:sp>
    </p:spTree>
    <p:extLst>
      <p:ext uri="{BB962C8B-B14F-4D97-AF65-F5344CB8AC3E}">
        <p14:creationId xmlns:p14="http://schemas.microsoft.com/office/powerpoint/2010/main" val="3861696041"/>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C71F1D-A98C-43DF-A986-061295C23702}">
  <ds:schemaRefs>
    <ds:schemaRef ds:uri="http://purl.org/dc/elements/1.1/"/>
    <ds:schemaRef ds:uri="52e7f57a-cc1d-4bce-9b60-d9dd785361c7"/>
    <ds:schemaRef ds:uri="4851bab5-d36a-4f24-a761-998180967d12"/>
    <ds:schemaRef ds:uri="http://purl.org/dc/term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19280</TotalTime>
  <Words>5774</Words>
  <Application>Microsoft Office PowerPoint</Application>
  <PresentationFormat>Widescreen</PresentationFormat>
  <Paragraphs>585</Paragraphs>
  <Slides>22</Slides>
  <Notes>22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22</vt:i4>
      </vt:variant>
    </vt:vector>
  </HeadingPairs>
  <TitlesOfParts>
    <vt:vector size="31" baseType="lpstr">
      <vt:lpstr>Aptos</vt:lpstr>
      <vt:lpstr>Arial</vt:lpstr>
      <vt:lpstr>Calibri</vt:lpstr>
      <vt:lpstr>Figtree</vt:lpstr>
      <vt:lpstr>Hack</vt:lpstr>
      <vt:lpstr>Segoe UI</vt:lpstr>
      <vt:lpstr>Cover Slides - Business/Marketing</vt:lpstr>
      <vt:lpstr>Divider Slides</vt:lpstr>
      <vt:lpstr>Purple Module</vt:lpstr>
      <vt:lpstr>Appendix B: awk</vt:lpstr>
      <vt:lpstr>awk (gawk) origin</vt:lpstr>
      <vt:lpstr>About awk (gawk)</vt:lpstr>
      <vt:lpstr>awk (gawk) syntax</vt:lpstr>
      <vt:lpstr>The awk programming model (1)</vt:lpstr>
      <vt:lpstr>The awk programming model (2)</vt:lpstr>
      <vt:lpstr>Line addressing</vt:lpstr>
      <vt:lpstr>Predefined awk values</vt:lpstr>
      <vt:lpstr>Variables</vt:lpstr>
      <vt:lpstr>Arithmetic operators</vt:lpstr>
      <vt:lpstr>Example: Total size of all shell programs</vt:lpstr>
      <vt:lpstr>Logical and Boolean operators</vt:lpstr>
      <vt:lpstr>Example: awk as report generator</vt:lpstr>
      <vt:lpstr>awk for programmers</vt:lpstr>
      <vt:lpstr>Food for thought</vt:lpstr>
      <vt:lpstr>Conditions</vt:lpstr>
      <vt:lpstr>Loops</vt:lpstr>
      <vt:lpstr>Example: Loops</vt:lpstr>
      <vt:lpstr>Arrays</vt:lpstr>
      <vt:lpstr>Associative array</vt:lpstr>
      <vt:lpstr>Accessing associative arrays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43</cp:revision>
  <dcterms:created xsi:type="dcterms:W3CDTF">2024-06-24T11:44:08Z</dcterms:created>
  <dcterms:modified xsi:type="dcterms:W3CDTF">2025-05-30T13:52:07Z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