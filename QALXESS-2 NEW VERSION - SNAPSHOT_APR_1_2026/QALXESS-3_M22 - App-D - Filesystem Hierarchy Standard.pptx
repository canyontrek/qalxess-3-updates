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2" r:id="rId4"/>
    <p:sldMasterId id="2147483809" r:id="rId5"/>
    <p:sldMasterId id="2147483897" r:id="rId6"/>
  </p:sldMasterIdLst>
  <p:notesMasterIdLst>
    <p:notesMasterId r:id="rId29"/>
  </p:notesMasterIdLst>
  <p:sldIdLst>
    <p:sldId id="256" r:id="rId7"/>
    <p:sldId id="1181" r:id="rId8"/>
    <p:sldId id="757" r:id="rId9"/>
    <p:sldId id="758" r:id="rId10"/>
    <p:sldId id="759" r:id="rId11"/>
    <p:sldId id="760" r:id="rId12"/>
    <p:sldId id="761" r:id="rId13"/>
    <p:sldId id="762" r:id="rId14"/>
    <p:sldId id="763" r:id="rId15"/>
    <p:sldId id="764" r:id="rId16"/>
    <p:sldId id="765" r:id="rId17"/>
    <p:sldId id="766" r:id="rId18"/>
    <p:sldId id="767" r:id="rId19"/>
    <p:sldId id="768" r:id="rId20"/>
    <p:sldId id="769" r:id="rId21"/>
    <p:sldId id="770" r:id="rId22"/>
    <p:sldId id="771" r:id="rId23"/>
    <p:sldId id="772" r:id="rId24"/>
    <p:sldId id="773" r:id="rId25"/>
    <p:sldId id="774" r:id="rId26"/>
    <p:sldId id="775" r:id="rId27"/>
    <p:sldId id="118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3EC420FF-67B5-2B43-B8B0-31C326A878BA}">
          <p14:sldIdLst/>
        </p14:section>
        <p14:section name="Master" id="{86F55D6F-F04C-C141-A3B2-B81D9F14C13E}">
          <p14:sldIdLst/>
        </p14:section>
        <p14:section name="Cover slides" id="{A8F06CE1-BECE-433A-A682-4C071F90D966}">
          <p14:sldIdLst/>
        </p14:section>
        <p14:section name="Introduction" id="{D71C3838-11FC-3F44-90EC-9E7C8FE30A48}">
          <p14:sldIdLst/>
        </p14:section>
        <p14:section name="Content Slides" id="{05C53EB9-C633-4D6D-B3BC-F573E1DB951E}">
          <p14:sldIdLst>
            <p14:sldId id="256"/>
            <p14:sldId id="1181"/>
            <p14:sldId id="757"/>
            <p14:sldId id="758"/>
            <p14:sldId id="759"/>
            <p14:sldId id="760"/>
            <p14:sldId id="761"/>
            <p14:sldId id="762"/>
            <p14:sldId id="763"/>
            <p14:sldId id="764"/>
            <p14:sldId id="765"/>
            <p14:sldId id="766"/>
            <p14:sldId id="767"/>
            <p14:sldId id="768"/>
            <p14:sldId id="769"/>
            <p14:sldId id="770"/>
            <p14:sldId id="771"/>
            <p14:sldId id="772"/>
            <p14:sldId id="773"/>
            <p14:sldId id="774"/>
            <p14:sldId id="775"/>
            <p14:sldId id="118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B038381-4C18-EEB2-D798-E55F33345695}" name="Haynes, Amanda" initials="HA" userId="S::ahaynes@qa.com::f3044909-ea02-4a80-b124-5c683d29f1e5" providerId="AD"/>
  <p188:author id="{34F02186-A83D-147B-1AD3-CAE41537E927}" name="O'Flynn, Sarah" initials="SO" userId="S::SOFlynn@qa.com::c5bd941b-3572-499d-9953-9da6030055ca" providerId="AD"/>
  <p188:author id="{570EC78B-0B85-CC25-1293-AD5F30C7BB59}" name="Huskisson, Harry" initials="HH" userId="S::HHuskisson@qa.com::5d0a9b6a-71d8-408a-a551-20cf3a498200" providerId="AD"/>
  <p188:author id="{29DB2DE1-A6DA-284A-0775-8BA18A27BFDD}" name="Renang, Antonia" initials="AR" userId="S::ARenang@qa.com::6d248bc4-c380-4929-8d38-4b7a6af76729" providerId="AD"/>
  <p188:author id="{14A6B2E2-577F-2DC9-8598-664F7D3C9407}" name="Evans, Josie" initials="JE" userId="S::JEvans3@qa.com::aaea60dd-eaa6-4fde-a2ae-3576d6b832c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5F5F"/>
    <a:srgbClr val="333333"/>
    <a:srgbClr val="575757"/>
    <a:srgbClr val="000000"/>
    <a:srgbClr val="0D0D0D"/>
    <a:srgbClr val="161616"/>
    <a:srgbClr val="FEBDC0"/>
    <a:srgbClr val="FEDEC3"/>
    <a:srgbClr val="ACE2F0"/>
    <a:srgbClr val="0E4B5B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–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notesView">
  <p:normalViewPr>
    <p:restoredLeft sz="10565"/>
    <p:restoredTop sz="94491" autoAdjust="0"/>
  </p:normalViewPr>
  <p:slideViewPr>
    <p:cSldViewPr snapToGrid="0">
      <p:cViewPr varScale="1">
        <p:scale>
          <a:sx n="97" d="100"/>
          <a:sy n="97" d="100"/>
        </p:scale>
        <p:origin x="1368" y="306"/>
      </p:cViewPr>
      <p:guideLst/>
    </p:cSldViewPr>
  </p:slideViewPr>
  <p:outlineViewPr>
    <p:cViewPr>
      <p:scale>
        <a:sx n="33" d="100"/>
        <a:sy n="33" d="100"/>
      </p:scale>
      <p:origin x="0" y="-15912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20" d="100"/>
          <a:sy n="120" d="100"/>
        </p:scale>
        <p:origin x="3120" y="-179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34" Type="http://schemas.microsoft.com/office/2016/11/relationships/changesInfo" Target="changesInfos/changesInfo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presProps" Target="presProps.xml"/><Relationship Id="rId35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ist, Ella" userId="992bbaf2-811d-42cb-a4d6-e7fc45e325e8" providerId="ADAL" clId="{E465CB96-CAA9-4939-ACBB-AD6E7EC2EFB8}"/>
    <pc:docChg chg="modSld">
      <pc:chgData name="Feist, Ella" userId="992bbaf2-811d-42cb-a4d6-e7fc45e325e8" providerId="ADAL" clId="{E465CB96-CAA9-4939-ACBB-AD6E7EC2EFB8}" dt="2025-05-30T13:55:37.850" v="38" actId="14100"/>
      <pc:docMkLst>
        <pc:docMk/>
      </pc:docMkLst>
      <pc:sldChg chg="modSp mod">
        <pc:chgData name="Feist, Ella" userId="992bbaf2-811d-42cb-a4d6-e7fc45e325e8" providerId="ADAL" clId="{E465CB96-CAA9-4939-ACBB-AD6E7EC2EFB8}" dt="2025-05-30T12:58:24.406" v="0" actId="790"/>
        <pc:sldMkLst>
          <pc:docMk/>
          <pc:sldMk cId="3128033414" sldId="256"/>
        </pc:sldMkLst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3128033414" sldId="256"/>
            <ac:spMk id="3" creationId="{F947E35B-F1AB-7074-56BF-728BD39AD062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3128033414" sldId="256"/>
            <ac:spMk id="4" creationId="{441B5810-8C67-B742-B639-848419728702}"/>
          </ac:spMkLst>
        </pc:spChg>
        <pc:graphicFrameChg chg="modGraphic">
          <ac:chgData name="Feist, Ella" userId="992bbaf2-811d-42cb-a4d6-e7fc45e325e8" providerId="ADAL" clId="{E465CB96-CAA9-4939-ACBB-AD6E7EC2EFB8}" dt="2025-05-30T12:58:24.406" v="0" actId="790"/>
          <ac:graphicFrameMkLst>
            <pc:docMk/>
            <pc:sldMk cId="3128033414" sldId="256"/>
            <ac:graphicFrameMk id="2" creationId="{36C9DA1C-7E69-E2A4-E275-5C2173BE4D85}"/>
          </ac:graphicFrameMkLst>
        </pc:graphicFrameChg>
      </pc:sldChg>
      <pc:sldChg chg="modSp mod">
        <pc:chgData name="Feist, Ella" userId="992bbaf2-811d-42cb-a4d6-e7fc45e325e8" providerId="ADAL" clId="{E465CB96-CAA9-4939-ACBB-AD6E7EC2EFB8}" dt="2025-05-30T12:58:24.406" v="0" actId="790"/>
        <pc:sldMkLst>
          <pc:docMk/>
          <pc:sldMk cId="1990610829" sldId="757"/>
        </pc:sldMkLst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1990610829" sldId="757"/>
            <ac:spMk id="2" creationId="{9A495923-579B-8F47-840B-3F6C4A56DE24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1990610829" sldId="757"/>
            <ac:spMk id="4" creationId="{05E19106-8406-9F46-AB90-E1E869CEB430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1990610829" sldId="757"/>
            <ac:spMk id="5" creationId="{6AA26E67-A9FF-679F-1721-3C1412140FD2}"/>
          </ac:spMkLst>
        </pc:spChg>
      </pc:sldChg>
      <pc:sldChg chg="modSp mod">
        <pc:chgData name="Feist, Ella" userId="992bbaf2-811d-42cb-a4d6-e7fc45e325e8" providerId="ADAL" clId="{E465CB96-CAA9-4939-ACBB-AD6E7EC2EFB8}" dt="2025-05-30T12:58:24.406" v="0" actId="790"/>
        <pc:sldMkLst>
          <pc:docMk/>
          <pc:sldMk cId="2055891026" sldId="758"/>
        </pc:sldMkLst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2055891026" sldId="758"/>
            <ac:spMk id="2" creationId="{7B000B52-3776-DC79-9575-1CC9357CF72F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2055891026" sldId="758"/>
            <ac:spMk id="4" creationId="{1B7007CB-1742-0F01-8D8A-FF4B74BD1D8D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2055891026" sldId="758"/>
            <ac:spMk id="5" creationId="{E73BD67C-6D1E-F78D-DA4B-8698C96A1875}"/>
          </ac:spMkLst>
        </pc:spChg>
      </pc:sldChg>
      <pc:sldChg chg="modSp mod">
        <pc:chgData name="Feist, Ella" userId="992bbaf2-811d-42cb-a4d6-e7fc45e325e8" providerId="ADAL" clId="{E465CB96-CAA9-4939-ACBB-AD6E7EC2EFB8}" dt="2025-05-30T12:58:24.406" v="0" actId="790"/>
        <pc:sldMkLst>
          <pc:docMk/>
          <pc:sldMk cId="1649558691" sldId="759"/>
        </pc:sldMkLst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1649558691" sldId="759"/>
            <ac:spMk id="2" creationId="{F5F466FA-6F84-9F61-754D-64DD7EBBEB40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1649558691" sldId="759"/>
            <ac:spMk id="4" creationId="{BF96693B-7736-F7EA-0D9F-49EDD31F201F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1649558691" sldId="759"/>
            <ac:spMk id="5" creationId="{86975E44-E305-84D9-36D2-43E8A1ED8E1C}"/>
          </ac:spMkLst>
        </pc:spChg>
      </pc:sldChg>
      <pc:sldChg chg="modSp mod">
        <pc:chgData name="Feist, Ella" userId="992bbaf2-811d-42cb-a4d6-e7fc45e325e8" providerId="ADAL" clId="{E465CB96-CAA9-4939-ACBB-AD6E7EC2EFB8}" dt="2025-05-30T12:58:24.406" v="0" actId="790"/>
        <pc:sldMkLst>
          <pc:docMk/>
          <pc:sldMk cId="420040914" sldId="760"/>
        </pc:sldMkLst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420040914" sldId="760"/>
            <ac:spMk id="2" creationId="{35E8DBE1-E2D4-4FC0-97E9-71C71B638454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420040914" sldId="760"/>
            <ac:spMk id="4" creationId="{FA0D7287-B33D-F619-F489-385D711A0B4E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420040914" sldId="760"/>
            <ac:spMk id="5" creationId="{8BCBCAAF-F8A6-CA11-9B19-96046E8A5336}"/>
          </ac:spMkLst>
        </pc:spChg>
      </pc:sldChg>
      <pc:sldChg chg="modSp mod">
        <pc:chgData name="Feist, Ella" userId="992bbaf2-811d-42cb-a4d6-e7fc45e325e8" providerId="ADAL" clId="{E465CB96-CAA9-4939-ACBB-AD6E7EC2EFB8}" dt="2025-05-30T12:58:24.406" v="0" actId="790"/>
        <pc:sldMkLst>
          <pc:docMk/>
          <pc:sldMk cId="975096343" sldId="761"/>
        </pc:sldMkLst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975096343" sldId="761"/>
            <ac:spMk id="2" creationId="{322669E1-E949-DB8E-7905-A357ADDB8F59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975096343" sldId="761"/>
            <ac:spMk id="4" creationId="{16C3116F-CF90-0B35-0CEF-82C8E1D054D4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975096343" sldId="761"/>
            <ac:spMk id="5" creationId="{77C20BE7-9B47-8B0D-11E0-954088C80556}"/>
          </ac:spMkLst>
        </pc:spChg>
      </pc:sldChg>
      <pc:sldChg chg="modSp mod">
        <pc:chgData name="Feist, Ella" userId="992bbaf2-811d-42cb-a4d6-e7fc45e325e8" providerId="ADAL" clId="{E465CB96-CAA9-4939-ACBB-AD6E7EC2EFB8}" dt="2025-05-30T12:58:24.406" v="0" actId="790"/>
        <pc:sldMkLst>
          <pc:docMk/>
          <pc:sldMk cId="1853179575" sldId="762"/>
        </pc:sldMkLst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1853179575" sldId="762"/>
            <ac:spMk id="2" creationId="{A2BA8001-7678-05F4-997B-710FF9C0E996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1853179575" sldId="762"/>
            <ac:spMk id="4" creationId="{18B4037E-7B9B-E3A4-B271-88A6A07C0779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1853179575" sldId="762"/>
            <ac:spMk id="5" creationId="{F84ACCE6-BF29-DD2A-F50F-5113CBBD5895}"/>
          </ac:spMkLst>
        </pc:spChg>
      </pc:sldChg>
      <pc:sldChg chg="modSp mod">
        <pc:chgData name="Feist, Ella" userId="992bbaf2-811d-42cb-a4d6-e7fc45e325e8" providerId="ADAL" clId="{E465CB96-CAA9-4939-ACBB-AD6E7EC2EFB8}" dt="2025-05-30T12:58:24.406" v="0" actId="790"/>
        <pc:sldMkLst>
          <pc:docMk/>
          <pc:sldMk cId="3332053691" sldId="763"/>
        </pc:sldMkLst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3332053691" sldId="763"/>
            <ac:spMk id="2" creationId="{0580BA41-3542-85A3-9226-A61116CFD04B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3332053691" sldId="763"/>
            <ac:spMk id="4" creationId="{359FE7B0-0909-B0DC-4A1F-10CE1BA3EA41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3332053691" sldId="763"/>
            <ac:spMk id="5" creationId="{92D1AE6D-F36E-64E4-E94D-05B1194B013B}"/>
          </ac:spMkLst>
        </pc:spChg>
      </pc:sldChg>
      <pc:sldChg chg="modSp mod">
        <pc:chgData name="Feist, Ella" userId="992bbaf2-811d-42cb-a4d6-e7fc45e325e8" providerId="ADAL" clId="{E465CB96-CAA9-4939-ACBB-AD6E7EC2EFB8}" dt="2025-05-30T12:58:24.406" v="0" actId="790"/>
        <pc:sldMkLst>
          <pc:docMk/>
          <pc:sldMk cId="2869891751" sldId="764"/>
        </pc:sldMkLst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2869891751" sldId="764"/>
            <ac:spMk id="2" creationId="{9CCFBF24-A96F-C326-BAF2-5FD6471079AB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2869891751" sldId="764"/>
            <ac:spMk id="4" creationId="{0F960EE2-8D5A-B16F-8A58-A339D6933AD4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2869891751" sldId="764"/>
            <ac:spMk id="6" creationId="{25E35B51-92EB-0C70-1F2F-4ED89E5E2D59}"/>
          </ac:spMkLst>
        </pc:spChg>
      </pc:sldChg>
      <pc:sldChg chg="modSp mod">
        <pc:chgData name="Feist, Ella" userId="992bbaf2-811d-42cb-a4d6-e7fc45e325e8" providerId="ADAL" clId="{E465CB96-CAA9-4939-ACBB-AD6E7EC2EFB8}" dt="2025-05-30T12:58:24.406" v="0" actId="790"/>
        <pc:sldMkLst>
          <pc:docMk/>
          <pc:sldMk cId="3248317295" sldId="765"/>
        </pc:sldMkLst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3248317295" sldId="765"/>
            <ac:spMk id="2" creationId="{D320A937-0067-7735-DDAB-C5BA6E008A87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3248317295" sldId="765"/>
            <ac:spMk id="4" creationId="{828D3717-2AEF-D568-5905-25403201C937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3248317295" sldId="765"/>
            <ac:spMk id="5" creationId="{D01BF16D-6049-7332-649D-8843AC5ECE28}"/>
          </ac:spMkLst>
        </pc:spChg>
      </pc:sldChg>
      <pc:sldChg chg="modSp mod">
        <pc:chgData name="Feist, Ella" userId="992bbaf2-811d-42cb-a4d6-e7fc45e325e8" providerId="ADAL" clId="{E465CB96-CAA9-4939-ACBB-AD6E7EC2EFB8}" dt="2025-05-30T12:58:24.406" v="0" actId="790"/>
        <pc:sldMkLst>
          <pc:docMk/>
          <pc:sldMk cId="138932795" sldId="766"/>
        </pc:sldMkLst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138932795" sldId="766"/>
            <ac:spMk id="2" creationId="{C9C4E3BC-1445-0B2B-6F39-0B6C62824F25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138932795" sldId="766"/>
            <ac:spMk id="4" creationId="{AD2A3156-D0A7-2713-D59D-C173E6AFE198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138932795" sldId="766"/>
            <ac:spMk id="5" creationId="{E7A68F3E-0329-76F1-088C-29923103DDEC}"/>
          </ac:spMkLst>
        </pc:spChg>
      </pc:sldChg>
      <pc:sldChg chg="modSp mod">
        <pc:chgData name="Feist, Ella" userId="992bbaf2-811d-42cb-a4d6-e7fc45e325e8" providerId="ADAL" clId="{E465CB96-CAA9-4939-ACBB-AD6E7EC2EFB8}" dt="2025-05-30T12:58:24.406" v="0" actId="790"/>
        <pc:sldMkLst>
          <pc:docMk/>
          <pc:sldMk cId="2919288586" sldId="767"/>
        </pc:sldMkLst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2919288586" sldId="767"/>
            <ac:spMk id="2" creationId="{616D178B-9126-7A7F-1C4D-94B331055C7A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2919288586" sldId="767"/>
            <ac:spMk id="4" creationId="{B58733FF-6531-746B-223B-9DA23CE8B3DC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2919288586" sldId="767"/>
            <ac:spMk id="5" creationId="{8C9DD01C-3789-8E50-186C-5EA77B36D51D}"/>
          </ac:spMkLst>
        </pc:spChg>
      </pc:sldChg>
      <pc:sldChg chg="modSp mod">
        <pc:chgData name="Feist, Ella" userId="992bbaf2-811d-42cb-a4d6-e7fc45e325e8" providerId="ADAL" clId="{E465CB96-CAA9-4939-ACBB-AD6E7EC2EFB8}" dt="2025-05-30T12:58:24.406" v="0" actId="790"/>
        <pc:sldMkLst>
          <pc:docMk/>
          <pc:sldMk cId="3100157953" sldId="768"/>
        </pc:sldMkLst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3100157953" sldId="768"/>
            <ac:spMk id="2" creationId="{D5692A7E-3305-CF4C-504B-DD1BFBEE30AF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3100157953" sldId="768"/>
            <ac:spMk id="4" creationId="{B01C120E-E3ED-E7DB-AE20-D4712D014A11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3100157953" sldId="768"/>
            <ac:spMk id="5" creationId="{1E88EE08-9651-2B49-94CF-E5BC77D1172B}"/>
          </ac:spMkLst>
        </pc:spChg>
      </pc:sldChg>
      <pc:sldChg chg="modSp mod">
        <pc:chgData name="Feist, Ella" userId="992bbaf2-811d-42cb-a4d6-e7fc45e325e8" providerId="ADAL" clId="{E465CB96-CAA9-4939-ACBB-AD6E7EC2EFB8}" dt="2025-05-30T12:58:24.406" v="0" actId="790"/>
        <pc:sldMkLst>
          <pc:docMk/>
          <pc:sldMk cId="2444636468" sldId="769"/>
        </pc:sldMkLst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2444636468" sldId="769"/>
            <ac:spMk id="2" creationId="{A4CB3EFA-9C7F-4CA7-FA3C-FF568DE5F13D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2444636468" sldId="769"/>
            <ac:spMk id="4" creationId="{CDD57922-2E1F-A34B-3FF2-2B9B535B88D4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2444636468" sldId="769"/>
            <ac:spMk id="5" creationId="{75EDEA7F-6746-F28E-90BA-BD334F1A0DF6}"/>
          </ac:spMkLst>
        </pc:spChg>
      </pc:sldChg>
      <pc:sldChg chg="modSp mod">
        <pc:chgData name="Feist, Ella" userId="992bbaf2-811d-42cb-a4d6-e7fc45e325e8" providerId="ADAL" clId="{E465CB96-CAA9-4939-ACBB-AD6E7EC2EFB8}" dt="2025-05-30T12:58:24.406" v="0" actId="790"/>
        <pc:sldMkLst>
          <pc:docMk/>
          <pc:sldMk cId="3914729720" sldId="770"/>
        </pc:sldMkLst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3914729720" sldId="770"/>
            <ac:spMk id="2" creationId="{8BEF28B2-A71F-5EF7-462B-D44982BCAA83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3914729720" sldId="770"/>
            <ac:spMk id="4" creationId="{65C35002-A325-C927-9B7D-15A1EDCED654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3914729720" sldId="770"/>
            <ac:spMk id="5" creationId="{851480CD-8808-6585-945B-68FBB5C8A0A9}"/>
          </ac:spMkLst>
        </pc:spChg>
      </pc:sldChg>
      <pc:sldChg chg="modSp mod">
        <pc:chgData name="Feist, Ella" userId="992bbaf2-811d-42cb-a4d6-e7fc45e325e8" providerId="ADAL" clId="{E465CB96-CAA9-4939-ACBB-AD6E7EC2EFB8}" dt="2025-05-30T12:58:24.406" v="0" actId="790"/>
        <pc:sldMkLst>
          <pc:docMk/>
          <pc:sldMk cId="65641040" sldId="771"/>
        </pc:sldMkLst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65641040" sldId="771"/>
            <ac:spMk id="2" creationId="{59312A62-F746-6E48-CA46-F30ADD0E45B7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65641040" sldId="771"/>
            <ac:spMk id="4" creationId="{A8644471-2D48-4234-6D25-ADF45C8D7BC9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65641040" sldId="771"/>
            <ac:spMk id="5" creationId="{906A5BD2-C87A-10FE-5C88-F6BC1DD2E416}"/>
          </ac:spMkLst>
        </pc:spChg>
      </pc:sldChg>
      <pc:sldChg chg="modSp mod">
        <pc:chgData name="Feist, Ella" userId="992bbaf2-811d-42cb-a4d6-e7fc45e325e8" providerId="ADAL" clId="{E465CB96-CAA9-4939-ACBB-AD6E7EC2EFB8}" dt="2025-05-30T12:58:24.406" v="0" actId="790"/>
        <pc:sldMkLst>
          <pc:docMk/>
          <pc:sldMk cId="330875808" sldId="772"/>
        </pc:sldMkLst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330875808" sldId="772"/>
            <ac:spMk id="2" creationId="{F7F66949-CE35-2130-0B47-D5EB5D9A7691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330875808" sldId="772"/>
            <ac:spMk id="4" creationId="{CE7EB52D-59E6-C1F9-2302-A398F85C19B3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330875808" sldId="772"/>
            <ac:spMk id="5" creationId="{9CB3CED3-A29B-EF74-BE16-AE2E3FB58E72}"/>
          </ac:spMkLst>
        </pc:spChg>
      </pc:sldChg>
      <pc:sldChg chg="modSp mod">
        <pc:chgData name="Feist, Ella" userId="992bbaf2-811d-42cb-a4d6-e7fc45e325e8" providerId="ADAL" clId="{E465CB96-CAA9-4939-ACBB-AD6E7EC2EFB8}" dt="2025-05-30T12:58:24.406" v="0" actId="790"/>
        <pc:sldMkLst>
          <pc:docMk/>
          <pc:sldMk cId="777069730" sldId="773"/>
        </pc:sldMkLst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777069730" sldId="773"/>
            <ac:spMk id="2" creationId="{AC22D7A6-5314-4227-73C5-2B7537CE5AFD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777069730" sldId="773"/>
            <ac:spMk id="4" creationId="{209A2202-1C92-AE06-DE46-BB1B8A1EE2F6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777069730" sldId="773"/>
            <ac:spMk id="6" creationId="{A52FE9FD-C486-548A-123D-C5106CB6D7D6}"/>
          </ac:spMkLst>
        </pc:spChg>
      </pc:sldChg>
      <pc:sldChg chg="modSp mod">
        <pc:chgData name="Feist, Ella" userId="992bbaf2-811d-42cb-a4d6-e7fc45e325e8" providerId="ADAL" clId="{E465CB96-CAA9-4939-ACBB-AD6E7EC2EFB8}" dt="2025-05-30T12:58:24.406" v="0" actId="790"/>
        <pc:sldMkLst>
          <pc:docMk/>
          <pc:sldMk cId="837656311" sldId="774"/>
        </pc:sldMkLst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837656311" sldId="774"/>
            <ac:spMk id="2" creationId="{E9821184-0648-2E08-897E-9E546BA71837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837656311" sldId="774"/>
            <ac:spMk id="4" creationId="{DC17F9E7-BB1B-278A-F86B-1AD9B6B9841E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837656311" sldId="774"/>
            <ac:spMk id="5" creationId="{EC6018DD-E083-36DF-4B5A-4FE0AC836A39}"/>
          </ac:spMkLst>
        </pc:spChg>
      </pc:sldChg>
      <pc:sldChg chg="modSp mod modNotes">
        <pc:chgData name="Feist, Ella" userId="992bbaf2-811d-42cb-a4d6-e7fc45e325e8" providerId="ADAL" clId="{E465CB96-CAA9-4939-ACBB-AD6E7EC2EFB8}" dt="2025-05-30T13:55:37.850" v="38" actId="14100"/>
        <pc:sldMkLst>
          <pc:docMk/>
          <pc:sldMk cId="1331897708" sldId="775"/>
        </pc:sldMkLst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1331897708" sldId="775"/>
            <ac:spMk id="2" creationId="{56E072DE-EFA6-09AE-60A2-24F4AF05A62A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1331897708" sldId="775"/>
            <ac:spMk id="4" creationId="{C4FE7A00-26CF-2A76-6930-FA1D21AE87FA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1331897708" sldId="775"/>
            <ac:spMk id="5" creationId="{2667A446-CF24-44CB-DD79-8B58F637274B}"/>
          </ac:spMkLst>
        </pc:spChg>
      </pc:sldChg>
      <pc:sldChg chg="modSp mod modNotes">
        <pc:chgData name="Feist, Ella" userId="992bbaf2-811d-42cb-a4d6-e7fc45e325e8" providerId="ADAL" clId="{E465CB96-CAA9-4939-ACBB-AD6E7EC2EFB8}" dt="2025-05-30T13:55:14.232" v="35" actId="20577"/>
        <pc:sldMkLst>
          <pc:docMk/>
          <pc:sldMk cId="407921491" sldId="1181"/>
        </pc:sldMkLst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407921491" sldId="1181"/>
            <ac:spMk id="4" creationId="{16751AAF-A365-64C0-3A0F-32D2720BC70A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407921491" sldId="1181"/>
            <ac:spMk id="7" creationId="{D035C319-DFB4-5442-C005-8226900127D4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407921491" sldId="1181"/>
            <ac:spMk id="9" creationId="{E3383438-6767-259D-E887-B461A080EA30}"/>
          </ac:spMkLst>
        </pc:spChg>
      </pc:sldChg>
      <pc:sldChg chg="modSp mod">
        <pc:chgData name="Feist, Ella" userId="992bbaf2-811d-42cb-a4d6-e7fc45e325e8" providerId="ADAL" clId="{E465CB96-CAA9-4939-ACBB-AD6E7EC2EFB8}" dt="2025-05-30T12:58:24.406" v="0" actId="790"/>
        <pc:sldMkLst>
          <pc:docMk/>
          <pc:sldMk cId="1248977292" sldId="1182"/>
        </pc:sldMkLst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1248977292" sldId="1182"/>
            <ac:spMk id="4" creationId="{CBD7EBE3-7DDE-9147-E1B6-2E810891CE2C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1248977292" sldId="1182"/>
            <ac:spMk id="5" creationId="{E1607D29-3823-A6FE-D713-EBEE6AEE0FAA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1248977292" sldId="1182"/>
            <ac:spMk id="6" creationId="{4D2B7624-4E15-0D2A-9395-0983FAD25B7F}"/>
          </ac:spMkLst>
        </pc:spChg>
      </pc:sldChg>
    </pc:docChg>
  </pc:docChgLst>
  <pc:docChgLst>
    <pc:chgData name="Feist, Ella" userId="992bbaf2-811d-42cb-a4d6-e7fc45e325e8" providerId="ADAL" clId="{46B72450-0FCA-45E7-A9D8-08FD70E089AA}"/>
    <pc:docChg chg="undo custSel modSld delMainMaster">
      <pc:chgData name="Feist, Ella" userId="992bbaf2-811d-42cb-a4d6-e7fc45e325e8" providerId="ADAL" clId="{46B72450-0FCA-45E7-A9D8-08FD70E089AA}" dt="2025-05-29T12:31:46.710" v="130" actId="14100"/>
      <pc:docMkLst>
        <pc:docMk/>
      </pc:docMkLst>
      <pc:sldChg chg="addSp delSp modSp mod">
        <pc:chgData name="Feist, Ella" userId="992bbaf2-811d-42cb-a4d6-e7fc45e325e8" providerId="ADAL" clId="{46B72450-0FCA-45E7-A9D8-08FD70E089AA}" dt="2025-05-29T12:31:46.710" v="130" actId="14100"/>
        <pc:sldMkLst>
          <pc:docMk/>
          <pc:sldMk cId="3128033414" sldId="256"/>
        </pc:sldMkLst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3128033414" sldId="256"/>
            <ac:spMk id="3" creationId="{F947E35B-F1AB-7074-56BF-728BD39AD062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3128033414" sldId="256"/>
            <ac:spMk id="4" creationId="{441B5810-8C67-B742-B639-848419728702}"/>
          </ac:spMkLst>
        </pc:spChg>
        <pc:graphicFrameChg chg="add mod modGraphic">
          <ac:chgData name="Feist, Ella" userId="992bbaf2-811d-42cb-a4d6-e7fc45e325e8" providerId="ADAL" clId="{46B72450-0FCA-45E7-A9D8-08FD70E089AA}" dt="2025-05-29T12:31:46.710" v="130" actId="14100"/>
          <ac:graphicFrameMkLst>
            <pc:docMk/>
            <pc:sldMk cId="3128033414" sldId="256"/>
            <ac:graphicFrameMk id="2" creationId="{36C9DA1C-7E69-E2A4-E275-5C2173BE4D85}"/>
          </ac:graphicFrameMkLst>
        </pc:graphicFrameChg>
        <pc:graphicFrameChg chg="del">
          <ac:chgData name="Feist, Ella" userId="992bbaf2-811d-42cb-a4d6-e7fc45e325e8" providerId="ADAL" clId="{46B72450-0FCA-45E7-A9D8-08FD70E089AA}" dt="2025-05-29T12:25:17.448" v="3" actId="478"/>
          <ac:graphicFrameMkLst>
            <pc:docMk/>
            <pc:sldMk cId="3128033414" sldId="256"/>
            <ac:graphicFrameMk id="5" creationId="{B0C5DB58-380A-FCE4-412F-659794DB4A55}"/>
          </ac:graphicFrameMkLst>
        </pc:graphicFrameChg>
      </pc:sldChg>
      <pc:sldChg chg="modSp mod">
        <pc:chgData name="Feist, Ella" userId="992bbaf2-811d-42cb-a4d6-e7fc45e325e8" providerId="ADAL" clId="{46B72450-0FCA-45E7-A9D8-08FD70E089AA}" dt="2025-05-29T12:30:18.453" v="114" actId="790"/>
        <pc:sldMkLst>
          <pc:docMk/>
          <pc:sldMk cId="1990610829" sldId="757"/>
        </pc:sldMkLst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1990610829" sldId="757"/>
            <ac:spMk id="2" creationId="{9A495923-579B-8F47-840B-3F6C4A56DE24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1990610829" sldId="757"/>
            <ac:spMk id="4" creationId="{05E19106-8406-9F46-AB90-E1E869CEB430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1990610829" sldId="757"/>
            <ac:spMk id="5" creationId="{6AA26E67-A9FF-679F-1721-3C1412140FD2}"/>
          </ac:spMkLst>
        </pc:spChg>
      </pc:sldChg>
      <pc:sldChg chg="modSp mod">
        <pc:chgData name="Feist, Ella" userId="992bbaf2-811d-42cb-a4d6-e7fc45e325e8" providerId="ADAL" clId="{46B72450-0FCA-45E7-A9D8-08FD70E089AA}" dt="2025-05-29T12:30:18.453" v="114" actId="790"/>
        <pc:sldMkLst>
          <pc:docMk/>
          <pc:sldMk cId="2055891026" sldId="758"/>
        </pc:sldMkLst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2055891026" sldId="758"/>
            <ac:spMk id="2" creationId="{7B000B52-3776-DC79-9575-1CC9357CF72F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2055891026" sldId="758"/>
            <ac:spMk id="4" creationId="{1B7007CB-1742-0F01-8D8A-FF4B74BD1D8D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2055891026" sldId="758"/>
            <ac:spMk id="5" creationId="{E73BD67C-6D1E-F78D-DA4B-8698C96A1875}"/>
          </ac:spMkLst>
        </pc:spChg>
      </pc:sldChg>
      <pc:sldChg chg="modSp mod">
        <pc:chgData name="Feist, Ella" userId="992bbaf2-811d-42cb-a4d6-e7fc45e325e8" providerId="ADAL" clId="{46B72450-0FCA-45E7-A9D8-08FD70E089AA}" dt="2025-05-29T12:30:18.453" v="114" actId="790"/>
        <pc:sldMkLst>
          <pc:docMk/>
          <pc:sldMk cId="1649558691" sldId="759"/>
        </pc:sldMkLst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1649558691" sldId="759"/>
            <ac:spMk id="2" creationId="{F5F466FA-6F84-9F61-754D-64DD7EBBEB40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1649558691" sldId="759"/>
            <ac:spMk id="4" creationId="{BF96693B-7736-F7EA-0D9F-49EDD31F201F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1649558691" sldId="759"/>
            <ac:spMk id="5" creationId="{86975E44-E305-84D9-36D2-43E8A1ED8E1C}"/>
          </ac:spMkLst>
        </pc:spChg>
      </pc:sldChg>
      <pc:sldChg chg="modSp mod">
        <pc:chgData name="Feist, Ella" userId="992bbaf2-811d-42cb-a4d6-e7fc45e325e8" providerId="ADAL" clId="{46B72450-0FCA-45E7-A9D8-08FD70E089AA}" dt="2025-05-29T12:30:18.453" v="114" actId="790"/>
        <pc:sldMkLst>
          <pc:docMk/>
          <pc:sldMk cId="420040914" sldId="760"/>
        </pc:sldMkLst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420040914" sldId="760"/>
            <ac:spMk id="2" creationId="{35E8DBE1-E2D4-4FC0-97E9-71C71B638454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420040914" sldId="760"/>
            <ac:spMk id="4" creationId="{FA0D7287-B33D-F619-F489-385D711A0B4E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420040914" sldId="760"/>
            <ac:spMk id="5" creationId="{8BCBCAAF-F8A6-CA11-9B19-96046E8A5336}"/>
          </ac:spMkLst>
        </pc:spChg>
      </pc:sldChg>
      <pc:sldChg chg="modSp mod">
        <pc:chgData name="Feist, Ella" userId="992bbaf2-811d-42cb-a4d6-e7fc45e325e8" providerId="ADAL" clId="{46B72450-0FCA-45E7-A9D8-08FD70E089AA}" dt="2025-05-29T12:30:18.453" v="114" actId="790"/>
        <pc:sldMkLst>
          <pc:docMk/>
          <pc:sldMk cId="975096343" sldId="761"/>
        </pc:sldMkLst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975096343" sldId="761"/>
            <ac:spMk id="2" creationId="{322669E1-E949-DB8E-7905-A357ADDB8F59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975096343" sldId="761"/>
            <ac:spMk id="4" creationId="{16C3116F-CF90-0B35-0CEF-82C8E1D054D4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975096343" sldId="761"/>
            <ac:spMk id="5" creationId="{77C20BE7-9B47-8B0D-11E0-954088C80556}"/>
          </ac:spMkLst>
        </pc:spChg>
      </pc:sldChg>
      <pc:sldChg chg="modSp mod">
        <pc:chgData name="Feist, Ella" userId="992bbaf2-811d-42cb-a4d6-e7fc45e325e8" providerId="ADAL" clId="{46B72450-0FCA-45E7-A9D8-08FD70E089AA}" dt="2025-05-29T12:30:18.453" v="114" actId="790"/>
        <pc:sldMkLst>
          <pc:docMk/>
          <pc:sldMk cId="1853179575" sldId="762"/>
        </pc:sldMkLst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1853179575" sldId="762"/>
            <ac:spMk id="2" creationId="{A2BA8001-7678-05F4-997B-710FF9C0E996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1853179575" sldId="762"/>
            <ac:spMk id="4" creationId="{18B4037E-7B9B-E3A4-B271-88A6A07C0779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1853179575" sldId="762"/>
            <ac:spMk id="5" creationId="{F84ACCE6-BF29-DD2A-F50F-5113CBBD5895}"/>
          </ac:spMkLst>
        </pc:spChg>
      </pc:sldChg>
      <pc:sldChg chg="modSp mod">
        <pc:chgData name="Feist, Ella" userId="992bbaf2-811d-42cb-a4d6-e7fc45e325e8" providerId="ADAL" clId="{46B72450-0FCA-45E7-A9D8-08FD70E089AA}" dt="2025-05-29T12:30:18.453" v="114" actId="790"/>
        <pc:sldMkLst>
          <pc:docMk/>
          <pc:sldMk cId="3332053691" sldId="763"/>
        </pc:sldMkLst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3332053691" sldId="763"/>
            <ac:spMk id="2" creationId="{0580BA41-3542-85A3-9226-A61116CFD04B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3332053691" sldId="763"/>
            <ac:spMk id="4" creationId="{359FE7B0-0909-B0DC-4A1F-10CE1BA3EA41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3332053691" sldId="763"/>
            <ac:spMk id="5" creationId="{92D1AE6D-F36E-64E4-E94D-05B1194B013B}"/>
          </ac:spMkLst>
        </pc:spChg>
      </pc:sldChg>
      <pc:sldChg chg="modSp mod">
        <pc:chgData name="Feist, Ella" userId="992bbaf2-811d-42cb-a4d6-e7fc45e325e8" providerId="ADAL" clId="{46B72450-0FCA-45E7-A9D8-08FD70E089AA}" dt="2025-05-29T12:30:18.453" v="114" actId="790"/>
        <pc:sldMkLst>
          <pc:docMk/>
          <pc:sldMk cId="2869891751" sldId="764"/>
        </pc:sldMkLst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2869891751" sldId="764"/>
            <ac:spMk id="2" creationId="{9CCFBF24-A96F-C326-BAF2-5FD6471079AB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2869891751" sldId="764"/>
            <ac:spMk id="4" creationId="{0F960EE2-8D5A-B16F-8A58-A339D6933AD4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2869891751" sldId="764"/>
            <ac:spMk id="6" creationId="{25E35B51-92EB-0C70-1F2F-4ED89E5E2D59}"/>
          </ac:spMkLst>
        </pc:spChg>
      </pc:sldChg>
      <pc:sldChg chg="modSp mod">
        <pc:chgData name="Feist, Ella" userId="992bbaf2-811d-42cb-a4d6-e7fc45e325e8" providerId="ADAL" clId="{46B72450-0FCA-45E7-A9D8-08FD70E089AA}" dt="2025-05-29T12:30:18.453" v="114" actId="790"/>
        <pc:sldMkLst>
          <pc:docMk/>
          <pc:sldMk cId="3248317295" sldId="765"/>
        </pc:sldMkLst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3248317295" sldId="765"/>
            <ac:spMk id="2" creationId="{D320A937-0067-7735-DDAB-C5BA6E008A87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3248317295" sldId="765"/>
            <ac:spMk id="4" creationId="{828D3717-2AEF-D568-5905-25403201C937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3248317295" sldId="765"/>
            <ac:spMk id="5" creationId="{D01BF16D-6049-7332-649D-8843AC5ECE28}"/>
          </ac:spMkLst>
        </pc:spChg>
      </pc:sldChg>
      <pc:sldChg chg="modSp mod">
        <pc:chgData name="Feist, Ella" userId="992bbaf2-811d-42cb-a4d6-e7fc45e325e8" providerId="ADAL" clId="{46B72450-0FCA-45E7-A9D8-08FD70E089AA}" dt="2025-05-29T12:30:18.453" v="114" actId="790"/>
        <pc:sldMkLst>
          <pc:docMk/>
          <pc:sldMk cId="138932795" sldId="766"/>
        </pc:sldMkLst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138932795" sldId="766"/>
            <ac:spMk id="2" creationId="{C9C4E3BC-1445-0B2B-6F39-0B6C62824F25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138932795" sldId="766"/>
            <ac:spMk id="4" creationId="{AD2A3156-D0A7-2713-D59D-C173E6AFE198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138932795" sldId="766"/>
            <ac:spMk id="5" creationId="{E7A68F3E-0329-76F1-088C-29923103DDEC}"/>
          </ac:spMkLst>
        </pc:spChg>
      </pc:sldChg>
      <pc:sldChg chg="modSp mod">
        <pc:chgData name="Feist, Ella" userId="992bbaf2-811d-42cb-a4d6-e7fc45e325e8" providerId="ADAL" clId="{46B72450-0FCA-45E7-A9D8-08FD70E089AA}" dt="2025-05-29T12:30:18.453" v="114" actId="790"/>
        <pc:sldMkLst>
          <pc:docMk/>
          <pc:sldMk cId="2919288586" sldId="767"/>
        </pc:sldMkLst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2919288586" sldId="767"/>
            <ac:spMk id="2" creationId="{616D178B-9126-7A7F-1C4D-94B331055C7A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2919288586" sldId="767"/>
            <ac:spMk id="4" creationId="{B58733FF-6531-746B-223B-9DA23CE8B3DC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2919288586" sldId="767"/>
            <ac:spMk id="5" creationId="{8C9DD01C-3789-8E50-186C-5EA77B36D51D}"/>
          </ac:spMkLst>
        </pc:spChg>
      </pc:sldChg>
      <pc:sldChg chg="modSp mod">
        <pc:chgData name="Feist, Ella" userId="992bbaf2-811d-42cb-a4d6-e7fc45e325e8" providerId="ADAL" clId="{46B72450-0FCA-45E7-A9D8-08FD70E089AA}" dt="2025-05-29T12:30:18.453" v="114" actId="790"/>
        <pc:sldMkLst>
          <pc:docMk/>
          <pc:sldMk cId="3100157953" sldId="768"/>
        </pc:sldMkLst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3100157953" sldId="768"/>
            <ac:spMk id="2" creationId="{D5692A7E-3305-CF4C-504B-DD1BFBEE30AF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3100157953" sldId="768"/>
            <ac:spMk id="4" creationId="{B01C120E-E3ED-E7DB-AE20-D4712D014A11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3100157953" sldId="768"/>
            <ac:spMk id="5" creationId="{1E88EE08-9651-2B49-94CF-E5BC77D1172B}"/>
          </ac:spMkLst>
        </pc:spChg>
      </pc:sldChg>
      <pc:sldChg chg="modSp mod">
        <pc:chgData name="Feist, Ella" userId="992bbaf2-811d-42cb-a4d6-e7fc45e325e8" providerId="ADAL" clId="{46B72450-0FCA-45E7-A9D8-08FD70E089AA}" dt="2025-05-29T12:30:18.453" v="114" actId="790"/>
        <pc:sldMkLst>
          <pc:docMk/>
          <pc:sldMk cId="2444636468" sldId="769"/>
        </pc:sldMkLst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2444636468" sldId="769"/>
            <ac:spMk id="2" creationId="{A4CB3EFA-9C7F-4CA7-FA3C-FF568DE5F13D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2444636468" sldId="769"/>
            <ac:spMk id="4" creationId="{CDD57922-2E1F-A34B-3FF2-2B9B535B88D4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2444636468" sldId="769"/>
            <ac:spMk id="5" creationId="{75EDEA7F-6746-F28E-90BA-BD334F1A0DF6}"/>
          </ac:spMkLst>
        </pc:spChg>
      </pc:sldChg>
      <pc:sldChg chg="modSp mod">
        <pc:chgData name="Feist, Ella" userId="992bbaf2-811d-42cb-a4d6-e7fc45e325e8" providerId="ADAL" clId="{46B72450-0FCA-45E7-A9D8-08FD70E089AA}" dt="2025-05-29T12:30:18.453" v="114" actId="790"/>
        <pc:sldMkLst>
          <pc:docMk/>
          <pc:sldMk cId="3914729720" sldId="770"/>
        </pc:sldMkLst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3914729720" sldId="770"/>
            <ac:spMk id="2" creationId="{8BEF28B2-A71F-5EF7-462B-D44982BCAA83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3914729720" sldId="770"/>
            <ac:spMk id="4" creationId="{65C35002-A325-C927-9B7D-15A1EDCED654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3914729720" sldId="770"/>
            <ac:spMk id="5" creationId="{851480CD-8808-6585-945B-68FBB5C8A0A9}"/>
          </ac:spMkLst>
        </pc:spChg>
      </pc:sldChg>
      <pc:sldChg chg="modSp mod">
        <pc:chgData name="Feist, Ella" userId="992bbaf2-811d-42cb-a4d6-e7fc45e325e8" providerId="ADAL" clId="{46B72450-0FCA-45E7-A9D8-08FD70E089AA}" dt="2025-05-29T12:30:18.453" v="114" actId="790"/>
        <pc:sldMkLst>
          <pc:docMk/>
          <pc:sldMk cId="65641040" sldId="771"/>
        </pc:sldMkLst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65641040" sldId="771"/>
            <ac:spMk id="2" creationId="{59312A62-F746-6E48-CA46-F30ADD0E45B7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65641040" sldId="771"/>
            <ac:spMk id="4" creationId="{A8644471-2D48-4234-6D25-ADF45C8D7BC9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65641040" sldId="771"/>
            <ac:spMk id="5" creationId="{906A5BD2-C87A-10FE-5C88-F6BC1DD2E416}"/>
          </ac:spMkLst>
        </pc:spChg>
      </pc:sldChg>
      <pc:sldChg chg="modSp mod">
        <pc:chgData name="Feist, Ella" userId="992bbaf2-811d-42cb-a4d6-e7fc45e325e8" providerId="ADAL" clId="{46B72450-0FCA-45E7-A9D8-08FD70E089AA}" dt="2025-05-29T12:30:18.453" v="114" actId="790"/>
        <pc:sldMkLst>
          <pc:docMk/>
          <pc:sldMk cId="330875808" sldId="772"/>
        </pc:sldMkLst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330875808" sldId="772"/>
            <ac:spMk id="2" creationId="{F7F66949-CE35-2130-0B47-D5EB5D9A7691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330875808" sldId="772"/>
            <ac:spMk id="4" creationId="{CE7EB52D-59E6-C1F9-2302-A398F85C19B3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330875808" sldId="772"/>
            <ac:spMk id="5" creationId="{9CB3CED3-A29B-EF74-BE16-AE2E3FB58E72}"/>
          </ac:spMkLst>
        </pc:spChg>
      </pc:sldChg>
      <pc:sldChg chg="modSp mod">
        <pc:chgData name="Feist, Ella" userId="992bbaf2-811d-42cb-a4d6-e7fc45e325e8" providerId="ADAL" clId="{46B72450-0FCA-45E7-A9D8-08FD70E089AA}" dt="2025-05-29T12:30:18.453" v="114" actId="790"/>
        <pc:sldMkLst>
          <pc:docMk/>
          <pc:sldMk cId="777069730" sldId="773"/>
        </pc:sldMkLst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777069730" sldId="773"/>
            <ac:spMk id="2" creationId="{AC22D7A6-5314-4227-73C5-2B7537CE5AFD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777069730" sldId="773"/>
            <ac:spMk id="4" creationId="{209A2202-1C92-AE06-DE46-BB1B8A1EE2F6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777069730" sldId="773"/>
            <ac:spMk id="6" creationId="{A52FE9FD-C486-548A-123D-C5106CB6D7D6}"/>
          </ac:spMkLst>
        </pc:spChg>
      </pc:sldChg>
      <pc:sldChg chg="modSp mod">
        <pc:chgData name="Feist, Ella" userId="992bbaf2-811d-42cb-a4d6-e7fc45e325e8" providerId="ADAL" clId="{46B72450-0FCA-45E7-A9D8-08FD70E089AA}" dt="2025-05-29T12:30:18.453" v="114" actId="790"/>
        <pc:sldMkLst>
          <pc:docMk/>
          <pc:sldMk cId="837656311" sldId="774"/>
        </pc:sldMkLst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837656311" sldId="774"/>
            <ac:spMk id="2" creationId="{E9821184-0648-2E08-897E-9E546BA71837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837656311" sldId="774"/>
            <ac:spMk id="4" creationId="{DC17F9E7-BB1B-278A-F86B-1AD9B6B9841E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837656311" sldId="774"/>
            <ac:spMk id="5" creationId="{EC6018DD-E083-36DF-4B5A-4FE0AC836A39}"/>
          </ac:spMkLst>
        </pc:spChg>
      </pc:sldChg>
      <pc:sldChg chg="modSp mod">
        <pc:chgData name="Feist, Ella" userId="992bbaf2-811d-42cb-a4d6-e7fc45e325e8" providerId="ADAL" clId="{46B72450-0FCA-45E7-A9D8-08FD70E089AA}" dt="2025-05-29T12:30:18.453" v="114" actId="790"/>
        <pc:sldMkLst>
          <pc:docMk/>
          <pc:sldMk cId="1331897708" sldId="775"/>
        </pc:sldMkLst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1331897708" sldId="775"/>
            <ac:spMk id="2" creationId="{56E072DE-EFA6-09AE-60A2-24F4AF05A62A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1331897708" sldId="775"/>
            <ac:spMk id="4" creationId="{C4FE7A00-26CF-2A76-6930-FA1D21AE87FA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1331897708" sldId="775"/>
            <ac:spMk id="5" creationId="{2667A446-CF24-44CB-DD79-8B58F637274B}"/>
          </ac:spMkLst>
        </pc:spChg>
      </pc:sldChg>
      <pc:sldChg chg="modSp mod">
        <pc:chgData name="Feist, Ella" userId="992bbaf2-811d-42cb-a4d6-e7fc45e325e8" providerId="ADAL" clId="{46B72450-0FCA-45E7-A9D8-08FD70E089AA}" dt="2025-05-29T12:30:18.453" v="114" actId="790"/>
        <pc:sldMkLst>
          <pc:docMk/>
          <pc:sldMk cId="407921491" sldId="1181"/>
        </pc:sldMkLst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407921491" sldId="1181"/>
            <ac:spMk id="4" creationId="{16751AAF-A365-64C0-3A0F-32D2720BC70A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407921491" sldId="1181"/>
            <ac:spMk id="7" creationId="{D035C319-DFB4-5442-C005-8226900127D4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407921491" sldId="1181"/>
            <ac:spMk id="9" creationId="{E3383438-6767-259D-E887-B461A080EA30}"/>
          </ac:spMkLst>
        </pc:spChg>
      </pc:sldChg>
      <pc:sldChg chg="modSp mod">
        <pc:chgData name="Feist, Ella" userId="992bbaf2-811d-42cb-a4d6-e7fc45e325e8" providerId="ADAL" clId="{46B72450-0FCA-45E7-A9D8-08FD70E089AA}" dt="2025-05-29T12:30:18.453" v="114" actId="790"/>
        <pc:sldMkLst>
          <pc:docMk/>
          <pc:sldMk cId="1248977292" sldId="1182"/>
        </pc:sldMkLst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1248977292" sldId="1182"/>
            <ac:spMk id="4" creationId="{CBD7EBE3-7DDE-9147-E1B6-2E810891CE2C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1248977292" sldId="1182"/>
            <ac:spMk id="5" creationId="{E1607D29-3823-A6FE-D713-EBEE6AEE0FAA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1248977292" sldId="1182"/>
            <ac:spMk id="6" creationId="{4D2B7624-4E15-0D2A-9395-0983FAD25B7F}"/>
          </ac:spMkLst>
        </pc:spChg>
      </pc:sldChg>
      <pc:sldMasterChg chg="del delSldLayout">
        <pc:chgData name="Feist, Ella" userId="992bbaf2-811d-42cb-a4d6-e7fc45e325e8" providerId="ADAL" clId="{46B72450-0FCA-45E7-A9D8-08FD70E089AA}" dt="2025-05-29T12:25:21.539" v="4"/>
        <pc:sldMasterMkLst>
          <pc:docMk/>
          <pc:sldMasterMk cId="2217866481" sldId="2147483660"/>
        </pc:sldMasterMkLst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2217866481" sldId="2147483660"/>
            <pc:sldLayoutMk cId="1785230785" sldId="2147483777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2217866481" sldId="2147483660"/>
            <pc:sldLayoutMk cId="3151091117" sldId="2147483780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2217866481" sldId="2147483660"/>
            <pc:sldLayoutMk cId="2670422055" sldId="2147483781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2217866481" sldId="2147483660"/>
            <pc:sldLayoutMk cId="3910812132" sldId="2147483786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2217866481" sldId="2147483660"/>
            <pc:sldLayoutMk cId="3389854272" sldId="2147483788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2217866481" sldId="2147483660"/>
            <pc:sldLayoutMk cId="844404885" sldId="2147483796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2217866481" sldId="2147483660"/>
            <pc:sldLayoutMk cId="2238072026" sldId="2147483797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2217866481" sldId="2147483660"/>
            <pc:sldLayoutMk cId="2785161596" sldId="2147483798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2217866481" sldId="2147483660"/>
            <pc:sldLayoutMk cId="1958520897" sldId="2147483872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2217866481" sldId="2147483660"/>
            <pc:sldLayoutMk cId="472251335" sldId="2147483873"/>
          </pc:sldLayoutMkLst>
        </pc:sldLayoutChg>
      </pc:sldMasterChg>
      <pc:sldMasterChg chg="del delSldLayout">
        <pc:chgData name="Feist, Ella" userId="992bbaf2-811d-42cb-a4d6-e7fc45e325e8" providerId="ADAL" clId="{46B72450-0FCA-45E7-A9D8-08FD70E089AA}" dt="2025-05-29T12:25:21.539" v="4"/>
        <pc:sldMasterMkLst>
          <pc:docMk/>
          <pc:sldMasterMk cId="1433300368" sldId="2147483799"/>
        </pc:sldMasterMkLst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433300368" sldId="2147483799"/>
            <pc:sldLayoutMk cId="1527291370" sldId="2147483818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433300368" sldId="2147483799"/>
            <pc:sldLayoutMk cId="3562340024" sldId="2147483819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433300368" sldId="2147483799"/>
            <pc:sldLayoutMk cId="520181862" sldId="2147483820"/>
          </pc:sldLayoutMkLst>
        </pc:sldLayoutChg>
      </pc:sldMasterChg>
      <pc:sldMasterChg chg="del delSldLayout">
        <pc:chgData name="Feist, Ella" userId="992bbaf2-811d-42cb-a4d6-e7fc45e325e8" providerId="ADAL" clId="{46B72450-0FCA-45E7-A9D8-08FD70E089AA}" dt="2025-05-29T12:25:21.539" v="4"/>
        <pc:sldMasterMkLst>
          <pc:docMk/>
          <pc:sldMasterMk cId="4045664613" sldId="2147483821"/>
        </pc:sldMasterMkLst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4045664613" sldId="2147483821"/>
            <pc:sldLayoutMk cId="1659487629" sldId="2147483822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4045664613" sldId="2147483821"/>
            <pc:sldLayoutMk cId="3209770388" sldId="2147483823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4045664613" sldId="2147483821"/>
            <pc:sldLayoutMk cId="2989585299" sldId="2147483824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4045664613" sldId="2147483821"/>
            <pc:sldLayoutMk cId="771702010" sldId="2147483825"/>
          </pc:sldLayoutMkLst>
        </pc:sldLayoutChg>
      </pc:sldMasterChg>
      <pc:sldMasterChg chg="del delSldLayout">
        <pc:chgData name="Feist, Ella" userId="992bbaf2-811d-42cb-a4d6-e7fc45e325e8" providerId="ADAL" clId="{46B72450-0FCA-45E7-A9D8-08FD70E089AA}" dt="2025-05-29T12:25:21.539" v="4"/>
        <pc:sldMasterMkLst>
          <pc:docMk/>
          <pc:sldMasterMk cId="3391850710" sldId="2147483826"/>
        </pc:sldMasterMkLst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3391850710" sldId="2147483826"/>
            <pc:sldLayoutMk cId="186167143" sldId="2147483827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3391850710" sldId="2147483826"/>
            <pc:sldLayoutMk cId="4273777609" sldId="2147483828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3391850710" sldId="2147483826"/>
            <pc:sldLayoutMk cId="928190420" sldId="2147483829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3391850710" sldId="2147483826"/>
            <pc:sldLayoutMk cId="778525727" sldId="2147483830"/>
          </pc:sldLayoutMkLst>
        </pc:sldLayoutChg>
      </pc:sldMasterChg>
      <pc:sldMasterChg chg="del delSldLayout">
        <pc:chgData name="Feist, Ella" userId="992bbaf2-811d-42cb-a4d6-e7fc45e325e8" providerId="ADAL" clId="{46B72450-0FCA-45E7-A9D8-08FD70E089AA}" dt="2025-05-29T12:25:21.539" v="4"/>
        <pc:sldMasterMkLst>
          <pc:docMk/>
          <pc:sldMasterMk cId="3899971177" sldId="2147483831"/>
        </pc:sldMasterMkLst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3899971177" sldId="2147483831"/>
            <pc:sldLayoutMk cId="1296847754" sldId="2147483832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3899971177" sldId="2147483831"/>
            <pc:sldLayoutMk cId="2124554007" sldId="2147483833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3899971177" sldId="2147483831"/>
            <pc:sldLayoutMk cId="2692646997" sldId="2147483834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3899971177" sldId="2147483831"/>
            <pc:sldLayoutMk cId="164223612" sldId="2147483835"/>
          </pc:sldLayoutMkLst>
        </pc:sldLayoutChg>
      </pc:sldMasterChg>
      <pc:sldMasterChg chg="del delSldLayout">
        <pc:chgData name="Feist, Ella" userId="992bbaf2-811d-42cb-a4d6-e7fc45e325e8" providerId="ADAL" clId="{46B72450-0FCA-45E7-A9D8-08FD70E089AA}" dt="2025-05-29T12:25:21.539" v="4"/>
        <pc:sldMasterMkLst>
          <pc:docMk/>
          <pc:sldMasterMk cId="4061346496" sldId="2147483836"/>
        </pc:sldMasterMkLst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4061346496" sldId="2147483836"/>
            <pc:sldLayoutMk cId="1342340652" sldId="2147483837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4061346496" sldId="2147483836"/>
            <pc:sldLayoutMk cId="1129306061" sldId="2147483838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4061346496" sldId="2147483836"/>
            <pc:sldLayoutMk cId="291058354" sldId="2147483839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4061346496" sldId="2147483836"/>
            <pc:sldLayoutMk cId="1057880355" sldId="2147483840"/>
          </pc:sldLayoutMkLst>
        </pc:sldLayoutChg>
      </pc:sldMasterChg>
      <pc:sldMasterChg chg="del delSldLayout">
        <pc:chgData name="Feist, Ella" userId="992bbaf2-811d-42cb-a4d6-e7fc45e325e8" providerId="ADAL" clId="{46B72450-0FCA-45E7-A9D8-08FD70E089AA}" dt="2025-05-29T12:25:21.539" v="4"/>
        <pc:sldMasterMkLst>
          <pc:docMk/>
          <pc:sldMasterMk cId="1513994161" sldId="2147483841"/>
        </pc:sldMasterMkLst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513994161" sldId="2147483841"/>
            <pc:sldLayoutMk cId="2408842378" sldId="2147483842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513994161" sldId="2147483841"/>
            <pc:sldLayoutMk cId="3257542985" sldId="2147483843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513994161" sldId="2147483841"/>
            <pc:sldLayoutMk cId="57802930" sldId="2147483844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513994161" sldId="2147483841"/>
            <pc:sldLayoutMk cId="892830820" sldId="2147483845"/>
          </pc:sldLayoutMkLst>
        </pc:sldLayoutChg>
      </pc:sldMasterChg>
      <pc:sldMasterChg chg="del delSldLayout">
        <pc:chgData name="Feist, Ella" userId="992bbaf2-811d-42cb-a4d6-e7fc45e325e8" providerId="ADAL" clId="{46B72450-0FCA-45E7-A9D8-08FD70E089AA}" dt="2025-05-29T12:25:21.539" v="4"/>
        <pc:sldMasterMkLst>
          <pc:docMk/>
          <pc:sldMasterMk cId="1256176808" sldId="2147483846"/>
        </pc:sldMasterMkLst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256176808" sldId="2147483846"/>
            <pc:sldLayoutMk cId="1930662052" sldId="2147483847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256176808" sldId="2147483846"/>
            <pc:sldLayoutMk cId="2862166332" sldId="2147483848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256176808" sldId="2147483846"/>
            <pc:sldLayoutMk cId="4243011970" sldId="2147483849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256176808" sldId="2147483846"/>
            <pc:sldLayoutMk cId="787685289" sldId="2147483850"/>
          </pc:sldLayoutMkLst>
        </pc:sldLayoutChg>
      </pc:sldMasterChg>
      <pc:sldMasterChg chg="del delSldLayout">
        <pc:chgData name="Feist, Ella" userId="992bbaf2-811d-42cb-a4d6-e7fc45e325e8" providerId="ADAL" clId="{46B72450-0FCA-45E7-A9D8-08FD70E089AA}" dt="2025-05-29T12:25:21.539" v="4"/>
        <pc:sldMasterMkLst>
          <pc:docMk/>
          <pc:sldMasterMk cId="1684537100" sldId="2147483874"/>
        </pc:sldMasterMkLst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684537100" sldId="2147483874"/>
            <pc:sldLayoutMk cId="4096566144" sldId="2147483859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684537100" sldId="2147483874"/>
            <pc:sldLayoutMk cId="3235119156" sldId="2147483875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684537100" sldId="2147483874"/>
            <pc:sldLayoutMk cId="802947842" sldId="2147483876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684537100" sldId="2147483874"/>
            <pc:sldLayoutMk cId="2274568752" sldId="2147483877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684537100" sldId="2147483874"/>
            <pc:sldLayoutMk cId="3994819066" sldId="2147483879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684537100" sldId="2147483874"/>
            <pc:sldLayoutMk cId="2948798389" sldId="2147483880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684537100" sldId="2147483874"/>
            <pc:sldLayoutMk cId="321250633" sldId="2147483881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684537100" sldId="2147483874"/>
            <pc:sldLayoutMk cId="2227355211" sldId="2147483882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684537100" sldId="2147483874"/>
            <pc:sldLayoutMk cId="3084302693" sldId="2147483883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684537100" sldId="2147483874"/>
            <pc:sldLayoutMk cId="4231280216" sldId="2147483884"/>
          </pc:sldLayoutMkLst>
        </pc:sldLayoutChg>
      </pc:sldMasterChg>
      <pc:sldMasterChg chg="del delSldLayout">
        <pc:chgData name="Feist, Ella" userId="992bbaf2-811d-42cb-a4d6-e7fc45e325e8" providerId="ADAL" clId="{46B72450-0FCA-45E7-A9D8-08FD70E089AA}" dt="2025-05-29T12:25:21.539" v="4"/>
        <pc:sldMasterMkLst>
          <pc:docMk/>
          <pc:sldMasterMk cId="1175251079" sldId="2147483885"/>
        </pc:sldMasterMkLst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175251079" sldId="2147483885"/>
            <pc:sldLayoutMk cId="2517542076" sldId="2147483886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175251079" sldId="2147483885"/>
            <pc:sldLayoutMk cId="3294508917" sldId="2147483887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175251079" sldId="2147483885"/>
            <pc:sldLayoutMk cId="1801908114" sldId="2147483888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175251079" sldId="2147483885"/>
            <pc:sldLayoutMk cId="24548405" sldId="2147483889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175251079" sldId="2147483885"/>
            <pc:sldLayoutMk cId="659826178" sldId="2147483891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175251079" sldId="2147483885"/>
            <pc:sldLayoutMk cId="1898485824" sldId="2147483892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175251079" sldId="2147483885"/>
            <pc:sldLayoutMk cId="1227198908" sldId="2147483893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175251079" sldId="2147483885"/>
            <pc:sldLayoutMk cId="333728339" sldId="2147483894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175251079" sldId="2147483885"/>
            <pc:sldLayoutMk cId="328199189" sldId="2147483895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175251079" sldId="2147483885"/>
            <pc:sldLayoutMk cId="2974244346" sldId="2147483896"/>
          </pc:sldLayoutMkLst>
        </pc:sldLayoutChg>
      </pc:sldMasterChg>
      <pc:sldMasterChg chg="del delSldLayout">
        <pc:chgData name="Feist, Ella" userId="992bbaf2-811d-42cb-a4d6-e7fc45e325e8" providerId="ADAL" clId="{46B72450-0FCA-45E7-A9D8-08FD70E089AA}" dt="2025-05-29T12:25:21.539" v="4"/>
        <pc:sldMasterMkLst>
          <pc:docMk/>
          <pc:sldMasterMk cId="2711428093" sldId="2147483908"/>
        </pc:sldMasterMkLst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2711428093" sldId="2147483908"/>
            <pc:sldLayoutMk cId="3375000662" sldId="2147483909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2711428093" sldId="2147483908"/>
            <pc:sldLayoutMk cId="3170572682" sldId="2147483910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2711428093" sldId="2147483908"/>
            <pc:sldLayoutMk cId="4075806154" sldId="2147483911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2711428093" sldId="2147483908"/>
            <pc:sldLayoutMk cId="572188986" sldId="2147483912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2711428093" sldId="2147483908"/>
            <pc:sldLayoutMk cId="3207332113" sldId="2147483913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2711428093" sldId="2147483908"/>
            <pc:sldLayoutMk cId="1460219817" sldId="2147483914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2711428093" sldId="2147483908"/>
            <pc:sldLayoutMk cId="994855307" sldId="2147483915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2711428093" sldId="2147483908"/>
            <pc:sldLayoutMk cId="1060909352" sldId="2147483916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2711428093" sldId="2147483908"/>
            <pc:sldLayoutMk cId="2650676527" sldId="2147483917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2711428093" sldId="2147483908"/>
            <pc:sldLayoutMk cId="787982011" sldId="2147483918"/>
          </pc:sldLayoutMkLst>
        </pc:sldLayoutChg>
      </pc:sldMasterChg>
      <pc:sldMasterChg chg="del delSldLayout">
        <pc:chgData name="Feist, Ella" userId="992bbaf2-811d-42cb-a4d6-e7fc45e325e8" providerId="ADAL" clId="{46B72450-0FCA-45E7-A9D8-08FD70E089AA}" dt="2025-05-29T12:25:21.539" v="4"/>
        <pc:sldMasterMkLst>
          <pc:docMk/>
          <pc:sldMasterMk cId="3031503955" sldId="2147483919"/>
        </pc:sldMasterMkLst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3031503955" sldId="2147483919"/>
            <pc:sldLayoutMk cId="2893047665" sldId="2147483920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3031503955" sldId="2147483919"/>
            <pc:sldLayoutMk cId="2311018602" sldId="2147483921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3031503955" sldId="2147483919"/>
            <pc:sldLayoutMk cId="409655489" sldId="2147483922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3031503955" sldId="2147483919"/>
            <pc:sldLayoutMk cId="1924027665" sldId="2147483923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3031503955" sldId="2147483919"/>
            <pc:sldLayoutMk cId="1365561193" sldId="2147483924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3031503955" sldId="2147483919"/>
            <pc:sldLayoutMk cId="2092895715" sldId="2147483925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3031503955" sldId="2147483919"/>
            <pc:sldLayoutMk cId="3044172282" sldId="2147483926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3031503955" sldId="2147483919"/>
            <pc:sldLayoutMk cId="3760372723" sldId="2147483927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3031503955" sldId="2147483919"/>
            <pc:sldLayoutMk cId="62625303" sldId="2147483928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3031503955" sldId="2147483919"/>
            <pc:sldLayoutMk cId="641472249" sldId="2147483929"/>
          </pc:sldLayoutMkLst>
        </pc:sldLayoutChg>
      </pc:sldMasterChg>
      <pc:sldMasterChg chg="del delSldLayout">
        <pc:chgData name="Feist, Ella" userId="992bbaf2-811d-42cb-a4d6-e7fc45e325e8" providerId="ADAL" clId="{46B72450-0FCA-45E7-A9D8-08FD70E089AA}" dt="2025-05-29T12:25:21.539" v="4"/>
        <pc:sldMasterMkLst>
          <pc:docMk/>
          <pc:sldMasterMk cId="276447705" sldId="2147483930"/>
        </pc:sldMasterMkLst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276447705" sldId="2147483930"/>
            <pc:sldLayoutMk cId="694752249" sldId="2147483931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276447705" sldId="2147483930"/>
            <pc:sldLayoutMk cId="515327403" sldId="2147483932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276447705" sldId="2147483930"/>
            <pc:sldLayoutMk cId="2281279855" sldId="2147483933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276447705" sldId="2147483930"/>
            <pc:sldLayoutMk cId="3206381469" sldId="2147483934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276447705" sldId="2147483930"/>
            <pc:sldLayoutMk cId="858242704" sldId="2147483935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276447705" sldId="2147483930"/>
            <pc:sldLayoutMk cId="566990121" sldId="2147483936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276447705" sldId="2147483930"/>
            <pc:sldLayoutMk cId="1521418134" sldId="2147483937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276447705" sldId="2147483930"/>
            <pc:sldLayoutMk cId="3554539864" sldId="2147483938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276447705" sldId="2147483930"/>
            <pc:sldLayoutMk cId="1535250739" sldId="2147483939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276447705" sldId="2147483930"/>
            <pc:sldLayoutMk cId="2421692947" sldId="2147483940"/>
          </pc:sldLayoutMkLst>
        </pc:sldLayoutChg>
      </pc:sldMasterChg>
      <pc:sldMasterChg chg="del delSldLayout">
        <pc:chgData name="Feist, Ella" userId="992bbaf2-811d-42cb-a4d6-e7fc45e325e8" providerId="ADAL" clId="{46B72450-0FCA-45E7-A9D8-08FD70E089AA}" dt="2025-05-29T12:25:21.539" v="4"/>
        <pc:sldMasterMkLst>
          <pc:docMk/>
          <pc:sldMasterMk cId="537580445" sldId="2147483941"/>
        </pc:sldMasterMkLst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537580445" sldId="2147483941"/>
            <pc:sldLayoutMk cId="3655050728" sldId="2147483942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537580445" sldId="2147483941"/>
            <pc:sldLayoutMk cId="191104469" sldId="2147483948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537580445" sldId="2147483941"/>
            <pc:sldLayoutMk cId="3106673082" sldId="2147483949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537580445" sldId="2147483941"/>
            <pc:sldLayoutMk cId="2883798060" sldId="2147483950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537580445" sldId="2147483941"/>
            <pc:sldLayoutMk cId="4228679101" sldId="2147483951"/>
          </pc:sldLayoutMkLst>
        </pc:sldLayoutChg>
      </pc:sldMasterChg>
      <pc:sldMasterChg chg="del delSldLayout">
        <pc:chgData name="Feist, Ella" userId="992bbaf2-811d-42cb-a4d6-e7fc45e325e8" providerId="ADAL" clId="{46B72450-0FCA-45E7-A9D8-08FD70E089AA}" dt="2025-05-29T12:25:21.539" v="4"/>
        <pc:sldMasterMkLst>
          <pc:docMk/>
          <pc:sldMasterMk cId="1502784078" sldId="2147483943"/>
        </pc:sldMasterMkLst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502784078" sldId="2147483943"/>
            <pc:sldLayoutMk cId="3733918436" sldId="2147483944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502784078" sldId="2147483943"/>
            <pc:sldLayoutMk cId="714599208" sldId="2147483952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502784078" sldId="2147483943"/>
            <pc:sldLayoutMk cId="785506021" sldId="2147483953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502784078" sldId="2147483943"/>
            <pc:sldLayoutMk cId="1326846653" sldId="2147483954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502784078" sldId="2147483943"/>
            <pc:sldLayoutMk cId="1638070405" sldId="2147483955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F08F72-D084-4C96-B297-285B2ED0D15C}" type="datetimeFigureOut">
              <a:rPr lang="en-GB" smtClean="0"/>
              <a:t>30/05/2025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E1F5F-BEC2-48D5-A890-C07C79853E2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43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3DDB46D8-F250-4382-BB9F-ED8824C6D5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7" name="Notes Placeholder 6">
            <a:extLst>
              <a:ext uri="{FF2B5EF4-FFF2-40B4-BE49-F238E27FC236}">
                <a16:creationId xmlns:a16="http://schemas.microsoft.com/office/drawing/2014/main" id="{1DD67D11-198C-4FB2-8FBB-0C1DD9E26E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38967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1200" spc="-2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This</a:t>
            </a:r>
            <a:r>
              <a:rPr lang="en-GB" sz="1200" spc="-7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 </a:t>
            </a:r>
            <a:r>
              <a:rPr lang="en-GB" sz="1200" spc="-2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slide</a:t>
            </a:r>
            <a:r>
              <a:rPr lang="en-GB" sz="1200" spc="-3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 </a:t>
            </a:r>
            <a:r>
              <a:rPr lang="en-GB" sz="1200" spc="-1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shows</a:t>
            </a:r>
            <a:r>
              <a:rPr lang="en-GB" sz="1200" spc="-5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 </a:t>
            </a:r>
            <a:r>
              <a:rPr lang="en-GB" sz="120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a</a:t>
            </a:r>
            <a:r>
              <a:rPr lang="en-GB" sz="1200" spc="-3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 </a:t>
            </a:r>
            <a:r>
              <a:rPr lang="en-GB" sz="1200" spc="-2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typical</a:t>
            </a:r>
            <a:r>
              <a:rPr lang="en-GB" sz="1200" spc="-1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 Linux</a:t>
            </a:r>
            <a:r>
              <a:rPr lang="en-GB" sz="1200" spc="-5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 </a:t>
            </a:r>
            <a:r>
              <a:rPr lang="en-GB" sz="1200" spc="-2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system</a:t>
            </a:r>
            <a:r>
              <a:rPr lang="en-GB" sz="1200" spc="-3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 </a:t>
            </a:r>
            <a:r>
              <a:rPr lang="en-GB" sz="1200" spc="-2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directory</a:t>
            </a:r>
            <a:r>
              <a:rPr lang="en-GB" sz="1200" spc="-4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 </a:t>
            </a:r>
            <a:r>
              <a:rPr lang="en-GB" sz="1200" spc="-1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tree</a:t>
            </a:r>
            <a:r>
              <a:rPr lang="en-GB" sz="1200" spc="-2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 concentrating</a:t>
            </a:r>
            <a:r>
              <a:rPr lang="en-GB" sz="1200" spc="-5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 </a:t>
            </a:r>
            <a:r>
              <a:rPr lang="en-GB" sz="1200" spc="-1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on</a:t>
            </a:r>
            <a:r>
              <a:rPr lang="en-GB" sz="1200" spc="-5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 </a:t>
            </a:r>
            <a:r>
              <a:rPr lang="en-GB" sz="1200" spc="-1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the</a:t>
            </a:r>
            <a:r>
              <a:rPr lang="en-GB" sz="1200" spc="-5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 </a:t>
            </a:r>
            <a:r>
              <a:rPr lang="en-GB" sz="1200" spc="-2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directories</a:t>
            </a:r>
            <a:r>
              <a:rPr lang="en-GB" sz="1200" spc="-2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 </a:t>
            </a:r>
            <a:r>
              <a:rPr lang="en-GB" sz="1200" spc="-2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which</a:t>
            </a:r>
            <a:r>
              <a:rPr lang="en-GB" sz="1200" spc="-5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 </a:t>
            </a:r>
            <a:r>
              <a:rPr lang="en-GB" sz="1200" spc="-2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will</a:t>
            </a:r>
            <a:r>
              <a:rPr lang="en-GB" sz="1200" spc="-3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 </a:t>
            </a:r>
            <a:r>
              <a:rPr lang="en-GB" sz="1200" spc="-1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be </a:t>
            </a:r>
            <a:r>
              <a:rPr lang="en-GB" sz="1200" spc="-1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d</a:t>
            </a:r>
            <a:r>
              <a:rPr lang="en-GB" sz="1200" spc="-3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i</a:t>
            </a:r>
            <a:r>
              <a:rPr lang="en-GB" sz="1200" spc="-2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s</a:t>
            </a:r>
            <a:r>
              <a:rPr lang="en-GB" sz="1200" spc="-3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c</a:t>
            </a:r>
            <a:r>
              <a:rPr lang="en-GB" sz="1200" spc="-2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usse</a:t>
            </a:r>
            <a:r>
              <a:rPr lang="en-GB" sz="1200" spc="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d</a:t>
            </a:r>
            <a:r>
              <a:rPr lang="en-GB" sz="1200" spc="-8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 </a:t>
            </a:r>
            <a:r>
              <a:rPr lang="en-GB" sz="1200" spc="-3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i</a:t>
            </a:r>
            <a:r>
              <a:rPr lang="en-GB" sz="1200" spc="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n</a:t>
            </a:r>
            <a:r>
              <a:rPr lang="en-GB" sz="1200" spc="-5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 </a:t>
            </a:r>
            <a:r>
              <a:rPr lang="en-GB" sz="1200" spc="-3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t</a:t>
            </a:r>
            <a:r>
              <a:rPr lang="en-GB" sz="1200" spc="-2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h</a:t>
            </a:r>
            <a:r>
              <a:rPr lang="en-GB" sz="1200" spc="-3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i</a:t>
            </a:r>
            <a:r>
              <a:rPr lang="en-GB" sz="120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s</a:t>
            </a:r>
            <a:r>
              <a:rPr lang="en-GB" sz="1200" spc="-5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 </a:t>
            </a:r>
            <a:r>
              <a:rPr lang="en-GB" sz="1200" spc="-3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c</a:t>
            </a:r>
            <a:r>
              <a:rPr lang="en-GB" sz="1200" spc="-1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o</a:t>
            </a:r>
            <a:r>
              <a:rPr lang="en-GB" sz="1200" spc="-2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u</a:t>
            </a:r>
            <a:r>
              <a:rPr lang="en-GB" sz="1200" spc="-1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r</a:t>
            </a:r>
            <a:r>
              <a:rPr lang="en-GB" sz="1200" spc="-2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se</a:t>
            </a:r>
            <a:r>
              <a:rPr lang="en-GB" sz="120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.</a:t>
            </a:r>
            <a:endParaRPr lang="en-GB" noProof="0" dirty="0">
              <a:solidFill>
                <a:srgbClr val="545353"/>
              </a:solidFill>
            </a:endParaRPr>
          </a:p>
          <a:p>
            <a:pPr marL="184150" indent="-1714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GB" sz="1200" noProof="0" dirty="0">
                <a:latin typeface="+mn-lt"/>
                <a:cs typeface="Segoe UI" panose="020B0502040204020203" pitchFamily="34" charset="0"/>
              </a:rPr>
              <a:t>/bin	</a:t>
            </a:r>
            <a:r>
              <a:rPr lang="en-GB" sz="1200" spc="-2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essential</a:t>
            </a:r>
            <a:r>
              <a:rPr lang="en-GB" sz="1200" spc="-6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 </a:t>
            </a:r>
            <a:r>
              <a:rPr lang="en-GB" sz="1200" spc="-2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binary</a:t>
            </a:r>
            <a:r>
              <a:rPr lang="en-GB" sz="1200" spc="-4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 </a:t>
            </a:r>
            <a:r>
              <a:rPr lang="en-GB" sz="1200" spc="-2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programs</a:t>
            </a:r>
            <a:r>
              <a:rPr lang="en-GB" sz="1200" spc="-8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 </a:t>
            </a:r>
            <a:r>
              <a:rPr lang="en-GB" sz="1200" spc="-1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to</a:t>
            </a:r>
            <a:r>
              <a:rPr lang="en-GB" sz="1200" spc="-2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 system</a:t>
            </a:r>
            <a:r>
              <a:rPr lang="en-GB" sz="1200" spc="-4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 </a:t>
            </a:r>
            <a:r>
              <a:rPr lang="en-GB" sz="1200" spc="-2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operation</a:t>
            </a:r>
          </a:p>
          <a:p>
            <a:pPr marL="184150" indent="-1714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GB" sz="1200" noProof="0" dirty="0">
                <a:latin typeface="+mn-lt"/>
                <a:cs typeface="Segoe UI" panose="020B0502040204020203" pitchFamily="34" charset="0"/>
              </a:rPr>
              <a:t>/sbin	</a:t>
            </a:r>
            <a:r>
              <a:rPr lang="en-GB" sz="1200" spc="-2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s</a:t>
            </a:r>
            <a:r>
              <a:rPr lang="en-GB" sz="1200" spc="-3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y</a:t>
            </a:r>
            <a:r>
              <a:rPr lang="en-GB" sz="1200" spc="-2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s</a:t>
            </a:r>
            <a:r>
              <a:rPr lang="en-GB" sz="1200" spc="-3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t</a:t>
            </a:r>
            <a:r>
              <a:rPr lang="en-GB" sz="1200" spc="-2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e</a:t>
            </a:r>
            <a:r>
              <a:rPr lang="en-GB" sz="1200" spc="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m</a:t>
            </a:r>
            <a:r>
              <a:rPr lang="en-GB" sz="1200" spc="-6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 </a:t>
            </a:r>
            <a:r>
              <a:rPr lang="en-GB" sz="1200" spc="-2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b</a:t>
            </a:r>
            <a:r>
              <a:rPr lang="en-GB" sz="1200" spc="-3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i</a:t>
            </a:r>
            <a:r>
              <a:rPr lang="en-GB" sz="1200" spc="-2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n</a:t>
            </a:r>
            <a:r>
              <a:rPr lang="en-GB" sz="120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,</a:t>
            </a:r>
            <a:r>
              <a:rPr lang="en-GB" sz="1200" spc="-6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 </a:t>
            </a:r>
            <a:r>
              <a:rPr lang="en-GB" sz="1200" spc="-2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m</a:t>
            </a:r>
            <a:r>
              <a:rPr lang="en-GB" sz="1200" spc="-2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os</a:t>
            </a:r>
            <a:r>
              <a:rPr lang="en-GB" sz="1200" spc="-3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tl</a:t>
            </a:r>
            <a:r>
              <a:rPr lang="en-GB" sz="120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y</a:t>
            </a:r>
            <a:r>
              <a:rPr lang="en-GB" sz="1200" spc="-4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 </a:t>
            </a:r>
            <a:r>
              <a:rPr lang="en-GB" sz="1200" spc="-3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a</a:t>
            </a:r>
            <a:r>
              <a:rPr lang="en-GB" sz="1200" spc="-2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d</a:t>
            </a:r>
            <a:r>
              <a:rPr lang="en-GB" sz="1200" spc="-3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mi</a:t>
            </a:r>
            <a:r>
              <a:rPr lang="en-GB" sz="120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n</a:t>
            </a:r>
            <a:r>
              <a:rPr lang="en-GB" sz="1200" spc="-3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 </a:t>
            </a:r>
            <a:r>
              <a:rPr lang="en-GB" sz="1200" spc="-2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e</a:t>
            </a:r>
            <a:r>
              <a:rPr lang="en-GB" sz="1200" spc="-3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x</a:t>
            </a:r>
            <a:r>
              <a:rPr lang="en-GB" sz="1200" spc="-2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e</a:t>
            </a:r>
            <a:r>
              <a:rPr lang="en-GB" sz="1200" spc="-3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c</a:t>
            </a:r>
            <a:r>
              <a:rPr lang="en-GB" sz="1200" spc="-2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u</a:t>
            </a:r>
            <a:r>
              <a:rPr lang="en-GB" sz="1200" spc="-3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t</a:t>
            </a:r>
            <a:r>
              <a:rPr lang="en-GB" sz="1200" spc="-3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a</a:t>
            </a:r>
            <a:r>
              <a:rPr lang="en-GB" sz="1200" spc="-2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b</a:t>
            </a:r>
            <a:r>
              <a:rPr lang="en-GB" sz="1200" spc="-3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l</a:t>
            </a:r>
            <a:r>
              <a:rPr lang="en-GB" sz="1200" spc="-2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e</a:t>
            </a:r>
            <a:r>
              <a:rPr lang="en-GB" sz="120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s</a:t>
            </a:r>
          </a:p>
          <a:p>
            <a:pPr marL="184150" indent="-1714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GB" sz="1200" noProof="0" dirty="0">
                <a:latin typeface="+mn-lt"/>
                <a:cs typeface="Segoe UI" panose="020B0502040204020203" pitchFamily="34" charset="0"/>
              </a:rPr>
              <a:t>/etc	system configuration files and some system executables</a:t>
            </a:r>
          </a:p>
          <a:p>
            <a:pPr marL="184150" indent="-1714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GB" sz="1200" noProof="0" dirty="0">
                <a:latin typeface="+mn-lt"/>
                <a:cs typeface="Segoe UI" panose="020B0502040204020203" pitchFamily="34" charset="0"/>
              </a:rPr>
              <a:t>/home	user accounts (home directories)</a:t>
            </a:r>
          </a:p>
          <a:p>
            <a:pPr marL="184150" indent="-1714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GB" sz="1200" noProof="0" dirty="0">
                <a:latin typeface="+mn-lt"/>
                <a:cs typeface="Segoe UI" panose="020B0502040204020203" pitchFamily="34" charset="0"/>
              </a:rPr>
              <a:t>/tmp	temporary directory; used by host of utilities, such as pg, vi, etc.</a:t>
            </a:r>
          </a:p>
          <a:p>
            <a:pPr marL="184150" indent="-1714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GB" sz="1200" noProof="0" dirty="0">
                <a:latin typeface="+mn-lt"/>
                <a:cs typeface="Segoe UI" panose="020B0502040204020203" pitchFamily="34" charset="0"/>
              </a:rPr>
              <a:t>/var	volatile information used for spool files, logs, requests, mail, etc. </a:t>
            </a:r>
          </a:p>
          <a:p>
            <a:pPr marL="184150" indent="-1714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GB" sz="1200" noProof="0" dirty="0">
                <a:latin typeface="+mn-lt"/>
                <a:cs typeface="Segoe UI" panose="020B0502040204020203" pitchFamily="34" charset="0"/>
              </a:rPr>
              <a:t>/proc	virtual filesystem in memory, with the kernel, processes, etc state</a:t>
            </a:r>
          </a:p>
          <a:p>
            <a:pPr marL="184150" indent="-1714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GB" sz="1200" noProof="0" dirty="0">
                <a:latin typeface="+mn-lt"/>
                <a:cs typeface="Segoe UI" panose="020B0502040204020203" pitchFamily="34" charset="0"/>
              </a:rPr>
              <a:t>/dev	the devices directory containing 'special' files, referring to all 	devices</a:t>
            </a:r>
          </a:p>
          <a:p>
            <a:pPr marL="184150" indent="-1714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GB" sz="1200" noProof="0" dirty="0">
                <a:latin typeface="+mn-lt"/>
                <a:cs typeface="Segoe UI" panose="020B0502040204020203" pitchFamily="34" charset="0"/>
              </a:rPr>
              <a:t>/boot	a directory with Linux kernel(s) and boot configuration files</a:t>
            </a:r>
          </a:p>
          <a:p>
            <a:pPr marL="184150" indent="-1714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GB" sz="1200" noProof="0" dirty="0">
                <a:latin typeface="+mn-lt"/>
                <a:cs typeface="Segoe UI" panose="020B0502040204020203" pitchFamily="34" charset="0"/>
              </a:rPr>
              <a:t>/usr	user related programs and libraries</a:t>
            </a:r>
          </a:p>
          <a:p>
            <a:endParaRPr lang="en-GB" sz="1200" noProof="0" dirty="0">
              <a:latin typeface="+mn-lt"/>
              <a:cs typeface="Segoe UI" panose="020B0502040204020203" pitchFamily="34" charset="0"/>
            </a:endParaRPr>
          </a:p>
          <a:p>
            <a:r>
              <a:rPr lang="en-GB" sz="1200" noProof="0" dirty="0">
                <a:latin typeface="+mn-lt"/>
                <a:cs typeface="Segoe UI" panose="020B0502040204020203" pitchFamily="34" charset="0"/>
              </a:rPr>
              <a:t>The file system is described in more detail at the File System Hierarchy Standard (</a:t>
            </a:r>
            <a:r>
              <a:rPr lang="en-GB" dirty="0">
                <a:cs typeface="Segoe UI" panose="020B0502040204020203" pitchFamily="34" charset="0"/>
              </a:rPr>
              <a:t>FHS): </a:t>
            </a:r>
            <a:r>
              <a:rPr lang="en-US" dirty="0">
                <a:cs typeface="Segoe UI" panose="020B0502040204020203" pitchFamily="34" charset="0"/>
              </a:rPr>
              <a:t>https://www.pathname.com/fhs/</a:t>
            </a:r>
            <a:endParaRPr lang="en-GB" dirty="0"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196887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DEA753F8-C22F-426B-A4FB-B60EF84370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0199928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DAD8F-A142-EF65-440E-DA5D05353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1CDE37-C321-E1CD-2C85-1A2B52BE56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EC335C-9884-063F-65E6-11803A4C2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642790DA-031C-F9A4-0D74-4CBFD40845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6622326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43672-E584-AF28-2B6B-46A71F0DB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08DBAA-727D-51CD-F57B-2EF96DE8B9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0B7E32-41C1-D15B-95FD-A6E9D8BB14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F31044F8-187F-0A39-E887-6EE50AF34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21564344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7BBCE-9CB8-E316-F4E6-EF0755487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9E8518-5F2B-78F3-8CF6-B6B8ED4378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4E6852-57B7-1C6E-E197-F57D41F2E5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0233C544-02D5-8DE5-26BA-4D1D452C78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7062135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DEEED-9FE5-8BAE-40D8-4F2DC78D7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EB0BE-01C9-B543-72C2-F89C0EAF24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15346-66E4-4F08-BC50-D3D6919ABB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6EFC3BE6-5305-9337-842D-E381E9B781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307582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60308-3E30-7CBA-DBC5-3F83FA095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90AF75-20B1-1125-F3C7-52C98EF24F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1B5AB2-695E-1E96-0E97-F11A9BDA35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30C65F4E-00CE-54F5-2F4C-0C48ABC9F6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9152282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13E3E-C9D4-F4B4-2D73-96AB8C5C2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175C66-7082-FA2E-C274-0DFBBF8BA0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58586C-076A-33AE-D5A7-2F8A3208A1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BD47B707-1EC1-38F7-D274-28BBEF119F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1545113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B75BB-EEAD-DB02-133C-6AD378E98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833DD3-AA94-8FDE-5ED7-33B03399C8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4ACB0-1188-254A-E077-0D0871806D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9084D2BA-4AE3-DE9A-1D5C-26723940B4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21807655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BF4F8-AF50-AC46-5AF9-2DDB9E329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E0F6FC-CACE-DA79-A430-F164171687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405E61-F421-DCC8-287F-1EEB00042B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2B88E286-1AFB-5248-2CFC-068C1BE78F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8212244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0F6C5-119E-16F3-8A11-5396F3B4E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08D4D1-451D-B3D8-D1D8-8D24B1801F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6FF7E2-9FDE-FC25-EE87-A278158318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12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A2F2A7DA-B2BF-3943-F373-B92E4D40EF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6575716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6A5D6-407E-1DFD-5385-71001F8C6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B95BE0-EAD1-82A1-D958-ED84E5C69C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FB4C11-9D91-550B-699B-0DBA276577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13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0A51731E-F519-9314-697D-22557DF7B7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3428126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4B2B5-FC55-2BE0-492E-2864A3266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276210-8C1F-CE73-D0CF-866A7C4FA4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F9CBBF-8D8B-8A7C-76D7-D0BD4ECEA9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14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B1F09379-BF05-6E4B-08D8-4359B91BAA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4600528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C26CD-0A16-65DB-BAF6-FF65C0C16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722CF9-51DC-DDB7-F303-2BD889840E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202345-B756-8025-4912-58C9B537D4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15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BF67F9C-E1CB-C0E3-418B-1721CE9428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6898035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96012-85E3-DF4E-A128-D04C2D120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16DF83-E178-83A2-5EC5-E5D5D57182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A02F9F-2021-D21C-199C-CF402F8A77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16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6BDB260A-F431-01F2-4474-793C17402A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4497384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017C1-DDF2-5168-A42F-74CD1126E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7A9B30-6CFC-89B4-D4E4-7808F7C1C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33DF5C-9AA1-D8DC-A3B7-02C33A606E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17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E1E94A4B-3B96-3243-3166-B9CF174B2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26820270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39B7B-A1FF-6667-E62D-74C610AE4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E03066-50E5-CCFB-45A9-F8007D2A35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4EFC38-3D45-8BE3-6F6F-D21D8054D9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18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A620F6C8-CBC2-AB9C-B8C2-31F0A55628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42230190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D3570-D123-A45A-D56A-568D44980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1A6974-AF27-03D6-07BA-9AFA9F95A1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D099A1-3E05-913D-ADB8-34DECCC77E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19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D86A080B-B434-F70F-C879-49731A7A0B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4077272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1C7E1-184B-9516-475F-500AF9812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ACBB6C-F07D-D205-CFA8-BDED236194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B2003A-2B6E-04BF-F239-D0EBDF7DB4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20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3B8B18F3-BB01-7F21-96F1-FFE2387F74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1413550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06B81-6647-2A20-FEA8-FA2AFC991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AA485C-5CC3-DCC0-39A5-1C604A59A2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49"/>
            <a:ext cx="5486400" cy="4202762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sz="1200" dirty="0">
                <a:latin typeface="+mn-lt"/>
              </a:rPr>
              <a:t>/var/cache - Application cache data. Such data are locally generated as a result of time-consuming I/O or calculation. </a:t>
            </a:r>
          </a:p>
          <a:p>
            <a:pPr marL="0" indent="0">
              <a:buFontTx/>
              <a:buNone/>
            </a:pPr>
            <a:r>
              <a:rPr lang="en-US" sz="1200" dirty="0">
                <a:latin typeface="+mn-lt"/>
              </a:rPr>
              <a:t>The application must be able to regenerate or restore the data. The cached files can be deleted without loss of data.</a:t>
            </a:r>
          </a:p>
          <a:p>
            <a:pPr marL="0" indent="0">
              <a:buFontTx/>
              <a:buNone/>
            </a:pPr>
            <a:r>
              <a:rPr lang="en-US" sz="1200" dirty="0">
                <a:latin typeface="+mn-lt"/>
              </a:rPr>
              <a:t>/var/lib - State information. Persistent data modified by programs as they run, e.g., databases, packaging system metadata, etc.</a:t>
            </a:r>
          </a:p>
          <a:p>
            <a:pPr marL="0" indent="0">
              <a:buFontTx/>
              <a:buNone/>
            </a:pPr>
            <a:r>
              <a:rPr lang="en-US" sz="1200" dirty="0">
                <a:latin typeface="+mn-lt"/>
              </a:rPr>
              <a:t>/var/lock - Lock files. Files keeping track of resources currently in use.</a:t>
            </a:r>
          </a:p>
          <a:p>
            <a:pPr marL="0" indent="0">
              <a:buFontTx/>
              <a:buNone/>
            </a:pPr>
            <a:r>
              <a:rPr lang="en-US" sz="1200" dirty="0">
                <a:latin typeface="+mn-lt"/>
              </a:rPr>
              <a:t>/var/log - Log files. Various logs.</a:t>
            </a:r>
          </a:p>
          <a:p>
            <a:pPr marL="0" indent="0">
              <a:buFontTx/>
              <a:buNone/>
            </a:pPr>
            <a:r>
              <a:rPr lang="en-US" sz="1200" dirty="0">
                <a:latin typeface="+mn-lt"/>
              </a:rPr>
              <a:t>/var/mail - Mailbox files. In some distributions, these files may be located in the deprecated /var/spool/mail.</a:t>
            </a:r>
          </a:p>
          <a:p>
            <a:pPr marL="0" indent="0">
              <a:buFontTx/>
              <a:buNone/>
            </a:pPr>
            <a:r>
              <a:rPr lang="en-US" sz="1200" dirty="0">
                <a:latin typeface="+mn-lt"/>
              </a:rPr>
              <a:t>/var/opt - Variable data from add-on packages that are stored in /opt.</a:t>
            </a:r>
          </a:p>
          <a:p>
            <a:pPr marL="0" indent="0">
              <a:buFontTx/>
              <a:buNone/>
            </a:pPr>
            <a:r>
              <a:rPr lang="en-US" sz="1200" dirty="0">
                <a:latin typeface="+mn-lt"/>
              </a:rPr>
              <a:t>/var/run - Run-time variable data. This directory contains system information data describing the system since it was booted.</a:t>
            </a:r>
          </a:p>
          <a:p>
            <a:pPr marL="0" indent="0">
              <a:buFontTx/>
              <a:buNone/>
            </a:pPr>
            <a:r>
              <a:rPr lang="en-US" sz="1200" dirty="0">
                <a:latin typeface="+mn-lt"/>
              </a:rPr>
              <a:t>In FHS 3.0, /var/run is replaced by /run; a system should either continue to provide a /var/run directory or provide a symbolic link from /var/run to /run, for backwards compatibility.</a:t>
            </a:r>
          </a:p>
          <a:p>
            <a:pPr marL="0" indent="0">
              <a:buFontTx/>
              <a:buNone/>
            </a:pPr>
            <a:r>
              <a:rPr lang="en-US" sz="1200" dirty="0">
                <a:latin typeface="+mn-lt"/>
              </a:rPr>
              <a:t>/var/spool - Spool for tasks waiting to be processed, e.g., cron, at, batch jobs, print queues and outgoing mail queue.</a:t>
            </a:r>
          </a:p>
          <a:p>
            <a:pPr marL="0" indent="0">
              <a:buFontTx/>
              <a:buNone/>
            </a:pPr>
            <a:r>
              <a:rPr lang="en-US" sz="1200" dirty="0">
                <a:latin typeface="+mn-lt"/>
              </a:rPr>
              <a:t>/var/spool/mail - Deprecated location for users' mailboxes.</a:t>
            </a:r>
          </a:p>
          <a:p>
            <a:pPr marL="0" indent="0">
              <a:buFontTx/>
              <a:buNone/>
            </a:pPr>
            <a:r>
              <a:rPr lang="en-US" sz="1200" dirty="0">
                <a:latin typeface="+mn-lt"/>
              </a:rPr>
              <a:t>/var/tmp - Temporary files to be preserved between reboots.</a:t>
            </a:r>
            <a:endParaRPr lang="en-GB" sz="1200" noProof="0" dirty="0">
              <a:latin typeface="+mn-lt"/>
              <a:cs typeface="Segoe UI"/>
            </a:endParaRP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E89BD2-4EAF-404B-980F-DF7C6A2CA6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21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2C0ABC53-FD01-F338-9081-17A60A4C52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4355350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E1F5F-BEC2-48D5-A890-C07C79853E26}" type="slidenum">
              <a:rPr lang="en-GB" smtClean="0"/>
              <a:t>22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1047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2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5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0.emf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8.png"/><Relationship Id="rId4" Type="http://schemas.openxmlformats.org/officeDocument/2006/relationships/image" Target="../media/image33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10" name="Picture 9" descr="A person holding an orange paper&#10;&#10;Description automatically generated">
            <a:extLst>
              <a:ext uri="{FF2B5EF4-FFF2-40B4-BE49-F238E27FC236}">
                <a16:creationId xmlns:a16="http://schemas.microsoft.com/office/drawing/2014/main" id="{04697691-3082-2ECF-DAB8-FE29E8E66DD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90" y="0"/>
            <a:ext cx="5663609" cy="68499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3739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person talking to another person&#10;&#10;Description automatically generated">
            <a:extLst>
              <a:ext uri="{FF2B5EF4-FFF2-40B4-BE49-F238E27FC236}">
                <a16:creationId xmlns:a16="http://schemas.microsoft.com/office/drawing/2014/main" id="{BD578162-5FB4-6C6D-006A-D95E9BA25F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90" y="0"/>
            <a:ext cx="5663609" cy="68590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826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8" name="Picture 7" descr="A person and person standing in an office&#10;&#10;Description automatically generated">
            <a:extLst>
              <a:ext uri="{FF2B5EF4-FFF2-40B4-BE49-F238E27FC236}">
                <a16:creationId xmlns:a16="http://schemas.microsoft.com/office/drawing/2014/main" id="{5A656440-781D-FF89-A173-6F135D6EB4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18"/>
          <a:stretch/>
        </p:blipFill>
        <p:spPr>
          <a:xfrm>
            <a:off x="6528390" y="0"/>
            <a:ext cx="566361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6165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person and person looking at a computer&#10;&#10;Description automatically generated">
            <a:extLst>
              <a:ext uri="{FF2B5EF4-FFF2-40B4-BE49-F238E27FC236}">
                <a16:creationId xmlns:a16="http://schemas.microsoft.com/office/drawing/2014/main" id="{67CEBF45-943F-B807-5DB4-2E9C2442F6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89" y="0"/>
            <a:ext cx="5663609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03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person and person looking at a computer&#10;&#10;Description automatically generated">
            <a:extLst>
              <a:ext uri="{FF2B5EF4-FFF2-40B4-BE49-F238E27FC236}">
                <a16:creationId xmlns:a16="http://schemas.microsoft.com/office/drawing/2014/main" id="{10FDA179-75B5-61CF-9CC0-8277D61F40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90" y="0"/>
            <a:ext cx="566361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7105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ue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5900B100-2687-1806-91A0-1745BAAE2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3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1136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Yellow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85F22E-218E-4306-C170-579CCBF0BB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7561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ed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217865-0F45-7305-80EA-583FC42047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7503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urple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0B8D50-2C63-2F2E-599F-E921BF1F7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545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range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C7FB40-8E4C-9F3C-39E4-77F63BEB7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9858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Green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CAA40E-1785-77D1-B497-23C4B7D0F1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702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/W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3CB853B-6666-2B54-6421-F982E0932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26B79A-062B-09A4-399F-9A4F4ABCA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7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2497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- White /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96499" y="0"/>
            <a:ext cx="5098350" cy="56698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785" y="2322726"/>
            <a:ext cx="6596062" cy="2431485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600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pic>
        <p:nvPicPr>
          <p:cNvPr id="12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76237" y="5768975"/>
            <a:ext cx="6604609" cy="709613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Subtitle here</a:t>
            </a:r>
          </a:p>
        </p:txBody>
      </p:sp>
    </p:spTree>
    <p:extLst>
      <p:ext uri="{BB962C8B-B14F-4D97-AF65-F5344CB8AC3E}">
        <p14:creationId xmlns:p14="http://schemas.microsoft.com/office/powerpoint/2010/main" val="13642735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Overview or quote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9E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6"/>
            <a:ext cx="6770687" cy="511234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GB"/>
              <a:t>Second level</a:t>
            </a:r>
          </a:p>
          <a:p>
            <a:pPr lvl="1"/>
            <a:r>
              <a:rPr lang="en-GB"/>
              <a:t>Third level</a:t>
            </a:r>
          </a:p>
          <a:p>
            <a:pPr lvl="1"/>
            <a:r>
              <a:rPr lang="en-GB"/>
              <a:t>Fourth level</a:t>
            </a:r>
          </a:p>
          <a:p>
            <a:pPr lvl="1"/>
            <a:r>
              <a:rPr lang="en-GB"/>
              <a:t>Fifth level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758191" y="769620"/>
            <a:ext cx="379608" cy="110491"/>
          </a:xfrm>
          <a:prstGeom prst="rect">
            <a:avLst/>
          </a:prstGeom>
          <a:solidFill>
            <a:srgbClr val="09E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 dirty="0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61FA821A-0A50-424D-A225-45CEE1614094}"/>
              </a:ext>
            </a:extLst>
          </p:cNvPr>
          <p:cNvSpPr/>
          <p:nvPr userDrawn="1"/>
        </p:nvSpPr>
        <p:spPr>
          <a:xfrm>
            <a:off x="417802" y="4499269"/>
            <a:ext cx="4001620" cy="1963059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 dirty="0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96761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Yellow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86B467-B6E6-07FD-82C2-C8A720A2FA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8050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FAF83E-84C1-EB63-2AE6-A697F4B231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2975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9F038F-3F25-E2F9-C87A-21E6BA0347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0416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058DBC-ECFC-992C-B787-CF026CF7F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6374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63EADF05-6147-C359-65E0-0B6C167D1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A3EF1E2-21DA-1F1B-ED20-1E0CA14008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F1A10E-9321-C019-89DF-4455D52190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4319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63F0D2-F250-3107-1483-DBDD26CD5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1552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10531E-8BB5-02D6-AFEC-E5A33795F5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6DA6B95-D3C8-78E5-07B4-FD97F67B4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A27BC2-2F18-5323-A182-B58E5988F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9272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4599EA-33A9-714A-71F9-C9917BED55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5570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D66C63-7725-D0B5-A2BA-B83166EDE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83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325625-45A1-4974-9E2F-ACF145796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75123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974466-2D86-293F-6B05-5E0EFB3843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095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image" Target="../media/image29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371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945" r:id="rId3"/>
    <p:sldLayoutId id="2147483946" r:id="rId4"/>
    <p:sldLayoutId id="2147483947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97" userDrawn="1">
          <p15:clr>
            <a:srgbClr val="F26B43"/>
          </p15:clr>
        </p15:guide>
        <p15:guide id="9" pos="325" userDrawn="1">
          <p15:clr>
            <a:srgbClr val="F26B43"/>
          </p15:clr>
        </p15:guide>
        <p15:guide id="10" orient="horz" pos="2478" userDrawn="1">
          <p15:clr>
            <a:srgbClr val="F26B43"/>
          </p15:clr>
        </p15:guide>
        <p15:guide id="11" orient="horz" pos="324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7850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956" r:id="rId8"/>
    <p:sldLayoutId id="2147483958" r:id="rId9"/>
    <p:sldLayoutId id="214748396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97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DA4E335-689A-BB63-649D-BD74FAB55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756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  <p:sldLayoutId id="2147483901" r:id="rId4"/>
    <p:sldLayoutId id="2147483902" r:id="rId5"/>
    <p:sldLayoutId id="2147483903" r:id="rId6"/>
    <p:sldLayoutId id="2147483904" r:id="rId7"/>
    <p:sldLayoutId id="2147483905" r:id="rId8"/>
    <p:sldLayoutId id="2147483906" r:id="rId9"/>
    <p:sldLayoutId id="2147483907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1B5810-8C67-B742-B639-8484197287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Appendix D:</a:t>
            </a:r>
            <a:br>
              <a:rPr lang="en-US" noProof="0" dirty="0"/>
            </a:br>
            <a:r>
              <a:rPr lang="en-US" noProof="0" dirty="0"/>
              <a:t>File system hierarchy standard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47E35B-F1AB-7074-56BF-728BD39AD0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6C9DA1C-7E69-E2A4-E275-5C2173BE4D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4089884"/>
              </p:ext>
            </p:extLst>
          </p:nvPr>
        </p:nvGraphicFramePr>
        <p:xfrm>
          <a:off x="473406" y="3850640"/>
          <a:ext cx="5378754" cy="11074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5378754">
                  <a:extLst>
                    <a:ext uri="{9D8B030D-6E8A-4147-A177-3AD203B41FA5}">
                      <a16:colId xmlns:a16="http://schemas.microsoft.com/office/drawing/2014/main" val="2961166630"/>
                    </a:ext>
                  </a:extLst>
                </a:gridCol>
              </a:tblGrid>
              <a:tr h="28648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D: Filesystem hierarchy standard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260948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endParaRPr lang="en-US" sz="180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727474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endParaRPr lang="en-US" sz="180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429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8033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035C319-DFB4-5442-C005-8226900127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The Linux / Unix filesystem hierarchy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3383438-6767-259D-E887-B461A080EA3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sz="1800" noProof="0" dirty="0"/>
              <a:t>Linux and UNIX have a standard set of directories at the top level of the filesystem.</a:t>
            </a:r>
          </a:p>
          <a:p>
            <a:pPr marL="465746" lvl="1" indent="-285750">
              <a:buFont typeface="Arial" panose="020B0604020202020204" pitchFamily="34" charset="0"/>
              <a:buChar char="•"/>
            </a:pPr>
            <a:r>
              <a:rPr lang="en-US" sz="1800" noProof="0" dirty="0"/>
              <a:t>See file system hierarchy standard - </a:t>
            </a:r>
            <a:r>
              <a:rPr lang="en-US" sz="1800" noProof="0" dirty="0">
                <a:ea typeface="Hack" panose="020B0609030202020204" pitchFamily="49" charset="0"/>
                <a:cs typeface="Hack" panose="020B0609030202020204" pitchFamily="49" charset="0"/>
              </a:rPr>
              <a:t>https://www.pathname.com/fhs/</a:t>
            </a:r>
          </a:p>
          <a:p>
            <a:endParaRPr lang="en-US" sz="1800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751AAF-A365-64C0-3A0F-32D2720BC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noProof="0" smtClean="0"/>
              <a:t>2</a:t>
            </a:fld>
            <a:endParaRPr lang="en-US" noProof="0" dirty="0"/>
          </a:p>
        </p:txBody>
      </p:sp>
      <p:pic>
        <p:nvPicPr>
          <p:cNvPr id="2" name="Picture 1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27241378-F134-8A3F-F5C2-F00D961F5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736" y="2602043"/>
            <a:ext cx="11763948" cy="3479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21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AA26E67-A9FF-679F-1721-3C1412140F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/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E19106-8406-9F46-AB90-E1E869CEB43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noProof="0" dirty="0">
                <a:solidFill>
                  <a:schemeClr val="tx1"/>
                </a:solidFill>
              </a:rPr>
              <a:t>Primary hierarchy root and root directory of the entire file system hierarchy.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noProof="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noProof="0" dirty="0">
                <a:solidFill>
                  <a:schemeClr val="tx1"/>
                </a:solidFill>
              </a:rPr>
              <a:t>The contents of the root filesystem must be adequate to boot, restore, recover, and/or repair the 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noProof="0" dirty="0">
                <a:solidFill>
                  <a:schemeClr val="tx1"/>
                </a:solidFill>
              </a:rPr>
              <a:t>FHS </a:t>
            </a:r>
            <a:r>
              <a:rPr lang="en-US" sz="1800" noProof="0" dirty="0" err="1">
                <a:solidFill>
                  <a:schemeClr val="tx1"/>
                </a:solidFill>
              </a:rPr>
              <a:t>stypulates</a:t>
            </a:r>
            <a:r>
              <a:rPr lang="en-US" sz="1800" noProof="0" dirty="0">
                <a:solidFill>
                  <a:schemeClr val="tx1"/>
                </a:solidFill>
              </a:rPr>
              <a:t> the following root directory content: bin, boot , dev, </a:t>
            </a:r>
            <a:r>
              <a:rPr lang="en-US" sz="1800" noProof="0" dirty="0" err="1">
                <a:solidFill>
                  <a:schemeClr val="tx1"/>
                </a:solidFill>
              </a:rPr>
              <a:t>etc</a:t>
            </a:r>
            <a:r>
              <a:rPr lang="en-US" sz="1800" noProof="0" dirty="0">
                <a:solidFill>
                  <a:schemeClr val="tx1"/>
                </a:solidFill>
              </a:rPr>
              <a:t>, lib, media, </a:t>
            </a:r>
            <a:r>
              <a:rPr lang="en-US" sz="1800" noProof="0" dirty="0" err="1">
                <a:solidFill>
                  <a:schemeClr val="tx1"/>
                </a:solidFill>
              </a:rPr>
              <a:t>mnt</a:t>
            </a:r>
            <a:r>
              <a:rPr lang="en-US" sz="1800" noProof="0" dirty="0">
                <a:solidFill>
                  <a:schemeClr val="tx1"/>
                </a:solidFill>
              </a:rPr>
              <a:t>, opt, run, </a:t>
            </a:r>
            <a:r>
              <a:rPr lang="en-US" sz="1800" noProof="0" dirty="0" err="1">
                <a:solidFill>
                  <a:schemeClr val="tx1"/>
                </a:solidFill>
              </a:rPr>
              <a:t>sbin</a:t>
            </a:r>
            <a:r>
              <a:rPr lang="en-US" sz="1800" noProof="0" dirty="0">
                <a:solidFill>
                  <a:schemeClr val="tx1"/>
                </a:solidFill>
              </a:rPr>
              <a:t>, </a:t>
            </a:r>
            <a:r>
              <a:rPr lang="en-US" sz="1800" noProof="0" dirty="0" err="1">
                <a:solidFill>
                  <a:schemeClr val="tx1"/>
                </a:solidFill>
              </a:rPr>
              <a:t>srv</a:t>
            </a:r>
            <a:r>
              <a:rPr lang="en-US" sz="1800" noProof="0" dirty="0">
                <a:solidFill>
                  <a:schemeClr val="tx1"/>
                </a:solidFill>
              </a:rPr>
              <a:t>, </a:t>
            </a:r>
            <a:r>
              <a:rPr lang="en-US" sz="1800" noProof="0" dirty="0" err="1">
                <a:solidFill>
                  <a:schemeClr val="tx1"/>
                </a:solidFill>
              </a:rPr>
              <a:t>tmp</a:t>
            </a:r>
            <a:r>
              <a:rPr lang="en-US" sz="1800" noProof="0" dirty="0">
                <a:solidFill>
                  <a:schemeClr val="tx1"/>
                </a:solidFill>
              </a:rPr>
              <a:t>, </a:t>
            </a:r>
            <a:r>
              <a:rPr lang="en-US" sz="1800" noProof="0" dirty="0" err="1">
                <a:solidFill>
                  <a:schemeClr val="tx1"/>
                </a:solidFill>
              </a:rPr>
              <a:t>usr</a:t>
            </a:r>
            <a:r>
              <a:rPr lang="en-US" sz="1800" noProof="0" dirty="0">
                <a:solidFill>
                  <a:schemeClr val="tx1"/>
                </a:solidFill>
              </a:rPr>
              <a:t>, var.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495923-579B-8F47-840B-3F6C4A56D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92D59-8F09-EF4B-AD6D-DA609442F868}" type="slidenum">
              <a:rPr lang="en-US" noProof="0" smtClean="0"/>
              <a:pPr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90610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41AF3-A714-6341-61AF-B388AB15E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73BD67C-6D1E-F78D-DA4B-8698C96A18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/boot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7007CB-1742-0F01-8D8A-FF4B74BD1D8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 sz="1800" b="1" noProof="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noProof="0" dirty="0">
                <a:solidFill>
                  <a:schemeClr val="tx1"/>
                </a:solidFill>
              </a:rPr>
              <a:t>Essential command binaries that need to be available in single user mode; for all users, e.g., cat, ls, cp.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noProof="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noProof="0" dirty="0">
                <a:solidFill>
                  <a:schemeClr val="tx1"/>
                </a:solidFill>
              </a:rPr>
              <a:t>Probably a symbolic link to /</a:t>
            </a:r>
            <a:r>
              <a:rPr lang="en-US" sz="1800" noProof="0" dirty="0" err="1">
                <a:solidFill>
                  <a:schemeClr val="tx1"/>
                </a:solidFill>
              </a:rPr>
              <a:t>usr</a:t>
            </a:r>
            <a:r>
              <a:rPr lang="en-US" sz="1800" noProof="0" dirty="0">
                <a:solidFill>
                  <a:schemeClr val="tx1"/>
                </a:solidFill>
              </a:rPr>
              <a:t>/bin.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000B52-3776-DC79-9575-1CC9357CF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92D59-8F09-EF4B-AD6D-DA609442F868}" type="slidenum">
              <a:rPr lang="en-US" noProof="0" smtClean="0"/>
              <a:pPr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5891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96923-30EB-3AFD-92CF-B85C98AE1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6975E44-E305-84D9-36D2-43E8A1ED8E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/bin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96693B-7736-F7EA-0D9F-49EDD31F201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chemeClr val="tx1"/>
                </a:solidFill>
              </a:rPr>
              <a:t>Boot loader files, e.g., kernels, </a:t>
            </a:r>
            <a:r>
              <a:rPr lang="en-US" noProof="0" dirty="0" err="1">
                <a:solidFill>
                  <a:schemeClr val="tx1"/>
                </a:solidFill>
              </a:rPr>
              <a:t>initrd</a:t>
            </a:r>
            <a:r>
              <a:rPr lang="en-US" noProof="0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noProof="0" dirty="0">
                <a:solidFill>
                  <a:schemeClr val="tx1"/>
                </a:solidFill>
              </a:rPr>
              <a:t>Quoting from Linux </a:t>
            </a:r>
            <a:r>
              <a:rPr lang="en-US" b="1" noProof="0" dirty="0" err="1">
                <a:solidFill>
                  <a:schemeClr val="tx1"/>
                </a:solidFill>
              </a:rPr>
              <a:t>Fundation</a:t>
            </a:r>
            <a:r>
              <a:rPr lang="en-US" noProof="0" dirty="0">
                <a:solidFill>
                  <a:schemeClr val="tx1"/>
                </a:solidFill>
              </a:rPr>
              <a:t>: </a:t>
            </a:r>
          </a:p>
          <a:p>
            <a:pPr marL="465746" lvl="1" indent="-285750"/>
            <a:r>
              <a:rPr lang="en-US" noProof="0" dirty="0"/>
              <a:t>This directory contains everything required for the boot process except configuration files not needed at boot time and the map installer. </a:t>
            </a:r>
          </a:p>
          <a:p>
            <a:pPr marL="465746" lvl="1" indent="-285750"/>
            <a:r>
              <a:rPr lang="en-US" noProof="0" dirty="0"/>
              <a:t>Thus /boot stores data that is used before the kernel begins executing user-mode programs. </a:t>
            </a:r>
          </a:p>
          <a:p>
            <a:pPr marL="465746" lvl="1" indent="-285750"/>
            <a:r>
              <a:rPr lang="en-US" noProof="0" dirty="0"/>
              <a:t>This may include saved master boot sectors and sector map files. Programs necessary to arrange for the boot loader to be able to boot a file must be placed in /</a:t>
            </a:r>
            <a:r>
              <a:rPr lang="en-US" noProof="0" dirty="0" err="1"/>
              <a:t>sbin</a:t>
            </a:r>
            <a:r>
              <a:rPr lang="en-US" noProof="0" dirty="0"/>
              <a:t>. </a:t>
            </a:r>
          </a:p>
          <a:p>
            <a:pPr marL="465746" lvl="1" indent="-285750"/>
            <a:r>
              <a:rPr lang="en-US" noProof="0" dirty="0"/>
              <a:t>Configuration files for boot loaders that are not required at boot time must be placed in /etc.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F466FA-6F84-9F61-754D-64DD7EBBE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92D59-8F09-EF4B-AD6D-DA609442F868}" type="slidenum">
              <a:rPr lang="en-US" noProof="0" smtClean="0"/>
              <a:pPr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49558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C88EB-41B8-6E2E-ACDE-C0D5DD918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CBCAAF-F8A6-CA11-9B19-96046E8A53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/dev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D7287-B33D-F619-F489-385D711A0B4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endParaRPr lang="en-US" b="1" noProof="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chemeClr val="tx1"/>
                </a:solidFill>
              </a:rPr>
              <a:t>Essential device files, e.g., /dev/null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E8DBE1-E2D4-4FC0-97E9-71C71B638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92D59-8F09-EF4B-AD6D-DA609442F868}" type="slidenum">
              <a:rPr lang="en-US" noProof="0" smtClean="0"/>
              <a:pPr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0040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8A079-2B6C-2ABA-6297-73ED2EAD2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7C20BE7-9B47-8B0D-11E0-954088C805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/</a:t>
            </a:r>
            <a:r>
              <a:rPr lang="en-US" noProof="0" dirty="0" err="1"/>
              <a:t>etc</a:t>
            </a:r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C3116F-CF90-0B35-0CEF-82C8E1D054D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chemeClr val="tx1"/>
                </a:solidFill>
              </a:rPr>
              <a:t>Host-specific system-wide configuration files:</a:t>
            </a:r>
          </a:p>
          <a:p>
            <a:pPr marL="465746" lvl="1" indent="-285750"/>
            <a:r>
              <a:rPr lang="en-US" noProof="0" dirty="0"/>
              <a:t>The /</a:t>
            </a:r>
            <a:r>
              <a:rPr lang="en-US" noProof="0" dirty="0" err="1"/>
              <a:t>etc</a:t>
            </a:r>
            <a:r>
              <a:rPr lang="en-US" noProof="0" dirty="0"/>
              <a:t> hierarchy contains configuration files.</a:t>
            </a:r>
          </a:p>
          <a:p>
            <a:pPr marL="465746" lvl="1" indent="-285750"/>
            <a:r>
              <a:rPr lang="en-US" noProof="0" dirty="0"/>
              <a:t>A "configuration file" is a local file used to control the operation of a program; it must be static and cannot be an executable binary.</a:t>
            </a:r>
          </a:p>
          <a:p>
            <a:pPr marL="465746" lvl="1" indent="-285750"/>
            <a:r>
              <a:rPr lang="en-US" noProof="0" dirty="0"/>
              <a:t>It is recommended that files be stored in subdirectories of /</a:t>
            </a:r>
            <a:r>
              <a:rPr lang="en-US" noProof="0" dirty="0" err="1"/>
              <a:t>etc</a:t>
            </a:r>
            <a:r>
              <a:rPr lang="en-US" noProof="0" dirty="0"/>
              <a:t> rather than directly in /etc.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2669E1-E949-DB8E-7905-A357ADDB8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92D59-8F09-EF4B-AD6D-DA609442F868}" type="slidenum">
              <a:rPr lang="en-US" noProof="0" smtClean="0"/>
              <a:pPr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75096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B6222-400C-BAEC-3F79-EF7D427B8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84ACCE6-BF29-DD2A-F50F-5113CBBD58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/home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B4037E-7B9B-E3A4-B271-88A6A07C077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endParaRPr lang="en-US" b="1" noProof="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chemeClr val="tx1"/>
                </a:solidFill>
              </a:rPr>
              <a:t>Users' home directories, containing saved files, personal settings, etc.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BA8001-7678-05F4-997B-710FF9C0E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92D59-8F09-EF4B-AD6D-DA609442F868}" type="slidenum">
              <a:rPr lang="en-US" noProof="0" smtClean="0"/>
              <a:pPr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53179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22843-AE05-C37B-0C0A-C1D011915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2D1AE6D-F36E-64E4-E94D-05B1194B01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/lib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9FE7B0-0909-B0DC-4A1F-10CE1BA3EA4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endParaRPr lang="en-US" b="1" noProof="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chemeClr val="tx1"/>
                </a:solidFill>
              </a:rPr>
              <a:t>Libraries essential for the binaries in /bin and /</a:t>
            </a:r>
            <a:r>
              <a:rPr lang="en-US" noProof="0" dirty="0" err="1">
                <a:solidFill>
                  <a:schemeClr val="tx1"/>
                </a:solidFill>
              </a:rPr>
              <a:t>sbin</a:t>
            </a:r>
            <a:endParaRPr lang="en-US" noProof="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chemeClr val="tx1"/>
                </a:solidFill>
              </a:rPr>
              <a:t>Probably a symbolic link to /</a:t>
            </a:r>
            <a:r>
              <a:rPr lang="en-US" noProof="0" dirty="0" err="1">
                <a:solidFill>
                  <a:schemeClr val="tx1"/>
                </a:solidFill>
              </a:rPr>
              <a:t>usr</a:t>
            </a:r>
            <a:r>
              <a:rPr lang="en-US" noProof="0" dirty="0">
                <a:solidFill>
                  <a:schemeClr val="tx1"/>
                </a:solidFill>
              </a:rPr>
              <a:t>/lib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80BA41-3542-85A3-9226-A61116CFD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92D59-8F09-EF4B-AD6D-DA609442F868}" type="slidenum">
              <a:rPr lang="en-US" noProof="0" smtClean="0"/>
              <a:pPr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32053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F68F6-B950-9A99-DE3B-E9FC1144E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5E35B51-92EB-0C70-1F2F-4ED89E5E2D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/Media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960EE2-8D5A-B16F-8A58-A339D6933AD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noProof="0" dirty="0">
                <a:solidFill>
                  <a:schemeClr val="tx1"/>
                </a:solidFill>
              </a:rPr>
              <a:t>Mount points for removable media such as CD-ROMs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noProof="0" dirty="0">
                <a:solidFill>
                  <a:schemeClr val="tx1"/>
                </a:solidFill>
              </a:rPr>
              <a:t>Appeared in FHS-2.3 in 2004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CFBF24-A96F-C326-BAF2-5FD647107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92D59-8F09-EF4B-AD6D-DA609442F868}" type="slidenum">
              <a:rPr lang="en-US" noProof="0" smtClean="0"/>
              <a:pPr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69891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4D38D-0850-901B-77B3-5C1BBB30C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01BF16D-6049-7332-649D-8843AC5ECE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/</a:t>
            </a:r>
            <a:r>
              <a:rPr lang="en-US" noProof="0" dirty="0" err="1"/>
              <a:t>mnt</a:t>
            </a:r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8D3717-2AEF-D568-5905-25403201C93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endParaRPr lang="en-US" b="1" noProof="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chemeClr val="tx1"/>
                </a:solidFill>
              </a:rPr>
              <a:t>Temporarily mounted filesystems:</a:t>
            </a:r>
          </a:p>
          <a:p>
            <a:pPr marL="465746" lvl="1" indent="-285750"/>
            <a:r>
              <a:rPr lang="en-US" noProof="0" dirty="0"/>
              <a:t>The content of this directory is a local issue and should not affect the way any program is run.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20A937-0067-7735-DDAB-C5BA6E008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92D59-8F09-EF4B-AD6D-DA609442F868}" type="slidenum">
              <a:rPr lang="en-US" noProof="0" smtClean="0"/>
              <a:pPr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483172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9DBEA-6712-6977-874D-215055560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7A68F3E-0329-76F1-088C-29923103DD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/opt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2A3156-D0A7-2713-D59D-C173E6AFE19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endParaRPr lang="en-US" b="1" noProof="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chemeClr val="tx1"/>
                </a:solidFill>
              </a:rPr>
              <a:t>Optional application software packages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C4E3BC-1445-0B2B-6F39-0B6C62824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92D59-8F09-EF4B-AD6D-DA609442F868}" type="slidenum">
              <a:rPr lang="en-US" noProof="0" smtClean="0"/>
              <a:pPr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89327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B3A31-4738-88FC-E69E-D10E7BB35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C9DD01C-3789-8E50-186C-5EA77B36D5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/proc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733FF-6531-746B-223B-9DA23CE8B3D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noProof="0" dirty="0">
                <a:solidFill>
                  <a:schemeClr val="tx1"/>
                </a:solidFill>
              </a:rPr>
              <a:t>Virtual filesystem providing process and kernel information as files</a:t>
            </a:r>
            <a:r>
              <a:rPr lang="en-US" noProof="0" dirty="0">
                <a:solidFill>
                  <a:schemeClr val="tx1"/>
                </a:solidFill>
              </a:rPr>
              <a:t> – i</a:t>
            </a:r>
            <a:r>
              <a:rPr lang="en-US" sz="1800" noProof="0" dirty="0">
                <a:solidFill>
                  <a:schemeClr val="tx1"/>
                </a:solidFill>
              </a:rPr>
              <a:t>n Linux, corresponds to a </a:t>
            </a:r>
            <a:r>
              <a:rPr lang="en-US" sz="1800" noProof="0" dirty="0" err="1">
                <a:solidFill>
                  <a:schemeClr val="tx1"/>
                </a:solidFill>
              </a:rPr>
              <a:t>procfs</a:t>
            </a:r>
            <a:r>
              <a:rPr lang="en-US" sz="1800" noProof="0" dirty="0">
                <a:solidFill>
                  <a:schemeClr val="tx1"/>
                </a:solidFill>
              </a:rPr>
              <a:t> mount.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noProof="0" dirty="0">
                <a:solidFill>
                  <a:schemeClr val="tx1"/>
                </a:solidFill>
              </a:rPr>
              <a:t>Generally, the contents are automatically generated and populated by the system, on the fly.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6D178B-9126-7A7F-1C4D-94B331055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92D59-8F09-EF4B-AD6D-DA609442F868}" type="slidenum">
              <a:rPr lang="en-US" noProof="0" smtClean="0"/>
              <a:pPr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192885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1B1E4-B460-3360-84FD-6FD71723C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E88EE08-9651-2B49-94CF-E5BC77D117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/root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1C120E-E3ED-E7DB-AE20-D4712D014A1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noProof="0" dirty="0">
                <a:solidFill>
                  <a:schemeClr val="tx1"/>
                </a:solidFill>
              </a:rPr>
              <a:t>Home directory of user root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692A7E-3305-CF4C-504B-DD1BFBEE3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92D59-8F09-EF4B-AD6D-DA609442F868}" type="slidenum">
              <a:rPr lang="en-US" noProof="0" smtClean="0"/>
              <a:pPr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001579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A9D7A-0D1A-A087-80CC-DCB5344CE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5EDEA7F-6746-F28E-90BA-BD334F1A0D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/run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D57922-2E1F-A34B-3FF2-2B9B535B88D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noProof="0" dirty="0">
                <a:solidFill>
                  <a:schemeClr val="tx1"/>
                </a:solidFill>
              </a:rPr>
              <a:t>Run-time variable data: Information about the running system since last boot, e.g., currently logged-in users and running daemons.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noProof="0" dirty="0">
                <a:solidFill>
                  <a:schemeClr val="tx1"/>
                </a:solidFill>
              </a:rPr>
              <a:t>Files under this directory must be either removed or truncated at the beginning of the boot process; but this is not necessary on systems that provide this directory as a temporary filesystem (</a:t>
            </a:r>
            <a:r>
              <a:rPr lang="en-US" sz="1800" noProof="0" dirty="0" err="1">
                <a:solidFill>
                  <a:schemeClr val="tx1"/>
                </a:solidFill>
              </a:rPr>
              <a:t>tmpfs</a:t>
            </a:r>
            <a:r>
              <a:rPr lang="en-US" sz="1800" noProof="0" dirty="0">
                <a:solidFill>
                  <a:schemeClr val="tx1"/>
                </a:solidFill>
              </a:rPr>
              <a:t>).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CB3EFA-9C7F-4CA7-FA3C-FF568DE5F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92D59-8F09-EF4B-AD6D-DA609442F868}" type="slidenum">
              <a:rPr lang="en-US" noProof="0" smtClean="0"/>
              <a:pPr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446364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0173C-36A0-B1FF-3BFC-A74109438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51480CD-8808-6585-945B-68FBB5C8A0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/</a:t>
            </a:r>
            <a:r>
              <a:rPr lang="en-US" noProof="0" dirty="0" err="1"/>
              <a:t>sbin</a:t>
            </a:r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C35002-A325-C927-9B7D-15A1EDCED65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noProof="0" dirty="0">
                <a:solidFill>
                  <a:schemeClr val="tx1"/>
                </a:solidFill>
              </a:rPr>
              <a:t>Essential system binaries, e.g., </a:t>
            </a:r>
            <a:r>
              <a:rPr lang="en-US" sz="1800" noProof="0" dirty="0" err="1">
                <a:solidFill>
                  <a:schemeClr val="tx1"/>
                </a:solidFill>
              </a:rPr>
              <a:t>fsck</a:t>
            </a:r>
            <a:r>
              <a:rPr lang="en-US" sz="1800" noProof="0" dirty="0">
                <a:solidFill>
                  <a:schemeClr val="tx1"/>
                </a:solidFill>
              </a:rPr>
              <a:t>, </a:t>
            </a:r>
            <a:r>
              <a:rPr lang="en-US" sz="1800" noProof="0" dirty="0" err="1">
                <a:solidFill>
                  <a:schemeClr val="tx1"/>
                </a:solidFill>
              </a:rPr>
              <a:t>init</a:t>
            </a:r>
            <a:r>
              <a:rPr lang="en-US" sz="1800" noProof="0" dirty="0">
                <a:solidFill>
                  <a:schemeClr val="tx1"/>
                </a:solidFill>
              </a:rPr>
              <a:t>, route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noProof="0" dirty="0">
                <a:solidFill>
                  <a:schemeClr val="tx1"/>
                </a:solidFill>
              </a:rPr>
              <a:t>Probably a symbolic link to /</a:t>
            </a:r>
            <a:r>
              <a:rPr lang="en-US" sz="1800" noProof="0" dirty="0" err="1">
                <a:solidFill>
                  <a:schemeClr val="tx1"/>
                </a:solidFill>
              </a:rPr>
              <a:t>usr</a:t>
            </a:r>
            <a:r>
              <a:rPr lang="en-US" sz="1800" noProof="0" dirty="0">
                <a:solidFill>
                  <a:schemeClr val="tx1"/>
                </a:solidFill>
              </a:rPr>
              <a:t>/</a:t>
            </a:r>
            <a:r>
              <a:rPr lang="en-US" sz="1800" noProof="0" dirty="0" err="1">
                <a:solidFill>
                  <a:schemeClr val="tx1"/>
                </a:solidFill>
              </a:rPr>
              <a:t>sbin</a:t>
            </a:r>
            <a:endParaRPr lang="en-US" sz="1800" noProof="0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EF28B2-A71F-5EF7-462B-D44982BCA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92D59-8F09-EF4B-AD6D-DA609442F868}" type="slidenum">
              <a:rPr lang="en-US" noProof="0" smtClean="0"/>
              <a:pPr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147297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FFCA3-609D-99FF-18A6-6727F0ECC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06A5BD2-C87A-10FE-5C88-F6BC1DD2E4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/</a:t>
            </a:r>
            <a:r>
              <a:rPr lang="en-US" noProof="0" dirty="0" err="1"/>
              <a:t>srv</a:t>
            </a:r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644471-2D48-4234-6D25-ADF45C8D7BC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chemeClr val="tx1"/>
                </a:solidFill>
              </a:rPr>
              <a:t>Site-specific data served by this system, such as data and scripts for web servers, data offered by FTP servers, and repositories for version control systems</a:t>
            </a:r>
          </a:p>
          <a:p>
            <a:pPr marL="465746" lvl="1" indent="-285750"/>
            <a:r>
              <a:rPr lang="en-US" noProof="0" dirty="0"/>
              <a:t>(Appeared in FHS-2.3 in 2004).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chemeClr val="tx1"/>
                </a:solidFill>
              </a:rPr>
              <a:t>This main purpose of specifying this is so that users may find the location of the data files for a particular service, and so that services which require a single tree for </a:t>
            </a:r>
            <a:r>
              <a:rPr lang="en-US" noProof="0" dirty="0" err="1">
                <a:solidFill>
                  <a:schemeClr val="tx1"/>
                </a:solidFill>
              </a:rPr>
              <a:t>readonly</a:t>
            </a:r>
            <a:r>
              <a:rPr lang="en-US" noProof="0" dirty="0">
                <a:solidFill>
                  <a:schemeClr val="tx1"/>
                </a:solidFill>
              </a:rPr>
              <a:t> data, writable data, and scripts (such as </a:t>
            </a:r>
            <a:r>
              <a:rPr lang="en-US" noProof="0" dirty="0" err="1">
                <a:solidFill>
                  <a:schemeClr val="tx1"/>
                </a:solidFill>
              </a:rPr>
              <a:t>cgi</a:t>
            </a:r>
            <a:r>
              <a:rPr lang="en-US" noProof="0" dirty="0">
                <a:solidFill>
                  <a:schemeClr val="tx1"/>
                </a:solidFill>
              </a:rPr>
              <a:t> scripts) can be reasonably placed.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chemeClr val="tx1"/>
                </a:solidFill>
              </a:rPr>
              <a:t>On large systems it can be useful to structure /</a:t>
            </a:r>
            <a:r>
              <a:rPr lang="en-US" noProof="0" dirty="0" err="1">
                <a:solidFill>
                  <a:schemeClr val="tx1"/>
                </a:solidFill>
              </a:rPr>
              <a:t>srv</a:t>
            </a:r>
            <a:r>
              <a:rPr lang="en-US" noProof="0" dirty="0">
                <a:solidFill>
                  <a:schemeClr val="tx1"/>
                </a:solidFill>
              </a:rPr>
              <a:t> by administrative context, such as /</a:t>
            </a:r>
            <a:r>
              <a:rPr lang="en-US" noProof="0" dirty="0" err="1">
                <a:solidFill>
                  <a:schemeClr val="tx1"/>
                </a:solidFill>
              </a:rPr>
              <a:t>srv</a:t>
            </a:r>
            <a:r>
              <a:rPr lang="en-US" noProof="0" dirty="0">
                <a:solidFill>
                  <a:schemeClr val="tx1"/>
                </a:solidFill>
              </a:rPr>
              <a:t>/physics/www, /</a:t>
            </a:r>
            <a:r>
              <a:rPr lang="en-US" noProof="0" dirty="0" err="1">
                <a:solidFill>
                  <a:schemeClr val="tx1"/>
                </a:solidFill>
              </a:rPr>
              <a:t>srv</a:t>
            </a:r>
            <a:r>
              <a:rPr lang="en-US" noProof="0" dirty="0">
                <a:solidFill>
                  <a:schemeClr val="tx1"/>
                </a:solidFill>
              </a:rPr>
              <a:t>/</a:t>
            </a:r>
            <a:r>
              <a:rPr lang="en-US" noProof="0" dirty="0" err="1">
                <a:solidFill>
                  <a:schemeClr val="tx1"/>
                </a:solidFill>
              </a:rPr>
              <a:t>compsci</a:t>
            </a:r>
            <a:r>
              <a:rPr lang="en-US" noProof="0" dirty="0">
                <a:solidFill>
                  <a:schemeClr val="tx1"/>
                </a:solidFill>
              </a:rPr>
              <a:t>/</a:t>
            </a:r>
            <a:r>
              <a:rPr lang="en-US" noProof="0" dirty="0" err="1">
                <a:solidFill>
                  <a:schemeClr val="tx1"/>
                </a:solidFill>
              </a:rPr>
              <a:t>cvs</a:t>
            </a:r>
            <a:r>
              <a:rPr lang="en-US" noProof="0" dirty="0">
                <a:solidFill>
                  <a:schemeClr val="tx1"/>
                </a:solidFill>
              </a:rPr>
              <a:t>, etc. This setup will differ from host to host.</a:t>
            </a:r>
          </a:p>
          <a:p>
            <a:pPr marL="465746" lvl="1" indent="-285750"/>
            <a:r>
              <a:rPr lang="en-US" noProof="0" dirty="0"/>
              <a:t>Therefore, no program should rely on a specific subdirectory structure of /</a:t>
            </a:r>
            <a:r>
              <a:rPr lang="en-US" noProof="0" dirty="0" err="1"/>
              <a:t>srv</a:t>
            </a:r>
            <a:r>
              <a:rPr lang="en-US" noProof="0" dirty="0"/>
              <a:t> existing or data necessarily being stored in /</a:t>
            </a:r>
            <a:r>
              <a:rPr lang="en-US" noProof="0" dirty="0" err="1"/>
              <a:t>srv</a:t>
            </a:r>
            <a:r>
              <a:rPr lang="en-US" noProof="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chemeClr val="tx1"/>
                </a:solidFill>
              </a:rPr>
              <a:t>However, /</a:t>
            </a:r>
            <a:r>
              <a:rPr lang="en-US" noProof="0" dirty="0" err="1">
                <a:solidFill>
                  <a:schemeClr val="tx1"/>
                </a:solidFill>
              </a:rPr>
              <a:t>srv</a:t>
            </a:r>
            <a:r>
              <a:rPr lang="en-US" noProof="0" dirty="0">
                <a:solidFill>
                  <a:schemeClr val="tx1"/>
                </a:solidFill>
              </a:rPr>
              <a:t> should always exist on FHS compliant systems and should be used as the default location for such data.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312A62-F746-6E48-CA46-F30ADD0E4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92D59-8F09-EF4B-AD6D-DA609442F868}" type="slidenum">
              <a:rPr lang="en-US" noProof="0" smtClean="0"/>
              <a:pPr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56410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FE981-D4E4-6163-99A0-CF4132829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CB3CED3-A29B-EF74-BE16-AE2E3FB58E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/sys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7EB52D-59E6-C1F9-2302-A398F85C19B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noProof="0" dirty="0">
                <a:solidFill>
                  <a:schemeClr val="tx1"/>
                </a:solidFill>
              </a:rPr>
              <a:t>Contains information about devices, drivers, and some kernel features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F66949-CE35-2130-0B47-D5EB5D9A7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92D59-8F09-EF4B-AD6D-DA609442F868}" type="slidenum">
              <a:rPr lang="en-US" noProof="0" smtClean="0"/>
              <a:pPr/>
              <a:t>18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08758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DFE6D-2E4F-BC99-A6BE-2A47A6DCF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52FE9FD-C486-548A-123D-C5106CB6D7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/</a:t>
            </a:r>
            <a:r>
              <a:rPr lang="en-US" noProof="0" dirty="0" err="1"/>
              <a:t>tmp</a:t>
            </a:r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9A2202-1C92-AE06-DE46-BB1B8A1EE2F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noProof="0" dirty="0">
                <a:solidFill>
                  <a:schemeClr val="tx1"/>
                </a:solidFill>
              </a:rPr>
              <a:t>Temporary files (see also /var/</a:t>
            </a:r>
            <a:r>
              <a:rPr lang="en-US" sz="1800" noProof="0" dirty="0" err="1">
                <a:solidFill>
                  <a:schemeClr val="tx1"/>
                </a:solidFill>
              </a:rPr>
              <a:t>tmp</a:t>
            </a:r>
            <a:r>
              <a:rPr lang="en-US" sz="1800" noProof="0" dirty="0">
                <a:solidFill>
                  <a:schemeClr val="tx1"/>
                </a:solidFill>
              </a:rPr>
              <a:t>). Often not preserved between system reboots, and may be severely size restricted</a:t>
            </a:r>
            <a:r>
              <a:rPr lang="en-US" noProof="0" dirty="0">
                <a:solidFill>
                  <a:schemeClr val="tx1"/>
                </a:solidFill>
              </a:rPr>
              <a:t>. So, </a:t>
            </a:r>
            <a:r>
              <a:rPr lang="en-US" sz="1800" noProof="0" dirty="0">
                <a:solidFill>
                  <a:schemeClr val="tx1"/>
                </a:solidFill>
              </a:rPr>
              <a:t>programs must not assume that any files or directories in /</a:t>
            </a:r>
            <a:r>
              <a:rPr lang="en-US" sz="1800" noProof="0" dirty="0" err="1">
                <a:solidFill>
                  <a:schemeClr val="tx1"/>
                </a:solidFill>
              </a:rPr>
              <a:t>tmp</a:t>
            </a:r>
            <a:r>
              <a:rPr lang="en-US" sz="1800" noProof="0" dirty="0">
                <a:solidFill>
                  <a:schemeClr val="tx1"/>
                </a:solidFill>
              </a:rPr>
              <a:t> are preserved between invocations of the program.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22D7A6-5314-4227-73C5-2B7537CE5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92D59-8F09-EF4B-AD6D-DA609442F868}" type="slidenum">
              <a:rPr lang="en-US" noProof="0" smtClean="0"/>
              <a:pPr/>
              <a:t>19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770697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13108-64BB-F17A-B940-5CAADCC07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C6018DD-E083-36DF-4B5A-4FE0AC836A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/</a:t>
            </a:r>
            <a:r>
              <a:rPr lang="en-US" noProof="0" dirty="0" err="1"/>
              <a:t>usr</a:t>
            </a:r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17F9E7-BB1B-278A-F86B-1AD9B6B9841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noProof="0" dirty="0">
                <a:solidFill>
                  <a:schemeClr val="tx1"/>
                </a:solidFill>
              </a:rPr>
              <a:t>Historically</a:t>
            </a:r>
            <a:r>
              <a:rPr lang="en-US" noProof="0" dirty="0">
                <a:solidFill>
                  <a:schemeClr val="tx1"/>
                </a:solidFill>
              </a:rPr>
              <a:t>:</a:t>
            </a:r>
            <a:r>
              <a:rPr lang="en-US" sz="1800" noProof="0" dirty="0">
                <a:solidFill>
                  <a:schemeClr val="tx1"/>
                </a:solidFill>
              </a:rPr>
              <a:t> Secondary hierarchy for read-only user data; contains the majority of (multi-)user utilities and applications.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noProof="0" dirty="0">
                <a:solidFill>
                  <a:schemeClr val="tx1"/>
                </a:solidFill>
              </a:rPr>
              <a:t>Now: Often used as consolidated location for all system binaries (whereby /bin, /</a:t>
            </a:r>
            <a:r>
              <a:rPr lang="en-US" sz="1800" noProof="0" dirty="0" err="1">
                <a:solidFill>
                  <a:schemeClr val="tx1"/>
                </a:solidFill>
              </a:rPr>
              <a:t>sbin</a:t>
            </a:r>
            <a:r>
              <a:rPr lang="en-US" sz="1800" noProof="0" dirty="0">
                <a:solidFill>
                  <a:schemeClr val="tx1"/>
                </a:solidFill>
              </a:rPr>
              <a:t>, /lib and /lib&lt;qual&gt; are symbolic links to directories of the same name here).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821184-0648-2E08-897E-9E546BA71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92D59-8F09-EF4B-AD6D-DA609442F868}" type="slidenum">
              <a:rPr lang="en-US" noProof="0" smtClean="0"/>
              <a:pPr/>
              <a:t>20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376563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E5262-FB6E-FA9E-BFF8-051BA1871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667A446-CF24-44CB-DD79-8B58F63727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/var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E7A00-26CF-2A76-6930-FA1D21AE87F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noProof="0" dirty="0">
                <a:solidFill>
                  <a:schemeClr val="tx1"/>
                </a:solidFill>
              </a:rPr>
              <a:t>Variable files: files whose content is expected to continually change during normal operation of the system such as logs, spool files, and temporary e-mail files.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E072DE-EFA6-09AE-60A2-24F4AF05A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92D59-8F09-EF4B-AD6D-DA609442F868}" type="slidenum">
              <a:rPr lang="en-US" noProof="0" smtClean="0"/>
              <a:pPr/>
              <a:t>21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318977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1607D29-3823-A6FE-D713-EBEE6AEE0F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2B7624-4E15-0D2A-9395-0983FAD25B7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D7EBE3-7DDE-9147-E1B6-2E810891C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9444-D02B-D446-9CF8-19DEDDE073D1}" type="slidenum">
              <a:rPr lang="en-US" noProof="0" smtClean="0"/>
              <a:pPr/>
              <a:t>22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48977292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Slides - Business/Marketing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6ECD9A05-B13E-4324-B75B-08409513F687}"/>
    </a:ext>
  </a:extLst>
</a:theme>
</file>

<file path=ppt/theme/theme2.xml><?xml version="1.0" encoding="utf-8"?>
<a:theme xmlns:a="http://schemas.openxmlformats.org/drawingml/2006/main" name="Divider Slides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6E6B1516-6D1C-4FBD-AF93-6EEE726A80B9}"/>
    </a:ext>
  </a:extLst>
</a:theme>
</file>

<file path=ppt/theme/theme3.xml><?xml version="1.0" encoding="utf-8"?>
<a:theme xmlns:a="http://schemas.openxmlformats.org/drawingml/2006/main" name="Purple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56BBB1E4FF9742A33FBD8267A09A09" ma:contentTypeVersion="20" ma:contentTypeDescription="Create a new document." ma:contentTypeScope="" ma:versionID="20b712914e31333b2350e8d9f89ed109">
  <xsd:schema xmlns:xsd="http://www.w3.org/2001/XMLSchema" xmlns:xs="http://www.w3.org/2001/XMLSchema" xmlns:p="http://schemas.microsoft.com/office/2006/metadata/properties" xmlns:ns2="4851bab5-d36a-4f24-a761-998180967d12" xmlns:ns3="52e7f57a-cc1d-4bce-9b60-d9dd785361c7" targetNamespace="http://schemas.microsoft.com/office/2006/metadata/properties" ma:root="true" ma:fieldsID="2b6d7960c137aa88f38dc03ba7d04627" ns2:_="" ns3:_="">
    <xsd:import namespace="4851bab5-d36a-4f24-a761-998180967d12"/>
    <xsd:import namespace="52e7f57a-cc1d-4bce-9b60-d9dd785361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51bab5-d36a-4f24-a761-998180967d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85f1f1f9-0179-4c93-b971-8e9741e0450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e7f57a-cc1d-4bce-9b60-d9dd785361c7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3d87296d-c167-4d27-bd74-7208a540dcb7}" ma:internalName="TaxCatchAll" ma:showField="CatchAllData" ma:web="52e7f57a-cc1d-4bce-9b60-d9dd785361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2e7f57a-cc1d-4bce-9b60-d9dd785361c7" xsi:nil="true"/>
    <lcf76f155ced4ddcb4097134ff3c332f xmlns="4851bab5-d36a-4f24-a761-998180967d1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0CF5967-01BD-40C1-B1E3-8E6CDE2BF89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5EC4E0F-9D58-4792-B66B-076551BA2D5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51bab5-d36a-4f24-a761-998180967d12"/>
    <ds:schemaRef ds:uri="52e7f57a-cc1d-4bce-9b60-d9dd785361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AC71F1D-A98C-43DF-A986-061295C23702}">
  <ds:schemaRefs>
    <ds:schemaRef ds:uri="http://purl.org/dc/elements/1.1/"/>
    <ds:schemaRef ds:uri="52e7f57a-cc1d-4bce-9b60-d9dd785361c7"/>
    <ds:schemaRef ds:uri="http://purl.org/dc/terms/"/>
    <ds:schemaRef ds:uri="4851bab5-d36a-4f24-a761-998180967d12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QAPPTDeck_Jun2024_v1Main</Template>
  <TotalTime>19282</TotalTime>
  <Words>1395</Words>
  <Application>Microsoft Office PowerPoint</Application>
  <PresentationFormat>Widescreen</PresentationFormat>
  <Paragraphs>142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Aptos</vt:lpstr>
      <vt:lpstr>Arial</vt:lpstr>
      <vt:lpstr>Figtree</vt:lpstr>
      <vt:lpstr>Hack</vt:lpstr>
      <vt:lpstr>Montserrat</vt:lpstr>
      <vt:lpstr>Montserrat Black</vt:lpstr>
      <vt:lpstr>Segoe UI</vt:lpstr>
      <vt:lpstr>Cover Slides - Business/Marketing</vt:lpstr>
      <vt:lpstr>Divider Slides</vt:lpstr>
      <vt:lpstr>Purple Module</vt:lpstr>
      <vt:lpstr>Appendix D: File system hierarchy standard</vt:lpstr>
      <vt:lpstr>The Linux / Unix filesystem hierarchy</vt:lpstr>
      <vt:lpstr>/</vt:lpstr>
      <vt:lpstr>/boot</vt:lpstr>
      <vt:lpstr>/bin</vt:lpstr>
      <vt:lpstr>/dev</vt:lpstr>
      <vt:lpstr>/etc</vt:lpstr>
      <vt:lpstr>/home</vt:lpstr>
      <vt:lpstr>/lib</vt:lpstr>
      <vt:lpstr>/Media</vt:lpstr>
      <vt:lpstr>/mnt</vt:lpstr>
      <vt:lpstr>/opt</vt:lpstr>
      <vt:lpstr>/proc</vt:lpstr>
      <vt:lpstr>/root</vt:lpstr>
      <vt:lpstr>/run </vt:lpstr>
      <vt:lpstr>/sbin</vt:lpstr>
      <vt:lpstr>/srv</vt:lpstr>
      <vt:lpstr>/sys</vt:lpstr>
      <vt:lpstr>/tmp</vt:lpstr>
      <vt:lpstr>/usr</vt:lpstr>
      <vt:lpstr>/var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a cover slide</dc:title>
  <dc:creator>Haynes, Amanda</dc:creator>
  <cp:lastModifiedBy>Feist, Ella</cp:lastModifiedBy>
  <cp:revision>42</cp:revision>
  <dcterms:created xsi:type="dcterms:W3CDTF">2024-06-24T11:44:08Z</dcterms:created>
  <dcterms:modified xsi:type="dcterms:W3CDTF">2025-05-30T13:55:43Z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0x010100075BAD9D95F28D4EB8D45E8498D5AAA1</vt:lpwstr>
  </property>
  <property fmtid="{D5CDD505-2E9C-101B-9397-08002B2CF9AE}" pid="3" name="MediaServiceImageTags">
    <vt:lpwstr/>
  </property>
</Properties>
</file>